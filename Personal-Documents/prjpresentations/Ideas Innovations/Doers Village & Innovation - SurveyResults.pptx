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F59D-59AA-47C9-AD81-AB08E03AC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88CFE-CD70-4E52-B5A0-B5C4A6611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EE33-AA05-4590-8C1D-37054C4F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65C7-342F-4AA7-9207-AECA7683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7799F-C6D6-4FF6-AFC2-2CBD3157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4DF1-479C-4AE3-AC42-B71A5BC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38653-ACB1-466D-972F-F1D6D5AC9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FF501-7985-4489-B417-B9E17555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8685-9C57-4B4A-AA61-C4FEF8DA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C6C29-A109-4EB9-9157-41837C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B417-1635-45A5-A7F6-7CCA7443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DCCFB-6B5F-43B3-9DCD-0502C20CB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2CF81-8CBD-4C55-8924-A6CA4186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71716-BE7D-4F63-97B6-062C50CF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0728-EAB3-4530-947B-556A5CE2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0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317F-EAC3-487D-AC79-CA5C4AC7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70FD-4A87-4045-870D-B9CAC159F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9B04C-C987-4F0D-A0B3-B78C619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21D53-3206-4CD9-AF3B-6ED9614C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4515F-6DBA-49AD-8FD8-6230CC31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8BD9C-0D7B-479D-8618-D07994CC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3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95DE-AFEA-49CC-88F1-DC320DA7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1360B-6AF8-4769-A87A-02904ADCA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F2830-BE36-40E5-9AE7-BB967EEDF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D8115-834B-4F91-93E8-154986187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CF6E6-9C16-4083-9F24-717D5FB36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008CC-065B-4275-B3C8-17C223DD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F74E6-AD9F-4B5C-A0C0-B624B4BC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CDE65-E365-454C-BB6D-EB79F764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4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53DD-B286-4A98-AAA3-8ED6C9CA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E805C-4C26-4D84-A06F-FB16B389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CEC97-F199-4F7E-AFFE-1CD09ACB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E657D-91D9-4A09-BE27-0E477FED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5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1259B-D0A3-4EB6-88B9-E61DF373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8D5A7-1F0C-47AD-A79D-07664D6A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B1F56-4845-4EBA-8225-708F6209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6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6906-5C97-44F5-95BA-DD8FBB697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B2CD-53A7-4294-8337-D33A72E1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ED45D-9754-4EF4-B255-3D78B62F5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5013-D3D9-4A9E-9CDD-C3DB4D04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FB9A6-F2DB-46DD-96E5-D1437BAC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E8F07-1246-4AD5-B318-BD272AC4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2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D194-6D0B-45EB-9B09-53CFD940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89C81-E562-4040-AC48-FC46E01D3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B4266-E4C2-4CF9-895D-AA712B1C7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8326A-6F43-41E8-8A44-7F73FDBF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BB61-22A9-483D-BBDF-E5BE92B5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6B204-AA25-4395-B3DF-B5819E98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3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8469-0252-4026-9578-1AB06673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E195B-FEC1-43D8-82E5-B6F7F34E8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97D25-5703-4D2B-B238-7984428C7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54819-703E-4DAD-8D3F-25B1AD14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42FB1-CCD2-4BF2-8C8D-B779AE53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4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F6363-A179-41E1-9929-474FFC475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D772A-6B4B-4E94-A4EF-5D55CD803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EF6E6-892C-42BB-BDB8-A91498F5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D2087-B4DD-4F09-8628-13D85F28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8DDEF-67CB-4D51-96B0-C41F2644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0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FC2B-2A44-483B-9C74-E4BDB5AB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523C-DD60-4466-B74D-DA6D35E7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A6340-E1C3-405E-B76B-676B97729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36CD6-8AB0-46F5-A3C7-601663EB30B7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43E7-166A-4C3D-998A-87D69CA35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341E-6226-4E31-BD05-1053FB4CA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EF6BC-AE58-4016-9242-81C231477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8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55F2-9252-4604-8862-4B3EFA775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Doers Village &amp;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6C5DB-8730-419D-9080-4629174A0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Survey Results</a:t>
            </a:r>
          </a:p>
        </p:txBody>
      </p:sp>
    </p:spTree>
    <p:extLst>
      <p:ext uri="{BB962C8B-B14F-4D97-AF65-F5344CB8AC3E}">
        <p14:creationId xmlns:p14="http://schemas.microsoft.com/office/powerpoint/2010/main" val="43178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6428155"/>
            <a:ext cx="37909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1 to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57634F5A-9E88-425D-BCC7-E647A040F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" y="314960"/>
            <a:ext cx="10684510" cy="601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24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6428155"/>
            <a:ext cx="38195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1 to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7E394-F7CF-46E5-A5CA-2A042D874D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9240" y="304482"/>
            <a:ext cx="11059160" cy="589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1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6428155"/>
            <a:ext cx="38195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1 to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B9C30-F776-4680-8FA0-D47395A23B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799" y="290512"/>
            <a:ext cx="11210925" cy="61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4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478955"/>
            <a:ext cx="3936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0 to 10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B87DB-2409-408A-B120-66DB587D77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69569"/>
            <a:ext cx="11811000" cy="594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758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478955"/>
            <a:ext cx="38195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1 to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08C8B-3AC8-466D-942A-7CCAB3A39E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750" y="328612"/>
            <a:ext cx="11772900" cy="615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8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6478955"/>
            <a:ext cx="38195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This question has a range from 1 to 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B050C-DD8A-45CD-B213-A732BF0166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5275" y="261937"/>
            <a:ext cx="11449050" cy="62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92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ECD257-795A-4F90-BF38-50920BE1F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6478955"/>
            <a:ext cx="19121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User Comments.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E5DF7-E876-4904-B9A0-D1B592CC2F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" y="271462"/>
            <a:ext cx="10687050" cy="62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3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Doers Village &amp; Innovation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Doers Village &amp; Innovation</dc:title>
  <dc:creator>Sultan, Awais</dc:creator>
  <cp:lastModifiedBy>Sultan, Awais</cp:lastModifiedBy>
  <cp:revision>3</cp:revision>
  <dcterms:created xsi:type="dcterms:W3CDTF">2020-05-22T09:40:47Z</dcterms:created>
  <dcterms:modified xsi:type="dcterms:W3CDTF">2020-05-22T09:54:49Z</dcterms:modified>
</cp:coreProperties>
</file>