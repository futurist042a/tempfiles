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/>
    <p:restoredTop sz="94646"/>
  </p:normalViewPr>
  <p:slideViewPr>
    <p:cSldViewPr snapToGrid="0" snapToObjects="1">
      <p:cViewPr varScale="1">
        <p:scale>
          <a:sx n="72" d="100"/>
          <a:sy n="72" d="100"/>
        </p:scale>
        <p:origin x="63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178E3-4FB7-C84E-9943-62469595B4B3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0EE3-963B-5544-922B-194D91B1B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3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05EB-22FB-4FDC-8C6B-5A1CCF96C6D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96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6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2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5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8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1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3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9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0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C28B4-0E04-F74D-B2D6-FF01B6AA608B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9327F-6EB6-7E41-B426-A69956586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0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825218" y="426674"/>
            <a:ext cx="3066757" cy="2107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243" y="311314"/>
            <a:ext cx="3252953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TEAM 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647" y="674626"/>
            <a:ext cx="5390728" cy="639762"/>
          </a:xfrm>
        </p:spPr>
        <p:txBody>
          <a:bodyPr/>
          <a:lstStyle/>
          <a:p>
            <a:r>
              <a:rPr lang="en-US" sz="1800" dirty="0"/>
              <a:t>TEAM NAME: </a:t>
            </a:r>
            <a:r>
              <a:rPr lang="en-US" sz="1800" b="0" dirty="0"/>
              <a:t>Pinky and the Brain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0411" y="2823210"/>
            <a:ext cx="3267805" cy="13559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CUSTOMER(S): </a:t>
            </a:r>
            <a:r>
              <a:rPr lang="en-US" sz="1800" dirty="0"/>
              <a:t>Any depository customer of US Bank.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243" y="1172759"/>
            <a:ext cx="5420533" cy="639762"/>
          </a:xfrm>
        </p:spPr>
        <p:txBody>
          <a:bodyPr/>
          <a:lstStyle/>
          <a:p>
            <a:r>
              <a:rPr lang="en-US" sz="1800" dirty="0"/>
              <a:t>FOUNDER(S)</a:t>
            </a:r>
            <a:r>
              <a:rPr lang="en-US" sz="1800" b="0" dirty="0"/>
              <a:t>: </a:t>
            </a:r>
            <a:r>
              <a:rPr lang="en-US" sz="1800" b="0" dirty="0" err="1"/>
              <a:t>Awais</a:t>
            </a:r>
            <a:r>
              <a:rPr lang="en-US" sz="1800" b="0" dirty="0"/>
              <a:t> Sultan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7243" y="2823210"/>
            <a:ext cx="3908885" cy="13559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PROBLEM: </a:t>
            </a:r>
            <a:r>
              <a:rPr lang="en-US" sz="1800" dirty="0"/>
              <a:t>Personal budgeting is something individuals complete on a periodic basis, at best. </a:t>
            </a:r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334541" y="1979830"/>
            <a:ext cx="5373235" cy="639762"/>
          </a:xfrm>
          <a:prstGeom prst="rect">
            <a:avLst/>
          </a:prstGeom>
        </p:spPr>
        <p:txBody>
          <a:bodyPr vert="horz" lIns="45720" tIns="45720" rIns="4572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TEAM MEMBERS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dirty="0" err="1">
                <a:solidFill>
                  <a:schemeClr val="tx1"/>
                </a:solidFill>
              </a:rPr>
              <a:t>Awais</a:t>
            </a:r>
            <a:r>
              <a:rPr lang="en-US" sz="1800" dirty="0">
                <a:solidFill>
                  <a:schemeClr val="tx1"/>
                </a:solidFill>
              </a:rPr>
              <a:t> Sultan, Erin Pizzi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87244" y="4423409"/>
            <a:ext cx="7314555" cy="21448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lIns="45720" tIns="45720" rIns="45720" bIns="45720" rtlCol="0">
            <a:noAutofit/>
          </a:bodyPr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 </a:t>
            </a:r>
            <a:r>
              <a:rPr lang="en-US" sz="1800" b="1" dirty="0"/>
              <a:t>HUNCH: </a:t>
            </a:r>
            <a:r>
              <a:rPr lang="en-US" sz="1800" dirty="0"/>
              <a:t>Our team suspects that often times procrastination with budgeting leads to overspending, a lack of personal savings and investments and missed opportunities for tax deductions.  Ignorance is not bliss.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6400800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994032" y="1192561"/>
            <a:ext cx="2771334" cy="1341678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  </a:t>
            </a:r>
            <a:r>
              <a:rPr lang="en-US" sz="2400" b="1" dirty="0"/>
              <a:t>VALUE DRIVER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b="1" dirty="0"/>
              <a:t>      </a:t>
            </a:r>
            <a:r>
              <a:rPr lang="en-US" dirty="0"/>
              <a:t>+ PERSONALIZATION</a:t>
            </a:r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4539214" y="5913766"/>
            <a:ext cx="2870200" cy="4949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IMPACT ESTIMATE: $__________</a:t>
            </a:r>
          </a:p>
        </p:txBody>
      </p:sp>
      <p:pic>
        <p:nvPicPr>
          <p:cNvPr id="7" name="Picture 3" descr="C:\Users\sxvall4\Documents\Design\USB_IIR_logo_2016\USB_IIR_logo_2016\PNG-JPG\IIR_logo_rgb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776" y="426674"/>
            <a:ext cx="1595233" cy="66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ontent Placeholder 3"/>
          <p:cNvSpPr txBox="1">
            <a:spLocks/>
          </p:cNvSpPr>
          <p:nvPr/>
        </p:nvSpPr>
        <p:spPr>
          <a:xfrm>
            <a:off x="10095288" y="6381911"/>
            <a:ext cx="1476336" cy="4949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SPRING 2019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FF27DB-84FB-4076-8064-13BF157BE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102" y="0"/>
            <a:ext cx="4059898" cy="25342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038F05-6E10-4C20-8E52-482620EB2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102" y="2529978"/>
            <a:ext cx="1797387" cy="22853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5992FA-F566-4009-9718-F93C08EA9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9489" y="4735572"/>
            <a:ext cx="2234684" cy="21413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51ADC5-2B59-4F1D-8643-AA678CDE4C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9488" y="2529979"/>
            <a:ext cx="2262511" cy="22853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9F61F6-2588-4868-8310-C509223A4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102" y="4815360"/>
            <a:ext cx="1919257" cy="206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98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TEAM 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Crow, Andrew G</dc:creator>
  <cp:lastModifiedBy>Pizzi, Erin K</cp:lastModifiedBy>
  <cp:revision>9</cp:revision>
  <dcterms:created xsi:type="dcterms:W3CDTF">2018-04-20T20:39:18Z</dcterms:created>
  <dcterms:modified xsi:type="dcterms:W3CDTF">2019-05-06T13:07:40Z</dcterms:modified>
</cp:coreProperties>
</file>