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theme/theme8.xml" ContentType="application/vnd.openxmlformats-officedocument.theme+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theme/theme10.xml" ContentType="application/vnd.openxmlformats-officedocument.theme+xml"/>
  <Override PartName="/ppt/slideLayouts/slideLayout53.xml" ContentType="application/vnd.openxmlformats-officedocument.presentationml.slideLayout+xml"/>
  <Override PartName="/ppt/theme/theme11.xml" ContentType="application/vnd.openxmlformats-officedocument.theme+xml"/>
  <Override PartName="/ppt/slideLayouts/slideLayout54.xml" ContentType="application/vnd.openxmlformats-officedocument.presentationml.slideLayout+xml"/>
  <Override PartName="/ppt/theme/theme1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9" r:id="rId9"/>
    <p:sldMasterId id="2147483738" r:id="rId10"/>
    <p:sldMasterId id="2147483740" r:id="rId11"/>
    <p:sldMasterId id="2147483742" r:id="rId12"/>
    <p:sldMasterId id="2147483744" r:id="rId13"/>
    <p:sldMasterId id="2147483746" r:id="rId14"/>
    <p:sldMasterId id="2147483748" r:id="rId15"/>
    <p:sldMasterId id="2147483750" r:id="rId16"/>
    <p:sldMasterId id="2147483760" r:id="rId17"/>
    <p:sldMasterId id="2147483775" r:id="rId18"/>
  </p:sldMasterIdLst>
  <p:notesMasterIdLst>
    <p:notesMasterId r:id="rId21"/>
  </p:notesMasterIdLst>
  <p:handoutMasterIdLst>
    <p:handoutMasterId r:id="rId22"/>
  </p:handoutMasterIdLst>
  <p:sldIdLst>
    <p:sldId id="836" r:id="rId19"/>
    <p:sldId id="837" r:id="rId20"/>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836"/>
            <p14:sldId id="837"/>
          </p14:sldIdLst>
        </p14:section>
      </p14:sectionLst>
    </p:ex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38">
          <p15:clr>
            <a:srgbClr val="A4A3A4"/>
          </p15:clr>
        </p15:guide>
        <p15:guide id="12" pos="2880">
          <p15:clr>
            <a:srgbClr val="A4A3A4"/>
          </p15:clr>
        </p15:guide>
        <p15:guide id="13" pos="5472">
          <p15:clr>
            <a:srgbClr val="A4A3A4"/>
          </p15:clr>
        </p15:guide>
        <p15:guide id="14" pos="288">
          <p15:clr>
            <a:srgbClr val="A4A3A4"/>
          </p15:clr>
        </p15:guide>
        <p15:guide id="15" pos="213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ncelle, Valerie F" initials="VFL" lastIdx="3" clrIdx="0"/>
  <p:cmAuthor id="1" name="Lancelle, Valerie F" initials="LVF" lastIdx="1" clrIdx="1">
    <p:extLst/>
  </p:cmAuthor>
  <p:cmAuthor id="2" name="Sultan, Awais" initials="SA" lastIdx="17" clrIdx="2">
    <p:extLst>
      <p:ext uri="{19B8F6BF-5375-455C-9EA6-DF929625EA0E}">
        <p15:presenceInfo xmlns:p15="http://schemas.microsoft.com/office/powerpoint/2012/main" userId="S-1-5-21-2966119792-2635991036-4117835597-18856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0000"/>
    <a:srgbClr val="7CF828"/>
    <a:srgbClr val="BDFB93"/>
    <a:srgbClr val="FF9300"/>
    <a:srgbClr val="67B2E8"/>
    <a:srgbClr val="FFFFFF"/>
    <a:srgbClr val="F01DCF"/>
    <a:srgbClr val="0C207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0223E-52EF-41A2-92E8-603D0951AB62}" v="3" dt="2018-07-31T17:44:01.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4803" autoAdjust="0"/>
  </p:normalViewPr>
  <p:slideViewPr>
    <p:cSldViewPr showGuides="1">
      <p:cViewPr varScale="1">
        <p:scale>
          <a:sx n="90" d="100"/>
          <a:sy n="90" d="100"/>
        </p:scale>
        <p:origin x="1026" y="90"/>
      </p:cViewPr>
      <p:guideLst>
        <p:guide orient="horz" pos="3888"/>
        <p:guide orient="horz" pos="3744"/>
        <p:guide orient="horz" pos="4203"/>
        <p:guide orient="horz" pos="144"/>
        <p:guide orient="horz" pos="641"/>
        <p:guide orient="horz" pos="1056"/>
        <p:guide orient="horz" pos="1208"/>
        <p:guide orient="horz" pos="873"/>
        <p:guide orient="horz" pos="1488"/>
        <p:guide orient="horz" pos="1776"/>
        <p:guide orient="horz" pos="3538"/>
        <p:guide pos="2880"/>
        <p:guide pos="5472"/>
        <p:guide pos="288"/>
        <p:guide pos="2130"/>
      </p:guideLst>
    </p:cSldViewPr>
  </p:slideViewPr>
  <p:notesTextViewPr>
    <p:cViewPr>
      <p:scale>
        <a:sx n="3" d="2"/>
        <a:sy n="3" d="2"/>
      </p:scale>
      <p:origin x="0" y="0"/>
    </p:cViewPr>
  </p:notesTextViewPr>
  <p:sorterViewPr>
    <p:cViewPr>
      <p:scale>
        <a:sx n="170" d="100"/>
        <a:sy n="170" d="100"/>
      </p:scale>
      <p:origin x="0" y="0"/>
    </p:cViewPr>
  </p:sorterViewPr>
  <p:notesViewPr>
    <p:cSldViewPr>
      <p:cViewPr varScale="1">
        <p:scale>
          <a:sx n="55" d="100"/>
          <a:sy n="55" d="100"/>
        </p:scale>
        <p:origin x="-282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Shahid1" userId="S::shahid.afzal1@usbank.com::41e43ff6-5501-4028-97ba-44abb60d6155" providerId="AD" clId="Web-{E6DC050D-11C2-4308-A10E-E9762372C894}"/>
    <pc:docChg chg="modSld">
      <pc:chgData name="Afzal, Shahid1" userId="S::shahid.afzal1@usbank.com::41e43ff6-5501-4028-97ba-44abb60d6155" providerId="AD" clId="Web-{E6DC050D-11C2-4308-A10E-E9762372C894}" dt="2018-06-12T18:46:31.632" v="1" actId="20577"/>
      <pc:docMkLst>
        <pc:docMk/>
      </pc:docMkLst>
      <pc:sldChg chg="modSp">
        <pc:chgData name="Afzal, Shahid1" userId="S::shahid.afzal1@usbank.com::41e43ff6-5501-4028-97ba-44abb60d6155" providerId="AD" clId="Web-{E6DC050D-11C2-4308-A10E-E9762372C894}" dt="2018-06-12T18:46:31.632" v="1" actId="20577"/>
        <pc:sldMkLst>
          <pc:docMk/>
          <pc:sldMk cId="378162162" sldId="792"/>
        </pc:sldMkLst>
        <pc:spChg chg="mod">
          <ac:chgData name="Afzal, Shahid1" userId="S::shahid.afzal1@usbank.com::41e43ff6-5501-4028-97ba-44abb60d6155" providerId="AD" clId="Web-{E6DC050D-11C2-4308-A10E-E9762372C894}" dt="2018-06-12T18:46:31.632" v="1" actId="20577"/>
          <ac:spMkLst>
            <pc:docMk/>
            <pc:sldMk cId="378162162" sldId="792"/>
            <ac:spMk id="5" creationId="{00000000-0000-0000-0000-000000000000}"/>
          </ac:spMkLst>
        </pc:spChg>
      </pc:sldChg>
    </pc:docChg>
  </pc:docChgLst>
  <pc:docChgLst>
    <pc:chgData name="Kenney, Stacie D" userId="S::stacie.kenney@usbank.com::dd214b95-e53c-46f3-9ba0-5d5c4b942d08" providerId="AD" clId="Web-{F5B0223E-52EF-41A2-92E8-603D0951AB62}"/>
    <pc:docChg chg="addSld modSld modSection">
      <pc:chgData name="Kenney, Stacie D" userId="S::stacie.kenney@usbank.com::dd214b95-e53c-46f3-9ba0-5d5c4b942d08" providerId="AD" clId="Web-{F5B0223E-52EF-41A2-92E8-603D0951AB62}" dt="2018-07-31T18:29:03.481" v="80" actId="20577"/>
      <pc:docMkLst>
        <pc:docMk/>
      </pc:docMkLst>
      <pc:sldChg chg="modSp">
        <pc:chgData name="Kenney, Stacie D" userId="S::stacie.kenney@usbank.com::dd214b95-e53c-46f3-9ba0-5d5c4b942d08" providerId="AD" clId="Web-{F5B0223E-52EF-41A2-92E8-603D0951AB62}" dt="2018-07-31T17:20:44.507" v="0" actId="20577"/>
        <pc:sldMkLst>
          <pc:docMk/>
          <pc:sldMk cId="378162162" sldId="792"/>
        </pc:sldMkLst>
        <pc:spChg chg="mod">
          <ac:chgData name="Kenney, Stacie D" userId="S::stacie.kenney@usbank.com::dd214b95-e53c-46f3-9ba0-5d5c4b942d08" providerId="AD" clId="Web-{F5B0223E-52EF-41A2-92E8-603D0951AB62}" dt="2018-07-31T17:20:44.507" v="0" actId="20577"/>
          <ac:spMkLst>
            <pc:docMk/>
            <pc:sldMk cId="378162162" sldId="792"/>
            <ac:spMk id="2" creationId="{00000000-0000-0000-0000-000000000000}"/>
          </ac:spMkLst>
        </pc:spChg>
      </pc:sldChg>
      <pc:sldChg chg="addSp modSp">
        <pc:chgData name="Kenney, Stacie D" userId="S::stacie.kenney@usbank.com::dd214b95-e53c-46f3-9ba0-5d5c4b942d08" providerId="AD" clId="Web-{F5B0223E-52EF-41A2-92E8-603D0951AB62}" dt="2018-07-31T17:45:03.615" v="60" actId="20577"/>
        <pc:sldMkLst>
          <pc:docMk/>
          <pc:sldMk cId="1391282388" sldId="796"/>
        </pc:sldMkLst>
        <pc:spChg chg="mod">
          <ac:chgData name="Kenney, Stacie D" userId="S::stacie.kenney@usbank.com::dd214b95-e53c-46f3-9ba0-5d5c4b942d08" providerId="AD" clId="Web-{F5B0223E-52EF-41A2-92E8-603D0951AB62}" dt="2018-07-31T17:45:03.615" v="60" actId="20577"/>
          <ac:spMkLst>
            <pc:docMk/>
            <pc:sldMk cId="1391282388" sldId="796"/>
            <ac:spMk id="3" creationId="{00000000-0000-0000-0000-000000000000}"/>
          </ac:spMkLst>
        </pc:spChg>
        <pc:picChg chg="add mod">
          <ac:chgData name="Kenney, Stacie D" userId="S::stacie.kenney@usbank.com::dd214b95-e53c-46f3-9ba0-5d5c4b942d08" providerId="AD" clId="Web-{F5B0223E-52EF-41A2-92E8-603D0951AB62}" dt="2018-07-31T17:44:01.318" v="54" actId="1076"/>
          <ac:picMkLst>
            <pc:docMk/>
            <pc:sldMk cId="1391282388" sldId="796"/>
            <ac:picMk id="5" creationId="{F8AE3413-D106-4D87-9C0D-2D5015956F81}"/>
          </ac:picMkLst>
        </pc:picChg>
        <pc:picChg chg="add mod">
          <ac:chgData name="Kenney, Stacie D" userId="S::stacie.kenney@usbank.com::dd214b95-e53c-46f3-9ba0-5d5c4b942d08" providerId="AD" clId="Web-{F5B0223E-52EF-41A2-92E8-603D0951AB62}" dt="2018-07-31T17:43:26.083" v="50" actId="1076"/>
          <ac:picMkLst>
            <pc:docMk/>
            <pc:sldMk cId="1391282388" sldId="796"/>
            <ac:picMk id="7" creationId="{CEBB84A0-A8FC-4FFE-826A-8BABA2097747}"/>
          </ac:picMkLst>
        </pc:picChg>
      </pc:sldChg>
      <pc:sldChg chg="modSp addAnim modAnim">
        <pc:chgData name="Kenney, Stacie D" userId="S::stacie.kenney@usbank.com::dd214b95-e53c-46f3-9ba0-5d5c4b942d08" providerId="AD" clId="Web-{F5B0223E-52EF-41A2-92E8-603D0951AB62}" dt="2018-07-31T17:26:59.869" v="15" actId="14100"/>
        <pc:sldMkLst>
          <pc:docMk/>
          <pc:sldMk cId="1787184667" sldId="803"/>
        </pc:sldMkLst>
        <pc:spChg chg="mod">
          <ac:chgData name="Kenney, Stacie D" userId="S::stacie.kenney@usbank.com::dd214b95-e53c-46f3-9ba0-5d5c4b942d08" providerId="AD" clId="Web-{F5B0223E-52EF-41A2-92E8-603D0951AB62}" dt="2018-07-31T17:26:59.869" v="15" actId="14100"/>
          <ac:spMkLst>
            <pc:docMk/>
            <pc:sldMk cId="1787184667" sldId="803"/>
            <ac:spMk id="25" creationId="{00000000-0000-0000-0000-000000000000}"/>
          </ac:spMkLst>
        </pc:spChg>
      </pc:sldChg>
      <pc:sldChg chg="modSp">
        <pc:chgData name="Kenney, Stacie D" userId="S::stacie.kenney@usbank.com::dd214b95-e53c-46f3-9ba0-5d5c4b942d08" providerId="AD" clId="Web-{F5B0223E-52EF-41A2-92E8-603D0951AB62}" dt="2018-07-31T17:22:54.758" v="8" actId="20577"/>
        <pc:sldMkLst>
          <pc:docMk/>
          <pc:sldMk cId="1255085830" sldId="816"/>
        </pc:sldMkLst>
        <pc:spChg chg="mod">
          <ac:chgData name="Kenney, Stacie D" userId="S::stacie.kenney@usbank.com::dd214b95-e53c-46f3-9ba0-5d5c4b942d08" providerId="AD" clId="Web-{F5B0223E-52EF-41A2-92E8-603D0951AB62}" dt="2018-07-31T17:22:35.492" v="1" actId="20577"/>
          <ac:spMkLst>
            <pc:docMk/>
            <pc:sldMk cId="1255085830" sldId="816"/>
            <ac:spMk id="4" creationId="{00000000-0000-0000-0000-000000000000}"/>
          </ac:spMkLst>
        </pc:spChg>
        <pc:spChg chg="mod">
          <ac:chgData name="Kenney, Stacie D" userId="S::stacie.kenney@usbank.com::dd214b95-e53c-46f3-9ba0-5d5c4b942d08" providerId="AD" clId="Web-{F5B0223E-52EF-41A2-92E8-603D0951AB62}" dt="2018-07-31T17:22:35.711" v="3" actId="20577"/>
          <ac:spMkLst>
            <pc:docMk/>
            <pc:sldMk cId="1255085830" sldId="816"/>
            <ac:spMk id="5" creationId="{00000000-0000-0000-0000-000000000000}"/>
          </ac:spMkLst>
        </pc:spChg>
        <pc:spChg chg="mod">
          <ac:chgData name="Kenney, Stacie D" userId="S::stacie.kenney@usbank.com::dd214b95-e53c-46f3-9ba0-5d5c4b942d08" providerId="AD" clId="Web-{F5B0223E-52EF-41A2-92E8-603D0951AB62}" dt="2018-07-31T17:22:54.758" v="8" actId="20577"/>
          <ac:spMkLst>
            <pc:docMk/>
            <pc:sldMk cId="1255085830" sldId="816"/>
            <ac:spMk id="6" creationId="{00000000-0000-0000-0000-000000000000}"/>
          </ac:spMkLst>
        </pc:spChg>
        <pc:spChg chg="mod">
          <ac:chgData name="Kenney, Stacie D" userId="S::stacie.kenney@usbank.com::dd214b95-e53c-46f3-9ba0-5d5c4b942d08" providerId="AD" clId="Web-{F5B0223E-52EF-41A2-92E8-603D0951AB62}" dt="2018-07-31T17:22:54.695" v="6" actId="20577"/>
          <ac:spMkLst>
            <pc:docMk/>
            <pc:sldMk cId="1255085830" sldId="816"/>
            <ac:spMk id="7" creationId="{00000000-0000-0000-0000-000000000000}"/>
          </ac:spMkLst>
        </pc:spChg>
        <pc:spChg chg="mod">
          <ac:chgData name="Kenney, Stacie D" userId="S::stacie.kenney@usbank.com::dd214b95-e53c-46f3-9ba0-5d5c4b942d08" providerId="AD" clId="Web-{F5B0223E-52EF-41A2-92E8-603D0951AB62}" dt="2018-07-31T17:22:35.898" v="5" actId="1076"/>
          <ac:spMkLst>
            <pc:docMk/>
            <pc:sldMk cId="1255085830" sldId="816"/>
            <ac:spMk id="22" creationId="{00000000-0000-0000-0000-000000000000}"/>
          </ac:spMkLst>
        </pc:spChg>
      </pc:sldChg>
      <pc:sldChg chg="addSp modSp new mod modShow">
        <pc:chgData name="Kenney, Stacie D" userId="S::stacie.kenney@usbank.com::dd214b95-e53c-46f3-9ba0-5d5c4b942d08" providerId="AD" clId="Web-{F5B0223E-52EF-41A2-92E8-603D0951AB62}" dt="2018-07-31T18:29:03.481" v="79" actId="20577"/>
        <pc:sldMkLst>
          <pc:docMk/>
          <pc:sldMk cId="3609621983" sldId="818"/>
        </pc:sldMkLst>
        <pc:spChg chg="mod">
          <ac:chgData name="Kenney, Stacie D" userId="S::stacie.kenney@usbank.com::dd214b95-e53c-46f3-9ba0-5d5c4b942d08" providerId="AD" clId="Web-{F5B0223E-52EF-41A2-92E8-603D0951AB62}" dt="2018-07-31T18:29:03.481" v="79" actId="20577"/>
          <ac:spMkLst>
            <pc:docMk/>
            <pc:sldMk cId="3609621983" sldId="818"/>
            <ac:spMk id="2" creationId="{28A1C5BF-B8DB-4385-95D0-131147E58708}"/>
          </ac:spMkLst>
        </pc:spChg>
        <pc:spChg chg="mod">
          <ac:chgData name="Kenney, Stacie D" userId="S::stacie.kenney@usbank.com::dd214b95-e53c-46f3-9ba0-5d5c4b942d08" providerId="AD" clId="Web-{F5B0223E-52EF-41A2-92E8-603D0951AB62}" dt="2018-07-31T18:28:18.261" v="72" actId="20577"/>
          <ac:spMkLst>
            <pc:docMk/>
            <pc:sldMk cId="3609621983" sldId="818"/>
            <ac:spMk id="3" creationId="{B718B636-72B8-4AB7-A10C-260EFBCA2762}"/>
          </ac:spMkLst>
        </pc:spChg>
        <pc:spChg chg="mod">
          <ac:chgData name="Kenney, Stacie D" userId="S::stacie.kenney@usbank.com::dd214b95-e53c-46f3-9ba0-5d5c4b942d08" providerId="AD" clId="Web-{F5B0223E-52EF-41A2-92E8-603D0951AB62}" dt="2018-07-31T18:26:54.917" v="68" actId="20577"/>
          <ac:spMkLst>
            <pc:docMk/>
            <pc:sldMk cId="3609621983" sldId="818"/>
            <ac:spMk id="4" creationId="{C8374E0C-A27A-4EE3-8899-E0D59E283FDF}"/>
          </ac:spMkLst>
        </pc:spChg>
        <pc:picChg chg="add mod">
          <ac:chgData name="Kenney, Stacie D" userId="S::stacie.kenney@usbank.com::dd214b95-e53c-46f3-9ba0-5d5c4b942d08" providerId="AD" clId="Web-{F5B0223E-52EF-41A2-92E8-603D0951AB62}" dt="2018-07-31T18:28:22.683" v="76" actId="1076"/>
          <ac:picMkLst>
            <pc:docMk/>
            <pc:sldMk cId="3609621983" sldId="818"/>
            <ac:picMk id="5" creationId="{D7966D42-A08A-4F8E-968D-DA7339089AF2}"/>
          </ac:picMkLst>
        </pc:picChg>
      </pc:sldChg>
    </pc:docChg>
  </pc:docChgLst>
  <pc:docChgLst>
    <pc:chgData name="Kenney, Stacie D" userId="S::stacie.kenney@usbank.com::dd214b95-e53c-46f3-9ba0-5d5c4b942d08" providerId="AD" clId="Web-{1B71C1AB-81D5-492B-8785-3358C1524406}"/>
    <pc:docChg chg="addSld delSld modSld modSection">
      <pc:chgData name="Kenney, Stacie D" userId="S::stacie.kenney@usbank.com::dd214b95-e53c-46f3-9ba0-5d5c4b942d08" providerId="AD" clId="Web-{1B71C1AB-81D5-492B-8785-3358C1524406}" dt="2018-07-31T17:09:19.698" v="79"/>
      <pc:docMkLst>
        <pc:docMk/>
      </pc:docMkLst>
      <pc:sldChg chg="modSp">
        <pc:chgData name="Kenney, Stacie D" userId="S::stacie.kenney@usbank.com::dd214b95-e53c-46f3-9ba0-5d5c4b942d08" providerId="AD" clId="Web-{1B71C1AB-81D5-492B-8785-3358C1524406}" dt="2018-07-31T16:32:34.782" v="13" actId="1076"/>
        <pc:sldMkLst>
          <pc:docMk/>
          <pc:sldMk cId="378162162" sldId="792"/>
        </pc:sldMkLst>
        <pc:spChg chg="mod">
          <ac:chgData name="Kenney, Stacie D" userId="S::stacie.kenney@usbank.com::dd214b95-e53c-46f3-9ba0-5d5c4b942d08" providerId="AD" clId="Web-{1B71C1AB-81D5-492B-8785-3358C1524406}" dt="2018-07-31T16:32:34.782" v="13" actId="1076"/>
          <ac:spMkLst>
            <pc:docMk/>
            <pc:sldMk cId="378162162" sldId="792"/>
            <ac:spMk id="2" creationId="{00000000-0000-0000-0000-000000000000}"/>
          </ac:spMkLst>
        </pc:spChg>
        <pc:spChg chg="mod">
          <ac:chgData name="Kenney, Stacie D" userId="S::stacie.kenney@usbank.com::dd214b95-e53c-46f3-9ba0-5d5c4b942d08" providerId="AD" clId="Web-{1B71C1AB-81D5-492B-8785-3358C1524406}" dt="2018-07-31T16:31:34.966" v="4" actId="20577"/>
          <ac:spMkLst>
            <pc:docMk/>
            <pc:sldMk cId="378162162" sldId="792"/>
            <ac:spMk id="3" creationId="{00000000-0000-0000-0000-000000000000}"/>
          </ac:spMkLst>
        </pc:spChg>
      </pc:sldChg>
      <pc:sldChg chg="modSp">
        <pc:chgData name="Kenney, Stacie D" userId="S::stacie.kenney@usbank.com::dd214b95-e53c-46f3-9ba0-5d5c4b942d08" providerId="AD" clId="Web-{1B71C1AB-81D5-492B-8785-3358C1524406}" dt="2018-07-31T16:45:58.701" v="40" actId="20577"/>
        <pc:sldMkLst>
          <pc:docMk/>
          <pc:sldMk cId="189368249" sldId="794"/>
        </pc:sldMkLst>
        <pc:spChg chg="mod">
          <ac:chgData name="Kenney, Stacie D" userId="S::stacie.kenney@usbank.com::dd214b95-e53c-46f3-9ba0-5d5c4b942d08" providerId="AD" clId="Web-{1B71C1AB-81D5-492B-8785-3358C1524406}" dt="2018-07-31T16:45:58.701" v="40" actId="20577"/>
          <ac:spMkLst>
            <pc:docMk/>
            <pc:sldMk cId="189368249" sldId="794"/>
            <ac:spMk id="3" creationId="{00000000-0000-0000-0000-000000000000}"/>
          </ac:spMkLst>
        </pc:spChg>
        <pc:spChg chg="mod">
          <ac:chgData name="Kenney, Stacie D" userId="S::stacie.kenney@usbank.com::dd214b95-e53c-46f3-9ba0-5d5c4b942d08" providerId="AD" clId="Web-{1B71C1AB-81D5-492B-8785-3358C1524406}" dt="2018-07-31T16:33:26.753" v="14" actId="20577"/>
          <ac:spMkLst>
            <pc:docMk/>
            <pc:sldMk cId="189368249" sldId="794"/>
            <ac:spMk id="4" creationId="{00000000-0000-0000-0000-000000000000}"/>
          </ac:spMkLst>
        </pc:spChg>
      </pc:sldChg>
      <pc:sldChg chg="addSp delSp modSp">
        <pc:chgData name="Kenney, Stacie D" userId="S::stacie.kenney@usbank.com::dd214b95-e53c-46f3-9ba0-5d5c4b942d08" providerId="AD" clId="Web-{1B71C1AB-81D5-492B-8785-3358C1524406}" dt="2018-07-31T17:09:19.698" v="79"/>
        <pc:sldMkLst>
          <pc:docMk/>
          <pc:sldMk cId="1325237778" sldId="799"/>
        </pc:sldMkLst>
        <pc:picChg chg="add del mod">
          <ac:chgData name="Kenney, Stacie D" userId="S::stacie.kenney@usbank.com::dd214b95-e53c-46f3-9ba0-5d5c4b942d08" providerId="AD" clId="Web-{1B71C1AB-81D5-492B-8785-3358C1524406}" dt="2018-07-31T17:09:19.698" v="79"/>
          <ac:picMkLst>
            <pc:docMk/>
            <pc:sldMk cId="1325237778" sldId="799"/>
            <ac:picMk id="5" creationId="{83833D22-18CF-42B2-819B-4B3DF1AD5D42}"/>
          </ac:picMkLst>
        </pc:picChg>
      </pc:sldChg>
      <pc:sldChg chg="addAnim modAnim">
        <pc:chgData name="Kenney, Stacie D" userId="S::stacie.kenney@usbank.com::dd214b95-e53c-46f3-9ba0-5d5c4b942d08" providerId="AD" clId="Web-{1B71C1AB-81D5-492B-8785-3358C1524406}" dt="2018-07-31T16:49:35.556" v="58"/>
        <pc:sldMkLst>
          <pc:docMk/>
          <pc:sldMk cId="1787184667" sldId="803"/>
        </pc:sldMkLst>
      </pc:sldChg>
      <pc:sldChg chg="addSp delSp modSp del">
        <pc:chgData name="Kenney, Stacie D" userId="S::stacie.kenney@usbank.com::dd214b95-e53c-46f3-9ba0-5d5c4b942d08" providerId="AD" clId="Web-{1B71C1AB-81D5-492B-8785-3358C1524406}" dt="2018-07-31T17:03:31.274" v="64"/>
        <pc:sldMkLst>
          <pc:docMk/>
          <pc:sldMk cId="3079697680" sldId="804"/>
        </pc:sldMkLst>
        <pc:picChg chg="add del mod">
          <ac:chgData name="Kenney, Stacie D" userId="S::stacie.kenney@usbank.com::dd214b95-e53c-46f3-9ba0-5d5c4b942d08" providerId="AD" clId="Web-{1B71C1AB-81D5-492B-8785-3358C1524406}" dt="2018-07-31T17:02:40.303" v="61"/>
          <ac:picMkLst>
            <pc:docMk/>
            <pc:sldMk cId="3079697680" sldId="804"/>
            <ac:picMk id="8" creationId="{65353C9C-3C32-47BF-9C8E-C10C74393289}"/>
          </ac:picMkLst>
        </pc:picChg>
      </pc:sldChg>
      <pc:sldChg chg="del">
        <pc:chgData name="Kenney, Stacie D" userId="S::stacie.kenney@usbank.com::dd214b95-e53c-46f3-9ba0-5d5c4b942d08" providerId="AD" clId="Web-{1B71C1AB-81D5-492B-8785-3358C1524406}" dt="2018-07-31T17:02:07.207" v="59"/>
        <pc:sldMkLst>
          <pc:docMk/>
          <pc:sldMk cId="1628898131" sldId="805"/>
        </pc:sldMkLst>
      </pc:sldChg>
      <pc:sldChg chg="addSp delSp modSp new add del">
        <pc:chgData name="Kenney, Stacie D" userId="S::stacie.kenney@usbank.com::dd214b95-e53c-46f3-9ba0-5d5c4b942d08" providerId="AD" clId="Web-{1B71C1AB-81D5-492B-8785-3358C1524406}" dt="2018-07-31T17:08:51.369" v="77"/>
        <pc:sldMkLst>
          <pc:docMk/>
          <pc:sldMk cId="4019614498" sldId="816"/>
        </pc:sldMkLst>
        <pc:spChg chg="del">
          <ac:chgData name="Kenney, Stacie D" userId="S::stacie.kenney@usbank.com::dd214b95-e53c-46f3-9ba0-5d5c4b942d08" providerId="AD" clId="Web-{1B71C1AB-81D5-492B-8785-3358C1524406}" dt="2018-07-31T17:06:17.017" v="69"/>
          <ac:spMkLst>
            <pc:docMk/>
            <pc:sldMk cId="4019614498" sldId="816"/>
            <ac:spMk id="3" creationId="{B1A48C62-CE6A-4EE0-BB70-E91E90F90935}"/>
          </ac:spMkLst>
        </pc:spChg>
        <pc:spChg chg="add del mod">
          <ac:chgData name="Kenney, Stacie D" userId="S::stacie.kenney@usbank.com::dd214b95-e53c-46f3-9ba0-5d5c4b942d08" providerId="AD" clId="Web-{1B71C1AB-81D5-492B-8785-3358C1524406}" dt="2018-07-31T17:08:19.211" v="74"/>
          <ac:spMkLst>
            <pc:docMk/>
            <pc:sldMk cId="4019614498" sldId="816"/>
            <ac:spMk id="8" creationId="{9E5B5701-A100-4338-8DF1-39C81B98660A}"/>
          </ac:spMkLst>
        </pc:spChg>
        <pc:spChg chg="add mod">
          <ac:chgData name="Kenney, Stacie D" userId="S::stacie.kenney@usbank.com::dd214b95-e53c-46f3-9ba0-5d5c4b942d08" providerId="AD" clId="Web-{1B71C1AB-81D5-492B-8785-3358C1524406}" dt="2018-07-31T17:08:34.619" v="76"/>
          <ac:spMkLst>
            <pc:docMk/>
            <pc:sldMk cId="4019614498" sldId="816"/>
            <ac:spMk id="12" creationId="{7D9F9352-1730-40C9-9E8E-F12DC0721EF4}"/>
          </ac:spMkLst>
        </pc:spChg>
        <pc:picChg chg="add del mod ord">
          <ac:chgData name="Kenney, Stacie D" userId="S::stacie.kenney@usbank.com::dd214b95-e53c-46f3-9ba0-5d5c4b942d08" providerId="AD" clId="Web-{1B71C1AB-81D5-492B-8785-3358C1524406}" dt="2018-07-31T17:08:12.898" v="73"/>
          <ac:picMkLst>
            <pc:docMk/>
            <pc:sldMk cId="4019614498" sldId="816"/>
            <ac:picMk id="5" creationId="{A95D9AC9-8FAA-4AFC-B742-2F66380187F3}"/>
          </ac:picMkLst>
        </pc:picChg>
        <pc:picChg chg="add del mod ord">
          <ac:chgData name="Kenney, Stacie D" userId="S::stacie.kenney@usbank.com::dd214b95-e53c-46f3-9ba0-5d5c4b942d08" providerId="AD" clId="Web-{1B71C1AB-81D5-492B-8785-3358C1524406}" dt="2018-07-31T17:08:34.619" v="76"/>
          <ac:picMkLst>
            <pc:docMk/>
            <pc:sldMk cId="4019614498" sldId="816"/>
            <ac:picMk id="9" creationId="{A7D11BD5-3238-499C-81AF-A6C18AED4D44}"/>
          </ac:picMkLst>
        </pc:picChg>
      </pc:sldChg>
      <pc:sldChg chg="addSp delSp modSp new del">
        <pc:chgData name="Kenney, Stacie D" userId="S::stacie.kenney@usbank.com::dd214b95-e53c-46f3-9ba0-5d5c4b942d08" providerId="AD" clId="Web-{1B71C1AB-81D5-492B-8785-3358C1524406}" dt="2018-07-31T17:05:45.360" v="68"/>
        <pc:sldMkLst>
          <pc:docMk/>
          <pc:sldMk cId="1169827573" sldId="817"/>
        </pc:sldMkLst>
        <pc:spChg chg="del">
          <ac:chgData name="Kenney, Stacie D" userId="S::stacie.kenney@usbank.com::dd214b95-e53c-46f3-9ba0-5d5c4b942d08" providerId="AD" clId="Web-{1B71C1AB-81D5-492B-8785-3358C1524406}" dt="2018-07-31T17:04:24.199" v="65"/>
          <ac:spMkLst>
            <pc:docMk/>
            <pc:sldMk cId="1169827573" sldId="817"/>
            <ac:spMk id="3" creationId="{B90ECC0C-8DD4-449B-AF1B-ACC3F4CE2E9F}"/>
          </ac:spMkLst>
        </pc:spChg>
        <pc:spChg chg="add del mod">
          <ac:chgData name="Kenney, Stacie D" userId="S::stacie.kenney@usbank.com::dd214b95-e53c-46f3-9ba0-5d5c4b942d08" providerId="AD" clId="Web-{1B71C1AB-81D5-492B-8785-3358C1524406}" dt="2018-07-31T17:05:09.561" v="67"/>
          <ac:spMkLst>
            <pc:docMk/>
            <pc:sldMk cId="1169827573" sldId="817"/>
            <ac:spMk id="8" creationId="{7288570B-B93F-4C4E-A6A5-40C4E034285F}"/>
          </ac:spMkLst>
        </pc:spChg>
        <pc:picChg chg="add del mod ord">
          <ac:chgData name="Kenney, Stacie D" userId="S::stacie.kenney@usbank.com::dd214b95-e53c-46f3-9ba0-5d5c4b942d08" providerId="AD" clId="Web-{1B71C1AB-81D5-492B-8785-3358C1524406}" dt="2018-07-31T17:04:24.465" v="66"/>
          <ac:picMkLst>
            <pc:docMk/>
            <pc:sldMk cId="1169827573" sldId="817"/>
            <ac:picMk id="5" creationId="{CCA01903-B294-4DF1-B6A4-FFE9BD7C074E}"/>
          </ac:picMkLst>
        </pc:picChg>
        <pc:picChg chg="add mod ord">
          <ac:chgData name="Kenney, Stacie D" userId="S::stacie.kenney@usbank.com::dd214b95-e53c-46f3-9ba0-5d5c4b942d08" providerId="AD" clId="Web-{1B71C1AB-81D5-492B-8785-3358C1524406}" dt="2018-07-31T17:05:09.561" v="67"/>
          <ac:picMkLst>
            <pc:docMk/>
            <pc:sldMk cId="1169827573" sldId="817"/>
            <ac:picMk id="9" creationId="{990E129D-4D7F-4A32-806E-FA7A67A84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9/25/2019</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9/25/2019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13" name="Group 12"/>
          <p:cNvGrpSpPr/>
          <p:nvPr userDrawn="1"/>
        </p:nvGrpSpPr>
        <p:grpSpPr>
          <a:xfrm>
            <a:off x="0" y="-22043"/>
            <a:ext cx="9144000" cy="6194243"/>
            <a:chOff x="0" y="-22043"/>
            <a:chExt cx="9144000" cy="6194243"/>
          </a:xfrm>
        </p:grpSpPr>
        <p:sp>
          <p:nvSpPr>
            <p:cNvPr id="14" name="Rectangle 13"/>
            <p:cNvSpPr/>
            <p:nvPr userDrawn="1"/>
          </p:nvSpPr>
          <p:spPr>
            <a:xfrm>
              <a:off x="0" y="0"/>
              <a:ext cx="9144000" cy="6172200"/>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 name="Group 14"/>
            <p:cNvGrpSpPr/>
            <p:nvPr userDrawn="1"/>
          </p:nvGrpSpPr>
          <p:grpSpPr>
            <a:xfrm>
              <a:off x="0" y="-22043"/>
              <a:ext cx="3116640" cy="5974110"/>
              <a:chOff x="0" y="-22043"/>
              <a:chExt cx="3116640" cy="5974110"/>
            </a:xfrm>
          </p:grpSpPr>
          <p:cxnSp>
            <p:nvCxnSpPr>
              <p:cNvPr id="16" name="Straight Connector 15"/>
              <p:cNvCxnSpPr/>
              <p:nvPr userDrawn="1"/>
            </p:nvCxnSpPr>
            <p:spPr>
              <a:xfrm>
                <a:off x="787401" y="1718735"/>
                <a:ext cx="0" cy="4233332"/>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770467" y="5920923"/>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flipH="1">
                <a:off x="907816" y="5782691"/>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0" y="5651923"/>
                <a:ext cx="1090507"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n w="38100">
                    <a:solidFill>
                      <a:schemeClr val="tx1"/>
                    </a:solidFill>
                  </a:ln>
                </a:endParaRPr>
              </a:p>
            </p:txBody>
          </p:sp>
        </p:grpSp>
      </p:grpSp>
      <p:sp>
        <p:nvSpPr>
          <p:cNvPr id="8" name="Text Placeholder 2"/>
          <p:cNvSpPr>
            <a:spLocks noGrp="1"/>
          </p:cNvSpPr>
          <p:nvPr userDrawn="1">
            <p:ph type="body" idx="10"/>
          </p:nvPr>
        </p:nvSpPr>
        <p:spPr>
          <a:xfrm>
            <a:off x="3352800" y="2906714"/>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itle 1"/>
          <p:cNvSpPr>
            <a:spLocks noGrp="1"/>
          </p:cNvSpPr>
          <p:nvPr userDrawn="1">
            <p:ph type="title" hasCustomPrompt="1"/>
          </p:nvPr>
        </p:nvSpPr>
        <p:spPr>
          <a:xfrm>
            <a:off x="3352800" y="1777790"/>
            <a:ext cx="5334000" cy="982662"/>
          </a:xfrm>
        </p:spPr>
        <p:txBody>
          <a:bodyPr anchor="b" anchorCtr="0">
            <a:normAutofit/>
          </a:bodyPr>
          <a:lstStyle>
            <a:lvl1pPr algn="l">
              <a:defRPr sz="3200" b="1" cap="none">
                <a:solidFill>
                  <a:schemeClr val="bg1"/>
                </a:solidFill>
              </a:defRPr>
            </a:lvl1pPr>
          </a:lstStyle>
          <a:p>
            <a:r>
              <a:rPr lang="en-US" dirty="0"/>
              <a:t>Click to edit master title style</a:t>
            </a:r>
          </a:p>
        </p:txBody>
      </p:sp>
      <p:sp>
        <p:nvSpPr>
          <p:cNvPr id="11" name="Text Placeholder 2"/>
          <p:cNvSpPr>
            <a:spLocks noGrp="1"/>
          </p:cNvSpPr>
          <p:nvPr userDrawn="1">
            <p:ph type="body" idx="12"/>
          </p:nvPr>
        </p:nvSpPr>
        <p:spPr>
          <a:xfrm>
            <a:off x="3333750" y="5021264"/>
            <a:ext cx="5334000" cy="341656"/>
          </a:xfrm>
        </p:spPr>
        <p:txBody>
          <a:bodyPr anchor="t" anchorCtr="0"/>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ext Placeholder 2"/>
          <p:cNvSpPr>
            <a:spLocks noGrp="1"/>
          </p:cNvSpPr>
          <p:nvPr userDrawn="1">
            <p:ph type="body" idx="13"/>
          </p:nvPr>
        </p:nvSpPr>
        <p:spPr>
          <a:xfrm>
            <a:off x="3333750" y="5363819"/>
            <a:ext cx="5334000" cy="341656"/>
          </a:xfrm>
        </p:spPr>
        <p:txBody>
          <a:bodyPr anchor="t" anchorCtr="0"/>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257885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14" name="Right Arrow Callout 12"/>
          <p:cNvSpPr/>
          <p:nvPr userDrawn="1"/>
        </p:nvSpPr>
        <p:spPr>
          <a:xfrm rot="16200000" flipH="1">
            <a:off x="1726578" y="-1770188"/>
            <a:ext cx="5178399" cy="870394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
        <p:nvSpPr>
          <p:cNvPr id="9" name="Title 1"/>
          <p:cNvSpPr>
            <a:spLocks noGrp="1"/>
          </p:cNvSpPr>
          <p:nvPr userDrawn="1">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userDrawn="1">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Picture Placeholder 4"/>
          <p:cNvSpPr>
            <a:spLocks noGrp="1"/>
          </p:cNvSpPr>
          <p:nvPr userDrawn="1">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2127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428309" y="6172201"/>
            <a:ext cx="1200150" cy="365125"/>
          </a:xfrm>
          <a:prstGeom prst="rect">
            <a:avLst/>
          </a:prstGeom>
        </p:spPr>
        <p:txBody>
          <a:bodyPr/>
          <a:lstStyle/>
          <a:p>
            <a:fld id="{B61BEF0D-F0BB-DE4B-95CE-6DB70DBA9567}" type="datetimeFigureOut">
              <a:rPr lang="en-US" dirty="0"/>
              <a:pPr/>
              <a:t>9/25/2019</a:t>
            </a:fld>
            <a:endParaRPr lang="en-US" dirty="0"/>
          </a:p>
        </p:txBody>
      </p:sp>
      <p:sp>
        <p:nvSpPr>
          <p:cNvPr id="5" name="Footer Placeholder 4"/>
          <p:cNvSpPr>
            <a:spLocks noGrp="1"/>
          </p:cNvSpPr>
          <p:nvPr>
            <p:ph type="ftr" sz="quarter" idx="11"/>
          </p:nvPr>
        </p:nvSpPr>
        <p:spPr>
          <a:xfrm>
            <a:off x="513159" y="6172201"/>
            <a:ext cx="565785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7772400" y="5578476"/>
            <a:ext cx="856684" cy="6699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757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210736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30757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19099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17649" y="1382750"/>
            <a:ext cx="5508702"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2743200" y="618172"/>
            <a:ext cx="5943600" cy="801688"/>
          </a:xfrm>
        </p:spPr>
        <p:txBody>
          <a:bodyPr>
            <a:normAutofit/>
          </a:bodyPr>
          <a:lstStyle>
            <a:lvl1pPr>
              <a:defRPr sz="2200"/>
            </a:lvl1pPr>
          </a:lstStyle>
          <a:p>
            <a:r>
              <a:rPr lang="en-US" dirty="0"/>
              <a:t>Click to edit Master title style</a:t>
            </a:r>
          </a:p>
        </p:txBody>
      </p:sp>
      <p:sp>
        <p:nvSpPr>
          <p:cNvPr id="3" name="Content Placeholder 2"/>
          <p:cNvSpPr>
            <a:spLocks noGrp="1"/>
          </p:cNvSpPr>
          <p:nvPr>
            <p:ph sz="half" idx="1"/>
          </p:nvPr>
        </p:nvSpPr>
        <p:spPr>
          <a:xfrm>
            <a:off x="2743200" y="1417852"/>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57200" y="1022793"/>
            <a:ext cx="2209800" cy="2170112"/>
          </a:xfrm>
        </p:spPr>
        <p:txBody>
          <a:bodyPr/>
          <a:lstStyle>
            <a:lvl1pPr marL="9144" indent="0">
              <a:buFontTx/>
              <a:buNone/>
              <a:defRPr/>
            </a:lvl1pPr>
          </a:lstStyle>
          <a:p>
            <a:endParaRPr lang="en-US" dirty="0"/>
          </a:p>
        </p:txBody>
      </p:sp>
      <p:sp>
        <p:nvSpPr>
          <p:cNvPr id="10" name="Content Placeholder 2"/>
          <p:cNvSpPr>
            <a:spLocks noGrp="1"/>
          </p:cNvSpPr>
          <p:nvPr>
            <p:ph sz="half" idx="11"/>
          </p:nvPr>
        </p:nvSpPr>
        <p:spPr>
          <a:xfrm>
            <a:off x="2743200" y="4106260"/>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5"/>
          <p:cNvSpPr>
            <a:spLocks noGrp="1"/>
          </p:cNvSpPr>
          <p:nvPr>
            <p:ph type="pic" sz="quarter" idx="12"/>
          </p:nvPr>
        </p:nvSpPr>
        <p:spPr>
          <a:xfrm>
            <a:off x="457200" y="3711201"/>
            <a:ext cx="2209800" cy="2170112"/>
          </a:xfrm>
        </p:spPr>
        <p:txBody>
          <a:bodyPr/>
          <a:lstStyle>
            <a:lvl1pPr marL="9144" indent="0">
              <a:buFontTx/>
              <a:buNone/>
              <a:defRPr/>
            </a:lvl1pPr>
          </a:lstStyle>
          <a:p>
            <a:endParaRPr lang="en-US" dirty="0"/>
          </a:p>
        </p:txBody>
      </p:sp>
      <p:sp>
        <p:nvSpPr>
          <p:cNvPr id="5" name="Content Placeholder 4"/>
          <p:cNvSpPr>
            <a:spLocks noGrp="1"/>
          </p:cNvSpPr>
          <p:nvPr>
            <p:ph sz="quarter" idx="13"/>
          </p:nvPr>
        </p:nvSpPr>
        <p:spPr>
          <a:xfrm>
            <a:off x="2743200" y="3332458"/>
            <a:ext cx="59436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dirty="0"/>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Picture Placeholder 4"/>
          <p:cNvSpPr>
            <a:spLocks noGrp="1"/>
          </p:cNvSpPr>
          <p:nvPr>
            <p:ph type="pic" sz="quarter" idx="18"/>
          </p:nvPr>
        </p:nvSpPr>
        <p:spPr>
          <a:xfrm>
            <a:off x="457199" y="1371600"/>
            <a:ext cx="1106424" cy="1088136"/>
          </a:xfrm>
        </p:spPr>
        <p:txBody>
          <a:bodyPr/>
          <a:lstStyle>
            <a:lvl1pPr marL="9144" indent="0">
              <a:buFontTx/>
              <a:buNone/>
              <a:defRPr sz="1400"/>
            </a:lvl1pPr>
          </a:lstStyle>
          <a:p>
            <a:endParaRPr lang="en-US" dirty="0"/>
          </a:p>
        </p:txBody>
      </p:sp>
      <p:sp>
        <p:nvSpPr>
          <p:cNvPr id="14" name="Picture Placeholder 13"/>
          <p:cNvSpPr>
            <a:spLocks noGrp="1"/>
          </p:cNvSpPr>
          <p:nvPr>
            <p:ph type="pic" sz="quarter" idx="19"/>
          </p:nvPr>
        </p:nvSpPr>
        <p:spPr>
          <a:xfrm>
            <a:off x="457199" y="2565400"/>
            <a:ext cx="1106424" cy="1088136"/>
          </a:xfrm>
        </p:spPr>
        <p:txBody>
          <a:bodyPr/>
          <a:lstStyle>
            <a:lvl1pPr marL="9144" indent="0">
              <a:buFontTx/>
              <a:buNone/>
              <a:defRPr sz="1400"/>
            </a:lvl1pPr>
          </a:lstStyle>
          <a:p>
            <a:endParaRPr lang="en-US" dirty="0"/>
          </a:p>
        </p:txBody>
      </p:sp>
      <p:sp>
        <p:nvSpPr>
          <p:cNvPr id="16" name="Picture Placeholder 15"/>
          <p:cNvSpPr>
            <a:spLocks noGrp="1"/>
          </p:cNvSpPr>
          <p:nvPr>
            <p:ph type="pic" sz="quarter" idx="20"/>
          </p:nvPr>
        </p:nvSpPr>
        <p:spPr>
          <a:xfrm>
            <a:off x="457199" y="3759200"/>
            <a:ext cx="1106424" cy="1088136"/>
          </a:xfrm>
        </p:spPr>
        <p:txBody>
          <a:bodyPr/>
          <a:lstStyle>
            <a:lvl1pPr marL="9144" indent="0">
              <a:buFontTx/>
              <a:buNone/>
              <a:defRPr sz="1400"/>
            </a:lvl1pPr>
          </a:lstStyle>
          <a:p>
            <a:endParaRPr lang="en-US" dirty="0"/>
          </a:p>
        </p:txBody>
      </p:sp>
      <p:sp>
        <p:nvSpPr>
          <p:cNvPr id="18" name="Picture Placeholder 17"/>
          <p:cNvSpPr>
            <a:spLocks noGrp="1"/>
          </p:cNvSpPr>
          <p:nvPr>
            <p:ph type="pic" sz="quarter" idx="21"/>
          </p:nvPr>
        </p:nvSpPr>
        <p:spPr>
          <a:xfrm>
            <a:off x="457199" y="4953000"/>
            <a:ext cx="1106424" cy="1088136"/>
          </a:xfrm>
        </p:spPr>
        <p:txBody>
          <a:bodyPr/>
          <a:lstStyle>
            <a:lvl1pPr marL="9144" indent="0">
              <a:buFontTx/>
              <a:buNone/>
              <a:defRPr sz="1400"/>
            </a:lvl1pPr>
          </a:lstStyle>
          <a:p>
            <a:endParaRPr lang="en-US" dirty="0"/>
          </a:p>
        </p:txBody>
      </p:sp>
      <p:sp>
        <p:nvSpPr>
          <p:cNvPr id="20" name="Content Placeholder 19"/>
          <p:cNvSpPr>
            <a:spLocks noGrp="1"/>
          </p:cNvSpPr>
          <p:nvPr>
            <p:ph sz="quarter" idx="22"/>
          </p:nvPr>
        </p:nvSpPr>
        <p:spPr>
          <a:xfrm>
            <a:off x="1905000" y="2624328"/>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2" name="Text Placeholder 21"/>
          <p:cNvSpPr>
            <a:spLocks noGrp="1"/>
          </p:cNvSpPr>
          <p:nvPr>
            <p:ph type="body" sz="quarter" idx="23"/>
          </p:nvPr>
        </p:nvSpPr>
        <p:spPr>
          <a:xfrm>
            <a:off x="1905000" y="2825496"/>
            <a:ext cx="6510528" cy="832104"/>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24" name="Text Placeholder 23"/>
          <p:cNvSpPr>
            <a:spLocks noGrp="1"/>
          </p:cNvSpPr>
          <p:nvPr>
            <p:ph type="body" sz="quarter" idx="24"/>
          </p:nvPr>
        </p:nvSpPr>
        <p:spPr>
          <a:xfrm>
            <a:off x="1905000" y="3813048"/>
            <a:ext cx="6510528"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6" name="Text Placeholder 25"/>
          <p:cNvSpPr>
            <a:spLocks noGrp="1"/>
          </p:cNvSpPr>
          <p:nvPr>
            <p:ph type="body" sz="quarter" idx="25"/>
          </p:nvPr>
        </p:nvSpPr>
        <p:spPr>
          <a:xfrm>
            <a:off x="1905000" y="4014216"/>
            <a:ext cx="6510528" cy="786384"/>
          </a:xfrm>
        </p:spPr>
        <p:txBody>
          <a:bodyPr lIns="18288" tIns="0" rIns="0" bIns="0"/>
          <a:lstStyle>
            <a:lvl1pPr marL="9144" indent="0">
              <a:spcAft>
                <a:spcPts val="0"/>
              </a:spcAft>
              <a:buFontTx/>
              <a:buNone/>
              <a:defRPr sz="1400"/>
            </a:lvl1pPr>
          </a:lstStyle>
          <a:p>
            <a:pPr lvl="0"/>
            <a:r>
              <a:rPr lang="en-US" dirty="0"/>
              <a:t>Click to edit Master text styles</a:t>
            </a:r>
          </a:p>
          <a:p>
            <a:pPr lvl="0"/>
            <a:endParaRPr lang="en-US" dirty="0"/>
          </a:p>
        </p:txBody>
      </p:sp>
      <p:sp>
        <p:nvSpPr>
          <p:cNvPr id="28" name="Text Placeholder 27"/>
          <p:cNvSpPr>
            <a:spLocks noGrp="1"/>
          </p:cNvSpPr>
          <p:nvPr>
            <p:ph type="body" sz="quarter" idx="26"/>
          </p:nvPr>
        </p:nvSpPr>
        <p:spPr>
          <a:xfrm>
            <a:off x="1905000" y="5010912"/>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30" name="Text Placeholder 29"/>
          <p:cNvSpPr>
            <a:spLocks noGrp="1"/>
          </p:cNvSpPr>
          <p:nvPr>
            <p:ph type="body" sz="quarter" idx="27"/>
          </p:nvPr>
        </p:nvSpPr>
        <p:spPr>
          <a:xfrm>
            <a:off x="1905000" y="5221224"/>
            <a:ext cx="6510528" cy="798576"/>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32" name="Text Placeholder 31"/>
          <p:cNvSpPr>
            <a:spLocks noGrp="1"/>
          </p:cNvSpPr>
          <p:nvPr>
            <p:ph type="body" sz="quarter" idx="28"/>
          </p:nvPr>
        </p:nvSpPr>
        <p:spPr>
          <a:xfrm>
            <a:off x="1901952" y="1426464"/>
            <a:ext cx="6510528"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dirty="0"/>
              <a:t>Click to edit Master text styles</a:t>
            </a:r>
          </a:p>
        </p:txBody>
      </p:sp>
      <p:sp>
        <p:nvSpPr>
          <p:cNvPr id="34" name="Text Placeholder 33"/>
          <p:cNvSpPr>
            <a:spLocks noGrp="1"/>
          </p:cNvSpPr>
          <p:nvPr>
            <p:ph type="body" sz="quarter" idx="29"/>
          </p:nvPr>
        </p:nvSpPr>
        <p:spPr>
          <a:xfrm>
            <a:off x="1901952" y="1627632"/>
            <a:ext cx="6510528" cy="810768"/>
          </a:xfrm>
        </p:spPr>
        <p:txBody>
          <a:bodyPr lIns="18288" tIns="0" rIns="0" bIns="0"/>
          <a:lstStyle>
            <a:lvl1pPr marL="9144" indent="0">
              <a:spcAft>
                <a:spcPts val="100"/>
              </a:spcAft>
              <a:buFontTx/>
              <a:buNone/>
              <a:defRPr sz="1400"/>
            </a:lvl1pPr>
          </a:lstStyle>
          <a:p>
            <a:pPr lvl="0"/>
            <a:r>
              <a:rPr lang="en-US" dirty="0"/>
              <a:t>Click to edit Master text styles</a:t>
            </a:r>
          </a:p>
        </p:txBody>
      </p:sp>
    </p:spTree>
    <p:extLst>
      <p:ext uri="{BB962C8B-B14F-4D97-AF65-F5344CB8AC3E}">
        <p14:creationId xmlns:p14="http://schemas.microsoft.com/office/powerpoint/2010/main" val="1977402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385887"/>
            <a:ext cx="8229600" cy="4557713"/>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371600"/>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917699"/>
            <a:ext cx="8229600" cy="4025901"/>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919469"/>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
        <p:nvSpPr>
          <p:cNvPr id="6"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cialty Title/L content, R/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
        <p:nvSpPr>
          <p:cNvPr id="4" name="Content Placeholder 3"/>
          <p:cNvSpPr>
            <a:spLocks noGrp="1"/>
          </p:cNvSpPr>
          <p:nvPr>
            <p:ph sz="quarter" idx="11"/>
          </p:nvPr>
        </p:nvSpPr>
        <p:spPr>
          <a:xfrm>
            <a:off x="457200" y="1380744"/>
            <a:ext cx="4041648" cy="45628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878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ecialty Title/R content, L/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50245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36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395996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2976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67857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1256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31051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2062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258335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9D0A-9511-443C-A314-18B7EECC649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2524F-EC1C-45FD-A328-5103A6755EA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1997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3BFF-C6AE-4319-99DF-13F73EBE7F8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76D5E7-A64C-4053-B7A1-CA3C28B5A22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9484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13AA-E942-4BEB-9C3B-2A9967C6001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DF7ACE-3614-4073-A1B2-16B317C0010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9620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034F-9686-44FD-A300-AC131CB633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559DE2-8045-4985-8C11-2F284EA62A4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62697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9741-8948-48AA-9B89-008D1A8B5E2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1680A8-DCFD-4D2A-8E3C-5B7E753AB88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4343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9879-909A-4CEC-B318-D974CEAB4F36}"/>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F03F74-6C91-470E-A9E1-72382C790B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72371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00529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014334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9131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0273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864573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853534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7948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3879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8749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1117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38251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03298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01704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3026376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2040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55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811200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41295724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99241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9484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79448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476341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5228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84456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00072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131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6768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6136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42165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348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0894735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04303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53475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88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28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09938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3.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4.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5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5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53.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2.xml"/><Relationship Id="rId1"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4.png"/><Relationship Id="rId4" Type="http://schemas.openxmlformats.org/officeDocument/2006/relationships/slideLayout" Target="../slideLayouts/slideLayout58.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3.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14.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15.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49" r:id="rId4"/>
    <p:sldLayoutId id="2147483806" r:id="rId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23" r:id="rId6"/>
    <p:sldLayoutId id="2147483696" r:id="rId7"/>
    <p:sldLayoutId id="2147483697" r:id="rId8"/>
    <p:sldLayoutId id="2147483703" r:id="rId9"/>
    <p:sldLayoutId id="2147483705" r:id="rId10"/>
    <p:sldLayoutId id="2147483707" r:id="rId11"/>
    <p:sldLayoutId id="2147483708" r:id="rId12"/>
    <p:sldLayoutId id="2147483709" r:id="rId13"/>
    <p:sldLayoutId id="2147483710"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2" r:id="rId3"/>
    <p:sldLayoutId id="2147483676" r:id="rId4"/>
    <p:sldLayoutId id="2147483714" r:id="rId5"/>
    <p:sldLayoutId id="2147483677" r:id="rId6"/>
    <p:sldLayoutId id="2147483716" r:id="rId7"/>
    <p:sldLayoutId id="2147483724" r:id="rId8"/>
    <p:sldLayoutId id="2147483725" r:id="rId9"/>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9947338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25207992"/>
      </p:ext>
    </p:extLst>
  </p:cSld>
  <p:clrMap bg1="lt1" tx1="dk1" bg2="lt2" tx2="dk2" accent1="accent1" accent2="accent2" accent3="accent3" accent4="accent4" accent5="accent5" accent6="accent6" hlink="hlink" folHlink="folHlink"/>
  <p:sldLayoutIdLst>
    <p:sldLayoutId id="2147483800"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762605448"/>
      </p:ext>
    </p:extLst>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402834639"/>
      </p:ext>
    </p:extLst>
  </p:cSld>
  <p:clrMap bg1="lt1" tx1="dk1" bg2="lt2" tx2="dk2" accent1="accent1" accent2="accent2" accent3="accent3" accent4="accent4" accent5="accent5" accent6="accent6" hlink="hlink" folHlink="folHlink"/>
  <p:sldLayoutIdLst>
    <p:sldLayoutId id="2147483802"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4086174463"/>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256254"/>
      </p:ext>
    </p:extLst>
  </p:cSld>
  <p:clrMap bg1="lt1" tx1="dk1" bg2="lt2" tx2="dk2" accent1="accent1" accent2="accent2" accent3="accent3" accent4="accent4" accent5="accent5" accent6="accent6" hlink="hlink" folHlink="folHlink"/>
  <p:sldLayoutIdLst>
    <p:sldLayoutId id="2147483804"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06832353"/>
      </p:ext>
    </p:extLst>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8" name="Picture 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26576736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0973776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0C2074"/>
                </a:solidFill>
              </a:ln>
              <a:solidFill>
                <a:prstClr val="white"/>
              </a:solidFill>
            </a:endParaRPr>
          </a:p>
        </p:txBody>
      </p:sp>
    </p:spTree>
    <p:extLst>
      <p:ext uri="{BB962C8B-B14F-4D97-AF65-F5344CB8AC3E}">
        <p14:creationId xmlns:p14="http://schemas.microsoft.com/office/powerpoint/2010/main" val="289001873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72EC272-1C8D-4514-8E69-368B02AD0EB2}"/>
              </a:ext>
            </a:extLst>
          </p:cNvPr>
          <p:cNvSpPr>
            <a:spLocks noGrp="1"/>
          </p:cNvSpPr>
          <p:nvPr>
            <p:ph idx="1"/>
          </p:nvPr>
        </p:nvSpPr>
        <p:spPr>
          <a:xfrm>
            <a:off x="5029200" y="152400"/>
            <a:ext cx="4038600" cy="6629400"/>
          </a:xfrm>
          <a:ln>
            <a:solidFill>
              <a:schemeClr val="tx2"/>
            </a:solidFill>
          </a:ln>
        </p:spPr>
        <p:txBody>
          <a:bodyPr anchor="t"/>
          <a:lstStyle/>
          <a:p>
            <a:pPr marL="0" lvl="0" indent="0">
              <a:spcAft>
                <a:spcPts val="0"/>
              </a:spcAft>
              <a:buNone/>
              <a:defRPr/>
            </a:pPr>
            <a:r>
              <a:rPr lang="en-US" sz="1200" dirty="0"/>
              <a:t>I am going to present 5 journey maps to show multiple scenarios. </a:t>
            </a:r>
          </a:p>
          <a:p>
            <a:pPr marL="9144" indent="0">
              <a:buNone/>
            </a:pPr>
            <a:r>
              <a:rPr lang="en-US" sz="1200" dirty="0">
                <a:solidFill>
                  <a:srgbClr val="FF0000"/>
                </a:solidFill>
              </a:rPr>
              <a:t>……Next Slide please</a:t>
            </a:r>
          </a:p>
          <a:p>
            <a:pPr marL="228600" indent="-228600">
              <a:buFont typeface="+mj-lt"/>
              <a:buAutoNum type="arabicPeriod"/>
            </a:pPr>
            <a:r>
              <a:rPr lang="en-US" sz="1200" dirty="0"/>
              <a:t>First  journey map is presenting a scenario where a family is trying to do their budget. After spending several hours, they decide to leave it for tomorrow. And tomorrow never comes.</a:t>
            </a:r>
          </a:p>
          <a:p>
            <a:pPr marL="9144" indent="0">
              <a:buNone/>
            </a:pPr>
            <a:r>
              <a:rPr lang="en-US" sz="1200" dirty="0">
                <a:solidFill>
                  <a:srgbClr val="FF0000"/>
                </a:solidFill>
              </a:rPr>
              <a:t>……Next Slide please</a:t>
            </a:r>
          </a:p>
          <a:p>
            <a:r>
              <a:rPr lang="en-US" sz="1200" dirty="0"/>
              <a:t>In this scenario a guy named Michael is trying to create spread sheets, which his Tax consultant wants from him, to file his tax return. After pains-takingly creating spread sheets, he share them with his tax consultant. But his tax consultant asks him to do some changes and Michael has to work again on his spread sheets.</a:t>
            </a:r>
          </a:p>
          <a:p>
            <a:pPr marL="9144" indent="0">
              <a:buNone/>
            </a:pPr>
            <a:r>
              <a:rPr lang="en-US" sz="1200" dirty="0">
                <a:solidFill>
                  <a:srgbClr val="FF0000"/>
                </a:solidFill>
              </a:rPr>
              <a:t>……Next Slide please</a:t>
            </a:r>
          </a:p>
          <a:p>
            <a:r>
              <a:rPr lang="en-US" sz="1200" dirty="0"/>
              <a:t>In this third Scenario, Michael is using an app called MINT. But he finds out that he can only do budgeting through MINT and also that to a basic level. He can't apply adjustments to any budget categories &amp; transactions’ placements, nor he can create spread sheets needed for tax return. Michael eventually finds out that he can't complete any of the accounting function through this app. After all one size does not fit all.</a:t>
            </a:r>
          </a:p>
          <a:p>
            <a:pPr marL="9144" indent="0">
              <a:buNone/>
            </a:pPr>
            <a:r>
              <a:rPr lang="en-US" sz="1200" dirty="0">
                <a:solidFill>
                  <a:srgbClr val="FF0000"/>
                </a:solidFill>
              </a:rPr>
              <a:t>……Next Slide please</a:t>
            </a:r>
          </a:p>
          <a:p>
            <a:pPr marL="228600" indent="-228600">
              <a:buFont typeface="+mj-lt"/>
              <a:buAutoNum type="arabicPeriod"/>
            </a:pPr>
            <a:r>
              <a:rPr lang="en-US" sz="1200" dirty="0"/>
              <a:t>Last two journey maps are future journey maps to show the comparison, for what is possible in future versus current.</a:t>
            </a:r>
          </a:p>
          <a:p>
            <a:pPr marL="9144" indent="0">
              <a:buNone/>
            </a:pPr>
            <a:r>
              <a:rPr lang="en-US" sz="1200" dirty="0">
                <a:solidFill>
                  <a:srgbClr val="FF0000"/>
                </a:solidFill>
              </a:rPr>
              <a:t>……Next Slide please</a:t>
            </a:r>
          </a:p>
        </p:txBody>
      </p:sp>
      <p:sp>
        <p:nvSpPr>
          <p:cNvPr id="8" name="Content Placeholder 6">
            <a:extLst>
              <a:ext uri="{FF2B5EF4-FFF2-40B4-BE49-F238E27FC236}">
                <a16:creationId xmlns:a16="http://schemas.microsoft.com/office/drawing/2014/main" id="{5E5A9993-3BCF-442D-B8D8-D56954DAE29A}"/>
              </a:ext>
            </a:extLst>
          </p:cNvPr>
          <p:cNvSpPr txBox="1">
            <a:spLocks/>
          </p:cNvSpPr>
          <p:nvPr/>
        </p:nvSpPr>
        <p:spPr>
          <a:xfrm>
            <a:off x="228600" y="152400"/>
            <a:ext cx="4800600" cy="6629400"/>
          </a:xfrm>
          <a:prstGeom prst="rect">
            <a:avLst/>
          </a:prstGeom>
          <a:ln>
            <a:solidFill>
              <a:schemeClr val="tx2"/>
            </a:solidFill>
          </a:ln>
        </p:spPr>
        <p:txBody>
          <a:bodyPr vert="horz" lIns="45720" tIns="45720" rIns="45720" bIns="45720" rtlCol="0" anchor="t">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9144" indent="0">
              <a:buFont typeface="Arial" panose="020B0604020202020204" pitchFamily="34" charset="0"/>
              <a:buNone/>
            </a:pPr>
            <a:r>
              <a:rPr lang="en-US" sz="1200" dirty="0"/>
              <a:t>Good Afternoon. My problem pitch is on Personal Accountant</a:t>
            </a:r>
          </a:p>
          <a:p>
            <a:pPr marL="9144" indent="0">
              <a:buFont typeface="Arial" panose="020B0604020202020204" pitchFamily="34" charset="0"/>
              <a:buNone/>
            </a:pPr>
            <a:r>
              <a:rPr lang="en-US" sz="1200" dirty="0">
                <a:solidFill>
                  <a:srgbClr val="FF0000"/>
                </a:solidFill>
              </a:rPr>
              <a:t>……Next Slide please</a:t>
            </a:r>
          </a:p>
          <a:p>
            <a:pPr marL="9144" indent="0">
              <a:buFont typeface="Arial" panose="020B0604020202020204" pitchFamily="34" charset="0"/>
              <a:buNone/>
            </a:pPr>
            <a:r>
              <a:rPr lang="en-US" sz="1200" dirty="0"/>
              <a:t>We call ourselves "Pinky and the Brain", but we are a group of three.</a:t>
            </a:r>
          </a:p>
          <a:p>
            <a:pPr marL="9144" indent="0">
              <a:buFont typeface="Arial" panose="020B0604020202020204" pitchFamily="34" charset="0"/>
              <a:buNone/>
            </a:pPr>
            <a:r>
              <a:rPr lang="en-US" sz="1200" dirty="0">
                <a:solidFill>
                  <a:srgbClr val="FF0000"/>
                </a:solidFill>
              </a:rPr>
              <a:t>……Next Slide please</a:t>
            </a:r>
          </a:p>
          <a:p>
            <a:pPr marL="228600" indent="-228600">
              <a:buFont typeface="+mj-lt"/>
              <a:buAutoNum type="arabicPeriod"/>
            </a:pPr>
            <a:r>
              <a:rPr lang="en-US" sz="1200" dirty="0"/>
              <a:t>Manual budgeting/accounting is haphazard, laborious and many times remain partial.</a:t>
            </a:r>
          </a:p>
          <a:p>
            <a:pPr marL="9144" indent="0">
              <a:buFont typeface="Arial" panose="020B0604020202020204" pitchFamily="34" charset="0"/>
              <a:buNone/>
            </a:pPr>
            <a:r>
              <a:rPr lang="en-US" sz="1200" dirty="0">
                <a:solidFill>
                  <a:srgbClr val="FF0000"/>
                </a:solidFill>
              </a:rPr>
              <a:t>……Next Slide please</a:t>
            </a:r>
          </a:p>
          <a:p>
            <a:pPr marL="228600" indent="-228600">
              <a:buFont typeface="+mj-lt"/>
              <a:buAutoNum type="arabicPeriod"/>
            </a:pPr>
            <a:r>
              <a:rPr lang="en-US" sz="1200" dirty="0"/>
              <a:t>There is a need of more intuitive and automated way for personal budgeting and accounting. A customer empathy space that USBank can fill.</a:t>
            </a:r>
          </a:p>
          <a:p>
            <a:pPr marL="228600" indent="-228600">
              <a:buFont typeface="+mj-lt"/>
              <a:buAutoNum type="arabicPeriod"/>
            </a:pPr>
            <a:r>
              <a:rPr lang="en-US" sz="1200" dirty="0"/>
              <a:t>A very important point to highlight here is that though there are other apps available in this domain, but they are rigid and cover to basic needs. Rather there is a need of an app, where users should be able to apply adjustments to fit to their need and can use it for wide range of accounting functions.</a:t>
            </a:r>
          </a:p>
          <a:p>
            <a:pPr marL="9144" indent="0">
              <a:buFont typeface="Arial" panose="020B0604020202020204" pitchFamily="34" charset="0"/>
              <a:buNone/>
            </a:pPr>
            <a:r>
              <a:rPr lang="en-US" sz="1200" dirty="0">
                <a:solidFill>
                  <a:srgbClr val="FF0000"/>
                </a:solidFill>
              </a:rPr>
              <a:t>……Next Slide please</a:t>
            </a:r>
          </a:p>
          <a:p>
            <a:pPr marL="228600" indent="-228600">
              <a:buFont typeface="+mj-lt"/>
              <a:buAutoNum type="arabicPeriod"/>
            </a:pPr>
            <a:r>
              <a:rPr lang="en-US" sz="1200" dirty="0"/>
              <a:t>A good financial app can help us manage overspending and improve on personal savings/ tax savings and investments. And save on time to do better things in life.</a:t>
            </a:r>
          </a:p>
          <a:p>
            <a:pPr marL="9144" indent="0">
              <a:buFont typeface="Arial" panose="020B0604020202020204" pitchFamily="34" charset="0"/>
              <a:buNone/>
            </a:pPr>
            <a:r>
              <a:rPr lang="en-US" sz="1200" dirty="0">
                <a:solidFill>
                  <a:srgbClr val="FF0000"/>
                </a:solidFill>
              </a:rPr>
              <a:t>……Next Slide please</a:t>
            </a:r>
          </a:p>
          <a:p>
            <a:pPr marL="9144" indent="0">
              <a:buNone/>
            </a:pPr>
            <a:r>
              <a:rPr lang="en-US" sz="1200" dirty="0"/>
              <a:t>Customers of this app will be any US Bank depository customer.</a:t>
            </a:r>
          </a:p>
          <a:p>
            <a:pPr marL="9144" indent="0">
              <a:buNone/>
            </a:pPr>
            <a:r>
              <a:rPr lang="en-US" sz="1200" dirty="0">
                <a:solidFill>
                  <a:srgbClr val="FF0000"/>
                </a:solidFill>
              </a:rPr>
              <a:t>……Next Slide please</a:t>
            </a:r>
          </a:p>
          <a:p>
            <a:pPr marL="228600" indent="-228600">
              <a:buFont typeface="+mj-lt"/>
              <a:buAutoNum type="arabicPeriod"/>
            </a:pPr>
            <a:r>
              <a:rPr lang="en-US" sz="1200" dirty="0"/>
              <a:t>There are many competitors in this domain. Some are mentioned here.</a:t>
            </a:r>
          </a:p>
          <a:p>
            <a:pPr marL="9144" indent="0">
              <a:buFont typeface="Arial" panose="020B0604020202020204" pitchFamily="34" charset="0"/>
              <a:buNone/>
            </a:pPr>
            <a:r>
              <a:rPr lang="en-US" sz="1200" dirty="0">
                <a:solidFill>
                  <a:srgbClr val="FF0000"/>
                </a:solidFill>
              </a:rPr>
              <a:t>……Next Slide please</a:t>
            </a:r>
          </a:p>
          <a:p>
            <a:pPr marL="9144" indent="0">
              <a:buFont typeface="Arial" panose="020B0604020202020204" pitchFamily="34" charset="0"/>
              <a:buNone/>
            </a:pPr>
            <a:r>
              <a:rPr lang="en-US" sz="1200" dirty="0"/>
              <a:t>The table here is presenting different user segments on left and different accounting functions on top, to show who needs what the most, using colors Green, Yellow and then Grey from Most to least..</a:t>
            </a:r>
          </a:p>
          <a:p>
            <a:pPr marL="9144" indent="0">
              <a:buFont typeface="Arial" panose="020B0604020202020204" pitchFamily="34" charset="0"/>
              <a:buNone/>
            </a:pPr>
            <a:r>
              <a:rPr lang="en-US" sz="1200" dirty="0">
                <a:solidFill>
                  <a:srgbClr val="FF0000"/>
                </a:solidFill>
              </a:rPr>
              <a:t>……Next Slide please</a:t>
            </a:r>
          </a:p>
          <a:p>
            <a:pPr marL="9144" indent="0">
              <a:buFont typeface="Arial" panose="020B0604020202020204" pitchFamily="34" charset="0"/>
              <a:buNone/>
            </a:pPr>
            <a:endParaRPr lang="en-US" dirty="0"/>
          </a:p>
        </p:txBody>
      </p:sp>
    </p:spTree>
    <p:extLst>
      <p:ext uri="{BB962C8B-B14F-4D97-AF65-F5344CB8AC3E}">
        <p14:creationId xmlns:p14="http://schemas.microsoft.com/office/powerpoint/2010/main" val="3165716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5E5A9993-3BCF-442D-B8D8-D56954DAE29A}"/>
              </a:ext>
            </a:extLst>
          </p:cNvPr>
          <p:cNvSpPr txBox="1">
            <a:spLocks/>
          </p:cNvSpPr>
          <p:nvPr/>
        </p:nvSpPr>
        <p:spPr>
          <a:xfrm>
            <a:off x="228600" y="152400"/>
            <a:ext cx="8534400" cy="6629400"/>
          </a:xfrm>
          <a:prstGeom prst="rect">
            <a:avLst/>
          </a:prstGeom>
          <a:ln>
            <a:solidFill>
              <a:schemeClr val="tx2"/>
            </a:solidFill>
          </a:ln>
        </p:spPr>
        <p:txBody>
          <a:bodyPr vert="horz" lIns="45720" tIns="45720" rIns="45720" bIns="45720" rtlCol="0" anchor="t">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28600" indent="-228600">
              <a:buFont typeface="+mj-lt"/>
              <a:buAutoNum type="arabicPeriod"/>
            </a:pPr>
            <a:r>
              <a:rPr lang="en-US" sz="1200" dirty="0"/>
              <a:t>For example, here family wants to do their budget, which the app does it for them automatically. They can apply some adjustments on top of it. This enables them to do their budget on demand.</a:t>
            </a:r>
          </a:p>
          <a:p>
            <a:pPr marL="9144" indent="0">
              <a:buFont typeface="Arial" panose="020B0604020202020204" pitchFamily="34" charset="0"/>
              <a:buNone/>
            </a:pPr>
            <a:r>
              <a:rPr lang="en-US" sz="1200" dirty="0">
                <a:solidFill>
                  <a:srgbClr val="FF0000"/>
                </a:solidFill>
              </a:rPr>
              <a:t>……Next Slide please</a:t>
            </a:r>
          </a:p>
          <a:p>
            <a:pPr marL="9144" indent="0">
              <a:buNone/>
            </a:pPr>
            <a:r>
              <a:rPr lang="en-US" sz="1200" dirty="0"/>
              <a:t>In this scenario Michael is able to create spread sheets automatically that are needed for his tax return. He can also apply his tax consultant feedback and re-generate the spread sheets.</a:t>
            </a:r>
          </a:p>
          <a:p>
            <a:pPr marL="9144" indent="0">
              <a:buFont typeface="Arial" panose="020B0604020202020204" pitchFamily="34" charset="0"/>
              <a:buNone/>
            </a:pPr>
            <a:r>
              <a:rPr lang="en-US" sz="1200" dirty="0">
                <a:solidFill>
                  <a:srgbClr val="FF0000"/>
                </a:solidFill>
              </a:rPr>
              <a:t>……Next Slide please</a:t>
            </a:r>
          </a:p>
          <a:p>
            <a:r>
              <a:rPr lang="en-US" sz="1200" dirty="0"/>
              <a:t>There are still some numbers we are looking for. Our research will continue onto next phases.</a:t>
            </a:r>
          </a:p>
          <a:p>
            <a:pPr marL="9144" indent="0">
              <a:buFont typeface="Arial" panose="020B0604020202020204" pitchFamily="34" charset="0"/>
              <a:buNone/>
            </a:pPr>
            <a:r>
              <a:rPr lang="en-US" sz="1200" dirty="0">
                <a:solidFill>
                  <a:srgbClr val="FF0000"/>
                </a:solidFill>
              </a:rPr>
              <a:t>……Next Slide please</a:t>
            </a:r>
          </a:p>
          <a:p>
            <a:r>
              <a:rPr lang="en-US" sz="1200" dirty="0"/>
              <a:t>Here is the list of articles that provide good information and data points relevant to personal accounting.</a:t>
            </a:r>
          </a:p>
          <a:p>
            <a:pPr marL="9144" indent="0">
              <a:buFont typeface="Arial" panose="020B0604020202020204" pitchFamily="34" charset="0"/>
              <a:buNone/>
            </a:pPr>
            <a:r>
              <a:rPr lang="en-US" sz="1200" dirty="0">
                <a:solidFill>
                  <a:srgbClr val="FF0000"/>
                </a:solidFill>
              </a:rPr>
              <a:t>……Next Slide please</a:t>
            </a:r>
          </a:p>
          <a:p>
            <a:r>
              <a:rPr lang="en-US" sz="1200" dirty="0"/>
              <a:t>I am pretty sure many of us will agree “IF we don’t economize we will agonize”.</a:t>
            </a:r>
          </a:p>
          <a:p>
            <a:pPr marL="9144" indent="0">
              <a:buFont typeface="Arial" panose="020B0604020202020204" pitchFamily="34" charset="0"/>
              <a:buNone/>
            </a:pPr>
            <a:r>
              <a:rPr lang="en-US" sz="1200" dirty="0">
                <a:solidFill>
                  <a:srgbClr val="FF0000"/>
                </a:solidFill>
              </a:rPr>
              <a:t>……Next Slide please</a:t>
            </a:r>
          </a:p>
          <a:p>
            <a:r>
              <a:rPr lang="en-US" sz="1200" dirty="0"/>
              <a:t>This brings me to end of my presentation.</a:t>
            </a:r>
          </a:p>
          <a:p>
            <a:pPr marL="9144" indent="0">
              <a:buFont typeface="Arial" panose="020B0604020202020204" pitchFamily="34" charset="0"/>
              <a:buNone/>
            </a:pPr>
            <a:endParaRPr lang="en-US" dirty="0"/>
          </a:p>
        </p:txBody>
      </p:sp>
    </p:spTree>
    <p:extLst>
      <p:ext uri="{BB962C8B-B14F-4D97-AF65-F5344CB8AC3E}">
        <p14:creationId xmlns:p14="http://schemas.microsoft.com/office/powerpoint/2010/main" val="2292728130"/>
      </p:ext>
    </p:extLst>
  </p:cSld>
  <p:clrMapOvr>
    <a:masterClrMapping/>
  </p:clrMapOvr>
</p:sld>
</file>

<file path=ppt/theme/theme1.xml><?xml version="1.0" encoding="utf-8"?>
<a:theme xmlns:a="http://schemas.openxmlformats.org/drawingml/2006/main" name="2017 Plan - Innovation (Round 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6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2C6418767E28429FEF04BA42B7F1F9" ma:contentTypeVersion="8" ma:contentTypeDescription="Create a new document." ma:contentTypeScope="" ma:versionID="631c72ee66a13f9471c5d981b07d0322">
  <xsd:schema xmlns:xsd="http://www.w3.org/2001/XMLSchema" xmlns:xs="http://www.w3.org/2001/XMLSchema" xmlns:p="http://schemas.microsoft.com/office/2006/metadata/properties" xmlns:ns2="75441114-22a6-4eb8-bdc3-1a959dd63168" xmlns:ns3="abbb206e-8c41-4a1d-88cb-549e53215ac2" targetNamespace="http://schemas.microsoft.com/office/2006/metadata/properties" ma:root="true" ma:fieldsID="24d06b893b8da34eeaceef6604df90b5" ns2:_="" ns3:_="">
    <xsd:import namespace="75441114-22a6-4eb8-bdc3-1a959dd63168"/>
    <xsd:import namespace="abbb206e-8c41-4a1d-88cb-549e53215ac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Founder" minOccurs="0"/>
                <xsd:element ref="ns3:MediaServiceDateTaken" minOccurs="0"/>
                <xsd:element ref="ns3:MediaServiceAuto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41114-22a6-4eb8-bdc3-1a959dd631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bb206e-8c41-4a1d-88cb-549e53215ac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Founder" ma:index="12" nillable="true" ma:displayName="Founder" ma:description="Name of the Team's founder" ma:list="UserInfo" ma:SharePointGroup="0" ma:internalName="Foun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Founder xmlns="abbb206e-8c41-4a1d-88cb-549e53215ac2">
      <UserInfo>
        <DisplayName/>
        <AccountId xsi:nil="true"/>
        <AccountType/>
      </UserInfo>
    </Founder>
    <SharedWithUsers xmlns="75441114-22a6-4eb8-bdc3-1a959dd63168">
      <UserInfo>
        <DisplayName>Crow, Andrew G</DisplayName>
        <AccountId>16</AccountId>
        <AccountType/>
      </UserInfo>
      <UserInfo>
        <DisplayName>Born, Matthew A</DisplayName>
        <AccountId>6</AccountId>
        <AccountType/>
      </UserInfo>
      <UserInfo>
        <DisplayName>Afzal, Shahid1</DisplayName>
        <AccountId>196</AccountId>
        <AccountType/>
      </UserInfo>
    </SharedWithUsers>
  </documentManagement>
</p:properties>
</file>

<file path=customXml/itemProps1.xml><?xml version="1.0" encoding="utf-8"?>
<ds:datastoreItem xmlns:ds="http://schemas.openxmlformats.org/officeDocument/2006/customXml" ds:itemID="{282FCB95-3192-4DE5-831D-4F7A67FDD2AD}">
  <ds:schemaRefs>
    <ds:schemaRef ds:uri="http://schemas.microsoft.com/sharepoint/v3/contenttype/forms"/>
  </ds:schemaRefs>
</ds:datastoreItem>
</file>

<file path=customXml/itemProps2.xml><?xml version="1.0" encoding="utf-8"?>
<ds:datastoreItem xmlns:ds="http://schemas.openxmlformats.org/officeDocument/2006/customXml" ds:itemID="{897AB8D7-C194-4DB5-AC4A-915B270F3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41114-22a6-4eb8-bdc3-1a959dd63168"/>
    <ds:schemaRef ds:uri="abbb206e-8c41-4a1d-88cb-549e53215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387E48-2E3D-4F6B-9440-4E90E77A360A}">
  <ds:schemaRefs>
    <ds:schemaRef ds:uri="abbb206e-8c41-4a1d-88cb-549e53215ac2"/>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75441114-22a6-4eb8-bdc3-1a959dd63168"/>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2017 Plan - Innovation (Round 1)</Template>
  <TotalTime>62145</TotalTime>
  <Words>646</Words>
  <Application>Microsoft Office PowerPoint</Application>
  <PresentationFormat>On-screen Show (4:3)</PresentationFormat>
  <Paragraphs>38</Paragraphs>
  <Slides>2</Slides>
  <Notes>0</Notes>
  <HiddenSlides>0</HiddenSlides>
  <MMClips>0</MMClips>
  <ScaleCrop>false</ScaleCrop>
  <HeadingPairs>
    <vt:vector size="6" baseType="variant">
      <vt:variant>
        <vt:lpstr>Fonts Used</vt:lpstr>
      </vt:variant>
      <vt:variant>
        <vt:i4>3</vt:i4>
      </vt:variant>
      <vt:variant>
        <vt:lpstr>Theme</vt:lpstr>
      </vt:variant>
      <vt:variant>
        <vt:i4>15</vt:i4>
      </vt:variant>
      <vt:variant>
        <vt:lpstr>Slide Titles</vt:lpstr>
      </vt:variant>
      <vt:variant>
        <vt:i4>2</vt:i4>
      </vt:variant>
    </vt:vector>
  </HeadingPairs>
  <TitlesOfParts>
    <vt:vector size="20" baseType="lpstr">
      <vt:lpstr>Arial</vt:lpstr>
      <vt:lpstr>Arial Narrow</vt:lpstr>
      <vt:lpstr>Calibri</vt:lpstr>
      <vt:lpstr>2017 Plan - Innovation (Round 1)</vt:lpstr>
      <vt:lpstr>Section Dividers and Statement Slides</vt:lpstr>
      <vt:lpstr>Content</vt:lpstr>
      <vt:lpstr>Specialty Slides</vt:lpstr>
      <vt:lpstr>Expanded Content</vt:lpstr>
      <vt:lpstr>1_Expanded Content</vt:lpstr>
      <vt:lpstr>1_Content</vt:lpstr>
      <vt:lpstr>2_Content</vt:lpstr>
      <vt:lpstr>3_Content</vt:lpstr>
      <vt:lpstr>4_Content</vt:lpstr>
      <vt:lpstr>Internal-Consumer-SmallBusiness_PowerPointTemplate</vt:lpstr>
      <vt:lpstr>5_Content</vt:lpstr>
      <vt:lpstr>2_Expanded Content</vt:lpstr>
      <vt:lpstr>6_Content</vt:lpstr>
      <vt:lpstr>7_Content</vt:lpstr>
      <vt:lpstr>PowerPoint Presentation</vt:lpstr>
      <vt:lpstr>PowerPoint Presentation</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dc:title>
  <dc:creator>valerie f lancelle</dc:creator>
  <cp:lastModifiedBy>Sultan, Awais</cp:lastModifiedBy>
  <cp:revision>748</cp:revision>
  <cp:lastPrinted>2019-09-26T00:08:35Z</cp:lastPrinted>
  <dcterms:created xsi:type="dcterms:W3CDTF">2016-06-28T19:54:30Z</dcterms:created>
  <dcterms:modified xsi:type="dcterms:W3CDTF">2019-09-26T00:08:53Z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0x010100812C6418767E28429FEF04BA42B7F1F9</vt:lpwstr>
  </property>
</Properties>
</file>