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  <p:sldMasterId id="2147483688" r:id="rId2"/>
  </p:sldMasterIdLst>
  <p:notesMasterIdLst>
    <p:notesMasterId r:id="rId26"/>
  </p:notesMasterIdLst>
  <p:handoutMasterIdLst>
    <p:handoutMasterId r:id="rId27"/>
  </p:handoutMasterIdLst>
  <p:sldIdLst>
    <p:sldId id="258" r:id="rId3"/>
    <p:sldId id="263" r:id="rId4"/>
    <p:sldId id="259" r:id="rId5"/>
    <p:sldId id="276" r:id="rId6"/>
    <p:sldId id="277" r:id="rId7"/>
    <p:sldId id="278" r:id="rId8"/>
    <p:sldId id="279" r:id="rId9"/>
    <p:sldId id="280" r:id="rId10"/>
    <p:sldId id="260" r:id="rId11"/>
    <p:sldId id="261" r:id="rId12"/>
    <p:sldId id="262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3744">
          <p15:clr>
            <a:srgbClr val="A4A3A4"/>
          </p15:clr>
        </p15:guide>
        <p15:guide id="3" orient="horz" pos="4203">
          <p15:clr>
            <a:srgbClr val="A4A3A4"/>
          </p15:clr>
        </p15:guide>
        <p15:guide id="4" orient="horz" pos="144">
          <p15:clr>
            <a:srgbClr val="A4A3A4"/>
          </p15:clr>
        </p15:guide>
        <p15:guide id="5" orient="horz" pos="641">
          <p15:clr>
            <a:srgbClr val="A4A3A4"/>
          </p15:clr>
        </p15:guide>
        <p15:guide id="6" orient="horz" pos="1056">
          <p15:clr>
            <a:srgbClr val="A4A3A4"/>
          </p15:clr>
        </p15:guide>
        <p15:guide id="7" orient="horz" pos="1208">
          <p15:clr>
            <a:srgbClr val="A4A3A4"/>
          </p15:clr>
        </p15:guide>
        <p15:guide id="8" orient="horz" pos="873">
          <p15:clr>
            <a:srgbClr val="A4A3A4"/>
          </p15:clr>
        </p15:guide>
        <p15:guide id="9" pos="2880">
          <p15:clr>
            <a:srgbClr val="A4A3A4"/>
          </p15:clr>
        </p15:guide>
        <p15:guide id="10" pos="5472">
          <p15:clr>
            <a:srgbClr val="A4A3A4"/>
          </p15:clr>
        </p15:guide>
        <p15:guide id="11" pos="288">
          <p15:clr>
            <a:srgbClr val="A4A3A4"/>
          </p15:clr>
        </p15:guide>
        <p15:guide id="12" pos="213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B2E8"/>
    <a:srgbClr val="0C2076"/>
    <a:srgbClr val="4C4C4C"/>
    <a:srgbClr val="0C207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11"/>
    <p:restoredTop sz="94670"/>
  </p:normalViewPr>
  <p:slideViewPr>
    <p:cSldViewPr>
      <p:cViewPr varScale="1">
        <p:scale>
          <a:sx n="63" d="100"/>
          <a:sy n="63" d="100"/>
        </p:scale>
        <p:origin x="1584" y="64"/>
      </p:cViewPr>
      <p:guideLst>
        <p:guide orient="horz" pos="3888"/>
        <p:guide orient="horz" pos="3744"/>
        <p:guide orient="horz" pos="4203"/>
        <p:guide orient="horz" pos="144"/>
        <p:guide orient="horz" pos="641"/>
        <p:guide orient="horz" pos="1056"/>
        <p:guide orient="horz" pos="1208"/>
        <p:guide orient="horz" pos="873"/>
        <p:guide pos="2880"/>
        <p:guide pos="5472"/>
        <p:guide pos="288"/>
        <p:guide pos="21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7A09B22D-4632-2246-967E-F11399EE3857}" type="datetimeFigureOut">
              <a:rPr lang="en-US" altLang="en-US"/>
              <a:pPr/>
              <a:t>9/23/2019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1E520B91-01DA-A747-9B34-4E14D41275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963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6FC64FF3-4E4D-C34A-9F48-54F359838932}" type="datetimeFigureOut">
              <a:rPr lang="en-US" altLang="en-US"/>
              <a:pPr/>
              <a:t>9/23/2019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C022CB00-C1C9-2449-9DF5-A2C2CBFF09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6550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22CB00-C1C9-2449-9DF5-A2C2CBFF09C5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3643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22CB00-C1C9-2449-9DF5-A2C2CBFF09C5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626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22CB00-C1C9-2449-9DF5-A2C2CBFF09C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7886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22CB00-C1C9-2449-9DF5-A2C2CBFF09C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3789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22CB00-C1C9-2449-9DF5-A2C2CBFF09C5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6273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22CB00-C1C9-2449-9DF5-A2C2CBFF09C5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994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3"/>
          <p:cNvGrpSpPr>
            <a:grpSpLocks/>
          </p:cNvGrpSpPr>
          <p:nvPr userDrawn="1"/>
        </p:nvGrpSpPr>
        <p:grpSpPr bwMode="auto">
          <a:xfrm>
            <a:off x="0" y="-22225"/>
            <a:ext cx="9144000" cy="6194425"/>
            <a:chOff x="0" y="-22043"/>
            <a:chExt cx="9144000" cy="6194243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181"/>
              <a:ext cx="9144000" cy="6172019"/>
            </a:xfrm>
            <a:prstGeom prst="rect">
              <a:avLst/>
            </a:prstGeom>
            <a:gradFill>
              <a:gsLst>
                <a:gs pos="0">
                  <a:srgbClr val="0C2074"/>
                </a:gs>
                <a:gs pos="100000">
                  <a:srgbClr val="0C20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10" name="Group 5"/>
            <p:cNvGrpSpPr>
              <a:grpSpLocks/>
            </p:cNvGrpSpPr>
            <p:nvPr userDrawn="1"/>
          </p:nvGrpSpPr>
          <p:grpSpPr bwMode="auto">
            <a:xfrm>
              <a:off x="0" y="-22043"/>
              <a:ext cx="3116640" cy="5974110"/>
              <a:chOff x="0" y="-22043"/>
              <a:chExt cx="3116640" cy="5974110"/>
            </a:xfrm>
          </p:grpSpPr>
          <p:cxnSp>
            <p:nvCxnSpPr>
              <p:cNvPr id="13" name="Straight Connector 12"/>
              <p:cNvCxnSpPr/>
              <p:nvPr userDrawn="1"/>
            </p:nvCxnSpPr>
            <p:spPr>
              <a:xfrm>
                <a:off x="787400" y="1717806"/>
                <a:ext cx="0" cy="4233738"/>
              </a:xfrm>
              <a:prstGeom prst="line">
                <a:avLst/>
              </a:prstGeom>
              <a:ln w="635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 userDrawn="1"/>
            </p:nvCxnSpPr>
            <p:spPr>
              <a:xfrm flipH="1">
                <a:off x="769938" y="5919795"/>
                <a:ext cx="320675" cy="0"/>
              </a:xfrm>
              <a:prstGeom prst="line">
                <a:avLst/>
              </a:prstGeom>
              <a:ln w="635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 userDrawn="1"/>
            </p:nvCxnSpPr>
            <p:spPr>
              <a:xfrm rot="16200000" flipH="1">
                <a:off x="908849" y="5782480"/>
                <a:ext cx="319079" cy="0"/>
              </a:xfrm>
              <a:prstGeom prst="line">
                <a:avLst/>
              </a:prstGeom>
              <a:ln w="635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 userDrawn="1"/>
            </p:nvCxnSpPr>
            <p:spPr>
              <a:xfrm flipH="1">
                <a:off x="0" y="5651515"/>
                <a:ext cx="1090613" cy="0"/>
              </a:xfrm>
              <a:prstGeom prst="line">
                <a:avLst/>
              </a:prstGeom>
              <a:ln w="635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ight Arrow Callout 12"/>
              <p:cNvSpPr/>
              <p:nvPr userDrawn="1"/>
            </p:nvSpPr>
            <p:spPr>
              <a:xfrm rot="16200000" flipH="1">
                <a:off x="330247" y="412885"/>
                <a:ext cx="3220943" cy="2351088"/>
              </a:xfrm>
              <a:custGeom>
                <a:avLst/>
                <a:gdLst>
                  <a:gd name="connsiteX0" fmla="*/ 0 w 595311"/>
                  <a:gd name="connsiteY0" fmla="*/ 0 h 990600"/>
                  <a:gd name="connsiteX1" fmla="*/ 386815 w 595311"/>
                  <a:gd name="connsiteY1" fmla="*/ 0 h 990600"/>
                  <a:gd name="connsiteX2" fmla="*/ 386815 w 595311"/>
                  <a:gd name="connsiteY2" fmla="*/ 420886 h 990600"/>
                  <a:gd name="connsiteX3" fmla="*/ 446483 w 595311"/>
                  <a:gd name="connsiteY3" fmla="*/ 420886 h 990600"/>
                  <a:gd name="connsiteX4" fmla="*/ 446483 w 595311"/>
                  <a:gd name="connsiteY4" fmla="*/ 346472 h 990600"/>
                  <a:gd name="connsiteX5" fmla="*/ 595311 w 595311"/>
                  <a:gd name="connsiteY5" fmla="*/ 495300 h 990600"/>
                  <a:gd name="connsiteX6" fmla="*/ 446483 w 595311"/>
                  <a:gd name="connsiteY6" fmla="*/ 644128 h 990600"/>
                  <a:gd name="connsiteX7" fmla="*/ 446483 w 595311"/>
                  <a:gd name="connsiteY7" fmla="*/ 569714 h 990600"/>
                  <a:gd name="connsiteX8" fmla="*/ 386815 w 595311"/>
                  <a:gd name="connsiteY8" fmla="*/ 569714 h 990600"/>
                  <a:gd name="connsiteX9" fmla="*/ 386815 w 595311"/>
                  <a:gd name="connsiteY9" fmla="*/ 990600 h 990600"/>
                  <a:gd name="connsiteX10" fmla="*/ 0 w 595311"/>
                  <a:gd name="connsiteY10" fmla="*/ 990600 h 990600"/>
                  <a:gd name="connsiteX11" fmla="*/ 0 w 595311"/>
                  <a:gd name="connsiteY11" fmla="*/ 0 h 990600"/>
                  <a:gd name="connsiteX0" fmla="*/ 386815 w 595311"/>
                  <a:gd name="connsiteY0" fmla="*/ 990600 h 1082040"/>
                  <a:gd name="connsiteX1" fmla="*/ 0 w 595311"/>
                  <a:gd name="connsiteY1" fmla="*/ 990600 h 1082040"/>
                  <a:gd name="connsiteX2" fmla="*/ 0 w 595311"/>
                  <a:gd name="connsiteY2" fmla="*/ 0 h 1082040"/>
                  <a:gd name="connsiteX3" fmla="*/ 386815 w 595311"/>
                  <a:gd name="connsiteY3" fmla="*/ 0 h 1082040"/>
                  <a:gd name="connsiteX4" fmla="*/ 386815 w 595311"/>
                  <a:gd name="connsiteY4" fmla="*/ 420886 h 1082040"/>
                  <a:gd name="connsiteX5" fmla="*/ 446483 w 595311"/>
                  <a:gd name="connsiteY5" fmla="*/ 420886 h 1082040"/>
                  <a:gd name="connsiteX6" fmla="*/ 446483 w 595311"/>
                  <a:gd name="connsiteY6" fmla="*/ 346472 h 1082040"/>
                  <a:gd name="connsiteX7" fmla="*/ 595311 w 595311"/>
                  <a:gd name="connsiteY7" fmla="*/ 495300 h 1082040"/>
                  <a:gd name="connsiteX8" fmla="*/ 446483 w 595311"/>
                  <a:gd name="connsiteY8" fmla="*/ 644128 h 1082040"/>
                  <a:gd name="connsiteX9" fmla="*/ 446483 w 595311"/>
                  <a:gd name="connsiteY9" fmla="*/ 569714 h 1082040"/>
                  <a:gd name="connsiteX10" fmla="*/ 386815 w 595311"/>
                  <a:gd name="connsiteY10" fmla="*/ 569714 h 1082040"/>
                  <a:gd name="connsiteX11" fmla="*/ 478255 w 595311"/>
                  <a:gd name="connsiteY11" fmla="*/ 1082040 h 1082040"/>
                  <a:gd name="connsiteX0" fmla="*/ 386815 w 595311"/>
                  <a:gd name="connsiteY0" fmla="*/ 990600 h 1082040"/>
                  <a:gd name="connsiteX1" fmla="*/ 0 w 595311"/>
                  <a:gd name="connsiteY1" fmla="*/ 990600 h 1082040"/>
                  <a:gd name="connsiteX2" fmla="*/ 0 w 595311"/>
                  <a:gd name="connsiteY2" fmla="*/ 0 h 1082040"/>
                  <a:gd name="connsiteX3" fmla="*/ 386815 w 595311"/>
                  <a:gd name="connsiteY3" fmla="*/ 0 h 1082040"/>
                  <a:gd name="connsiteX4" fmla="*/ 386815 w 595311"/>
                  <a:gd name="connsiteY4" fmla="*/ 420886 h 1082040"/>
                  <a:gd name="connsiteX5" fmla="*/ 446483 w 595311"/>
                  <a:gd name="connsiteY5" fmla="*/ 420886 h 1082040"/>
                  <a:gd name="connsiteX6" fmla="*/ 446483 w 595311"/>
                  <a:gd name="connsiteY6" fmla="*/ 346472 h 1082040"/>
                  <a:gd name="connsiteX7" fmla="*/ 595311 w 595311"/>
                  <a:gd name="connsiteY7" fmla="*/ 495300 h 1082040"/>
                  <a:gd name="connsiteX8" fmla="*/ 503636 w 595311"/>
                  <a:gd name="connsiteY8" fmla="*/ 775096 h 1082040"/>
                  <a:gd name="connsiteX9" fmla="*/ 446483 w 595311"/>
                  <a:gd name="connsiteY9" fmla="*/ 569714 h 1082040"/>
                  <a:gd name="connsiteX10" fmla="*/ 386815 w 595311"/>
                  <a:gd name="connsiteY10" fmla="*/ 569714 h 1082040"/>
                  <a:gd name="connsiteX11" fmla="*/ 478255 w 595311"/>
                  <a:gd name="connsiteY11" fmla="*/ 1082040 h 1082040"/>
                  <a:gd name="connsiteX0" fmla="*/ 386815 w 595311"/>
                  <a:gd name="connsiteY0" fmla="*/ 990600 h 1082040"/>
                  <a:gd name="connsiteX1" fmla="*/ 0 w 595311"/>
                  <a:gd name="connsiteY1" fmla="*/ 990600 h 1082040"/>
                  <a:gd name="connsiteX2" fmla="*/ 0 w 595311"/>
                  <a:gd name="connsiteY2" fmla="*/ 0 h 1082040"/>
                  <a:gd name="connsiteX3" fmla="*/ 386815 w 595311"/>
                  <a:gd name="connsiteY3" fmla="*/ 0 h 1082040"/>
                  <a:gd name="connsiteX4" fmla="*/ 386815 w 595311"/>
                  <a:gd name="connsiteY4" fmla="*/ 420886 h 1082040"/>
                  <a:gd name="connsiteX5" fmla="*/ 446483 w 595311"/>
                  <a:gd name="connsiteY5" fmla="*/ 420886 h 1082040"/>
                  <a:gd name="connsiteX6" fmla="*/ 503636 w 595311"/>
                  <a:gd name="connsiteY6" fmla="*/ 217885 h 1082040"/>
                  <a:gd name="connsiteX7" fmla="*/ 595311 w 595311"/>
                  <a:gd name="connsiteY7" fmla="*/ 495300 h 1082040"/>
                  <a:gd name="connsiteX8" fmla="*/ 503636 w 595311"/>
                  <a:gd name="connsiteY8" fmla="*/ 775096 h 1082040"/>
                  <a:gd name="connsiteX9" fmla="*/ 446483 w 595311"/>
                  <a:gd name="connsiteY9" fmla="*/ 569714 h 1082040"/>
                  <a:gd name="connsiteX10" fmla="*/ 386815 w 595311"/>
                  <a:gd name="connsiteY10" fmla="*/ 569714 h 1082040"/>
                  <a:gd name="connsiteX11" fmla="*/ 478255 w 595311"/>
                  <a:gd name="connsiteY11" fmla="*/ 1082040 h 1082040"/>
                  <a:gd name="connsiteX0" fmla="*/ 386815 w 595311"/>
                  <a:gd name="connsiteY0" fmla="*/ 990600 h 1082040"/>
                  <a:gd name="connsiteX1" fmla="*/ 0 w 595311"/>
                  <a:gd name="connsiteY1" fmla="*/ 990600 h 1082040"/>
                  <a:gd name="connsiteX2" fmla="*/ 0 w 595311"/>
                  <a:gd name="connsiteY2" fmla="*/ 0 h 1082040"/>
                  <a:gd name="connsiteX3" fmla="*/ 386815 w 595311"/>
                  <a:gd name="connsiteY3" fmla="*/ 0 h 1082040"/>
                  <a:gd name="connsiteX4" fmla="*/ 386815 w 595311"/>
                  <a:gd name="connsiteY4" fmla="*/ 420886 h 1082040"/>
                  <a:gd name="connsiteX5" fmla="*/ 503636 w 595311"/>
                  <a:gd name="connsiteY5" fmla="*/ 217885 h 1082040"/>
                  <a:gd name="connsiteX6" fmla="*/ 595311 w 595311"/>
                  <a:gd name="connsiteY6" fmla="*/ 495300 h 1082040"/>
                  <a:gd name="connsiteX7" fmla="*/ 503636 w 595311"/>
                  <a:gd name="connsiteY7" fmla="*/ 775096 h 1082040"/>
                  <a:gd name="connsiteX8" fmla="*/ 446483 w 595311"/>
                  <a:gd name="connsiteY8" fmla="*/ 569714 h 1082040"/>
                  <a:gd name="connsiteX9" fmla="*/ 386815 w 595311"/>
                  <a:gd name="connsiteY9" fmla="*/ 569714 h 1082040"/>
                  <a:gd name="connsiteX10" fmla="*/ 478255 w 595311"/>
                  <a:gd name="connsiteY10" fmla="*/ 1082040 h 1082040"/>
                  <a:gd name="connsiteX0" fmla="*/ 386815 w 595311"/>
                  <a:gd name="connsiteY0" fmla="*/ 990600 h 1082040"/>
                  <a:gd name="connsiteX1" fmla="*/ 0 w 595311"/>
                  <a:gd name="connsiteY1" fmla="*/ 990600 h 1082040"/>
                  <a:gd name="connsiteX2" fmla="*/ 0 w 595311"/>
                  <a:gd name="connsiteY2" fmla="*/ 0 h 1082040"/>
                  <a:gd name="connsiteX3" fmla="*/ 386815 w 595311"/>
                  <a:gd name="connsiteY3" fmla="*/ 0 h 1082040"/>
                  <a:gd name="connsiteX4" fmla="*/ 386815 w 595311"/>
                  <a:gd name="connsiteY4" fmla="*/ 420886 h 1082040"/>
                  <a:gd name="connsiteX5" fmla="*/ 503636 w 595311"/>
                  <a:gd name="connsiteY5" fmla="*/ 217885 h 1082040"/>
                  <a:gd name="connsiteX6" fmla="*/ 595311 w 595311"/>
                  <a:gd name="connsiteY6" fmla="*/ 495300 h 1082040"/>
                  <a:gd name="connsiteX7" fmla="*/ 503636 w 595311"/>
                  <a:gd name="connsiteY7" fmla="*/ 775096 h 1082040"/>
                  <a:gd name="connsiteX8" fmla="*/ 386815 w 595311"/>
                  <a:gd name="connsiteY8" fmla="*/ 569714 h 1082040"/>
                  <a:gd name="connsiteX9" fmla="*/ 478255 w 595311"/>
                  <a:gd name="connsiteY9" fmla="*/ 1082040 h 1082040"/>
                  <a:gd name="connsiteX0" fmla="*/ 386815 w 595311"/>
                  <a:gd name="connsiteY0" fmla="*/ 990600 h 1082040"/>
                  <a:gd name="connsiteX1" fmla="*/ 0 w 595311"/>
                  <a:gd name="connsiteY1" fmla="*/ 990600 h 1082040"/>
                  <a:gd name="connsiteX2" fmla="*/ 0 w 595311"/>
                  <a:gd name="connsiteY2" fmla="*/ 0 h 1082040"/>
                  <a:gd name="connsiteX3" fmla="*/ 386815 w 595311"/>
                  <a:gd name="connsiteY3" fmla="*/ 0 h 1082040"/>
                  <a:gd name="connsiteX4" fmla="*/ 386815 w 595311"/>
                  <a:gd name="connsiteY4" fmla="*/ 420886 h 1082040"/>
                  <a:gd name="connsiteX5" fmla="*/ 503636 w 595311"/>
                  <a:gd name="connsiteY5" fmla="*/ 217885 h 1082040"/>
                  <a:gd name="connsiteX6" fmla="*/ 595311 w 595311"/>
                  <a:gd name="connsiteY6" fmla="*/ 495300 h 1082040"/>
                  <a:gd name="connsiteX7" fmla="*/ 503636 w 595311"/>
                  <a:gd name="connsiteY7" fmla="*/ 775096 h 1082040"/>
                  <a:gd name="connsiteX8" fmla="*/ 184411 w 595311"/>
                  <a:gd name="connsiteY8" fmla="*/ 772120 h 1082040"/>
                  <a:gd name="connsiteX9" fmla="*/ 478255 w 595311"/>
                  <a:gd name="connsiteY9" fmla="*/ 1082040 h 1082040"/>
                  <a:gd name="connsiteX0" fmla="*/ 386815 w 595311"/>
                  <a:gd name="connsiteY0" fmla="*/ 990600 h 990600"/>
                  <a:gd name="connsiteX1" fmla="*/ 0 w 595311"/>
                  <a:gd name="connsiteY1" fmla="*/ 990600 h 990600"/>
                  <a:gd name="connsiteX2" fmla="*/ 0 w 595311"/>
                  <a:gd name="connsiteY2" fmla="*/ 0 h 990600"/>
                  <a:gd name="connsiteX3" fmla="*/ 386815 w 595311"/>
                  <a:gd name="connsiteY3" fmla="*/ 0 h 990600"/>
                  <a:gd name="connsiteX4" fmla="*/ 386815 w 595311"/>
                  <a:gd name="connsiteY4" fmla="*/ 420886 h 990600"/>
                  <a:gd name="connsiteX5" fmla="*/ 503636 w 595311"/>
                  <a:gd name="connsiteY5" fmla="*/ 217885 h 990600"/>
                  <a:gd name="connsiteX6" fmla="*/ 595311 w 595311"/>
                  <a:gd name="connsiteY6" fmla="*/ 495300 h 990600"/>
                  <a:gd name="connsiteX7" fmla="*/ 503636 w 595311"/>
                  <a:gd name="connsiteY7" fmla="*/ 775096 h 990600"/>
                  <a:gd name="connsiteX8" fmla="*/ 184411 w 595311"/>
                  <a:gd name="connsiteY8" fmla="*/ 772120 h 990600"/>
                  <a:gd name="connsiteX0" fmla="*/ 386815 w 595311"/>
                  <a:gd name="connsiteY0" fmla="*/ 990600 h 990600"/>
                  <a:gd name="connsiteX1" fmla="*/ 0 w 595311"/>
                  <a:gd name="connsiteY1" fmla="*/ 990600 h 990600"/>
                  <a:gd name="connsiteX2" fmla="*/ 0 w 595311"/>
                  <a:gd name="connsiteY2" fmla="*/ 0 h 990600"/>
                  <a:gd name="connsiteX3" fmla="*/ 386815 w 595311"/>
                  <a:gd name="connsiteY3" fmla="*/ 0 h 990600"/>
                  <a:gd name="connsiteX4" fmla="*/ 503636 w 595311"/>
                  <a:gd name="connsiteY4" fmla="*/ 217885 h 990600"/>
                  <a:gd name="connsiteX5" fmla="*/ 595311 w 595311"/>
                  <a:gd name="connsiteY5" fmla="*/ 495300 h 990600"/>
                  <a:gd name="connsiteX6" fmla="*/ 503636 w 595311"/>
                  <a:gd name="connsiteY6" fmla="*/ 775096 h 990600"/>
                  <a:gd name="connsiteX7" fmla="*/ 184411 w 595311"/>
                  <a:gd name="connsiteY7" fmla="*/ 772120 h 990600"/>
                  <a:gd name="connsiteX0" fmla="*/ 386815 w 595311"/>
                  <a:gd name="connsiteY0" fmla="*/ 990600 h 990600"/>
                  <a:gd name="connsiteX1" fmla="*/ 0 w 595311"/>
                  <a:gd name="connsiteY1" fmla="*/ 990600 h 990600"/>
                  <a:gd name="connsiteX2" fmla="*/ 2 w 595311"/>
                  <a:gd name="connsiteY2" fmla="*/ 531019 h 990600"/>
                  <a:gd name="connsiteX3" fmla="*/ 386815 w 595311"/>
                  <a:gd name="connsiteY3" fmla="*/ 0 h 990600"/>
                  <a:gd name="connsiteX4" fmla="*/ 503636 w 595311"/>
                  <a:gd name="connsiteY4" fmla="*/ 217885 h 990600"/>
                  <a:gd name="connsiteX5" fmla="*/ 595311 w 595311"/>
                  <a:gd name="connsiteY5" fmla="*/ 495300 h 990600"/>
                  <a:gd name="connsiteX6" fmla="*/ 503636 w 595311"/>
                  <a:gd name="connsiteY6" fmla="*/ 775096 h 990600"/>
                  <a:gd name="connsiteX7" fmla="*/ 184411 w 595311"/>
                  <a:gd name="connsiteY7" fmla="*/ 772120 h 990600"/>
                  <a:gd name="connsiteX0" fmla="*/ 388144 w 596640"/>
                  <a:gd name="connsiteY0" fmla="*/ 773906 h 773906"/>
                  <a:gd name="connsiteX1" fmla="*/ 1329 w 596640"/>
                  <a:gd name="connsiteY1" fmla="*/ 773906 h 773906"/>
                  <a:gd name="connsiteX2" fmla="*/ 1331 w 596640"/>
                  <a:gd name="connsiteY2" fmla="*/ 314325 h 773906"/>
                  <a:gd name="connsiteX3" fmla="*/ 0 w 596640"/>
                  <a:gd name="connsiteY3" fmla="*/ 0 h 773906"/>
                  <a:gd name="connsiteX4" fmla="*/ 504965 w 596640"/>
                  <a:gd name="connsiteY4" fmla="*/ 1191 h 773906"/>
                  <a:gd name="connsiteX5" fmla="*/ 596640 w 596640"/>
                  <a:gd name="connsiteY5" fmla="*/ 278606 h 773906"/>
                  <a:gd name="connsiteX6" fmla="*/ 504965 w 596640"/>
                  <a:gd name="connsiteY6" fmla="*/ 558402 h 773906"/>
                  <a:gd name="connsiteX7" fmla="*/ 185740 w 596640"/>
                  <a:gd name="connsiteY7" fmla="*/ 555426 h 773906"/>
                  <a:gd name="connsiteX0" fmla="*/ 389197 w 597693"/>
                  <a:gd name="connsiteY0" fmla="*/ 773906 h 1840706"/>
                  <a:gd name="connsiteX1" fmla="*/ 0 w 597693"/>
                  <a:gd name="connsiteY1" fmla="*/ 1840706 h 1840706"/>
                  <a:gd name="connsiteX2" fmla="*/ 2384 w 597693"/>
                  <a:gd name="connsiteY2" fmla="*/ 314325 h 1840706"/>
                  <a:gd name="connsiteX3" fmla="*/ 1053 w 597693"/>
                  <a:gd name="connsiteY3" fmla="*/ 0 h 1840706"/>
                  <a:gd name="connsiteX4" fmla="*/ 506018 w 597693"/>
                  <a:gd name="connsiteY4" fmla="*/ 1191 h 1840706"/>
                  <a:gd name="connsiteX5" fmla="*/ 597693 w 597693"/>
                  <a:gd name="connsiteY5" fmla="*/ 278606 h 1840706"/>
                  <a:gd name="connsiteX6" fmla="*/ 506018 w 597693"/>
                  <a:gd name="connsiteY6" fmla="*/ 558402 h 1840706"/>
                  <a:gd name="connsiteX7" fmla="*/ 186793 w 597693"/>
                  <a:gd name="connsiteY7" fmla="*/ 555426 h 1840706"/>
                  <a:gd name="connsiteX0" fmla="*/ 0 w 856194"/>
                  <a:gd name="connsiteY0" fmla="*/ 1843087 h 1843087"/>
                  <a:gd name="connsiteX1" fmla="*/ 258501 w 856194"/>
                  <a:gd name="connsiteY1" fmla="*/ 1840706 h 1843087"/>
                  <a:gd name="connsiteX2" fmla="*/ 260885 w 856194"/>
                  <a:gd name="connsiteY2" fmla="*/ 314325 h 1843087"/>
                  <a:gd name="connsiteX3" fmla="*/ 259554 w 856194"/>
                  <a:gd name="connsiteY3" fmla="*/ 0 h 1843087"/>
                  <a:gd name="connsiteX4" fmla="*/ 764519 w 856194"/>
                  <a:gd name="connsiteY4" fmla="*/ 1191 h 1843087"/>
                  <a:gd name="connsiteX5" fmla="*/ 856194 w 856194"/>
                  <a:gd name="connsiteY5" fmla="*/ 278606 h 1843087"/>
                  <a:gd name="connsiteX6" fmla="*/ 764519 w 856194"/>
                  <a:gd name="connsiteY6" fmla="*/ 558402 h 1843087"/>
                  <a:gd name="connsiteX7" fmla="*/ 445294 w 856194"/>
                  <a:gd name="connsiteY7" fmla="*/ 555426 h 1843087"/>
                  <a:gd name="connsiteX0" fmla="*/ 0 w 868098"/>
                  <a:gd name="connsiteY0" fmla="*/ 1843087 h 1843087"/>
                  <a:gd name="connsiteX1" fmla="*/ 270405 w 868098"/>
                  <a:gd name="connsiteY1" fmla="*/ 1840706 h 1843087"/>
                  <a:gd name="connsiteX2" fmla="*/ 272789 w 868098"/>
                  <a:gd name="connsiteY2" fmla="*/ 314325 h 1843087"/>
                  <a:gd name="connsiteX3" fmla="*/ 271458 w 868098"/>
                  <a:gd name="connsiteY3" fmla="*/ 0 h 1843087"/>
                  <a:gd name="connsiteX4" fmla="*/ 776423 w 868098"/>
                  <a:gd name="connsiteY4" fmla="*/ 1191 h 1843087"/>
                  <a:gd name="connsiteX5" fmla="*/ 868098 w 868098"/>
                  <a:gd name="connsiteY5" fmla="*/ 278606 h 1843087"/>
                  <a:gd name="connsiteX6" fmla="*/ 776423 w 868098"/>
                  <a:gd name="connsiteY6" fmla="*/ 558402 h 1843087"/>
                  <a:gd name="connsiteX7" fmla="*/ 457198 w 868098"/>
                  <a:gd name="connsiteY7" fmla="*/ 555426 h 1843087"/>
                  <a:gd name="connsiteX0" fmla="*/ 0 w 868098"/>
                  <a:gd name="connsiteY0" fmla="*/ 1843087 h 1847850"/>
                  <a:gd name="connsiteX1" fmla="*/ 272789 w 868098"/>
                  <a:gd name="connsiteY1" fmla="*/ 1847850 h 1847850"/>
                  <a:gd name="connsiteX2" fmla="*/ 272789 w 868098"/>
                  <a:gd name="connsiteY2" fmla="*/ 314325 h 1847850"/>
                  <a:gd name="connsiteX3" fmla="*/ 271458 w 868098"/>
                  <a:gd name="connsiteY3" fmla="*/ 0 h 1847850"/>
                  <a:gd name="connsiteX4" fmla="*/ 776423 w 868098"/>
                  <a:gd name="connsiteY4" fmla="*/ 1191 h 1847850"/>
                  <a:gd name="connsiteX5" fmla="*/ 868098 w 868098"/>
                  <a:gd name="connsiteY5" fmla="*/ 278606 h 1847850"/>
                  <a:gd name="connsiteX6" fmla="*/ 776423 w 868098"/>
                  <a:gd name="connsiteY6" fmla="*/ 558402 h 1847850"/>
                  <a:gd name="connsiteX7" fmla="*/ 457198 w 868098"/>
                  <a:gd name="connsiteY7" fmla="*/ 555426 h 1847850"/>
                  <a:gd name="connsiteX0" fmla="*/ 0 w 872861"/>
                  <a:gd name="connsiteY0" fmla="*/ 1845468 h 1847850"/>
                  <a:gd name="connsiteX1" fmla="*/ 277552 w 872861"/>
                  <a:gd name="connsiteY1" fmla="*/ 1847850 h 1847850"/>
                  <a:gd name="connsiteX2" fmla="*/ 277552 w 872861"/>
                  <a:gd name="connsiteY2" fmla="*/ 314325 h 1847850"/>
                  <a:gd name="connsiteX3" fmla="*/ 276221 w 872861"/>
                  <a:gd name="connsiteY3" fmla="*/ 0 h 1847850"/>
                  <a:gd name="connsiteX4" fmla="*/ 781186 w 872861"/>
                  <a:gd name="connsiteY4" fmla="*/ 1191 h 1847850"/>
                  <a:gd name="connsiteX5" fmla="*/ 872861 w 872861"/>
                  <a:gd name="connsiteY5" fmla="*/ 278606 h 1847850"/>
                  <a:gd name="connsiteX6" fmla="*/ 781186 w 872861"/>
                  <a:gd name="connsiteY6" fmla="*/ 558402 h 1847850"/>
                  <a:gd name="connsiteX7" fmla="*/ 461961 w 872861"/>
                  <a:gd name="connsiteY7" fmla="*/ 555426 h 1847850"/>
                  <a:gd name="connsiteX0" fmla="*/ 0 w 860952"/>
                  <a:gd name="connsiteY0" fmla="*/ 1845468 h 1847850"/>
                  <a:gd name="connsiteX1" fmla="*/ 265643 w 860952"/>
                  <a:gd name="connsiteY1" fmla="*/ 1847850 h 1847850"/>
                  <a:gd name="connsiteX2" fmla="*/ 265643 w 860952"/>
                  <a:gd name="connsiteY2" fmla="*/ 314325 h 1847850"/>
                  <a:gd name="connsiteX3" fmla="*/ 264312 w 860952"/>
                  <a:gd name="connsiteY3" fmla="*/ 0 h 1847850"/>
                  <a:gd name="connsiteX4" fmla="*/ 769277 w 860952"/>
                  <a:gd name="connsiteY4" fmla="*/ 1191 h 1847850"/>
                  <a:gd name="connsiteX5" fmla="*/ 860952 w 860952"/>
                  <a:gd name="connsiteY5" fmla="*/ 278606 h 1847850"/>
                  <a:gd name="connsiteX6" fmla="*/ 769277 w 860952"/>
                  <a:gd name="connsiteY6" fmla="*/ 558402 h 1847850"/>
                  <a:gd name="connsiteX7" fmla="*/ 450052 w 860952"/>
                  <a:gd name="connsiteY7" fmla="*/ 555426 h 1847850"/>
                  <a:gd name="connsiteX0" fmla="*/ 0 w 870477"/>
                  <a:gd name="connsiteY0" fmla="*/ 1847849 h 1847850"/>
                  <a:gd name="connsiteX1" fmla="*/ 275168 w 870477"/>
                  <a:gd name="connsiteY1" fmla="*/ 1847850 h 1847850"/>
                  <a:gd name="connsiteX2" fmla="*/ 275168 w 870477"/>
                  <a:gd name="connsiteY2" fmla="*/ 314325 h 1847850"/>
                  <a:gd name="connsiteX3" fmla="*/ 273837 w 870477"/>
                  <a:gd name="connsiteY3" fmla="*/ 0 h 1847850"/>
                  <a:gd name="connsiteX4" fmla="*/ 778802 w 870477"/>
                  <a:gd name="connsiteY4" fmla="*/ 1191 h 1847850"/>
                  <a:gd name="connsiteX5" fmla="*/ 870477 w 870477"/>
                  <a:gd name="connsiteY5" fmla="*/ 278606 h 1847850"/>
                  <a:gd name="connsiteX6" fmla="*/ 778802 w 870477"/>
                  <a:gd name="connsiteY6" fmla="*/ 558402 h 1847850"/>
                  <a:gd name="connsiteX7" fmla="*/ 459577 w 870477"/>
                  <a:gd name="connsiteY7" fmla="*/ 555426 h 1847850"/>
                  <a:gd name="connsiteX0" fmla="*/ 0 w 870477"/>
                  <a:gd name="connsiteY0" fmla="*/ 1847849 h 1847850"/>
                  <a:gd name="connsiteX1" fmla="*/ 275168 w 870477"/>
                  <a:gd name="connsiteY1" fmla="*/ 1847850 h 1847850"/>
                  <a:gd name="connsiteX2" fmla="*/ 275168 w 870477"/>
                  <a:gd name="connsiteY2" fmla="*/ 314325 h 1847850"/>
                  <a:gd name="connsiteX3" fmla="*/ 273837 w 870477"/>
                  <a:gd name="connsiteY3" fmla="*/ 0 h 1847850"/>
                  <a:gd name="connsiteX4" fmla="*/ 778802 w 870477"/>
                  <a:gd name="connsiteY4" fmla="*/ 1191 h 1847850"/>
                  <a:gd name="connsiteX5" fmla="*/ 870477 w 870477"/>
                  <a:gd name="connsiteY5" fmla="*/ 278606 h 1847850"/>
                  <a:gd name="connsiteX6" fmla="*/ 778802 w 870477"/>
                  <a:gd name="connsiteY6" fmla="*/ 558402 h 1847850"/>
                  <a:gd name="connsiteX7" fmla="*/ 459577 w 870477"/>
                  <a:gd name="connsiteY7" fmla="*/ 555426 h 1847850"/>
                  <a:gd name="connsiteX8" fmla="*/ 458523 w 870477"/>
                  <a:gd name="connsiteY8" fmla="*/ 559595 h 1847850"/>
                  <a:gd name="connsiteX0" fmla="*/ 0 w 870477"/>
                  <a:gd name="connsiteY0" fmla="*/ 2166939 h 2166940"/>
                  <a:gd name="connsiteX1" fmla="*/ 275168 w 870477"/>
                  <a:gd name="connsiteY1" fmla="*/ 2166940 h 2166940"/>
                  <a:gd name="connsiteX2" fmla="*/ 275168 w 870477"/>
                  <a:gd name="connsiteY2" fmla="*/ 633415 h 2166940"/>
                  <a:gd name="connsiteX3" fmla="*/ 273837 w 870477"/>
                  <a:gd name="connsiteY3" fmla="*/ 319090 h 2166940"/>
                  <a:gd name="connsiteX4" fmla="*/ 778802 w 870477"/>
                  <a:gd name="connsiteY4" fmla="*/ 320281 h 2166940"/>
                  <a:gd name="connsiteX5" fmla="*/ 870477 w 870477"/>
                  <a:gd name="connsiteY5" fmla="*/ 597696 h 2166940"/>
                  <a:gd name="connsiteX6" fmla="*/ 778802 w 870477"/>
                  <a:gd name="connsiteY6" fmla="*/ 877492 h 2166940"/>
                  <a:gd name="connsiteX7" fmla="*/ 459577 w 870477"/>
                  <a:gd name="connsiteY7" fmla="*/ 874516 h 2166940"/>
                  <a:gd name="connsiteX8" fmla="*/ 460904 w 870477"/>
                  <a:gd name="connsiteY8" fmla="*/ 0 h 2166940"/>
                  <a:gd name="connsiteX0" fmla="*/ 0 w 870477"/>
                  <a:gd name="connsiteY0" fmla="*/ 2166939 h 2166940"/>
                  <a:gd name="connsiteX1" fmla="*/ 275168 w 870477"/>
                  <a:gd name="connsiteY1" fmla="*/ 2166940 h 2166940"/>
                  <a:gd name="connsiteX2" fmla="*/ 275168 w 870477"/>
                  <a:gd name="connsiteY2" fmla="*/ 633415 h 2166940"/>
                  <a:gd name="connsiteX3" fmla="*/ 273837 w 870477"/>
                  <a:gd name="connsiteY3" fmla="*/ 319090 h 2166940"/>
                  <a:gd name="connsiteX4" fmla="*/ 778802 w 870477"/>
                  <a:gd name="connsiteY4" fmla="*/ 320281 h 2166940"/>
                  <a:gd name="connsiteX5" fmla="*/ 870477 w 870477"/>
                  <a:gd name="connsiteY5" fmla="*/ 597696 h 2166940"/>
                  <a:gd name="connsiteX6" fmla="*/ 778802 w 870477"/>
                  <a:gd name="connsiteY6" fmla="*/ 877492 h 2166940"/>
                  <a:gd name="connsiteX7" fmla="*/ 459577 w 870477"/>
                  <a:gd name="connsiteY7" fmla="*/ 874516 h 2166940"/>
                  <a:gd name="connsiteX8" fmla="*/ 460904 w 870477"/>
                  <a:gd name="connsiteY8" fmla="*/ 0 h 2166940"/>
                  <a:gd name="connsiteX0" fmla="*/ 0 w 870477"/>
                  <a:gd name="connsiteY0" fmla="*/ 2162180 h 2162181"/>
                  <a:gd name="connsiteX1" fmla="*/ 275168 w 870477"/>
                  <a:gd name="connsiteY1" fmla="*/ 2162181 h 2162181"/>
                  <a:gd name="connsiteX2" fmla="*/ 275168 w 870477"/>
                  <a:gd name="connsiteY2" fmla="*/ 628656 h 2162181"/>
                  <a:gd name="connsiteX3" fmla="*/ 273837 w 870477"/>
                  <a:gd name="connsiteY3" fmla="*/ 314331 h 2162181"/>
                  <a:gd name="connsiteX4" fmla="*/ 778802 w 870477"/>
                  <a:gd name="connsiteY4" fmla="*/ 315522 h 2162181"/>
                  <a:gd name="connsiteX5" fmla="*/ 870477 w 870477"/>
                  <a:gd name="connsiteY5" fmla="*/ 592937 h 2162181"/>
                  <a:gd name="connsiteX6" fmla="*/ 778802 w 870477"/>
                  <a:gd name="connsiteY6" fmla="*/ 872733 h 2162181"/>
                  <a:gd name="connsiteX7" fmla="*/ 459577 w 870477"/>
                  <a:gd name="connsiteY7" fmla="*/ 869757 h 2162181"/>
                  <a:gd name="connsiteX8" fmla="*/ 458523 w 870477"/>
                  <a:gd name="connsiteY8" fmla="*/ 1 h 2162181"/>
                  <a:gd name="connsiteX0" fmla="*/ 0 w 870477"/>
                  <a:gd name="connsiteY0" fmla="*/ 2166941 h 2166942"/>
                  <a:gd name="connsiteX1" fmla="*/ 275168 w 870477"/>
                  <a:gd name="connsiteY1" fmla="*/ 2166942 h 2166942"/>
                  <a:gd name="connsiteX2" fmla="*/ 275168 w 870477"/>
                  <a:gd name="connsiteY2" fmla="*/ 633417 h 2166942"/>
                  <a:gd name="connsiteX3" fmla="*/ 273837 w 870477"/>
                  <a:gd name="connsiteY3" fmla="*/ 319092 h 2166942"/>
                  <a:gd name="connsiteX4" fmla="*/ 778802 w 870477"/>
                  <a:gd name="connsiteY4" fmla="*/ 320283 h 2166942"/>
                  <a:gd name="connsiteX5" fmla="*/ 870477 w 870477"/>
                  <a:gd name="connsiteY5" fmla="*/ 597698 h 2166942"/>
                  <a:gd name="connsiteX6" fmla="*/ 778802 w 870477"/>
                  <a:gd name="connsiteY6" fmla="*/ 877494 h 2166942"/>
                  <a:gd name="connsiteX7" fmla="*/ 459577 w 870477"/>
                  <a:gd name="connsiteY7" fmla="*/ 874518 h 2166942"/>
                  <a:gd name="connsiteX8" fmla="*/ 456142 w 870477"/>
                  <a:gd name="connsiteY8" fmla="*/ 0 h 2166942"/>
                  <a:gd name="connsiteX0" fmla="*/ 0 w 870477"/>
                  <a:gd name="connsiteY0" fmla="*/ 2166943 h 2166944"/>
                  <a:gd name="connsiteX1" fmla="*/ 275168 w 870477"/>
                  <a:gd name="connsiteY1" fmla="*/ 2166944 h 2166944"/>
                  <a:gd name="connsiteX2" fmla="*/ 275168 w 870477"/>
                  <a:gd name="connsiteY2" fmla="*/ 633419 h 2166944"/>
                  <a:gd name="connsiteX3" fmla="*/ 273837 w 870477"/>
                  <a:gd name="connsiteY3" fmla="*/ 319094 h 2166944"/>
                  <a:gd name="connsiteX4" fmla="*/ 778802 w 870477"/>
                  <a:gd name="connsiteY4" fmla="*/ 320285 h 2166944"/>
                  <a:gd name="connsiteX5" fmla="*/ 870477 w 870477"/>
                  <a:gd name="connsiteY5" fmla="*/ 597700 h 2166944"/>
                  <a:gd name="connsiteX6" fmla="*/ 778802 w 870477"/>
                  <a:gd name="connsiteY6" fmla="*/ 877496 h 2166944"/>
                  <a:gd name="connsiteX7" fmla="*/ 459577 w 870477"/>
                  <a:gd name="connsiteY7" fmla="*/ 874520 h 2166944"/>
                  <a:gd name="connsiteX8" fmla="*/ 460905 w 870477"/>
                  <a:gd name="connsiteY8" fmla="*/ 0 h 2166944"/>
                  <a:gd name="connsiteX0" fmla="*/ 0 w 870477"/>
                  <a:gd name="connsiteY0" fmla="*/ 2169326 h 2169327"/>
                  <a:gd name="connsiteX1" fmla="*/ 275168 w 870477"/>
                  <a:gd name="connsiteY1" fmla="*/ 2169327 h 2169327"/>
                  <a:gd name="connsiteX2" fmla="*/ 275168 w 870477"/>
                  <a:gd name="connsiteY2" fmla="*/ 635802 h 2169327"/>
                  <a:gd name="connsiteX3" fmla="*/ 273837 w 870477"/>
                  <a:gd name="connsiteY3" fmla="*/ 321477 h 2169327"/>
                  <a:gd name="connsiteX4" fmla="*/ 778802 w 870477"/>
                  <a:gd name="connsiteY4" fmla="*/ 322668 h 2169327"/>
                  <a:gd name="connsiteX5" fmla="*/ 870477 w 870477"/>
                  <a:gd name="connsiteY5" fmla="*/ 600083 h 2169327"/>
                  <a:gd name="connsiteX6" fmla="*/ 778802 w 870477"/>
                  <a:gd name="connsiteY6" fmla="*/ 879879 h 2169327"/>
                  <a:gd name="connsiteX7" fmla="*/ 459577 w 870477"/>
                  <a:gd name="connsiteY7" fmla="*/ 876903 h 2169327"/>
                  <a:gd name="connsiteX8" fmla="*/ 456142 w 870477"/>
                  <a:gd name="connsiteY8" fmla="*/ 0 h 216932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59577 w 870477"/>
                  <a:gd name="connsiteY7" fmla="*/ 874523 h 2166947"/>
                  <a:gd name="connsiteX8" fmla="*/ 458523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59577 w 870477"/>
                  <a:gd name="connsiteY7" fmla="*/ 874523 h 2166947"/>
                  <a:gd name="connsiteX8" fmla="*/ 458523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519108 w 870477"/>
                  <a:gd name="connsiteY7" fmla="*/ 869760 h 2166947"/>
                  <a:gd name="connsiteX8" fmla="*/ 458523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64339 w 870477"/>
                  <a:gd name="connsiteY7" fmla="*/ 879285 h 2166947"/>
                  <a:gd name="connsiteX8" fmla="*/ 458523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64339 w 870477"/>
                  <a:gd name="connsiteY7" fmla="*/ 879285 h 2166947"/>
                  <a:gd name="connsiteX8" fmla="*/ 463286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57196 w 870477"/>
                  <a:gd name="connsiteY7" fmla="*/ 879285 h 2166947"/>
                  <a:gd name="connsiteX8" fmla="*/ 463286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59577 w 870477"/>
                  <a:gd name="connsiteY7" fmla="*/ 884047 h 2166947"/>
                  <a:gd name="connsiteX8" fmla="*/ 463286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66721 w 870477"/>
                  <a:gd name="connsiteY7" fmla="*/ 876904 h 2166947"/>
                  <a:gd name="connsiteX8" fmla="*/ 463286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61959 w 870477"/>
                  <a:gd name="connsiteY7" fmla="*/ 876904 h 2166947"/>
                  <a:gd name="connsiteX8" fmla="*/ 463286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388140 w 870477"/>
                  <a:gd name="connsiteY7" fmla="*/ 874523 h 2166947"/>
                  <a:gd name="connsiteX8" fmla="*/ 463286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560917 w 870477"/>
                  <a:gd name="connsiteY7" fmla="*/ 876311 h 2166947"/>
                  <a:gd name="connsiteX8" fmla="*/ 388140 w 870477"/>
                  <a:gd name="connsiteY8" fmla="*/ 874523 h 2166947"/>
                  <a:gd name="connsiteX9" fmla="*/ 463286 w 870477"/>
                  <a:gd name="connsiteY9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68049 w 870477"/>
                  <a:gd name="connsiteY7" fmla="*/ 878692 h 2166947"/>
                  <a:gd name="connsiteX8" fmla="*/ 388140 w 870477"/>
                  <a:gd name="connsiteY8" fmla="*/ 874523 h 2166947"/>
                  <a:gd name="connsiteX9" fmla="*/ 463286 w 870477"/>
                  <a:gd name="connsiteY9" fmla="*/ 1 h 2166947"/>
                  <a:gd name="connsiteX0" fmla="*/ 0 w 870477"/>
                  <a:gd name="connsiteY0" fmla="*/ 1847849 h 1847850"/>
                  <a:gd name="connsiteX1" fmla="*/ 275168 w 870477"/>
                  <a:gd name="connsiteY1" fmla="*/ 1847850 h 1847850"/>
                  <a:gd name="connsiteX2" fmla="*/ 275168 w 870477"/>
                  <a:gd name="connsiteY2" fmla="*/ 314325 h 1847850"/>
                  <a:gd name="connsiteX3" fmla="*/ 273837 w 870477"/>
                  <a:gd name="connsiteY3" fmla="*/ 0 h 1847850"/>
                  <a:gd name="connsiteX4" fmla="*/ 778802 w 870477"/>
                  <a:gd name="connsiteY4" fmla="*/ 1191 h 1847850"/>
                  <a:gd name="connsiteX5" fmla="*/ 870477 w 870477"/>
                  <a:gd name="connsiteY5" fmla="*/ 278606 h 1847850"/>
                  <a:gd name="connsiteX6" fmla="*/ 778802 w 870477"/>
                  <a:gd name="connsiteY6" fmla="*/ 558402 h 1847850"/>
                  <a:gd name="connsiteX7" fmla="*/ 468049 w 870477"/>
                  <a:gd name="connsiteY7" fmla="*/ 559595 h 1847850"/>
                  <a:gd name="connsiteX8" fmla="*/ 388140 w 870477"/>
                  <a:gd name="connsiteY8" fmla="*/ 555426 h 1847850"/>
                  <a:gd name="connsiteX0" fmla="*/ 0 w 870477"/>
                  <a:gd name="connsiteY0" fmla="*/ 2163965 h 2163966"/>
                  <a:gd name="connsiteX1" fmla="*/ 275168 w 870477"/>
                  <a:gd name="connsiteY1" fmla="*/ 2163966 h 2163966"/>
                  <a:gd name="connsiteX2" fmla="*/ 275168 w 870477"/>
                  <a:gd name="connsiteY2" fmla="*/ 630441 h 2163966"/>
                  <a:gd name="connsiteX3" fmla="*/ 273837 w 870477"/>
                  <a:gd name="connsiteY3" fmla="*/ 316116 h 2163966"/>
                  <a:gd name="connsiteX4" fmla="*/ 778802 w 870477"/>
                  <a:gd name="connsiteY4" fmla="*/ 317307 h 2163966"/>
                  <a:gd name="connsiteX5" fmla="*/ 870477 w 870477"/>
                  <a:gd name="connsiteY5" fmla="*/ 594722 h 2163966"/>
                  <a:gd name="connsiteX6" fmla="*/ 778802 w 870477"/>
                  <a:gd name="connsiteY6" fmla="*/ 874518 h 2163966"/>
                  <a:gd name="connsiteX7" fmla="*/ 468049 w 870477"/>
                  <a:gd name="connsiteY7" fmla="*/ 875711 h 2163966"/>
                  <a:gd name="connsiteX8" fmla="*/ 464340 w 870477"/>
                  <a:gd name="connsiteY8" fmla="*/ 0 h 2163966"/>
                  <a:gd name="connsiteX0" fmla="*/ 0 w 870477"/>
                  <a:gd name="connsiteY0" fmla="*/ 2163965 h 2163966"/>
                  <a:gd name="connsiteX1" fmla="*/ 275168 w 870477"/>
                  <a:gd name="connsiteY1" fmla="*/ 2163966 h 2163966"/>
                  <a:gd name="connsiteX2" fmla="*/ 275168 w 870477"/>
                  <a:gd name="connsiteY2" fmla="*/ 630441 h 2163966"/>
                  <a:gd name="connsiteX3" fmla="*/ 273837 w 870477"/>
                  <a:gd name="connsiteY3" fmla="*/ 316116 h 2163966"/>
                  <a:gd name="connsiteX4" fmla="*/ 778802 w 870477"/>
                  <a:gd name="connsiteY4" fmla="*/ 317307 h 2163966"/>
                  <a:gd name="connsiteX5" fmla="*/ 870477 w 870477"/>
                  <a:gd name="connsiteY5" fmla="*/ 594722 h 2163966"/>
                  <a:gd name="connsiteX6" fmla="*/ 778802 w 870477"/>
                  <a:gd name="connsiteY6" fmla="*/ 874518 h 2163966"/>
                  <a:gd name="connsiteX7" fmla="*/ 463290 w 870477"/>
                  <a:gd name="connsiteY7" fmla="*/ 870949 h 2163966"/>
                  <a:gd name="connsiteX8" fmla="*/ 464340 w 870477"/>
                  <a:gd name="connsiteY8" fmla="*/ 0 h 2163966"/>
                  <a:gd name="connsiteX0" fmla="*/ 0 w 870477"/>
                  <a:gd name="connsiteY0" fmla="*/ 2163965 h 2163966"/>
                  <a:gd name="connsiteX1" fmla="*/ 275168 w 870477"/>
                  <a:gd name="connsiteY1" fmla="*/ 2163966 h 2163966"/>
                  <a:gd name="connsiteX2" fmla="*/ 275168 w 870477"/>
                  <a:gd name="connsiteY2" fmla="*/ 630441 h 2163966"/>
                  <a:gd name="connsiteX3" fmla="*/ 273837 w 870477"/>
                  <a:gd name="connsiteY3" fmla="*/ 316116 h 2163966"/>
                  <a:gd name="connsiteX4" fmla="*/ 778802 w 870477"/>
                  <a:gd name="connsiteY4" fmla="*/ 317307 h 2163966"/>
                  <a:gd name="connsiteX5" fmla="*/ 870477 w 870477"/>
                  <a:gd name="connsiteY5" fmla="*/ 594722 h 2163966"/>
                  <a:gd name="connsiteX6" fmla="*/ 778802 w 870477"/>
                  <a:gd name="connsiteY6" fmla="*/ 874518 h 2163966"/>
                  <a:gd name="connsiteX7" fmla="*/ 463293 w 870477"/>
                  <a:gd name="connsiteY7" fmla="*/ 878093 h 2163966"/>
                  <a:gd name="connsiteX8" fmla="*/ 464340 w 870477"/>
                  <a:gd name="connsiteY8" fmla="*/ 0 h 2163966"/>
                  <a:gd name="connsiteX0" fmla="*/ 0 w 870477"/>
                  <a:gd name="connsiteY0" fmla="*/ 2163965 h 2163966"/>
                  <a:gd name="connsiteX1" fmla="*/ 275168 w 870477"/>
                  <a:gd name="connsiteY1" fmla="*/ 2163966 h 2163966"/>
                  <a:gd name="connsiteX2" fmla="*/ 275168 w 870477"/>
                  <a:gd name="connsiteY2" fmla="*/ 630441 h 2163966"/>
                  <a:gd name="connsiteX3" fmla="*/ 273837 w 870477"/>
                  <a:gd name="connsiteY3" fmla="*/ 316116 h 2163966"/>
                  <a:gd name="connsiteX4" fmla="*/ 778802 w 870477"/>
                  <a:gd name="connsiteY4" fmla="*/ 317307 h 2163966"/>
                  <a:gd name="connsiteX5" fmla="*/ 870477 w 870477"/>
                  <a:gd name="connsiteY5" fmla="*/ 594722 h 2163966"/>
                  <a:gd name="connsiteX6" fmla="*/ 778802 w 870477"/>
                  <a:gd name="connsiteY6" fmla="*/ 874518 h 2163966"/>
                  <a:gd name="connsiteX7" fmla="*/ 463296 w 870477"/>
                  <a:gd name="connsiteY7" fmla="*/ 875711 h 2163966"/>
                  <a:gd name="connsiteX8" fmla="*/ 464340 w 870477"/>
                  <a:gd name="connsiteY8" fmla="*/ 0 h 2163966"/>
                  <a:gd name="connsiteX0" fmla="*/ 0 w 870477"/>
                  <a:gd name="connsiteY0" fmla="*/ 1937126 h 1937127"/>
                  <a:gd name="connsiteX1" fmla="*/ 275168 w 870477"/>
                  <a:gd name="connsiteY1" fmla="*/ 1937127 h 1937127"/>
                  <a:gd name="connsiteX2" fmla="*/ 275168 w 870477"/>
                  <a:gd name="connsiteY2" fmla="*/ 403602 h 1937127"/>
                  <a:gd name="connsiteX3" fmla="*/ 273837 w 870477"/>
                  <a:gd name="connsiteY3" fmla="*/ 89277 h 1937127"/>
                  <a:gd name="connsiteX4" fmla="*/ 778802 w 870477"/>
                  <a:gd name="connsiteY4" fmla="*/ 90468 h 1937127"/>
                  <a:gd name="connsiteX5" fmla="*/ 870477 w 870477"/>
                  <a:gd name="connsiteY5" fmla="*/ 367883 h 1937127"/>
                  <a:gd name="connsiteX6" fmla="*/ 778802 w 870477"/>
                  <a:gd name="connsiteY6" fmla="*/ 647679 h 1937127"/>
                  <a:gd name="connsiteX7" fmla="*/ 463296 w 870477"/>
                  <a:gd name="connsiteY7" fmla="*/ 648872 h 1937127"/>
                  <a:gd name="connsiteX8" fmla="*/ 465556 w 870477"/>
                  <a:gd name="connsiteY8" fmla="*/ 0 h 1937127"/>
                  <a:gd name="connsiteX0" fmla="*/ 0 w 870477"/>
                  <a:gd name="connsiteY0" fmla="*/ 1934647 h 1934648"/>
                  <a:gd name="connsiteX1" fmla="*/ 275168 w 870477"/>
                  <a:gd name="connsiteY1" fmla="*/ 1934648 h 1934648"/>
                  <a:gd name="connsiteX2" fmla="*/ 275168 w 870477"/>
                  <a:gd name="connsiteY2" fmla="*/ 401123 h 1934648"/>
                  <a:gd name="connsiteX3" fmla="*/ 273837 w 870477"/>
                  <a:gd name="connsiteY3" fmla="*/ 86798 h 1934648"/>
                  <a:gd name="connsiteX4" fmla="*/ 778802 w 870477"/>
                  <a:gd name="connsiteY4" fmla="*/ 87989 h 1934648"/>
                  <a:gd name="connsiteX5" fmla="*/ 870477 w 870477"/>
                  <a:gd name="connsiteY5" fmla="*/ 365404 h 1934648"/>
                  <a:gd name="connsiteX6" fmla="*/ 778802 w 870477"/>
                  <a:gd name="connsiteY6" fmla="*/ 645200 h 1934648"/>
                  <a:gd name="connsiteX7" fmla="*/ 463296 w 870477"/>
                  <a:gd name="connsiteY7" fmla="*/ 646393 h 1934648"/>
                  <a:gd name="connsiteX8" fmla="*/ 461909 w 870477"/>
                  <a:gd name="connsiteY8" fmla="*/ 0 h 1934648"/>
                  <a:gd name="connsiteX0" fmla="*/ 0 w 870477"/>
                  <a:gd name="connsiteY0" fmla="*/ 1934647 h 1934647"/>
                  <a:gd name="connsiteX1" fmla="*/ 276991 w 870477"/>
                  <a:gd name="connsiteY1" fmla="*/ 597782 h 1934647"/>
                  <a:gd name="connsiteX2" fmla="*/ 275168 w 870477"/>
                  <a:gd name="connsiteY2" fmla="*/ 401123 h 1934647"/>
                  <a:gd name="connsiteX3" fmla="*/ 273837 w 870477"/>
                  <a:gd name="connsiteY3" fmla="*/ 86798 h 1934647"/>
                  <a:gd name="connsiteX4" fmla="*/ 778802 w 870477"/>
                  <a:gd name="connsiteY4" fmla="*/ 87989 h 1934647"/>
                  <a:gd name="connsiteX5" fmla="*/ 870477 w 870477"/>
                  <a:gd name="connsiteY5" fmla="*/ 365404 h 1934647"/>
                  <a:gd name="connsiteX6" fmla="*/ 778802 w 870477"/>
                  <a:gd name="connsiteY6" fmla="*/ 645200 h 1934647"/>
                  <a:gd name="connsiteX7" fmla="*/ 463296 w 870477"/>
                  <a:gd name="connsiteY7" fmla="*/ 646393 h 1934647"/>
                  <a:gd name="connsiteX8" fmla="*/ 461909 w 870477"/>
                  <a:gd name="connsiteY8" fmla="*/ 0 h 1934647"/>
                  <a:gd name="connsiteX0" fmla="*/ 0 w 813949"/>
                  <a:gd name="connsiteY0" fmla="*/ 64152 h 646393"/>
                  <a:gd name="connsiteX1" fmla="*/ 220463 w 813949"/>
                  <a:gd name="connsiteY1" fmla="*/ 597782 h 646393"/>
                  <a:gd name="connsiteX2" fmla="*/ 218640 w 813949"/>
                  <a:gd name="connsiteY2" fmla="*/ 401123 h 646393"/>
                  <a:gd name="connsiteX3" fmla="*/ 217309 w 813949"/>
                  <a:gd name="connsiteY3" fmla="*/ 86798 h 646393"/>
                  <a:gd name="connsiteX4" fmla="*/ 722274 w 813949"/>
                  <a:gd name="connsiteY4" fmla="*/ 87989 h 646393"/>
                  <a:gd name="connsiteX5" fmla="*/ 813949 w 813949"/>
                  <a:gd name="connsiteY5" fmla="*/ 365404 h 646393"/>
                  <a:gd name="connsiteX6" fmla="*/ 722274 w 813949"/>
                  <a:gd name="connsiteY6" fmla="*/ 645200 h 646393"/>
                  <a:gd name="connsiteX7" fmla="*/ 406768 w 813949"/>
                  <a:gd name="connsiteY7" fmla="*/ 646393 h 646393"/>
                  <a:gd name="connsiteX8" fmla="*/ 405381 w 813949"/>
                  <a:gd name="connsiteY8" fmla="*/ 0 h 646393"/>
                  <a:gd name="connsiteX0" fmla="*/ 0 w 813949"/>
                  <a:gd name="connsiteY0" fmla="*/ 64152 h 646393"/>
                  <a:gd name="connsiteX1" fmla="*/ 220463 w 813949"/>
                  <a:gd name="connsiteY1" fmla="*/ 597782 h 646393"/>
                  <a:gd name="connsiteX2" fmla="*/ 218640 w 813949"/>
                  <a:gd name="connsiteY2" fmla="*/ 401123 h 646393"/>
                  <a:gd name="connsiteX3" fmla="*/ 278852 w 813949"/>
                  <a:gd name="connsiteY3" fmla="*/ 85404 h 646393"/>
                  <a:gd name="connsiteX4" fmla="*/ 722274 w 813949"/>
                  <a:gd name="connsiteY4" fmla="*/ 87989 h 646393"/>
                  <a:gd name="connsiteX5" fmla="*/ 813949 w 813949"/>
                  <a:gd name="connsiteY5" fmla="*/ 365404 h 646393"/>
                  <a:gd name="connsiteX6" fmla="*/ 722274 w 813949"/>
                  <a:gd name="connsiteY6" fmla="*/ 645200 h 646393"/>
                  <a:gd name="connsiteX7" fmla="*/ 406768 w 813949"/>
                  <a:gd name="connsiteY7" fmla="*/ 646393 h 646393"/>
                  <a:gd name="connsiteX8" fmla="*/ 405381 w 813949"/>
                  <a:gd name="connsiteY8" fmla="*/ 0 h 646393"/>
                  <a:gd name="connsiteX0" fmla="*/ 0 w 813949"/>
                  <a:gd name="connsiteY0" fmla="*/ 64152 h 646393"/>
                  <a:gd name="connsiteX1" fmla="*/ 220463 w 813949"/>
                  <a:gd name="connsiteY1" fmla="*/ 597782 h 646393"/>
                  <a:gd name="connsiteX2" fmla="*/ 278815 w 813949"/>
                  <a:gd name="connsiteY2" fmla="*/ 202638 h 646393"/>
                  <a:gd name="connsiteX3" fmla="*/ 278852 w 813949"/>
                  <a:gd name="connsiteY3" fmla="*/ 85404 h 646393"/>
                  <a:gd name="connsiteX4" fmla="*/ 722274 w 813949"/>
                  <a:gd name="connsiteY4" fmla="*/ 87989 h 646393"/>
                  <a:gd name="connsiteX5" fmla="*/ 813949 w 813949"/>
                  <a:gd name="connsiteY5" fmla="*/ 365404 h 646393"/>
                  <a:gd name="connsiteX6" fmla="*/ 722274 w 813949"/>
                  <a:gd name="connsiteY6" fmla="*/ 645200 h 646393"/>
                  <a:gd name="connsiteX7" fmla="*/ 406768 w 813949"/>
                  <a:gd name="connsiteY7" fmla="*/ 646393 h 646393"/>
                  <a:gd name="connsiteX8" fmla="*/ 405381 w 813949"/>
                  <a:gd name="connsiteY8" fmla="*/ 0 h 646393"/>
                  <a:gd name="connsiteX0" fmla="*/ 0 w 813949"/>
                  <a:gd name="connsiteY0" fmla="*/ 64152 h 646393"/>
                  <a:gd name="connsiteX1" fmla="*/ 220463 w 813949"/>
                  <a:gd name="connsiteY1" fmla="*/ 597782 h 646393"/>
                  <a:gd name="connsiteX2" fmla="*/ 278815 w 813949"/>
                  <a:gd name="connsiteY2" fmla="*/ 202638 h 646393"/>
                  <a:gd name="connsiteX3" fmla="*/ 278396 w 813949"/>
                  <a:gd name="connsiteY3" fmla="*/ 86334 h 646393"/>
                  <a:gd name="connsiteX4" fmla="*/ 722274 w 813949"/>
                  <a:gd name="connsiteY4" fmla="*/ 87989 h 646393"/>
                  <a:gd name="connsiteX5" fmla="*/ 813949 w 813949"/>
                  <a:gd name="connsiteY5" fmla="*/ 365404 h 646393"/>
                  <a:gd name="connsiteX6" fmla="*/ 722274 w 813949"/>
                  <a:gd name="connsiteY6" fmla="*/ 645200 h 646393"/>
                  <a:gd name="connsiteX7" fmla="*/ 406768 w 813949"/>
                  <a:gd name="connsiteY7" fmla="*/ 646393 h 646393"/>
                  <a:gd name="connsiteX8" fmla="*/ 405381 w 813949"/>
                  <a:gd name="connsiteY8" fmla="*/ 0 h 646393"/>
                  <a:gd name="connsiteX0" fmla="*/ 0 w 813949"/>
                  <a:gd name="connsiteY0" fmla="*/ 64152 h 646393"/>
                  <a:gd name="connsiteX1" fmla="*/ 220463 w 813949"/>
                  <a:gd name="connsiteY1" fmla="*/ 597782 h 646393"/>
                  <a:gd name="connsiteX2" fmla="*/ 278815 w 813949"/>
                  <a:gd name="connsiteY2" fmla="*/ 202638 h 646393"/>
                  <a:gd name="connsiteX3" fmla="*/ 278396 w 813949"/>
                  <a:gd name="connsiteY3" fmla="*/ 86334 h 646393"/>
                  <a:gd name="connsiteX4" fmla="*/ 720451 w 813949"/>
                  <a:gd name="connsiteY4" fmla="*/ 86594 h 646393"/>
                  <a:gd name="connsiteX5" fmla="*/ 813949 w 813949"/>
                  <a:gd name="connsiteY5" fmla="*/ 365404 h 646393"/>
                  <a:gd name="connsiteX6" fmla="*/ 722274 w 813949"/>
                  <a:gd name="connsiteY6" fmla="*/ 645200 h 646393"/>
                  <a:gd name="connsiteX7" fmla="*/ 406768 w 813949"/>
                  <a:gd name="connsiteY7" fmla="*/ 646393 h 646393"/>
                  <a:gd name="connsiteX8" fmla="*/ 405381 w 813949"/>
                  <a:gd name="connsiteY8" fmla="*/ 0 h 646393"/>
                  <a:gd name="connsiteX0" fmla="*/ 0 w 813949"/>
                  <a:gd name="connsiteY0" fmla="*/ 66476 h 648717"/>
                  <a:gd name="connsiteX1" fmla="*/ 220463 w 813949"/>
                  <a:gd name="connsiteY1" fmla="*/ 600106 h 648717"/>
                  <a:gd name="connsiteX2" fmla="*/ 278815 w 813949"/>
                  <a:gd name="connsiteY2" fmla="*/ 204962 h 648717"/>
                  <a:gd name="connsiteX3" fmla="*/ 278396 w 813949"/>
                  <a:gd name="connsiteY3" fmla="*/ 88658 h 648717"/>
                  <a:gd name="connsiteX4" fmla="*/ 720451 w 813949"/>
                  <a:gd name="connsiteY4" fmla="*/ 88918 h 648717"/>
                  <a:gd name="connsiteX5" fmla="*/ 813949 w 813949"/>
                  <a:gd name="connsiteY5" fmla="*/ 367728 h 648717"/>
                  <a:gd name="connsiteX6" fmla="*/ 722274 w 813949"/>
                  <a:gd name="connsiteY6" fmla="*/ 647524 h 648717"/>
                  <a:gd name="connsiteX7" fmla="*/ 406768 w 813949"/>
                  <a:gd name="connsiteY7" fmla="*/ 648717 h 648717"/>
                  <a:gd name="connsiteX8" fmla="*/ 406749 w 813949"/>
                  <a:gd name="connsiteY8" fmla="*/ 0 h 648717"/>
                  <a:gd name="connsiteX0" fmla="*/ 0 w 813949"/>
                  <a:gd name="connsiteY0" fmla="*/ 66476 h 648717"/>
                  <a:gd name="connsiteX1" fmla="*/ 220463 w 813949"/>
                  <a:gd name="connsiteY1" fmla="*/ 600106 h 648717"/>
                  <a:gd name="connsiteX2" fmla="*/ 278815 w 813949"/>
                  <a:gd name="connsiteY2" fmla="*/ 204962 h 648717"/>
                  <a:gd name="connsiteX3" fmla="*/ 278396 w 813949"/>
                  <a:gd name="connsiteY3" fmla="*/ 88658 h 648717"/>
                  <a:gd name="connsiteX4" fmla="*/ 720451 w 813949"/>
                  <a:gd name="connsiteY4" fmla="*/ 88918 h 648717"/>
                  <a:gd name="connsiteX5" fmla="*/ 813949 w 813949"/>
                  <a:gd name="connsiteY5" fmla="*/ 367728 h 648717"/>
                  <a:gd name="connsiteX6" fmla="*/ 722274 w 813949"/>
                  <a:gd name="connsiteY6" fmla="*/ 647524 h 648717"/>
                  <a:gd name="connsiteX7" fmla="*/ 406768 w 813949"/>
                  <a:gd name="connsiteY7" fmla="*/ 648717 h 648717"/>
                  <a:gd name="connsiteX8" fmla="*/ 405381 w 813949"/>
                  <a:gd name="connsiteY8" fmla="*/ 0 h 648717"/>
                  <a:gd name="connsiteX0" fmla="*/ 0 w 813949"/>
                  <a:gd name="connsiteY0" fmla="*/ 66011 h 648252"/>
                  <a:gd name="connsiteX1" fmla="*/ 220463 w 813949"/>
                  <a:gd name="connsiteY1" fmla="*/ 599641 h 648252"/>
                  <a:gd name="connsiteX2" fmla="*/ 278815 w 813949"/>
                  <a:gd name="connsiteY2" fmla="*/ 204497 h 648252"/>
                  <a:gd name="connsiteX3" fmla="*/ 278396 w 813949"/>
                  <a:gd name="connsiteY3" fmla="*/ 88193 h 648252"/>
                  <a:gd name="connsiteX4" fmla="*/ 720451 w 813949"/>
                  <a:gd name="connsiteY4" fmla="*/ 88453 h 648252"/>
                  <a:gd name="connsiteX5" fmla="*/ 813949 w 813949"/>
                  <a:gd name="connsiteY5" fmla="*/ 367263 h 648252"/>
                  <a:gd name="connsiteX6" fmla="*/ 722274 w 813949"/>
                  <a:gd name="connsiteY6" fmla="*/ 647059 h 648252"/>
                  <a:gd name="connsiteX7" fmla="*/ 406768 w 813949"/>
                  <a:gd name="connsiteY7" fmla="*/ 648252 h 648252"/>
                  <a:gd name="connsiteX8" fmla="*/ 406749 w 813949"/>
                  <a:gd name="connsiteY8" fmla="*/ 0 h 648252"/>
                  <a:gd name="connsiteX0" fmla="*/ 0 w 813949"/>
                  <a:gd name="connsiteY0" fmla="*/ 66011 h 648252"/>
                  <a:gd name="connsiteX1" fmla="*/ 336558 w 813949"/>
                  <a:gd name="connsiteY1" fmla="*/ 208560 h 648252"/>
                  <a:gd name="connsiteX2" fmla="*/ 278815 w 813949"/>
                  <a:gd name="connsiteY2" fmla="*/ 204497 h 648252"/>
                  <a:gd name="connsiteX3" fmla="*/ 278396 w 813949"/>
                  <a:gd name="connsiteY3" fmla="*/ 88193 h 648252"/>
                  <a:gd name="connsiteX4" fmla="*/ 720451 w 813949"/>
                  <a:gd name="connsiteY4" fmla="*/ 88453 h 648252"/>
                  <a:gd name="connsiteX5" fmla="*/ 813949 w 813949"/>
                  <a:gd name="connsiteY5" fmla="*/ 367263 h 648252"/>
                  <a:gd name="connsiteX6" fmla="*/ 722274 w 813949"/>
                  <a:gd name="connsiteY6" fmla="*/ 647059 h 648252"/>
                  <a:gd name="connsiteX7" fmla="*/ 406768 w 813949"/>
                  <a:gd name="connsiteY7" fmla="*/ 648252 h 648252"/>
                  <a:gd name="connsiteX8" fmla="*/ 406749 w 813949"/>
                  <a:gd name="connsiteY8" fmla="*/ 0 h 648252"/>
                  <a:gd name="connsiteX0" fmla="*/ 0 w 684482"/>
                  <a:gd name="connsiteY0" fmla="*/ 142244 h 648252"/>
                  <a:gd name="connsiteX1" fmla="*/ 207091 w 684482"/>
                  <a:gd name="connsiteY1" fmla="*/ 208560 h 648252"/>
                  <a:gd name="connsiteX2" fmla="*/ 149348 w 684482"/>
                  <a:gd name="connsiteY2" fmla="*/ 204497 h 648252"/>
                  <a:gd name="connsiteX3" fmla="*/ 148929 w 684482"/>
                  <a:gd name="connsiteY3" fmla="*/ 88193 h 648252"/>
                  <a:gd name="connsiteX4" fmla="*/ 590984 w 684482"/>
                  <a:gd name="connsiteY4" fmla="*/ 88453 h 648252"/>
                  <a:gd name="connsiteX5" fmla="*/ 684482 w 684482"/>
                  <a:gd name="connsiteY5" fmla="*/ 367263 h 648252"/>
                  <a:gd name="connsiteX6" fmla="*/ 592807 w 684482"/>
                  <a:gd name="connsiteY6" fmla="*/ 647059 h 648252"/>
                  <a:gd name="connsiteX7" fmla="*/ 277301 w 684482"/>
                  <a:gd name="connsiteY7" fmla="*/ 648252 h 648252"/>
                  <a:gd name="connsiteX8" fmla="*/ 277282 w 684482"/>
                  <a:gd name="connsiteY8" fmla="*/ 0 h 648252"/>
                  <a:gd name="connsiteX0" fmla="*/ 0 w 684482"/>
                  <a:gd name="connsiteY0" fmla="*/ 142244 h 648252"/>
                  <a:gd name="connsiteX1" fmla="*/ 208459 w 684482"/>
                  <a:gd name="connsiteY1" fmla="*/ 207165 h 648252"/>
                  <a:gd name="connsiteX2" fmla="*/ 149348 w 684482"/>
                  <a:gd name="connsiteY2" fmla="*/ 204497 h 648252"/>
                  <a:gd name="connsiteX3" fmla="*/ 148929 w 684482"/>
                  <a:gd name="connsiteY3" fmla="*/ 88193 h 648252"/>
                  <a:gd name="connsiteX4" fmla="*/ 590984 w 684482"/>
                  <a:gd name="connsiteY4" fmla="*/ 88453 h 648252"/>
                  <a:gd name="connsiteX5" fmla="*/ 684482 w 684482"/>
                  <a:gd name="connsiteY5" fmla="*/ 367263 h 648252"/>
                  <a:gd name="connsiteX6" fmla="*/ 592807 w 684482"/>
                  <a:gd name="connsiteY6" fmla="*/ 647059 h 648252"/>
                  <a:gd name="connsiteX7" fmla="*/ 277301 w 684482"/>
                  <a:gd name="connsiteY7" fmla="*/ 648252 h 648252"/>
                  <a:gd name="connsiteX8" fmla="*/ 277282 w 684482"/>
                  <a:gd name="connsiteY8" fmla="*/ 0 h 648252"/>
                  <a:gd name="connsiteX0" fmla="*/ 0 w 684482"/>
                  <a:gd name="connsiteY0" fmla="*/ 142244 h 648252"/>
                  <a:gd name="connsiteX1" fmla="*/ 208459 w 684482"/>
                  <a:gd name="connsiteY1" fmla="*/ 207165 h 648252"/>
                  <a:gd name="connsiteX2" fmla="*/ 149348 w 684482"/>
                  <a:gd name="connsiteY2" fmla="*/ 204497 h 648252"/>
                  <a:gd name="connsiteX3" fmla="*/ 148929 w 684482"/>
                  <a:gd name="connsiteY3" fmla="*/ 88193 h 648252"/>
                  <a:gd name="connsiteX4" fmla="*/ 590984 w 684482"/>
                  <a:gd name="connsiteY4" fmla="*/ 88453 h 648252"/>
                  <a:gd name="connsiteX5" fmla="*/ 684482 w 684482"/>
                  <a:gd name="connsiteY5" fmla="*/ 367263 h 648252"/>
                  <a:gd name="connsiteX6" fmla="*/ 592807 w 684482"/>
                  <a:gd name="connsiteY6" fmla="*/ 647059 h 648252"/>
                  <a:gd name="connsiteX7" fmla="*/ 277301 w 684482"/>
                  <a:gd name="connsiteY7" fmla="*/ 648252 h 648252"/>
                  <a:gd name="connsiteX8" fmla="*/ 277282 w 684482"/>
                  <a:gd name="connsiteY8" fmla="*/ 0 h 648252"/>
                  <a:gd name="connsiteX0" fmla="*/ 0 w 684482"/>
                  <a:gd name="connsiteY0" fmla="*/ 142244 h 648252"/>
                  <a:gd name="connsiteX1" fmla="*/ 208459 w 684482"/>
                  <a:gd name="connsiteY1" fmla="*/ 207165 h 648252"/>
                  <a:gd name="connsiteX2" fmla="*/ 149348 w 684482"/>
                  <a:gd name="connsiteY2" fmla="*/ 204497 h 648252"/>
                  <a:gd name="connsiteX3" fmla="*/ 148929 w 684482"/>
                  <a:gd name="connsiteY3" fmla="*/ 88193 h 648252"/>
                  <a:gd name="connsiteX4" fmla="*/ 590984 w 684482"/>
                  <a:gd name="connsiteY4" fmla="*/ 88453 h 648252"/>
                  <a:gd name="connsiteX5" fmla="*/ 684482 w 684482"/>
                  <a:gd name="connsiteY5" fmla="*/ 367263 h 648252"/>
                  <a:gd name="connsiteX6" fmla="*/ 592807 w 684482"/>
                  <a:gd name="connsiteY6" fmla="*/ 647059 h 648252"/>
                  <a:gd name="connsiteX7" fmla="*/ 277301 w 684482"/>
                  <a:gd name="connsiteY7" fmla="*/ 648252 h 648252"/>
                  <a:gd name="connsiteX8" fmla="*/ 277282 w 684482"/>
                  <a:gd name="connsiteY8" fmla="*/ 0 h 648252"/>
                  <a:gd name="connsiteX0" fmla="*/ 0 w 684482"/>
                  <a:gd name="connsiteY0" fmla="*/ 142244 h 648252"/>
                  <a:gd name="connsiteX1" fmla="*/ 109475 w 684482"/>
                  <a:gd name="connsiteY1" fmla="*/ 176579 h 648252"/>
                  <a:gd name="connsiteX2" fmla="*/ 208459 w 684482"/>
                  <a:gd name="connsiteY2" fmla="*/ 207165 h 648252"/>
                  <a:gd name="connsiteX3" fmla="*/ 149348 w 684482"/>
                  <a:gd name="connsiteY3" fmla="*/ 204497 h 648252"/>
                  <a:gd name="connsiteX4" fmla="*/ 148929 w 684482"/>
                  <a:gd name="connsiteY4" fmla="*/ 88193 h 648252"/>
                  <a:gd name="connsiteX5" fmla="*/ 590984 w 684482"/>
                  <a:gd name="connsiteY5" fmla="*/ 88453 h 648252"/>
                  <a:gd name="connsiteX6" fmla="*/ 684482 w 684482"/>
                  <a:gd name="connsiteY6" fmla="*/ 367263 h 648252"/>
                  <a:gd name="connsiteX7" fmla="*/ 592807 w 684482"/>
                  <a:gd name="connsiteY7" fmla="*/ 647059 h 648252"/>
                  <a:gd name="connsiteX8" fmla="*/ 277301 w 684482"/>
                  <a:gd name="connsiteY8" fmla="*/ 648252 h 648252"/>
                  <a:gd name="connsiteX9" fmla="*/ 277282 w 684482"/>
                  <a:gd name="connsiteY9" fmla="*/ 0 h 648252"/>
                  <a:gd name="connsiteX0" fmla="*/ 0 w 684482"/>
                  <a:gd name="connsiteY0" fmla="*/ 142244 h 648252"/>
                  <a:gd name="connsiteX1" fmla="*/ 207944 w 684482"/>
                  <a:gd name="connsiteY1" fmla="*/ 140787 h 648252"/>
                  <a:gd name="connsiteX2" fmla="*/ 208459 w 684482"/>
                  <a:gd name="connsiteY2" fmla="*/ 207165 h 648252"/>
                  <a:gd name="connsiteX3" fmla="*/ 149348 w 684482"/>
                  <a:gd name="connsiteY3" fmla="*/ 204497 h 648252"/>
                  <a:gd name="connsiteX4" fmla="*/ 148929 w 684482"/>
                  <a:gd name="connsiteY4" fmla="*/ 88193 h 648252"/>
                  <a:gd name="connsiteX5" fmla="*/ 590984 w 684482"/>
                  <a:gd name="connsiteY5" fmla="*/ 88453 h 648252"/>
                  <a:gd name="connsiteX6" fmla="*/ 684482 w 684482"/>
                  <a:gd name="connsiteY6" fmla="*/ 367263 h 648252"/>
                  <a:gd name="connsiteX7" fmla="*/ 592807 w 684482"/>
                  <a:gd name="connsiteY7" fmla="*/ 647059 h 648252"/>
                  <a:gd name="connsiteX8" fmla="*/ 277301 w 684482"/>
                  <a:gd name="connsiteY8" fmla="*/ 648252 h 648252"/>
                  <a:gd name="connsiteX9" fmla="*/ 277282 w 684482"/>
                  <a:gd name="connsiteY9" fmla="*/ 0 h 648252"/>
                  <a:gd name="connsiteX0" fmla="*/ 0 w 701349"/>
                  <a:gd name="connsiteY0" fmla="*/ 140850 h 648252"/>
                  <a:gd name="connsiteX1" fmla="*/ 224811 w 701349"/>
                  <a:gd name="connsiteY1" fmla="*/ 140787 h 648252"/>
                  <a:gd name="connsiteX2" fmla="*/ 225326 w 701349"/>
                  <a:gd name="connsiteY2" fmla="*/ 207165 h 648252"/>
                  <a:gd name="connsiteX3" fmla="*/ 166215 w 701349"/>
                  <a:gd name="connsiteY3" fmla="*/ 204497 h 648252"/>
                  <a:gd name="connsiteX4" fmla="*/ 165796 w 701349"/>
                  <a:gd name="connsiteY4" fmla="*/ 88193 h 648252"/>
                  <a:gd name="connsiteX5" fmla="*/ 607851 w 701349"/>
                  <a:gd name="connsiteY5" fmla="*/ 88453 h 648252"/>
                  <a:gd name="connsiteX6" fmla="*/ 701349 w 701349"/>
                  <a:gd name="connsiteY6" fmla="*/ 367263 h 648252"/>
                  <a:gd name="connsiteX7" fmla="*/ 609674 w 701349"/>
                  <a:gd name="connsiteY7" fmla="*/ 647059 h 648252"/>
                  <a:gd name="connsiteX8" fmla="*/ 294168 w 701349"/>
                  <a:gd name="connsiteY8" fmla="*/ 648252 h 648252"/>
                  <a:gd name="connsiteX9" fmla="*/ 294149 w 701349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7149 w 703172"/>
                  <a:gd name="connsiteY2" fmla="*/ 207165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168038 w 703172"/>
                  <a:gd name="connsiteY2" fmla="*/ 204497 h 648252"/>
                  <a:gd name="connsiteX3" fmla="*/ 167619 w 703172"/>
                  <a:gd name="connsiteY3" fmla="*/ 88193 h 648252"/>
                  <a:gd name="connsiteX4" fmla="*/ 609674 w 703172"/>
                  <a:gd name="connsiteY4" fmla="*/ 88453 h 648252"/>
                  <a:gd name="connsiteX5" fmla="*/ 703172 w 703172"/>
                  <a:gd name="connsiteY5" fmla="*/ 367263 h 648252"/>
                  <a:gd name="connsiteX6" fmla="*/ 611497 w 703172"/>
                  <a:gd name="connsiteY6" fmla="*/ 647059 h 648252"/>
                  <a:gd name="connsiteX7" fmla="*/ 295991 w 703172"/>
                  <a:gd name="connsiteY7" fmla="*/ 648252 h 648252"/>
                  <a:gd name="connsiteX8" fmla="*/ 295972 w 703172"/>
                  <a:gd name="connsiteY8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04296 w 703172"/>
                  <a:gd name="connsiteY2" fmla="*/ 186805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3539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3539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3539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7090 w 703172"/>
                  <a:gd name="connsiteY2" fmla="*/ 204934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7090 w 703172"/>
                  <a:gd name="connsiteY2" fmla="*/ 204934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5722 w 703172"/>
                  <a:gd name="connsiteY2" fmla="*/ 204469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5722 w 703172"/>
                  <a:gd name="connsiteY2" fmla="*/ 204469 h 648252"/>
                  <a:gd name="connsiteX3" fmla="*/ 167582 w 703172"/>
                  <a:gd name="connsiteY3" fmla="*/ 20403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5722 w 703172"/>
                  <a:gd name="connsiteY2" fmla="*/ 204469 h 648252"/>
                  <a:gd name="connsiteX3" fmla="*/ 167582 w 703172"/>
                  <a:gd name="connsiteY3" fmla="*/ 20403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5722 w 703172"/>
                  <a:gd name="connsiteY2" fmla="*/ 20446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5722 w 703172"/>
                  <a:gd name="connsiteY2" fmla="*/ 20446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5722 w 703172"/>
                  <a:gd name="connsiteY2" fmla="*/ 20446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5722 w 703172"/>
                  <a:gd name="connsiteY2" fmla="*/ 20446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178 w 703172"/>
                  <a:gd name="connsiteY2" fmla="*/ 20539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7546 w 703172"/>
                  <a:gd name="connsiteY2" fmla="*/ 204934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46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46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539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5399 h 648252"/>
                  <a:gd name="connsiteX3" fmla="*/ 167126 w 703172"/>
                  <a:gd name="connsiteY3" fmla="*/ 20635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539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5399 h 648252"/>
                  <a:gd name="connsiteX3" fmla="*/ 167126 w 703172"/>
                  <a:gd name="connsiteY3" fmla="*/ 20542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539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934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934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934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934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934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934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7188 w 703172"/>
                  <a:gd name="connsiteY9" fmla="*/ 0 h 648252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6214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8038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6670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859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8038 w 703172"/>
                  <a:gd name="connsiteY3" fmla="*/ 205929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8038 w 703172"/>
                  <a:gd name="connsiteY3" fmla="*/ 205929 h 649684"/>
                  <a:gd name="connsiteX4" fmla="*/ 168075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8038 w 703172"/>
                  <a:gd name="connsiteY3" fmla="*/ 205929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8038 w 703172"/>
                  <a:gd name="connsiteY3" fmla="*/ 205929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8038 w 703172"/>
                  <a:gd name="connsiteY3" fmla="*/ 205929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8038 w 703172"/>
                  <a:gd name="connsiteY3" fmla="*/ 205929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2437 h 650304"/>
                  <a:gd name="connsiteX1" fmla="*/ 226634 w 703172"/>
                  <a:gd name="connsiteY1" fmla="*/ 142839 h 650304"/>
                  <a:gd name="connsiteX2" fmla="*/ 226634 w 703172"/>
                  <a:gd name="connsiteY2" fmla="*/ 206986 h 650304"/>
                  <a:gd name="connsiteX3" fmla="*/ 168038 w 703172"/>
                  <a:gd name="connsiteY3" fmla="*/ 206549 h 650304"/>
                  <a:gd name="connsiteX4" fmla="*/ 167619 w 703172"/>
                  <a:gd name="connsiteY4" fmla="*/ 90245 h 650304"/>
                  <a:gd name="connsiteX5" fmla="*/ 609674 w 703172"/>
                  <a:gd name="connsiteY5" fmla="*/ 90505 h 650304"/>
                  <a:gd name="connsiteX6" fmla="*/ 703172 w 703172"/>
                  <a:gd name="connsiteY6" fmla="*/ 369315 h 650304"/>
                  <a:gd name="connsiteX7" fmla="*/ 611497 w 703172"/>
                  <a:gd name="connsiteY7" fmla="*/ 649111 h 650304"/>
                  <a:gd name="connsiteX8" fmla="*/ 295991 w 703172"/>
                  <a:gd name="connsiteY8" fmla="*/ 650304 h 650304"/>
                  <a:gd name="connsiteX9" fmla="*/ 295036 w 703172"/>
                  <a:gd name="connsiteY9" fmla="*/ 0 h 650304"/>
                  <a:gd name="connsiteX0" fmla="*/ 0 w 703172"/>
                  <a:gd name="connsiteY0" fmla="*/ 143677 h 651544"/>
                  <a:gd name="connsiteX1" fmla="*/ 226634 w 703172"/>
                  <a:gd name="connsiteY1" fmla="*/ 144079 h 651544"/>
                  <a:gd name="connsiteX2" fmla="*/ 226634 w 703172"/>
                  <a:gd name="connsiteY2" fmla="*/ 208226 h 651544"/>
                  <a:gd name="connsiteX3" fmla="*/ 168038 w 703172"/>
                  <a:gd name="connsiteY3" fmla="*/ 207789 h 651544"/>
                  <a:gd name="connsiteX4" fmla="*/ 167619 w 703172"/>
                  <a:gd name="connsiteY4" fmla="*/ 91485 h 651544"/>
                  <a:gd name="connsiteX5" fmla="*/ 609674 w 703172"/>
                  <a:gd name="connsiteY5" fmla="*/ 91745 h 651544"/>
                  <a:gd name="connsiteX6" fmla="*/ 703172 w 703172"/>
                  <a:gd name="connsiteY6" fmla="*/ 370555 h 651544"/>
                  <a:gd name="connsiteX7" fmla="*/ 611497 w 703172"/>
                  <a:gd name="connsiteY7" fmla="*/ 650351 h 651544"/>
                  <a:gd name="connsiteX8" fmla="*/ 295991 w 703172"/>
                  <a:gd name="connsiteY8" fmla="*/ 651544 h 651544"/>
                  <a:gd name="connsiteX9" fmla="*/ 295644 w 703172"/>
                  <a:gd name="connsiteY9" fmla="*/ 0 h 651544"/>
                  <a:gd name="connsiteX0" fmla="*/ 0 w 703172"/>
                  <a:gd name="connsiteY0" fmla="*/ 137882 h 645749"/>
                  <a:gd name="connsiteX1" fmla="*/ 226634 w 703172"/>
                  <a:gd name="connsiteY1" fmla="*/ 138284 h 645749"/>
                  <a:gd name="connsiteX2" fmla="*/ 226634 w 703172"/>
                  <a:gd name="connsiteY2" fmla="*/ 202431 h 645749"/>
                  <a:gd name="connsiteX3" fmla="*/ 168038 w 703172"/>
                  <a:gd name="connsiteY3" fmla="*/ 201994 h 645749"/>
                  <a:gd name="connsiteX4" fmla="*/ 167619 w 703172"/>
                  <a:gd name="connsiteY4" fmla="*/ 85690 h 645749"/>
                  <a:gd name="connsiteX5" fmla="*/ 609674 w 703172"/>
                  <a:gd name="connsiteY5" fmla="*/ 85950 h 645749"/>
                  <a:gd name="connsiteX6" fmla="*/ 703172 w 703172"/>
                  <a:gd name="connsiteY6" fmla="*/ 364760 h 645749"/>
                  <a:gd name="connsiteX7" fmla="*/ 611497 w 703172"/>
                  <a:gd name="connsiteY7" fmla="*/ 644556 h 645749"/>
                  <a:gd name="connsiteX8" fmla="*/ 295991 w 703172"/>
                  <a:gd name="connsiteY8" fmla="*/ 645749 h 645749"/>
                  <a:gd name="connsiteX9" fmla="*/ 296781 w 703172"/>
                  <a:gd name="connsiteY9" fmla="*/ 0 h 645749"/>
                  <a:gd name="connsiteX0" fmla="*/ 0 w 703172"/>
                  <a:gd name="connsiteY0" fmla="*/ 140977 h 648844"/>
                  <a:gd name="connsiteX1" fmla="*/ 226634 w 703172"/>
                  <a:gd name="connsiteY1" fmla="*/ 141379 h 648844"/>
                  <a:gd name="connsiteX2" fmla="*/ 226634 w 703172"/>
                  <a:gd name="connsiteY2" fmla="*/ 205526 h 648844"/>
                  <a:gd name="connsiteX3" fmla="*/ 168038 w 703172"/>
                  <a:gd name="connsiteY3" fmla="*/ 205089 h 648844"/>
                  <a:gd name="connsiteX4" fmla="*/ 167619 w 703172"/>
                  <a:gd name="connsiteY4" fmla="*/ 88785 h 648844"/>
                  <a:gd name="connsiteX5" fmla="*/ 609674 w 703172"/>
                  <a:gd name="connsiteY5" fmla="*/ 89045 h 648844"/>
                  <a:gd name="connsiteX6" fmla="*/ 703172 w 703172"/>
                  <a:gd name="connsiteY6" fmla="*/ 367855 h 648844"/>
                  <a:gd name="connsiteX7" fmla="*/ 611497 w 703172"/>
                  <a:gd name="connsiteY7" fmla="*/ 647651 h 648844"/>
                  <a:gd name="connsiteX8" fmla="*/ 295991 w 703172"/>
                  <a:gd name="connsiteY8" fmla="*/ 648844 h 648844"/>
                  <a:gd name="connsiteX9" fmla="*/ 295770 w 703172"/>
                  <a:gd name="connsiteY9" fmla="*/ 0 h 648844"/>
                  <a:gd name="connsiteX0" fmla="*/ 59015 w 535553"/>
                  <a:gd name="connsiteY0" fmla="*/ 141379 h 648844"/>
                  <a:gd name="connsiteX1" fmla="*/ 59015 w 535553"/>
                  <a:gd name="connsiteY1" fmla="*/ 205526 h 648844"/>
                  <a:gd name="connsiteX2" fmla="*/ 419 w 535553"/>
                  <a:gd name="connsiteY2" fmla="*/ 205089 h 648844"/>
                  <a:gd name="connsiteX3" fmla="*/ 0 w 535553"/>
                  <a:gd name="connsiteY3" fmla="*/ 88785 h 648844"/>
                  <a:gd name="connsiteX4" fmla="*/ 442055 w 535553"/>
                  <a:gd name="connsiteY4" fmla="*/ 89045 h 648844"/>
                  <a:gd name="connsiteX5" fmla="*/ 535553 w 535553"/>
                  <a:gd name="connsiteY5" fmla="*/ 367855 h 648844"/>
                  <a:gd name="connsiteX6" fmla="*/ 443878 w 535553"/>
                  <a:gd name="connsiteY6" fmla="*/ 647651 h 648844"/>
                  <a:gd name="connsiteX7" fmla="*/ 128372 w 535553"/>
                  <a:gd name="connsiteY7" fmla="*/ 648844 h 648844"/>
                  <a:gd name="connsiteX8" fmla="*/ 128151 w 535553"/>
                  <a:gd name="connsiteY8" fmla="*/ 0 h 648844"/>
                  <a:gd name="connsiteX0" fmla="*/ 59015 w 535553"/>
                  <a:gd name="connsiteY0" fmla="*/ 205526 h 648844"/>
                  <a:gd name="connsiteX1" fmla="*/ 419 w 535553"/>
                  <a:gd name="connsiteY1" fmla="*/ 205089 h 648844"/>
                  <a:gd name="connsiteX2" fmla="*/ 0 w 535553"/>
                  <a:gd name="connsiteY2" fmla="*/ 88785 h 648844"/>
                  <a:gd name="connsiteX3" fmla="*/ 442055 w 535553"/>
                  <a:gd name="connsiteY3" fmla="*/ 89045 h 648844"/>
                  <a:gd name="connsiteX4" fmla="*/ 535553 w 535553"/>
                  <a:gd name="connsiteY4" fmla="*/ 367855 h 648844"/>
                  <a:gd name="connsiteX5" fmla="*/ 443878 w 535553"/>
                  <a:gd name="connsiteY5" fmla="*/ 647651 h 648844"/>
                  <a:gd name="connsiteX6" fmla="*/ 128372 w 535553"/>
                  <a:gd name="connsiteY6" fmla="*/ 648844 h 648844"/>
                  <a:gd name="connsiteX7" fmla="*/ 128151 w 535553"/>
                  <a:gd name="connsiteY7" fmla="*/ 0 h 648844"/>
                  <a:gd name="connsiteX0" fmla="*/ 419 w 535553"/>
                  <a:gd name="connsiteY0" fmla="*/ 205089 h 648844"/>
                  <a:gd name="connsiteX1" fmla="*/ 0 w 535553"/>
                  <a:gd name="connsiteY1" fmla="*/ 88785 h 648844"/>
                  <a:gd name="connsiteX2" fmla="*/ 442055 w 535553"/>
                  <a:gd name="connsiteY2" fmla="*/ 89045 h 648844"/>
                  <a:gd name="connsiteX3" fmla="*/ 535553 w 535553"/>
                  <a:gd name="connsiteY3" fmla="*/ 367855 h 648844"/>
                  <a:gd name="connsiteX4" fmla="*/ 443878 w 535553"/>
                  <a:gd name="connsiteY4" fmla="*/ 647651 h 648844"/>
                  <a:gd name="connsiteX5" fmla="*/ 128372 w 535553"/>
                  <a:gd name="connsiteY5" fmla="*/ 648844 h 648844"/>
                  <a:gd name="connsiteX6" fmla="*/ 128151 w 535553"/>
                  <a:gd name="connsiteY6" fmla="*/ 0 h 648844"/>
                  <a:gd name="connsiteX0" fmla="*/ 0 w 535553"/>
                  <a:gd name="connsiteY0" fmla="*/ 88785 h 648844"/>
                  <a:gd name="connsiteX1" fmla="*/ 442055 w 535553"/>
                  <a:gd name="connsiteY1" fmla="*/ 89045 h 648844"/>
                  <a:gd name="connsiteX2" fmla="*/ 535553 w 535553"/>
                  <a:gd name="connsiteY2" fmla="*/ 367855 h 648844"/>
                  <a:gd name="connsiteX3" fmla="*/ 443878 w 535553"/>
                  <a:gd name="connsiteY3" fmla="*/ 647651 h 648844"/>
                  <a:gd name="connsiteX4" fmla="*/ 128372 w 535553"/>
                  <a:gd name="connsiteY4" fmla="*/ 648844 h 648844"/>
                  <a:gd name="connsiteX5" fmla="*/ 128151 w 535553"/>
                  <a:gd name="connsiteY5" fmla="*/ 0 h 648844"/>
                  <a:gd name="connsiteX0" fmla="*/ 0 w 646478"/>
                  <a:gd name="connsiteY0" fmla="*/ 87901 h 648844"/>
                  <a:gd name="connsiteX1" fmla="*/ 552980 w 646478"/>
                  <a:gd name="connsiteY1" fmla="*/ 89045 h 648844"/>
                  <a:gd name="connsiteX2" fmla="*/ 646478 w 646478"/>
                  <a:gd name="connsiteY2" fmla="*/ 367855 h 648844"/>
                  <a:gd name="connsiteX3" fmla="*/ 554803 w 646478"/>
                  <a:gd name="connsiteY3" fmla="*/ 647651 h 648844"/>
                  <a:gd name="connsiteX4" fmla="*/ 239297 w 646478"/>
                  <a:gd name="connsiteY4" fmla="*/ 648844 h 648844"/>
                  <a:gd name="connsiteX5" fmla="*/ 239076 w 646478"/>
                  <a:gd name="connsiteY5" fmla="*/ 0 h 648844"/>
                  <a:gd name="connsiteX0" fmla="*/ 0 w 646478"/>
                  <a:gd name="connsiteY0" fmla="*/ 115043 h 675986"/>
                  <a:gd name="connsiteX1" fmla="*/ 552980 w 646478"/>
                  <a:gd name="connsiteY1" fmla="*/ 116187 h 675986"/>
                  <a:gd name="connsiteX2" fmla="*/ 646478 w 646478"/>
                  <a:gd name="connsiteY2" fmla="*/ 394997 h 675986"/>
                  <a:gd name="connsiteX3" fmla="*/ 554803 w 646478"/>
                  <a:gd name="connsiteY3" fmla="*/ 674793 h 675986"/>
                  <a:gd name="connsiteX4" fmla="*/ 239297 w 646478"/>
                  <a:gd name="connsiteY4" fmla="*/ 675986 h 675986"/>
                  <a:gd name="connsiteX5" fmla="*/ 239173 w 646478"/>
                  <a:gd name="connsiteY5" fmla="*/ 55279 h 675986"/>
                  <a:gd name="connsiteX6" fmla="*/ 239076 w 646478"/>
                  <a:gd name="connsiteY6" fmla="*/ 27142 h 675986"/>
                  <a:gd name="connsiteX0" fmla="*/ 0 w 646478"/>
                  <a:gd name="connsiteY0" fmla="*/ 115043 h 675986"/>
                  <a:gd name="connsiteX1" fmla="*/ 552980 w 646478"/>
                  <a:gd name="connsiteY1" fmla="*/ 116187 h 675986"/>
                  <a:gd name="connsiteX2" fmla="*/ 646478 w 646478"/>
                  <a:gd name="connsiteY2" fmla="*/ 394997 h 675986"/>
                  <a:gd name="connsiteX3" fmla="*/ 554803 w 646478"/>
                  <a:gd name="connsiteY3" fmla="*/ 674793 h 675986"/>
                  <a:gd name="connsiteX4" fmla="*/ 239297 w 646478"/>
                  <a:gd name="connsiteY4" fmla="*/ 675986 h 675986"/>
                  <a:gd name="connsiteX5" fmla="*/ 239173 w 646478"/>
                  <a:gd name="connsiteY5" fmla="*/ 55279 h 675986"/>
                  <a:gd name="connsiteX6" fmla="*/ 239076 w 646478"/>
                  <a:gd name="connsiteY6" fmla="*/ 27142 h 675986"/>
                  <a:gd name="connsiteX0" fmla="*/ 0 w 646478"/>
                  <a:gd name="connsiteY0" fmla="*/ 115043 h 675986"/>
                  <a:gd name="connsiteX1" fmla="*/ 552980 w 646478"/>
                  <a:gd name="connsiteY1" fmla="*/ 116187 h 675986"/>
                  <a:gd name="connsiteX2" fmla="*/ 646478 w 646478"/>
                  <a:gd name="connsiteY2" fmla="*/ 394997 h 675986"/>
                  <a:gd name="connsiteX3" fmla="*/ 554803 w 646478"/>
                  <a:gd name="connsiteY3" fmla="*/ 674793 h 675986"/>
                  <a:gd name="connsiteX4" fmla="*/ 239297 w 646478"/>
                  <a:gd name="connsiteY4" fmla="*/ 675986 h 675986"/>
                  <a:gd name="connsiteX5" fmla="*/ 239173 w 646478"/>
                  <a:gd name="connsiteY5" fmla="*/ 55279 h 675986"/>
                  <a:gd name="connsiteX6" fmla="*/ 239076 w 646478"/>
                  <a:gd name="connsiteY6" fmla="*/ 27142 h 675986"/>
                  <a:gd name="connsiteX0" fmla="*/ 0 w 646478"/>
                  <a:gd name="connsiteY0" fmla="*/ 115043 h 675986"/>
                  <a:gd name="connsiteX1" fmla="*/ 552980 w 646478"/>
                  <a:gd name="connsiteY1" fmla="*/ 116187 h 675986"/>
                  <a:gd name="connsiteX2" fmla="*/ 646478 w 646478"/>
                  <a:gd name="connsiteY2" fmla="*/ 394997 h 675986"/>
                  <a:gd name="connsiteX3" fmla="*/ 554803 w 646478"/>
                  <a:gd name="connsiteY3" fmla="*/ 674793 h 675986"/>
                  <a:gd name="connsiteX4" fmla="*/ 239297 w 646478"/>
                  <a:gd name="connsiteY4" fmla="*/ 675986 h 675986"/>
                  <a:gd name="connsiteX5" fmla="*/ 239173 w 646478"/>
                  <a:gd name="connsiteY5" fmla="*/ 55279 h 675986"/>
                  <a:gd name="connsiteX6" fmla="*/ 239076 w 646478"/>
                  <a:gd name="connsiteY6" fmla="*/ 27142 h 675986"/>
                  <a:gd name="connsiteX0" fmla="*/ 0 w 963608"/>
                  <a:gd name="connsiteY0" fmla="*/ 107020 h 667963"/>
                  <a:gd name="connsiteX1" fmla="*/ 552980 w 963608"/>
                  <a:gd name="connsiteY1" fmla="*/ 108164 h 667963"/>
                  <a:gd name="connsiteX2" fmla="*/ 646478 w 963608"/>
                  <a:gd name="connsiteY2" fmla="*/ 386974 h 667963"/>
                  <a:gd name="connsiteX3" fmla="*/ 554803 w 963608"/>
                  <a:gd name="connsiteY3" fmla="*/ 666770 h 667963"/>
                  <a:gd name="connsiteX4" fmla="*/ 239297 w 963608"/>
                  <a:gd name="connsiteY4" fmla="*/ 667963 h 667963"/>
                  <a:gd name="connsiteX5" fmla="*/ 239173 w 963608"/>
                  <a:gd name="connsiteY5" fmla="*/ 47256 h 667963"/>
                  <a:gd name="connsiteX6" fmla="*/ 963608 w 963608"/>
                  <a:gd name="connsiteY6" fmla="*/ 46389 h 667963"/>
                  <a:gd name="connsiteX0" fmla="*/ 0 w 963608"/>
                  <a:gd name="connsiteY0" fmla="*/ 60631 h 621574"/>
                  <a:gd name="connsiteX1" fmla="*/ 552980 w 963608"/>
                  <a:gd name="connsiteY1" fmla="*/ 61775 h 621574"/>
                  <a:gd name="connsiteX2" fmla="*/ 646478 w 963608"/>
                  <a:gd name="connsiteY2" fmla="*/ 340585 h 621574"/>
                  <a:gd name="connsiteX3" fmla="*/ 554803 w 963608"/>
                  <a:gd name="connsiteY3" fmla="*/ 620381 h 621574"/>
                  <a:gd name="connsiteX4" fmla="*/ 239297 w 963608"/>
                  <a:gd name="connsiteY4" fmla="*/ 621574 h 621574"/>
                  <a:gd name="connsiteX5" fmla="*/ 239173 w 963608"/>
                  <a:gd name="connsiteY5" fmla="*/ 867 h 621574"/>
                  <a:gd name="connsiteX6" fmla="*/ 963608 w 963608"/>
                  <a:gd name="connsiteY6" fmla="*/ 0 h 621574"/>
                  <a:gd name="connsiteX0" fmla="*/ 0 w 963608"/>
                  <a:gd name="connsiteY0" fmla="*/ 60631 h 621574"/>
                  <a:gd name="connsiteX1" fmla="*/ 552980 w 963608"/>
                  <a:gd name="connsiteY1" fmla="*/ 61775 h 621574"/>
                  <a:gd name="connsiteX2" fmla="*/ 646478 w 963608"/>
                  <a:gd name="connsiteY2" fmla="*/ 340585 h 621574"/>
                  <a:gd name="connsiteX3" fmla="*/ 554803 w 963608"/>
                  <a:gd name="connsiteY3" fmla="*/ 620381 h 621574"/>
                  <a:gd name="connsiteX4" fmla="*/ 239297 w 963608"/>
                  <a:gd name="connsiteY4" fmla="*/ 621574 h 621574"/>
                  <a:gd name="connsiteX5" fmla="*/ 239173 w 963608"/>
                  <a:gd name="connsiteY5" fmla="*/ 867 h 621574"/>
                  <a:gd name="connsiteX6" fmla="*/ 963608 w 963608"/>
                  <a:gd name="connsiteY6" fmla="*/ 0 h 621574"/>
                  <a:gd name="connsiteX0" fmla="*/ 0 w 1017378"/>
                  <a:gd name="connsiteY0" fmla="*/ 61293 h 622236"/>
                  <a:gd name="connsiteX1" fmla="*/ 552980 w 1017378"/>
                  <a:gd name="connsiteY1" fmla="*/ 62437 h 622236"/>
                  <a:gd name="connsiteX2" fmla="*/ 646478 w 1017378"/>
                  <a:gd name="connsiteY2" fmla="*/ 341247 h 622236"/>
                  <a:gd name="connsiteX3" fmla="*/ 554803 w 1017378"/>
                  <a:gd name="connsiteY3" fmla="*/ 621043 h 622236"/>
                  <a:gd name="connsiteX4" fmla="*/ 239297 w 1017378"/>
                  <a:gd name="connsiteY4" fmla="*/ 622236 h 622236"/>
                  <a:gd name="connsiteX5" fmla="*/ 239173 w 1017378"/>
                  <a:gd name="connsiteY5" fmla="*/ 1529 h 622236"/>
                  <a:gd name="connsiteX6" fmla="*/ 963608 w 1017378"/>
                  <a:gd name="connsiteY6" fmla="*/ 662 h 622236"/>
                  <a:gd name="connsiteX7" fmla="*/ 963986 w 1017378"/>
                  <a:gd name="connsiteY7" fmla="*/ 0 h 622236"/>
                  <a:gd name="connsiteX0" fmla="*/ 0 w 1017951"/>
                  <a:gd name="connsiteY0" fmla="*/ 61293 h 622236"/>
                  <a:gd name="connsiteX1" fmla="*/ 552980 w 1017951"/>
                  <a:gd name="connsiteY1" fmla="*/ 62437 h 622236"/>
                  <a:gd name="connsiteX2" fmla="*/ 646478 w 1017951"/>
                  <a:gd name="connsiteY2" fmla="*/ 341247 h 622236"/>
                  <a:gd name="connsiteX3" fmla="*/ 554803 w 1017951"/>
                  <a:gd name="connsiteY3" fmla="*/ 621043 h 622236"/>
                  <a:gd name="connsiteX4" fmla="*/ 239297 w 1017951"/>
                  <a:gd name="connsiteY4" fmla="*/ 622236 h 622236"/>
                  <a:gd name="connsiteX5" fmla="*/ 239173 w 1017951"/>
                  <a:gd name="connsiteY5" fmla="*/ 1529 h 622236"/>
                  <a:gd name="connsiteX6" fmla="*/ 963608 w 1017951"/>
                  <a:gd name="connsiteY6" fmla="*/ 662 h 622236"/>
                  <a:gd name="connsiteX7" fmla="*/ 951098 w 1017951"/>
                  <a:gd name="connsiteY7" fmla="*/ 135789 h 622236"/>
                  <a:gd name="connsiteX8" fmla="*/ 963986 w 1017951"/>
                  <a:gd name="connsiteY8" fmla="*/ 0 h 622236"/>
                  <a:gd name="connsiteX0" fmla="*/ 0 w 1017951"/>
                  <a:gd name="connsiteY0" fmla="*/ 61293 h 622236"/>
                  <a:gd name="connsiteX1" fmla="*/ 552980 w 1017951"/>
                  <a:gd name="connsiteY1" fmla="*/ 62437 h 622236"/>
                  <a:gd name="connsiteX2" fmla="*/ 646478 w 1017951"/>
                  <a:gd name="connsiteY2" fmla="*/ 341247 h 622236"/>
                  <a:gd name="connsiteX3" fmla="*/ 554803 w 1017951"/>
                  <a:gd name="connsiteY3" fmla="*/ 621043 h 622236"/>
                  <a:gd name="connsiteX4" fmla="*/ 239297 w 1017951"/>
                  <a:gd name="connsiteY4" fmla="*/ 622236 h 622236"/>
                  <a:gd name="connsiteX5" fmla="*/ 239173 w 1017951"/>
                  <a:gd name="connsiteY5" fmla="*/ 1529 h 622236"/>
                  <a:gd name="connsiteX6" fmla="*/ 963608 w 1017951"/>
                  <a:gd name="connsiteY6" fmla="*/ 662 h 622236"/>
                  <a:gd name="connsiteX7" fmla="*/ 951098 w 1017951"/>
                  <a:gd name="connsiteY7" fmla="*/ 135789 h 622236"/>
                  <a:gd name="connsiteX8" fmla="*/ 966134 w 1017951"/>
                  <a:gd name="connsiteY8" fmla="*/ 77750 h 622236"/>
                  <a:gd name="connsiteX9" fmla="*/ 963986 w 1017951"/>
                  <a:gd name="connsiteY9" fmla="*/ 0 h 622236"/>
                  <a:gd name="connsiteX0" fmla="*/ 0 w 1017951"/>
                  <a:gd name="connsiteY0" fmla="*/ 61293 h 622236"/>
                  <a:gd name="connsiteX1" fmla="*/ 552980 w 1017951"/>
                  <a:gd name="connsiteY1" fmla="*/ 62437 h 622236"/>
                  <a:gd name="connsiteX2" fmla="*/ 646478 w 1017951"/>
                  <a:gd name="connsiteY2" fmla="*/ 341247 h 622236"/>
                  <a:gd name="connsiteX3" fmla="*/ 554803 w 1017951"/>
                  <a:gd name="connsiteY3" fmla="*/ 621043 h 622236"/>
                  <a:gd name="connsiteX4" fmla="*/ 239297 w 1017951"/>
                  <a:gd name="connsiteY4" fmla="*/ 622236 h 622236"/>
                  <a:gd name="connsiteX5" fmla="*/ 239173 w 1017951"/>
                  <a:gd name="connsiteY5" fmla="*/ 1529 h 622236"/>
                  <a:gd name="connsiteX6" fmla="*/ 963608 w 1017951"/>
                  <a:gd name="connsiteY6" fmla="*/ 662 h 622236"/>
                  <a:gd name="connsiteX7" fmla="*/ 951098 w 1017951"/>
                  <a:gd name="connsiteY7" fmla="*/ 135789 h 622236"/>
                  <a:gd name="connsiteX8" fmla="*/ 866257 w 1017951"/>
                  <a:gd name="connsiteY8" fmla="*/ 165356 h 622236"/>
                  <a:gd name="connsiteX9" fmla="*/ 963986 w 1017951"/>
                  <a:gd name="connsiteY9" fmla="*/ 0 h 622236"/>
                  <a:gd name="connsiteX0" fmla="*/ 0 w 1017951"/>
                  <a:gd name="connsiteY0" fmla="*/ 60632 h 621575"/>
                  <a:gd name="connsiteX1" fmla="*/ 552980 w 1017951"/>
                  <a:gd name="connsiteY1" fmla="*/ 61776 h 621575"/>
                  <a:gd name="connsiteX2" fmla="*/ 646478 w 1017951"/>
                  <a:gd name="connsiteY2" fmla="*/ 340586 h 621575"/>
                  <a:gd name="connsiteX3" fmla="*/ 554803 w 1017951"/>
                  <a:gd name="connsiteY3" fmla="*/ 620382 h 621575"/>
                  <a:gd name="connsiteX4" fmla="*/ 239297 w 1017951"/>
                  <a:gd name="connsiteY4" fmla="*/ 621575 h 621575"/>
                  <a:gd name="connsiteX5" fmla="*/ 239173 w 1017951"/>
                  <a:gd name="connsiteY5" fmla="*/ 868 h 621575"/>
                  <a:gd name="connsiteX6" fmla="*/ 963608 w 1017951"/>
                  <a:gd name="connsiteY6" fmla="*/ 1 h 621575"/>
                  <a:gd name="connsiteX7" fmla="*/ 951098 w 1017951"/>
                  <a:gd name="connsiteY7" fmla="*/ 135128 h 621575"/>
                  <a:gd name="connsiteX8" fmla="*/ 866257 w 1017951"/>
                  <a:gd name="connsiteY8" fmla="*/ 164695 h 621575"/>
                  <a:gd name="connsiteX9" fmla="*/ 844778 w 1017951"/>
                  <a:gd name="connsiteY9" fmla="*/ 94610 h 621575"/>
                  <a:gd name="connsiteX0" fmla="*/ 0 w 1021401"/>
                  <a:gd name="connsiteY0" fmla="*/ 60632 h 621575"/>
                  <a:gd name="connsiteX1" fmla="*/ 552980 w 1021401"/>
                  <a:gd name="connsiteY1" fmla="*/ 61776 h 621575"/>
                  <a:gd name="connsiteX2" fmla="*/ 646478 w 1021401"/>
                  <a:gd name="connsiteY2" fmla="*/ 340586 h 621575"/>
                  <a:gd name="connsiteX3" fmla="*/ 554803 w 1021401"/>
                  <a:gd name="connsiteY3" fmla="*/ 620382 h 621575"/>
                  <a:gd name="connsiteX4" fmla="*/ 239297 w 1021401"/>
                  <a:gd name="connsiteY4" fmla="*/ 621575 h 621575"/>
                  <a:gd name="connsiteX5" fmla="*/ 239173 w 1021401"/>
                  <a:gd name="connsiteY5" fmla="*/ 868 h 621575"/>
                  <a:gd name="connsiteX6" fmla="*/ 963608 w 1021401"/>
                  <a:gd name="connsiteY6" fmla="*/ 1 h 621575"/>
                  <a:gd name="connsiteX7" fmla="*/ 965060 w 1021401"/>
                  <a:gd name="connsiteY7" fmla="*/ 63948 h 621575"/>
                  <a:gd name="connsiteX8" fmla="*/ 866257 w 1021401"/>
                  <a:gd name="connsiteY8" fmla="*/ 164695 h 621575"/>
                  <a:gd name="connsiteX9" fmla="*/ 844778 w 1021401"/>
                  <a:gd name="connsiteY9" fmla="*/ 94610 h 621575"/>
                  <a:gd name="connsiteX0" fmla="*/ 0 w 1021401"/>
                  <a:gd name="connsiteY0" fmla="*/ 60632 h 621575"/>
                  <a:gd name="connsiteX1" fmla="*/ 552980 w 1021401"/>
                  <a:gd name="connsiteY1" fmla="*/ 61776 h 621575"/>
                  <a:gd name="connsiteX2" fmla="*/ 646478 w 1021401"/>
                  <a:gd name="connsiteY2" fmla="*/ 340586 h 621575"/>
                  <a:gd name="connsiteX3" fmla="*/ 554803 w 1021401"/>
                  <a:gd name="connsiteY3" fmla="*/ 620382 h 621575"/>
                  <a:gd name="connsiteX4" fmla="*/ 239297 w 1021401"/>
                  <a:gd name="connsiteY4" fmla="*/ 621575 h 621575"/>
                  <a:gd name="connsiteX5" fmla="*/ 239173 w 1021401"/>
                  <a:gd name="connsiteY5" fmla="*/ 868 h 621575"/>
                  <a:gd name="connsiteX6" fmla="*/ 963608 w 1021401"/>
                  <a:gd name="connsiteY6" fmla="*/ 1 h 621575"/>
                  <a:gd name="connsiteX7" fmla="*/ 965060 w 1021401"/>
                  <a:gd name="connsiteY7" fmla="*/ 63948 h 621575"/>
                  <a:gd name="connsiteX8" fmla="*/ 907067 w 1021401"/>
                  <a:gd name="connsiteY8" fmla="*/ 65043 h 621575"/>
                  <a:gd name="connsiteX9" fmla="*/ 844778 w 1021401"/>
                  <a:gd name="connsiteY9" fmla="*/ 94610 h 621575"/>
                  <a:gd name="connsiteX0" fmla="*/ 0 w 1021401"/>
                  <a:gd name="connsiteY0" fmla="*/ 134663 h 695606"/>
                  <a:gd name="connsiteX1" fmla="*/ 552980 w 1021401"/>
                  <a:gd name="connsiteY1" fmla="*/ 135807 h 695606"/>
                  <a:gd name="connsiteX2" fmla="*/ 646478 w 1021401"/>
                  <a:gd name="connsiteY2" fmla="*/ 414617 h 695606"/>
                  <a:gd name="connsiteX3" fmla="*/ 554803 w 1021401"/>
                  <a:gd name="connsiteY3" fmla="*/ 694413 h 695606"/>
                  <a:gd name="connsiteX4" fmla="*/ 239297 w 1021401"/>
                  <a:gd name="connsiteY4" fmla="*/ 695606 h 695606"/>
                  <a:gd name="connsiteX5" fmla="*/ 239173 w 1021401"/>
                  <a:gd name="connsiteY5" fmla="*/ 74899 h 695606"/>
                  <a:gd name="connsiteX6" fmla="*/ 963608 w 1021401"/>
                  <a:gd name="connsiteY6" fmla="*/ 74032 h 695606"/>
                  <a:gd name="connsiteX7" fmla="*/ 965060 w 1021401"/>
                  <a:gd name="connsiteY7" fmla="*/ 137979 h 695606"/>
                  <a:gd name="connsiteX8" fmla="*/ 907067 w 1021401"/>
                  <a:gd name="connsiteY8" fmla="*/ 139074 h 695606"/>
                  <a:gd name="connsiteX9" fmla="*/ 905993 w 1021401"/>
                  <a:gd name="connsiteY9" fmla="*/ 0 h 695606"/>
                  <a:gd name="connsiteX0" fmla="*/ 0 w 1021401"/>
                  <a:gd name="connsiteY0" fmla="*/ 133568 h 694511"/>
                  <a:gd name="connsiteX1" fmla="*/ 552980 w 1021401"/>
                  <a:gd name="connsiteY1" fmla="*/ 134712 h 694511"/>
                  <a:gd name="connsiteX2" fmla="*/ 646478 w 1021401"/>
                  <a:gd name="connsiteY2" fmla="*/ 413522 h 694511"/>
                  <a:gd name="connsiteX3" fmla="*/ 554803 w 1021401"/>
                  <a:gd name="connsiteY3" fmla="*/ 693318 h 694511"/>
                  <a:gd name="connsiteX4" fmla="*/ 239297 w 1021401"/>
                  <a:gd name="connsiteY4" fmla="*/ 694511 h 694511"/>
                  <a:gd name="connsiteX5" fmla="*/ 239173 w 1021401"/>
                  <a:gd name="connsiteY5" fmla="*/ 73804 h 694511"/>
                  <a:gd name="connsiteX6" fmla="*/ 963608 w 1021401"/>
                  <a:gd name="connsiteY6" fmla="*/ 72937 h 694511"/>
                  <a:gd name="connsiteX7" fmla="*/ 965060 w 1021401"/>
                  <a:gd name="connsiteY7" fmla="*/ 136884 h 694511"/>
                  <a:gd name="connsiteX8" fmla="*/ 907067 w 1021401"/>
                  <a:gd name="connsiteY8" fmla="*/ 137979 h 694511"/>
                  <a:gd name="connsiteX9" fmla="*/ 907067 w 1021401"/>
                  <a:gd name="connsiteY9" fmla="*/ 0 h 694511"/>
                  <a:gd name="connsiteX0" fmla="*/ 0 w 1021401"/>
                  <a:gd name="connsiteY0" fmla="*/ 133568 h 694511"/>
                  <a:gd name="connsiteX1" fmla="*/ 552980 w 1021401"/>
                  <a:gd name="connsiteY1" fmla="*/ 134712 h 694511"/>
                  <a:gd name="connsiteX2" fmla="*/ 646478 w 1021401"/>
                  <a:gd name="connsiteY2" fmla="*/ 413522 h 694511"/>
                  <a:gd name="connsiteX3" fmla="*/ 554803 w 1021401"/>
                  <a:gd name="connsiteY3" fmla="*/ 693318 h 694511"/>
                  <a:gd name="connsiteX4" fmla="*/ 239297 w 1021401"/>
                  <a:gd name="connsiteY4" fmla="*/ 694511 h 694511"/>
                  <a:gd name="connsiteX5" fmla="*/ 239173 w 1021401"/>
                  <a:gd name="connsiteY5" fmla="*/ 73804 h 694511"/>
                  <a:gd name="connsiteX6" fmla="*/ 963608 w 1021401"/>
                  <a:gd name="connsiteY6" fmla="*/ 72937 h 694511"/>
                  <a:gd name="connsiteX7" fmla="*/ 965060 w 1021401"/>
                  <a:gd name="connsiteY7" fmla="*/ 136884 h 694511"/>
                  <a:gd name="connsiteX8" fmla="*/ 907067 w 1021401"/>
                  <a:gd name="connsiteY8" fmla="*/ 137979 h 694511"/>
                  <a:gd name="connsiteX9" fmla="*/ 907067 w 1021401"/>
                  <a:gd name="connsiteY9" fmla="*/ 0 h 694511"/>
                  <a:gd name="connsiteX0" fmla="*/ 0 w 1021401"/>
                  <a:gd name="connsiteY0" fmla="*/ 133568 h 694511"/>
                  <a:gd name="connsiteX1" fmla="*/ 552980 w 1021401"/>
                  <a:gd name="connsiteY1" fmla="*/ 134712 h 694511"/>
                  <a:gd name="connsiteX2" fmla="*/ 646478 w 1021401"/>
                  <a:gd name="connsiteY2" fmla="*/ 413522 h 694511"/>
                  <a:gd name="connsiteX3" fmla="*/ 554803 w 1021401"/>
                  <a:gd name="connsiteY3" fmla="*/ 693318 h 694511"/>
                  <a:gd name="connsiteX4" fmla="*/ 239297 w 1021401"/>
                  <a:gd name="connsiteY4" fmla="*/ 694511 h 694511"/>
                  <a:gd name="connsiteX5" fmla="*/ 239173 w 1021401"/>
                  <a:gd name="connsiteY5" fmla="*/ 73804 h 694511"/>
                  <a:gd name="connsiteX6" fmla="*/ 963608 w 1021401"/>
                  <a:gd name="connsiteY6" fmla="*/ 72937 h 694511"/>
                  <a:gd name="connsiteX7" fmla="*/ 965060 w 1021401"/>
                  <a:gd name="connsiteY7" fmla="*/ 136884 h 694511"/>
                  <a:gd name="connsiteX8" fmla="*/ 907067 w 1021401"/>
                  <a:gd name="connsiteY8" fmla="*/ 137979 h 694511"/>
                  <a:gd name="connsiteX9" fmla="*/ 907067 w 1021401"/>
                  <a:gd name="connsiteY9" fmla="*/ 0 h 694511"/>
                  <a:gd name="connsiteX0" fmla="*/ 0 w 1021401"/>
                  <a:gd name="connsiteY0" fmla="*/ 133568 h 694511"/>
                  <a:gd name="connsiteX1" fmla="*/ 552980 w 1021401"/>
                  <a:gd name="connsiteY1" fmla="*/ 134712 h 694511"/>
                  <a:gd name="connsiteX2" fmla="*/ 646478 w 1021401"/>
                  <a:gd name="connsiteY2" fmla="*/ 413522 h 694511"/>
                  <a:gd name="connsiteX3" fmla="*/ 554803 w 1021401"/>
                  <a:gd name="connsiteY3" fmla="*/ 693318 h 694511"/>
                  <a:gd name="connsiteX4" fmla="*/ 239297 w 1021401"/>
                  <a:gd name="connsiteY4" fmla="*/ 694511 h 694511"/>
                  <a:gd name="connsiteX5" fmla="*/ 239173 w 1021401"/>
                  <a:gd name="connsiteY5" fmla="*/ 73804 h 694511"/>
                  <a:gd name="connsiteX6" fmla="*/ 963608 w 1021401"/>
                  <a:gd name="connsiteY6" fmla="*/ 72937 h 694511"/>
                  <a:gd name="connsiteX7" fmla="*/ 965060 w 1021401"/>
                  <a:gd name="connsiteY7" fmla="*/ 136884 h 694511"/>
                  <a:gd name="connsiteX8" fmla="*/ 907067 w 1021401"/>
                  <a:gd name="connsiteY8" fmla="*/ 137979 h 694511"/>
                  <a:gd name="connsiteX9" fmla="*/ 907067 w 1021401"/>
                  <a:gd name="connsiteY9" fmla="*/ 0 h 694511"/>
                  <a:gd name="connsiteX0" fmla="*/ 0 w 1021401"/>
                  <a:gd name="connsiteY0" fmla="*/ 133568 h 694511"/>
                  <a:gd name="connsiteX1" fmla="*/ 552980 w 1021401"/>
                  <a:gd name="connsiteY1" fmla="*/ 134712 h 694511"/>
                  <a:gd name="connsiteX2" fmla="*/ 646478 w 1021401"/>
                  <a:gd name="connsiteY2" fmla="*/ 413522 h 694511"/>
                  <a:gd name="connsiteX3" fmla="*/ 554803 w 1021401"/>
                  <a:gd name="connsiteY3" fmla="*/ 693318 h 694511"/>
                  <a:gd name="connsiteX4" fmla="*/ 239297 w 1021401"/>
                  <a:gd name="connsiteY4" fmla="*/ 694511 h 694511"/>
                  <a:gd name="connsiteX5" fmla="*/ 239173 w 1021401"/>
                  <a:gd name="connsiteY5" fmla="*/ 73804 h 694511"/>
                  <a:gd name="connsiteX6" fmla="*/ 963608 w 1021401"/>
                  <a:gd name="connsiteY6" fmla="*/ 72937 h 694511"/>
                  <a:gd name="connsiteX7" fmla="*/ 965060 w 1021401"/>
                  <a:gd name="connsiteY7" fmla="*/ 136884 h 694511"/>
                  <a:gd name="connsiteX8" fmla="*/ 907067 w 1021401"/>
                  <a:gd name="connsiteY8" fmla="*/ 138693 h 694511"/>
                  <a:gd name="connsiteX9" fmla="*/ 907067 w 1021401"/>
                  <a:gd name="connsiteY9" fmla="*/ 0 h 694511"/>
                  <a:gd name="connsiteX0" fmla="*/ 0 w 1021401"/>
                  <a:gd name="connsiteY0" fmla="*/ 133568 h 694511"/>
                  <a:gd name="connsiteX1" fmla="*/ 552980 w 1021401"/>
                  <a:gd name="connsiteY1" fmla="*/ 134712 h 694511"/>
                  <a:gd name="connsiteX2" fmla="*/ 646478 w 1021401"/>
                  <a:gd name="connsiteY2" fmla="*/ 413522 h 694511"/>
                  <a:gd name="connsiteX3" fmla="*/ 554803 w 1021401"/>
                  <a:gd name="connsiteY3" fmla="*/ 693318 h 694511"/>
                  <a:gd name="connsiteX4" fmla="*/ 239297 w 1021401"/>
                  <a:gd name="connsiteY4" fmla="*/ 694511 h 694511"/>
                  <a:gd name="connsiteX5" fmla="*/ 239173 w 1021401"/>
                  <a:gd name="connsiteY5" fmla="*/ 73804 h 694511"/>
                  <a:gd name="connsiteX6" fmla="*/ 963608 w 1021401"/>
                  <a:gd name="connsiteY6" fmla="*/ 72937 h 694511"/>
                  <a:gd name="connsiteX7" fmla="*/ 965060 w 1021401"/>
                  <a:gd name="connsiteY7" fmla="*/ 136884 h 694511"/>
                  <a:gd name="connsiteX8" fmla="*/ 907067 w 1021401"/>
                  <a:gd name="connsiteY8" fmla="*/ 138693 h 694511"/>
                  <a:gd name="connsiteX9" fmla="*/ 907067 w 1021401"/>
                  <a:gd name="connsiteY9" fmla="*/ 0 h 694511"/>
                  <a:gd name="connsiteX0" fmla="*/ 0 w 1021585"/>
                  <a:gd name="connsiteY0" fmla="*/ 133568 h 694511"/>
                  <a:gd name="connsiteX1" fmla="*/ 552980 w 1021585"/>
                  <a:gd name="connsiteY1" fmla="*/ 134712 h 694511"/>
                  <a:gd name="connsiteX2" fmla="*/ 646478 w 1021585"/>
                  <a:gd name="connsiteY2" fmla="*/ 413522 h 694511"/>
                  <a:gd name="connsiteX3" fmla="*/ 554803 w 1021585"/>
                  <a:gd name="connsiteY3" fmla="*/ 693318 h 694511"/>
                  <a:gd name="connsiteX4" fmla="*/ 239297 w 1021585"/>
                  <a:gd name="connsiteY4" fmla="*/ 694511 h 694511"/>
                  <a:gd name="connsiteX5" fmla="*/ 239173 w 1021585"/>
                  <a:gd name="connsiteY5" fmla="*/ 73804 h 694511"/>
                  <a:gd name="connsiteX6" fmla="*/ 963608 w 1021585"/>
                  <a:gd name="connsiteY6" fmla="*/ 72937 h 694511"/>
                  <a:gd name="connsiteX7" fmla="*/ 965760 w 1021585"/>
                  <a:gd name="connsiteY7" fmla="*/ 146166 h 694511"/>
                  <a:gd name="connsiteX8" fmla="*/ 907067 w 1021585"/>
                  <a:gd name="connsiteY8" fmla="*/ 138693 h 694511"/>
                  <a:gd name="connsiteX9" fmla="*/ 907067 w 1021585"/>
                  <a:gd name="connsiteY9" fmla="*/ 0 h 694511"/>
                  <a:gd name="connsiteX0" fmla="*/ 0 w 1021771"/>
                  <a:gd name="connsiteY0" fmla="*/ 133568 h 694511"/>
                  <a:gd name="connsiteX1" fmla="*/ 552980 w 1021771"/>
                  <a:gd name="connsiteY1" fmla="*/ 134712 h 694511"/>
                  <a:gd name="connsiteX2" fmla="*/ 646478 w 1021771"/>
                  <a:gd name="connsiteY2" fmla="*/ 413522 h 694511"/>
                  <a:gd name="connsiteX3" fmla="*/ 554803 w 1021771"/>
                  <a:gd name="connsiteY3" fmla="*/ 693318 h 694511"/>
                  <a:gd name="connsiteX4" fmla="*/ 239297 w 1021771"/>
                  <a:gd name="connsiteY4" fmla="*/ 694511 h 694511"/>
                  <a:gd name="connsiteX5" fmla="*/ 239173 w 1021771"/>
                  <a:gd name="connsiteY5" fmla="*/ 73804 h 694511"/>
                  <a:gd name="connsiteX6" fmla="*/ 963608 w 1021771"/>
                  <a:gd name="connsiteY6" fmla="*/ 72937 h 694511"/>
                  <a:gd name="connsiteX7" fmla="*/ 966461 w 1021771"/>
                  <a:gd name="connsiteY7" fmla="*/ 136884 h 694511"/>
                  <a:gd name="connsiteX8" fmla="*/ 907067 w 1021771"/>
                  <a:gd name="connsiteY8" fmla="*/ 138693 h 694511"/>
                  <a:gd name="connsiteX9" fmla="*/ 907067 w 1021771"/>
                  <a:gd name="connsiteY9" fmla="*/ 0 h 694511"/>
                  <a:gd name="connsiteX0" fmla="*/ 0 w 966461"/>
                  <a:gd name="connsiteY0" fmla="*/ 133568 h 694511"/>
                  <a:gd name="connsiteX1" fmla="*/ 552980 w 966461"/>
                  <a:gd name="connsiteY1" fmla="*/ 134712 h 694511"/>
                  <a:gd name="connsiteX2" fmla="*/ 646478 w 966461"/>
                  <a:gd name="connsiteY2" fmla="*/ 413522 h 694511"/>
                  <a:gd name="connsiteX3" fmla="*/ 554803 w 966461"/>
                  <a:gd name="connsiteY3" fmla="*/ 693318 h 694511"/>
                  <a:gd name="connsiteX4" fmla="*/ 239297 w 966461"/>
                  <a:gd name="connsiteY4" fmla="*/ 694511 h 694511"/>
                  <a:gd name="connsiteX5" fmla="*/ 239173 w 966461"/>
                  <a:gd name="connsiteY5" fmla="*/ 73804 h 694511"/>
                  <a:gd name="connsiteX6" fmla="*/ 963608 w 966461"/>
                  <a:gd name="connsiteY6" fmla="*/ 72937 h 694511"/>
                  <a:gd name="connsiteX7" fmla="*/ 966461 w 966461"/>
                  <a:gd name="connsiteY7" fmla="*/ 136884 h 694511"/>
                  <a:gd name="connsiteX8" fmla="*/ 907067 w 966461"/>
                  <a:gd name="connsiteY8" fmla="*/ 138693 h 694511"/>
                  <a:gd name="connsiteX9" fmla="*/ 907067 w 966461"/>
                  <a:gd name="connsiteY9" fmla="*/ 0 h 694511"/>
                  <a:gd name="connsiteX0" fmla="*/ 0 w 967328"/>
                  <a:gd name="connsiteY0" fmla="*/ 133568 h 694511"/>
                  <a:gd name="connsiteX1" fmla="*/ 552980 w 967328"/>
                  <a:gd name="connsiteY1" fmla="*/ 134712 h 694511"/>
                  <a:gd name="connsiteX2" fmla="*/ 646478 w 967328"/>
                  <a:gd name="connsiteY2" fmla="*/ 413522 h 694511"/>
                  <a:gd name="connsiteX3" fmla="*/ 554803 w 967328"/>
                  <a:gd name="connsiteY3" fmla="*/ 693318 h 694511"/>
                  <a:gd name="connsiteX4" fmla="*/ 239297 w 967328"/>
                  <a:gd name="connsiteY4" fmla="*/ 694511 h 694511"/>
                  <a:gd name="connsiteX5" fmla="*/ 239173 w 967328"/>
                  <a:gd name="connsiteY5" fmla="*/ 73804 h 694511"/>
                  <a:gd name="connsiteX6" fmla="*/ 965709 w 967328"/>
                  <a:gd name="connsiteY6" fmla="*/ 72937 h 694511"/>
                  <a:gd name="connsiteX7" fmla="*/ 966461 w 967328"/>
                  <a:gd name="connsiteY7" fmla="*/ 136884 h 694511"/>
                  <a:gd name="connsiteX8" fmla="*/ 907067 w 967328"/>
                  <a:gd name="connsiteY8" fmla="*/ 138693 h 694511"/>
                  <a:gd name="connsiteX9" fmla="*/ 907067 w 967328"/>
                  <a:gd name="connsiteY9" fmla="*/ 0 h 694511"/>
                  <a:gd name="connsiteX0" fmla="*/ 0 w 966461"/>
                  <a:gd name="connsiteY0" fmla="*/ 133568 h 694511"/>
                  <a:gd name="connsiteX1" fmla="*/ 552980 w 966461"/>
                  <a:gd name="connsiteY1" fmla="*/ 134712 h 694511"/>
                  <a:gd name="connsiteX2" fmla="*/ 646478 w 966461"/>
                  <a:gd name="connsiteY2" fmla="*/ 413522 h 694511"/>
                  <a:gd name="connsiteX3" fmla="*/ 554803 w 966461"/>
                  <a:gd name="connsiteY3" fmla="*/ 693318 h 694511"/>
                  <a:gd name="connsiteX4" fmla="*/ 239297 w 966461"/>
                  <a:gd name="connsiteY4" fmla="*/ 694511 h 694511"/>
                  <a:gd name="connsiteX5" fmla="*/ 239173 w 966461"/>
                  <a:gd name="connsiteY5" fmla="*/ 73804 h 694511"/>
                  <a:gd name="connsiteX6" fmla="*/ 965709 w 966461"/>
                  <a:gd name="connsiteY6" fmla="*/ 72937 h 694511"/>
                  <a:gd name="connsiteX7" fmla="*/ 966461 w 966461"/>
                  <a:gd name="connsiteY7" fmla="*/ 136884 h 694511"/>
                  <a:gd name="connsiteX8" fmla="*/ 907067 w 966461"/>
                  <a:gd name="connsiteY8" fmla="*/ 138693 h 694511"/>
                  <a:gd name="connsiteX9" fmla="*/ 907067 w 966461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7067 w 965875"/>
                  <a:gd name="connsiteY8" fmla="*/ 138693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6367 w 965875"/>
                  <a:gd name="connsiteY8" fmla="*/ 155115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2866 w 965875"/>
                  <a:gd name="connsiteY8" fmla="*/ 157257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8468 w 965875"/>
                  <a:gd name="connsiteY8" fmla="*/ 140835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8468 w 965875"/>
                  <a:gd name="connsiteY8" fmla="*/ 140835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8468 w 965875"/>
                  <a:gd name="connsiteY8" fmla="*/ 140835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8468 w 965875"/>
                  <a:gd name="connsiteY8" fmla="*/ 140835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8468 w 965875"/>
                  <a:gd name="connsiteY8" fmla="*/ 140835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8468 w 965875"/>
                  <a:gd name="connsiteY8" fmla="*/ 140835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7768 w 965875"/>
                  <a:gd name="connsiteY8" fmla="*/ 139407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3681 h 694511"/>
                  <a:gd name="connsiteX7" fmla="*/ 965761 w 965875"/>
                  <a:gd name="connsiteY7" fmla="*/ 139026 h 694511"/>
                  <a:gd name="connsiteX8" fmla="*/ 907768 w 965875"/>
                  <a:gd name="connsiteY8" fmla="*/ 139407 h 694511"/>
                  <a:gd name="connsiteX9" fmla="*/ 907067 w 965875"/>
                  <a:gd name="connsiteY9" fmla="*/ 0 h 694511"/>
                  <a:gd name="connsiteX0" fmla="*/ 0 w 965875"/>
                  <a:gd name="connsiteY0" fmla="*/ 132824 h 693767"/>
                  <a:gd name="connsiteX1" fmla="*/ 552980 w 965875"/>
                  <a:gd name="connsiteY1" fmla="*/ 133968 h 693767"/>
                  <a:gd name="connsiteX2" fmla="*/ 646478 w 965875"/>
                  <a:gd name="connsiteY2" fmla="*/ 412778 h 693767"/>
                  <a:gd name="connsiteX3" fmla="*/ 554803 w 965875"/>
                  <a:gd name="connsiteY3" fmla="*/ 692574 h 693767"/>
                  <a:gd name="connsiteX4" fmla="*/ 239297 w 965875"/>
                  <a:gd name="connsiteY4" fmla="*/ 693767 h 693767"/>
                  <a:gd name="connsiteX5" fmla="*/ 239173 w 965875"/>
                  <a:gd name="connsiteY5" fmla="*/ 73060 h 693767"/>
                  <a:gd name="connsiteX6" fmla="*/ 965709 w 965875"/>
                  <a:gd name="connsiteY6" fmla="*/ 72937 h 693767"/>
                  <a:gd name="connsiteX7" fmla="*/ 965761 w 965875"/>
                  <a:gd name="connsiteY7" fmla="*/ 138282 h 693767"/>
                  <a:gd name="connsiteX8" fmla="*/ 907768 w 965875"/>
                  <a:gd name="connsiteY8" fmla="*/ 138663 h 693767"/>
                  <a:gd name="connsiteX9" fmla="*/ 908527 w 965875"/>
                  <a:gd name="connsiteY9" fmla="*/ 0 h 693767"/>
                  <a:gd name="connsiteX0" fmla="*/ 0 w 965875"/>
                  <a:gd name="connsiteY0" fmla="*/ 135799 h 696742"/>
                  <a:gd name="connsiteX1" fmla="*/ 552980 w 965875"/>
                  <a:gd name="connsiteY1" fmla="*/ 136943 h 696742"/>
                  <a:gd name="connsiteX2" fmla="*/ 646478 w 965875"/>
                  <a:gd name="connsiteY2" fmla="*/ 415753 h 696742"/>
                  <a:gd name="connsiteX3" fmla="*/ 554803 w 965875"/>
                  <a:gd name="connsiteY3" fmla="*/ 695549 h 696742"/>
                  <a:gd name="connsiteX4" fmla="*/ 239297 w 965875"/>
                  <a:gd name="connsiteY4" fmla="*/ 696742 h 696742"/>
                  <a:gd name="connsiteX5" fmla="*/ 239173 w 965875"/>
                  <a:gd name="connsiteY5" fmla="*/ 76035 h 696742"/>
                  <a:gd name="connsiteX6" fmla="*/ 965709 w 965875"/>
                  <a:gd name="connsiteY6" fmla="*/ 75912 h 696742"/>
                  <a:gd name="connsiteX7" fmla="*/ 965761 w 965875"/>
                  <a:gd name="connsiteY7" fmla="*/ 141257 h 696742"/>
                  <a:gd name="connsiteX8" fmla="*/ 907768 w 965875"/>
                  <a:gd name="connsiteY8" fmla="*/ 141638 h 696742"/>
                  <a:gd name="connsiteX9" fmla="*/ 907798 w 965875"/>
                  <a:gd name="connsiteY9" fmla="*/ 0 h 696742"/>
                  <a:gd name="connsiteX0" fmla="*/ 0 w 1626729"/>
                  <a:gd name="connsiteY0" fmla="*/ 133485 h 696742"/>
                  <a:gd name="connsiteX1" fmla="*/ 1213834 w 1626729"/>
                  <a:gd name="connsiteY1" fmla="*/ 136943 h 696742"/>
                  <a:gd name="connsiteX2" fmla="*/ 1307332 w 1626729"/>
                  <a:gd name="connsiteY2" fmla="*/ 415753 h 696742"/>
                  <a:gd name="connsiteX3" fmla="*/ 1215657 w 1626729"/>
                  <a:gd name="connsiteY3" fmla="*/ 695549 h 696742"/>
                  <a:gd name="connsiteX4" fmla="*/ 900151 w 1626729"/>
                  <a:gd name="connsiteY4" fmla="*/ 696742 h 696742"/>
                  <a:gd name="connsiteX5" fmla="*/ 900027 w 1626729"/>
                  <a:gd name="connsiteY5" fmla="*/ 76035 h 696742"/>
                  <a:gd name="connsiteX6" fmla="*/ 1626563 w 1626729"/>
                  <a:gd name="connsiteY6" fmla="*/ 75912 h 696742"/>
                  <a:gd name="connsiteX7" fmla="*/ 1626615 w 1626729"/>
                  <a:gd name="connsiteY7" fmla="*/ 141257 h 696742"/>
                  <a:gd name="connsiteX8" fmla="*/ 1568622 w 1626729"/>
                  <a:gd name="connsiteY8" fmla="*/ 141638 h 696742"/>
                  <a:gd name="connsiteX9" fmla="*/ 1568652 w 1626729"/>
                  <a:gd name="connsiteY9" fmla="*/ 0 h 696742"/>
                  <a:gd name="connsiteX0" fmla="*/ 0 w 1626729"/>
                  <a:gd name="connsiteY0" fmla="*/ 133485 h 696742"/>
                  <a:gd name="connsiteX1" fmla="*/ 1213834 w 1626729"/>
                  <a:gd name="connsiteY1" fmla="*/ 136943 h 696742"/>
                  <a:gd name="connsiteX2" fmla="*/ 1307332 w 1626729"/>
                  <a:gd name="connsiteY2" fmla="*/ 415753 h 696742"/>
                  <a:gd name="connsiteX3" fmla="*/ 1215657 w 1626729"/>
                  <a:gd name="connsiteY3" fmla="*/ 695549 h 696742"/>
                  <a:gd name="connsiteX4" fmla="*/ 900151 w 1626729"/>
                  <a:gd name="connsiteY4" fmla="*/ 696742 h 696742"/>
                  <a:gd name="connsiteX5" fmla="*/ 897756 w 1626729"/>
                  <a:gd name="connsiteY5" fmla="*/ 27407 h 696742"/>
                  <a:gd name="connsiteX6" fmla="*/ 1626563 w 1626729"/>
                  <a:gd name="connsiteY6" fmla="*/ 75912 h 696742"/>
                  <a:gd name="connsiteX7" fmla="*/ 1626615 w 1626729"/>
                  <a:gd name="connsiteY7" fmla="*/ 141257 h 696742"/>
                  <a:gd name="connsiteX8" fmla="*/ 1568622 w 1626729"/>
                  <a:gd name="connsiteY8" fmla="*/ 141638 h 696742"/>
                  <a:gd name="connsiteX9" fmla="*/ 1568652 w 1626729"/>
                  <a:gd name="connsiteY9" fmla="*/ 0 h 696742"/>
                  <a:gd name="connsiteX0" fmla="*/ 0 w 1626729"/>
                  <a:gd name="connsiteY0" fmla="*/ 133485 h 696742"/>
                  <a:gd name="connsiteX1" fmla="*/ 1213834 w 1626729"/>
                  <a:gd name="connsiteY1" fmla="*/ 136943 h 696742"/>
                  <a:gd name="connsiteX2" fmla="*/ 1307332 w 1626729"/>
                  <a:gd name="connsiteY2" fmla="*/ 415753 h 696742"/>
                  <a:gd name="connsiteX3" fmla="*/ 1215657 w 1626729"/>
                  <a:gd name="connsiteY3" fmla="*/ 695549 h 696742"/>
                  <a:gd name="connsiteX4" fmla="*/ 900151 w 1626729"/>
                  <a:gd name="connsiteY4" fmla="*/ 696742 h 696742"/>
                  <a:gd name="connsiteX5" fmla="*/ 902298 w 1626729"/>
                  <a:gd name="connsiteY5" fmla="*/ 25091 h 696742"/>
                  <a:gd name="connsiteX6" fmla="*/ 1626563 w 1626729"/>
                  <a:gd name="connsiteY6" fmla="*/ 75912 h 696742"/>
                  <a:gd name="connsiteX7" fmla="*/ 1626615 w 1626729"/>
                  <a:gd name="connsiteY7" fmla="*/ 141257 h 696742"/>
                  <a:gd name="connsiteX8" fmla="*/ 1568622 w 1626729"/>
                  <a:gd name="connsiteY8" fmla="*/ 141638 h 696742"/>
                  <a:gd name="connsiteX9" fmla="*/ 1568652 w 1626729"/>
                  <a:gd name="connsiteY9" fmla="*/ 0 h 696742"/>
                  <a:gd name="connsiteX0" fmla="*/ 0 w 1626729"/>
                  <a:gd name="connsiteY0" fmla="*/ 133485 h 696742"/>
                  <a:gd name="connsiteX1" fmla="*/ 1213834 w 1626729"/>
                  <a:gd name="connsiteY1" fmla="*/ 136943 h 696742"/>
                  <a:gd name="connsiteX2" fmla="*/ 1307332 w 1626729"/>
                  <a:gd name="connsiteY2" fmla="*/ 415753 h 696742"/>
                  <a:gd name="connsiteX3" fmla="*/ 1215657 w 1626729"/>
                  <a:gd name="connsiteY3" fmla="*/ 695549 h 696742"/>
                  <a:gd name="connsiteX4" fmla="*/ 900151 w 1626729"/>
                  <a:gd name="connsiteY4" fmla="*/ 696742 h 696742"/>
                  <a:gd name="connsiteX5" fmla="*/ 897756 w 1626729"/>
                  <a:gd name="connsiteY5" fmla="*/ 25091 h 696742"/>
                  <a:gd name="connsiteX6" fmla="*/ 1626563 w 1626729"/>
                  <a:gd name="connsiteY6" fmla="*/ 75912 h 696742"/>
                  <a:gd name="connsiteX7" fmla="*/ 1626615 w 1626729"/>
                  <a:gd name="connsiteY7" fmla="*/ 141257 h 696742"/>
                  <a:gd name="connsiteX8" fmla="*/ 1568622 w 1626729"/>
                  <a:gd name="connsiteY8" fmla="*/ 141638 h 696742"/>
                  <a:gd name="connsiteX9" fmla="*/ 1568652 w 1626729"/>
                  <a:gd name="connsiteY9" fmla="*/ 0 h 696742"/>
                  <a:gd name="connsiteX0" fmla="*/ 0 w 1626615"/>
                  <a:gd name="connsiteY0" fmla="*/ 133485 h 696742"/>
                  <a:gd name="connsiteX1" fmla="*/ 1213834 w 1626615"/>
                  <a:gd name="connsiteY1" fmla="*/ 136943 h 696742"/>
                  <a:gd name="connsiteX2" fmla="*/ 1307332 w 1626615"/>
                  <a:gd name="connsiteY2" fmla="*/ 415753 h 696742"/>
                  <a:gd name="connsiteX3" fmla="*/ 1215657 w 1626615"/>
                  <a:gd name="connsiteY3" fmla="*/ 695549 h 696742"/>
                  <a:gd name="connsiteX4" fmla="*/ 900151 w 1626615"/>
                  <a:gd name="connsiteY4" fmla="*/ 696742 h 696742"/>
                  <a:gd name="connsiteX5" fmla="*/ 897756 w 1626615"/>
                  <a:gd name="connsiteY5" fmla="*/ 25091 h 696742"/>
                  <a:gd name="connsiteX6" fmla="*/ 1508472 w 1626615"/>
                  <a:gd name="connsiteY6" fmla="*/ 27284 h 696742"/>
                  <a:gd name="connsiteX7" fmla="*/ 1626615 w 1626615"/>
                  <a:gd name="connsiteY7" fmla="*/ 141257 h 696742"/>
                  <a:gd name="connsiteX8" fmla="*/ 1568622 w 1626615"/>
                  <a:gd name="connsiteY8" fmla="*/ 141638 h 696742"/>
                  <a:gd name="connsiteX9" fmla="*/ 1568652 w 1626615"/>
                  <a:gd name="connsiteY9" fmla="*/ 0 h 696742"/>
                  <a:gd name="connsiteX0" fmla="*/ 0 w 1571298"/>
                  <a:gd name="connsiteY0" fmla="*/ 286313 h 849570"/>
                  <a:gd name="connsiteX1" fmla="*/ 1213834 w 1571298"/>
                  <a:gd name="connsiteY1" fmla="*/ 289771 h 849570"/>
                  <a:gd name="connsiteX2" fmla="*/ 1307332 w 1571298"/>
                  <a:gd name="connsiteY2" fmla="*/ 568581 h 849570"/>
                  <a:gd name="connsiteX3" fmla="*/ 1215657 w 1571298"/>
                  <a:gd name="connsiteY3" fmla="*/ 848377 h 849570"/>
                  <a:gd name="connsiteX4" fmla="*/ 900151 w 1571298"/>
                  <a:gd name="connsiteY4" fmla="*/ 849570 h 849570"/>
                  <a:gd name="connsiteX5" fmla="*/ 897756 w 1571298"/>
                  <a:gd name="connsiteY5" fmla="*/ 177919 h 849570"/>
                  <a:gd name="connsiteX6" fmla="*/ 1508472 w 1571298"/>
                  <a:gd name="connsiteY6" fmla="*/ 180112 h 849570"/>
                  <a:gd name="connsiteX7" fmla="*/ 1508525 w 1571298"/>
                  <a:gd name="connsiteY7" fmla="*/ 0 h 849570"/>
                  <a:gd name="connsiteX8" fmla="*/ 1568622 w 1571298"/>
                  <a:gd name="connsiteY8" fmla="*/ 294466 h 849570"/>
                  <a:gd name="connsiteX9" fmla="*/ 1568652 w 1571298"/>
                  <a:gd name="connsiteY9" fmla="*/ 152828 h 849570"/>
                  <a:gd name="connsiteX0" fmla="*/ 0 w 1568652"/>
                  <a:gd name="connsiteY0" fmla="*/ 286433 h 849690"/>
                  <a:gd name="connsiteX1" fmla="*/ 1213834 w 1568652"/>
                  <a:gd name="connsiteY1" fmla="*/ 289891 h 849690"/>
                  <a:gd name="connsiteX2" fmla="*/ 1307332 w 1568652"/>
                  <a:gd name="connsiteY2" fmla="*/ 568701 h 849690"/>
                  <a:gd name="connsiteX3" fmla="*/ 1215657 w 1568652"/>
                  <a:gd name="connsiteY3" fmla="*/ 848497 h 849690"/>
                  <a:gd name="connsiteX4" fmla="*/ 900151 w 1568652"/>
                  <a:gd name="connsiteY4" fmla="*/ 849690 h 849690"/>
                  <a:gd name="connsiteX5" fmla="*/ 897756 w 1568652"/>
                  <a:gd name="connsiteY5" fmla="*/ 178039 h 849690"/>
                  <a:gd name="connsiteX6" fmla="*/ 1508472 w 1568652"/>
                  <a:gd name="connsiteY6" fmla="*/ 180232 h 849690"/>
                  <a:gd name="connsiteX7" fmla="*/ 1508525 w 1568652"/>
                  <a:gd name="connsiteY7" fmla="*/ 120 h 849690"/>
                  <a:gd name="connsiteX8" fmla="*/ 1568652 w 1568652"/>
                  <a:gd name="connsiteY8" fmla="*/ 152948 h 84969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897756 w 1508638"/>
                  <a:gd name="connsiteY5" fmla="*/ 177919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901441 w 1508638"/>
                  <a:gd name="connsiteY5" fmla="*/ 176980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898677 w 1508638"/>
                  <a:gd name="connsiteY5" fmla="*/ 176980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898677 w 1508638"/>
                  <a:gd name="connsiteY5" fmla="*/ 176980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907889 w 1508638"/>
                  <a:gd name="connsiteY5" fmla="*/ 172284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907889 w 1508638"/>
                  <a:gd name="connsiteY5" fmla="*/ 172284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907889 w 1508638"/>
                  <a:gd name="connsiteY5" fmla="*/ 172284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901441 w 1508638"/>
                  <a:gd name="connsiteY5" fmla="*/ 180738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901441 w 1508638"/>
                  <a:gd name="connsiteY5" fmla="*/ 180738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901441 w 1508638"/>
                  <a:gd name="connsiteY5" fmla="*/ 180738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7717"/>
                  <a:gd name="connsiteY0" fmla="*/ 290072 h 850509"/>
                  <a:gd name="connsiteX1" fmla="*/ 1212913 w 1507717"/>
                  <a:gd name="connsiteY1" fmla="*/ 289771 h 850509"/>
                  <a:gd name="connsiteX2" fmla="*/ 1306411 w 1507717"/>
                  <a:gd name="connsiteY2" fmla="*/ 568581 h 850509"/>
                  <a:gd name="connsiteX3" fmla="*/ 1214736 w 1507717"/>
                  <a:gd name="connsiteY3" fmla="*/ 848377 h 850509"/>
                  <a:gd name="connsiteX4" fmla="*/ 901072 w 1507717"/>
                  <a:gd name="connsiteY4" fmla="*/ 850509 h 850509"/>
                  <a:gd name="connsiteX5" fmla="*/ 900520 w 1507717"/>
                  <a:gd name="connsiteY5" fmla="*/ 180738 h 850509"/>
                  <a:gd name="connsiteX6" fmla="*/ 1507551 w 1507717"/>
                  <a:gd name="connsiteY6" fmla="*/ 180112 h 850509"/>
                  <a:gd name="connsiteX7" fmla="*/ 1507604 w 1507717"/>
                  <a:gd name="connsiteY7" fmla="*/ 0 h 850509"/>
                  <a:gd name="connsiteX0" fmla="*/ 0 w 1508638"/>
                  <a:gd name="connsiteY0" fmla="*/ 292890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9559"/>
                  <a:gd name="connsiteY0" fmla="*/ 291951 h 850509"/>
                  <a:gd name="connsiteX1" fmla="*/ 1214755 w 1509559"/>
                  <a:gd name="connsiteY1" fmla="*/ 289771 h 850509"/>
                  <a:gd name="connsiteX2" fmla="*/ 1308253 w 1509559"/>
                  <a:gd name="connsiteY2" fmla="*/ 568581 h 850509"/>
                  <a:gd name="connsiteX3" fmla="*/ 1216578 w 1509559"/>
                  <a:gd name="connsiteY3" fmla="*/ 848377 h 850509"/>
                  <a:gd name="connsiteX4" fmla="*/ 902914 w 1509559"/>
                  <a:gd name="connsiteY4" fmla="*/ 850509 h 850509"/>
                  <a:gd name="connsiteX5" fmla="*/ 902362 w 1509559"/>
                  <a:gd name="connsiteY5" fmla="*/ 180738 h 850509"/>
                  <a:gd name="connsiteX6" fmla="*/ 1509393 w 1509559"/>
                  <a:gd name="connsiteY6" fmla="*/ 180112 h 850509"/>
                  <a:gd name="connsiteX7" fmla="*/ 1509446 w 1509559"/>
                  <a:gd name="connsiteY7" fmla="*/ 0 h 850509"/>
                  <a:gd name="connsiteX0" fmla="*/ 0 w 1509446"/>
                  <a:gd name="connsiteY0" fmla="*/ 291951 h 850509"/>
                  <a:gd name="connsiteX1" fmla="*/ 1214755 w 1509446"/>
                  <a:gd name="connsiteY1" fmla="*/ 289771 h 850509"/>
                  <a:gd name="connsiteX2" fmla="*/ 1308253 w 1509446"/>
                  <a:gd name="connsiteY2" fmla="*/ 568581 h 850509"/>
                  <a:gd name="connsiteX3" fmla="*/ 1216578 w 1509446"/>
                  <a:gd name="connsiteY3" fmla="*/ 848377 h 850509"/>
                  <a:gd name="connsiteX4" fmla="*/ 902914 w 1509446"/>
                  <a:gd name="connsiteY4" fmla="*/ 850509 h 850509"/>
                  <a:gd name="connsiteX5" fmla="*/ 902362 w 1509446"/>
                  <a:gd name="connsiteY5" fmla="*/ 180738 h 850509"/>
                  <a:gd name="connsiteX6" fmla="*/ 1509393 w 1509446"/>
                  <a:gd name="connsiteY6" fmla="*/ 180112 h 850509"/>
                  <a:gd name="connsiteX7" fmla="*/ 1509446 w 1509446"/>
                  <a:gd name="connsiteY7" fmla="*/ 0 h 850509"/>
                  <a:gd name="connsiteX0" fmla="*/ 0 w 1507827"/>
                  <a:gd name="connsiteY0" fmla="*/ 286998 h 850509"/>
                  <a:gd name="connsiteX1" fmla="*/ 1213136 w 1507827"/>
                  <a:gd name="connsiteY1" fmla="*/ 289771 h 850509"/>
                  <a:gd name="connsiteX2" fmla="*/ 1306634 w 1507827"/>
                  <a:gd name="connsiteY2" fmla="*/ 568581 h 850509"/>
                  <a:gd name="connsiteX3" fmla="*/ 1214959 w 1507827"/>
                  <a:gd name="connsiteY3" fmla="*/ 848377 h 850509"/>
                  <a:gd name="connsiteX4" fmla="*/ 901295 w 1507827"/>
                  <a:gd name="connsiteY4" fmla="*/ 850509 h 850509"/>
                  <a:gd name="connsiteX5" fmla="*/ 900743 w 1507827"/>
                  <a:gd name="connsiteY5" fmla="*/ 180738 h 850509"/>
                  <a:gd name="connsiteX6" fmla="*/ 1507774 w 1507827"/>
                  <a:gd name="connsiteY6" fmla="*/ 180112 h 850509"/>
                  <a:gd name="connsiteX7" fmla="*/ 1507827 w 1507827"/>
                  <a:gd name="connsiteY7" fmla="*/ 0 h 850509"/>
                  <a:gd name="connsiteX0" fmla="*/ 0 w 1504589"/>
                  <a:gd name="connsiteY0" fmla="*/ 290301 h 850509"/>
                  <a:gd name="connsiteX1" fmla="*/ 1209898 w 1504589"/>
                  <a:gd name="connsiteY1" fmla="*/ 289771 h 850509"/>
                  <a:gd name="connsiteX2" fmla="*/ 1303396 w 1504589"/>
                  <a:gd name="connsiteY2" fmla="*/ 568581 h 850509"/>
                  <a:gd name="connsiteX3" fmla="*/ 1211721 w 1504589"/>
                  <a:gd name="connsiteY3" fmla="*/ 848377 h 850509"/>
                  <a:gd name="connsiteX4" fmla="*/ 898057 w 1504589"/>
                  <a:gd name="connsiteY4" fmla="*/ 850509 h 850509"/>
                  <a:gd name="connsiteX5" fmla="*/ 897505 w 1504589"/>
                  <a:gd name="connsiteY5" fmla="*/ 180738 h 850509"/>
                  <a:gd name="connsiteX6" fmla="*/ 1504536 w 1504589"/>
                  <a:gd name="connsiteY6" fmla="*/ 180112 h 850509"/>
                  <a:gd name="connsiteX7" fmla="*/ 1504589 w 1504589"/>
                  <a:gd name="connsiteY7" fmla="*/ 0 h 850509"/>
                  <a:gd name="connsiteX0" fmla="*/ 0 w 1502970"/>
                  <a:gd name="connsiteY0" fmla="*/ 287000 h 850509"/>
                  <a:gd name="connsiteX1" fmla="*/ 1208279 w 1502970"/>
                  <a:gd name="connsiteY1" fmla="*/ 289771 h 850509"/>
                  <a:gd name="connsiteX2" fmla="*/ 1301777 w 1502970"/>
                  <a:gd name="connsiteY2" fmla="*/ 568581 h 850509"/>
                  <a:gd name="connsiteX3" fmla="*/ 1210102 w 1502970"/>
                  <a:gd name="connsiteY3" fmla="*/ 848377 h 850509"/>
                  <a:gd name="connsiteX4" fmla="*/ 896438 w 1502970"/>
                  <a:gd name="connsiteY4" fmla="*/ 850509 h 850509"/>
                  <a:gd name="connsiteX5" fmla="*/ 895886 w 1502970"/>
                  <a:gd name="connsiteY5" fmla="*/ 180738 h 850509"/>
                  <a:gd name="connsiteX6" fmla="*/ 1502917 w 1502970"/>
                  <a:gd name="connsiteY6" fmla="*/ 180112 h 850509"/>
                  <a:gd name="connsiteX7" fmla="*/ 1502970 w 1502970"/>
                  <a:gd name="connsiteY7" fmla="*/ 0 h 850509"/>
                  <a:gd name="connsiteX0" fmla="*/ 0 w 1297367"/>
                  <a:gd name="connsiteY0" fmla="*/ 288651 h 850509"/>
                  <a:gd name="connsiteX1" fmla="*/ 1002676 w 1297367"/>
                  <a:gd name="connsiteY1" fmla="*/ 289771 h 850509"/>
                  <a:gd name="connsiteX2" fmla="*/ 1096174 w 1297367"/>
                  <a:gd name="connsiteY2" fmla="*/ 568581 h 850509"/>
                  <a:gd name="connsiteX3" fmla="*/ 1004499 w 1297367"/>
                  <a:gd name="connsiteY3" fmla="*/ 848377 h 850509"/>
                  <a:gd name="connsiteX4" fmla="*/ 690835 w 1297367"/>
                  <a:gd name="connsiteY4" fmla="*/ 850509 h 850509"/>
                  <a:gd name="connsiteX5" fmla="*/ 690283 w 1297367"/>
                  <a:gd name="connsiteY5" fmla="*/ 180738 h 850509"/>
                  <a:gd name="connsiteX6" fmla="*/ 1297314 w 1297367"/>
                  <a:gd name="connsiteY6" fmla="*/ 180112 h 850509"/>
                  <a:gd name="connsiteX7" fmla="*/ 1297367 w 1297367"/>
                  <a:gd name="connsiteY7" fmla="*/ 0 h 850509"/>
                  <a:gd name="connsiteX0" fmla="*/ 0 w 1297367"/>
                  <a:gd name="connsiteY0" fmla="*/ 288651 h 850509"/>
                  <a:gd name="connsiteX1" fmla="*/ 512749 w 1297367"/>
                  <a:gd name="connsiteY1" fmla="*/ 285154 h 850509"/>
                  <a:gd name="connsiteX2" fmla="*/ 1002676 w 1297367"/>
                  <a:gd name="connsiteY2" fmla="*/ 289771 h 850509"/>
                  <a:gd name="connsiteX3" fmla="*/ 1096174 w 1297367"/>
                  <a:gd name="connsiteY3" fmla="*/ 568581 h 850509"/>
                  <a:gd name="connsiteX4" fmla="*/ 1004499 w 1297367"/>
                  <a:gd name="connsiteY4" fmla="*/ 848377 h 850509"/>
                  <a:gd name="connsiteX5" fmla="*/ 690835 w 1297367"/>
                  <a:gd name="connsiteY5" fmla="*/ 850509 h 850509"/>
                  <a:gd name="connsiteX6" fmla="*/ 690283 w 1297367"/>
                  <a:gd name="connsiteY6" fmla="*/ 180738 h 850509"/>
                  <a:gd name="connsiteX7" fmla="*/ 1297314 w 1297367"/>
                  <a:gd name="connsiteY7" fmla="*/ 180112 h 850509"/>
                  <a:gd name="connsiteX8" fmla="*/ 1297367 w 1297367"/>
                  <a:gd name="connsiteY8" fmla="*/ 0 h 850509"/>
                  <a:gd name="connsiteX0" fmla="*/ 3744 w 784618"/>
                  <a:gd name="connsiteY0" fmla="*/ 1284702 h 1284702"/>
                  <a:gd name="connsiteX1" fmla="*/ 0 w 784618"/>
                  <a:gd name="connsiteY1" fmla="*/ 285154 h 1284702"/>
                  <a:gd name="connsiteX2" fmla="*/ 489927 w 784618"/>
                  <a:gd name="connsiteY2" fmla="*/ 289771 h 1284702"/>
                  <a:gd name="connsiteX3" fmla="*/ 583425 w 784618"/>
                  <a:gd name="connsiteY3" fmla="*/ 568581 h 1284702"/>
                  <a:gd name="connsiteX4" fmla="*/ 491750 w 784618"/>
                  <a:gd name="connsiteY4" fmla="*/ 848377 h 1284702"/>
                  <a:gd name="connsiteX5" fmla="*/ 178086 w 784618"/>
                  <a:gd name="connsiteY5" fmla="*/ 850509 h 1284702"/>
                  <a:gd name="connsiteX6" fmla="*/ 177534 w 784618"/>
                  <a:gd name="connsiteY6" fmla="*/ 180738 h 1284702"/>
                  <a:gd name="connsiteX7" fmla="*/ 784565 w 784618"/>
                  <a:gd name="connsiteY7" fmla="*/ 180112 h 1284702"/>
                  <a:gd name="connsiteX8" fmla="*/ 784618 w 784618"/>
                  <a:gd name="connsiteY8" fmla="*/ 0 h 1284702"/>
                  <a:gd name="connsiteX0" fmla="*/ 3744 w 784618"/>
                  <a:gd name="connsiteY0" fmla="*/ 1303784 h 1303784"/>
                  <a:gd name="connsiteX1" fmla="*/ 0 w 784618"/>
                  <a:gd name="connsiteY1" fmla="*/ 285154 h 1303784"/>
                  <a:gd name="connsiteX2" fmla="*/ 489927 w 784618"/>
                  <a:gd name="connsiteY2" fmla="*/ 289771 h 1303784"/>
                  <a:gd name="connsiteX3" fmla="*/ 583425 w 784618"/>
                  <a:gd name="connsiteY3" fmla="*/ 568581 h 1303784"/>
                  <a:gd name="connsiteX4" fmla="*/ 491750 w 784618"/>
                  <a:gd name="connsiteY4" fmla="*/ 848377 h 1303784"/>
                  <a:gd name="connsiteX5" fmla="*/ 178086 w 784618"/>
                  <a:gd name="connsiteY5" fmla="*/ 850509 h 1303784"/>
                  <a:gd name="connsiteX6" fmla="*/ 177534 w 784618"/>
                  <a:gd name="connsiteY6" fmla="*/ 180738 h 1303784"/>
                  <a:gd name="connsiteX7" fmla="*/ 784565 w 784618"/>
                  <a:gd name="connsiteY7" fmla="*/ 180112 h 1303784"/>
                  <a:gd name="connsiteX8" fmla="*/ 784618 w 784618"/>
                  <a:gd name="connsiteY8" fmla="*/ 0 h 1303784"/>
                  <a:gd name="connsiteX0" fmla="*/ 3744 w 784565"/>
                  <a:gd name="connsiteY0" fmla="*/ 1123672 h 1123672"/>
                  <a:gd name="connsiteX1" fmla="*/ 0 w 784565"/>
                  <a:gd name="connsiteY1" fmla="*/ 105042 h 1123672"/>
                  <a:gd name="connsiteX2" fmla="*/ 489927 w 784565"/>
                  <a:gd name="connsiteY2" fmla="*/ 109659 h 1123672"/>
                  <a:gd name="connsiteX3" fmla="*/ 583425 w 784565"/>
                  <a:gd name="connsiteY3" fmla="*/ 388469 h 1123672"/>
                  <a:gd name="connsiteX4" fmla="*/ 491750 w 784565"/>
                  <a:gd name="connsiteY4" fmla="*/ 668265 h 1123672"/>
                  <a:gd name="connsiteX5" fmla="*/ 178086 w 784565"/>
                  <a:gd name="connsiteY5" fmla="*/ 670397 h 1123672"/>
                  <a:gd name="connsiteX6" fmla="*/ 177534 w 784565"/>
                  <a:gd name="connsiteY6" fmla="*/ 626 h 1123672"/>
                  <a:gd name="connsiteX7" fmla="*/ 784565 w 784565"/>
                  <a:gd name="connsiteY7" fmla="*/ 0 h 1123672"/>
                  <a:gd name="connsiteX0" fmla="*/ 3744 w 583425"/>
                  <a:gd name="connsiteY0" fmla="*/ 4894164 h 4894164"/>
                  <a:gd name="connsiteX1" fmla="*/ 0 w 583425"/>
                  <a:gd name="connsiteY1" fmla="*/ 3875534 h 4894164"/>
                  <a:gd name="connsiteX2" fmla="*/ 489927 w 583425"/>
                  <a:gd name="connsiteY2" fmla="*/ 3880151 h 4894164"/>
                  <a:gd name="connsiteX3" fmla="*/ 583425 w 583425"/>
                  <a:gd name="connsiteY3" fmla="*/ 4158961 h 4894164"/>
                  <a:gd name="connsiteX4" fmla="*/ 491750 w 583425"/>
                  <a:gd name="connsiteY4" fmla="*/ 4438757 h 4894164"/>
                  <a:gd name="connsiteX5" fmla="*/ 178086 w 583425"/>
                  <a:gd name="connsiteY5" fmla="*/ 4440889 h 4894164"/>
                  <a:gd name="connsiteX6" fmla="*/ 177534 w 583425"/>
                  <a:gd name="connsiteY6" fmla="*/ 3771118 h 4894164"/>
                  <a:gd name="connsiteX7" fmla="*/ 174506 w 583425"/>
                  <a:gd name="connsiteY7" fmla="*/ 0 h 4894164"/>
                  <a:gd name="connsiteX0" fmla="*/ 3744 w 583425"/>
                  <a:gd name="connsiteY0" fmla="*/ 4894164 h 4894164"/>
                  <a:gd name="connsiteX1" fmla="*/ 0 w 583425"/>
                  <a:gd name="connsiteY1" fmla="*/ 3883441 h 4894164"/>
                  <a:gd name="connsiteX2" fmla="*/ 489927 w 583425"/>
                  <a:gd name="connsiteY2" fmla="*/ 3880151 h 4894164"/>
                  <a:gd name="connsiteX3" fmla="*/ 583425 w 583425"/>
                  <a:gd name="connsiteY3" fmla="*/ 4158961 h 4894164"/>
                  <a:gd name="connsiteX4" fmla="*/ 491750 w 583425"/>
                  <a:gd name="connsiteY4" fmla="*/ 4438757 h 4894164"/>
                  <a:gd name="connsiteX5" fmla="*/ 178086 w 583425"/>
                  <a:gd name="connsiteY5" fmla="*/ 4440889 h 4894164"/>
                  <a:gd name="connsiteX6" fmla="*/ 177534 w 583425"/>
                  <a:gd name="connsiteY6" fmla="*/ 3771118 h 4894164"/>
                  <a:gd name="connsiteX7" fmla="*/ 174506 w 583425"/>
                  <a:gd name="connsiteY7" fmla="*/ 0 h 4894164"/>
                  <a:gd name="connsiteX0" fmla="*/ 1158 w 580839"/>
                  <a:gd name="connsiteY0" fmla="*/ 4894164 h 4894164"/>
                  <a:gd name="connsiteX1" fmla="*/ 0 w 580839"/>
                  <a:gd name="connsiteY1" fmla="*/ 3878170 h 4894164"/>
                  <a:gd name="connsiteX2" fmla="*/ 487341 w 580839"/>
                  <a:gd name="connsiteY2" fmla="*/ 3880151 h 4894164"/>
                  <a:gd name="connsiteX3" fmla="*/ 580839 w 580839"/>
                  <a:gd name="connsiteY3" fmla="*/ 4158961 h 4894164"/>
                  <a:gd name="connsiteX4" fmla="*/ 489164 w 580839"/>
                  <a:gd name="connsiteY4" fmla="*/ 4438757 h 4894164"/>
                  <a:gd name="connsiteX5" fmla="*/ 175500 w 580839"/>
                  <a:gd name="connsiteY5" fmla="*/ 4440889 h 4894164"/>
                  <a:gd name="connsiteX6" fmla="*/ 174948 w 580839"/>
                  <a:gd name="connsiteY6" fmla="*/ 3771118 h 4894164"/>
                  <a:gd name="connsiteX7" fmla="*/ 171920 w 580839"/>
                  <a:gd name="connsiteY7" fmla="*/ 0 h 4894164"/>
                  <a:gd name="connsiteX0" fmla="*/ 1156 w 580837"/>
                  <a:gd name="connsiteY0" fmla="*/ 4894164 h 4894164"/>
                  <a:gd name="connsiteX1" fmla="*/ 0 w 580837"/>
                  <a:gd name="connsiteY1" fmla="*/ 3880808 h 4894164"/>
                  <a:gd name="connsiteX2" fmla="*/ 487339 w 580837"/>
                  <a:gd name="connsiteY2" fmla="*/ 3880151 h 4894164"/>
                  <a:gd name="connsiteX3" fmla="*/ 580837 w 580837"/>
                  <a:gd name="connsiteY3" fmla="*/ 4158961 h 4894164"/>
                  <a:gd name="connsiteX4" fmla="*/ 489162 w 580837"/>
                  <a:gd name="connsiteY4" fmla="*/ 4438757 h 4894164"/>
                  <a:gd name="connsiteX5" fmla="*/ 175498 w 580837"/>
                  <a:gd name="connsiteY5" fmla="*/ 4440889 h 4894164"/>
                  <a:gd name="connsiteX6" fmla="*/ 174946 w 580837"/>
                  <a:gd name="connsiteY6" fmla="*/ 3771118 h 4894164"/>
                  <a:gd name="connsiteX7" fmla="*/ 171918 w 580837"/>
                  <a:gd name="connsiteY7" fmla="*/ 0 h 4894164"/>
                  <a:gd name="connsiteX0" fmla="*/ 1156 w 580837"/>
                  <a:gd name="connsiteY0" fmla="*/ 7329561 h 7329561"/>
                  <a:gd name="connsiteX1" fmla="*/ 0 w 580837"/>
                  <a:gd name="connsiteY1" fmla="*/ 6316205 h 7329561"/>
                  <a:gd name="connsiteX2" fmla="*/ 487339 w 580837"/>
                  <a:gd name="connsiteY2" fmla="*/ 6315548 h 7329561"/>
                  <a:gd name="connsiteX3" fmla="*/ 580837 w 580837"/>
                  <a:gd name="connsiteY3" fmla="*/ 6594358 h 7329561"/>
                  <a:gd name="connsiteX4" fmla="*/ 489162 w 580837"/>
                  <a:gd name="connsiteY4" fmla="*/ 6874154 h 7329561"/>
                  <a:gd name="connsiteX5" fmla="*/ 175498 w 580837"/>
                  <a:gd name="connsiteY5" fmla="*/ 6876286 h 7329561"/>
                  <a:gd name="connsiteX6" fmla="*/ 174946 w 580837"/>
                  <a:gd name="connsiteY6" fmla="*/ 6206515 h 7329561"/>
                  <a:gd name="connsiteX7" fmla="*/ 174503 w 580837"/>
                  <a:gd name="connsiteY7" fmla="*/ 0 h 7329561"/>
                  <a:gd name="connsiteX0" fmla="*/ 1156 w 580837"/>
                  <a:gd name="connsiteY0" fmla="*/ 20215308 h 20215308"/>
                  <a:gd name="connsiteX1" fmla="*/ 0 w 580837"/>
                  <a:gd name="connsiteY1" fmla="*/ 19201952 h 20215308"/>
                  <a:gd name="connsiteX2" fmla="*/ 487339 w 580837"/>
                  <a:gd name="connsiteY2" fmla="*/ 19201295 h 20215308"/>
                  <a:gd name="connsiteX3" fmla="*/ 580837 w 580837"/>
                  <a:gd name="connsiteY3" fmla="*/ 19480105 h 20215308"/>
                  <a:gd name="connsiteX4" fmla="*/ 489162 w 580837"/>
                  <a:gd name="connsiteY4" fmla="*/ 19759901 h 20215308"/>
                  <a:gd name="connsiteX5" fmla="*/ 175498 w 580837"/>
                  <a:gd name="connsiteY5" fmla="*/ 19762033 h 20215308"/>
                  <a:gd name="connsiteX6" fmla="*/ 174946 w 580837"/>
                  <a:gd name="connsiteY6" fmla="*/ 19092262 h 20215308"/>
                  <a:gd name="connsiteX7" fmla="*/ 174503 w 580837"/>
                  <a:gd name="connsiteY7" fmla="*/ 0 h 20215308"/>
                  <a:gd name="connsiteX0" fmla="*/ 1156 w 580837"/>
                  <a:gd name="connsiteY0" fmla="*/ 20215308 h 20215308"/>
                  <a:gd name="connsiteX1" fmla="*/ 0 w 580837"/>
                  <a:gd name="connsiteY1" fmla="*/ 19201952 h 20215308"/>
                  <a:gd name="connsiteX2" fmla="*/ 487339 w 580837"/>
                  <a:gd name="connsiteY2" fmla="*/ 19201295 h 20215308"/>
                  <a:gd name="connsiteX3" fmla="*/ 580837 w 580837"/>
                  <a:gd name="connsiteY3" fmla="*/ 19480105 h 20215308"/>
                  <a:gd name="connsiteX4" fmla="*/ 489162 w 580837"/>
                  <a:gd name="connsiteY4" fmla="*/ 19759901 h 20215308"/>
                  <a:gd name="connsiteX5" fmla="*/ 175498 w 580837"/>
                  <a:gd name="connsiteY5" fmla="*/ 19762033 h 20215308"/>
                  <a:gd name="connsiteX6" fmla="*/ 174946 w 580837"/>
                  <a:gd name="connsiteY6" fmla="*/ 19092262 h 20215308"/>
                  <a:gd name="connsiteX7" fmla="*/ 174503 w 580837"/>
                  <a:gd name="connsiteY7" fmla="*/ 0 h 20215308"/>
                  <a:gd name="connsiteX0" fmla="*/ 1156 w 580837"/>
                  <a:gd name="connsiteY0" fmla="*/ 20215308 h 20215308"/>
                  <a:gd name="connsiteX1" fmla="*/ 0 w 580837"/>
                  <a:gd name="connsiteY1" fmla="*/ 19201952 h 20215308"/>
                  <a:gd name="connsiteX2" fmla="*/ 487339 w 580837"/>
                  <a:gd name="connsiteY2" fmla="*/ 19201295 h 20215308"/>
                  <a:gd name="connsiteX3" fmla="*/ 580837 w 580837"/>
                  <a:gd name="connsiteY3" fmla="*/ 19480105 h 20215308"/>
                  <a:gd name="connsiteX4" fmla="*/ 489162 w 580837"/>
                  <a:gd name="connsiteY4" fmla="*/ 19759901 h 20215308"/>
                  <a:gd name="connsiteX5" fmla="*/ 175498 w 580837"/>
                  <a:gd name="connsiteY5" fmla="*/ 19762033 h 20215308"/>
                  <a:gd name="connsiteX6" fmla="*/ 174946 w 580837"/>
                  <a:gd name="connsiteY6" fmla="*/ 19092262 h 20215308"/>
                  <a:gd name="connsiteX7" fmla="*/ 174503 w 580837"/>
                  <a:gd name="connsiteY7" fmla="*/ 0 h 20215308"/>
                  <a:gd name="connsiteX0" fmla="*/ 1156 w 580837"/>
                  <a:gd name="connsiteY0" fmla="*/ 21422754 h 21422754"/>
                  <a:gd name="connsiteX1" fmla="*/ 0 w 580837"/>
                  <a:gd name="connsiteY1" fmla="*/ 20409398 h 21422754"/>
                  <a:gd name="connsiteX2" fmla="*/ 487339 w 580837"/>
                  <a:gd name="connsiteY2" fmla="*/ 20408741 h 21422754"/>
                  <a:gd name="connsiteX3" fmla="*/ 580837 w 580837"/>
                  <a:gd name="connsiteY3" fmla="*/ 20687551 h 21422754"/>
                  <a:gd name="connsiteX4" fmla="*/ 489162 w 580837"/>
                  <a:gd name="connsiteY4" fmla="*/ 20967347 h 21422754"/>
                  <a:gd name="connsiteX5" fmla="*/ 175498 w 580837"/>
                  <a:gd name="connsiteY5" fmla="*/ 20969479 h 21422754"/>
                  <a:gd name="connsiteX6" fmla="*/ 174946 w 580837"/>
                  <a:gd name="connsiteY6" fmla="*/ 20299708 h 21422754"/>
                  <a:gd name="connsiteX7" fmla="*/ 174504 w 580837"/>
                  <a:gd name="connsiteY7" fmla="*/ 1 h 21422754"/>
                  <a:gd name="connsiteX0" fmla="*/ 1156 w 580837"/>
                  <a:gd name="connsiteY0" fmla="*/ 21422754 h 21422754"/>
                  <a:gd name="connsiteX1" fmla="*/ 0 w 580837"/>
                  <a:gd name="connsiteY1" fmla="*/ 20409398 h 21422754"/>
                  <a:gd name="connsiteX2" fmla="*/ 487339 w 580837"/>
                  <a:gd name="connsiteY2" fmla="*/ 20408741 h 21422754"/>
                  <a:gd name="connsiteX3" fmla="*/ 580837 w 580837"/>
                  <a:gd name="connsiteY3" fmla="*/ 20687551 h 21422754"/>
                  <a:gd name="connsiteX4" fmla="*/ 489162 w 580837"/>
                  <a:gd name="connsiteY4" fmla="*/ 20967347 h 21422754"/>
                  <a:gd name="connsiteX5" fmla="*/ 175498 w 580837"/>
                  <a:gd name="connsiteY5" fmla="*/ 20969479 h 21422754"/>
                  <a:gd name="connsiteX6" fmla="*/ 174946 w 580837"/>
                  <a:gd name="connsiteY6" fmla="*/ 20299708 h 21422754"/>
                  <a:gd name="connsiteX7" fmla="*/ 174504 w 580837"/>
                  <a:gd name="connsiteY7" fmla="*/ 1 h 21422754"/>
                  <a:gd name="connsiteX0" fmla="*/ 1156 w 580837"/>
                  <a:gd name="connsiteY0" fmla="*/ 21422754 h 21429455"/>
                  <a:gd name="connsiteX1" fmla="*/ 0 w 580837"/>
                  <a:gd name="connsiteY1" fmla="*/ 20409398 h 21429455"/>
                  <a:gd name="connsiteX2" fmla="*/ 487339 w 580837"/>
                  <a:gd name="connsiteY2" fmla="*/ 20408741 h 21429455"/>
                  <a:gd name="connsiteX3" fmla="*/ 580837 w 580837"/>
                  <a:gd name="connsiteY3" fmla="*/ 20687551 h 21429455"/>
                  <a:gd name="connsiteX4" fmla="*/ 489162 w 580837"/>
                  <a:gd name="connsiteY4" fmla="*/ 20967347 h 21429455"/>
                  <a:gd name="connsiteX5" fmla="*/ 175498 w 580837"/>
                  <a:gd name="connsiteY5" fmla="*/ 20969479 h 21429455"/>
                  <a:gd name="connsiteX6" fmla="*/ 174946 w 580837"/>
                  <a:gd name="connsiteY6" fmla="*/ 20299708 h 21429455"/>
                  <a:gd name="connsiteX7" fmla="*/ 174504 w 580837"/>
                  <a:gd name="connsiteY7" fmla="*/ 1 h 21429455"/>
                  <a:gd name="connsiteX0" fmla="*/ 1156 w 580837"/>
                  <a:gd name="connsiteY0" fmla="*/ 21536810 h 21542702"/>
                  <a:gd name="connsiteX1" fmla="*/ 0 w 580837"/>
                  <a:gd name="connsiteY1" fmla="*/ 20409398 h 21542702"/>
                  <a:gd name="connsiteX2" fmla="*/ 487339 w 580837"/>
                  <a:gd name="connsiteY2" fmla="*/ 20408741 h 21542702"/>
                  <a:gd name="connsiteX3" fmla="*/ 580837 w 580837"/>
                  <a:gd name="connsiteY3" fmla="*/ 20687551 h 21542702"/>
                  <a:gd name="connsiteX4" fmla="*/ 489162 w 580837"/>
                  <a:gd name="connsiteY4" fmla="*/ 20967347 h 21542702"/>
                  <a:gd name="connsiteX5" fmla="*/ 175498 w 580837"/>
                  <a:gd name="connsiteY5" fmla="*/ 20969479 h 21542702"/>
                  <a:gd name="connsiteX6" fmla="*/ 174946 w 580837"/>
                  <a:gd name="connsiteY6" fmla="*/ 20299708 h 21542702"/>
                  <a:gd name="connsiteX7" fmla="*/ 174504 w 580837"/>
                  <a:gd name="connsiteY7" fmla="*/ 1 h 21542702"/>
                  <a:gd name="connsiteX0" fmla="*/ 0 w 580837"/>
                  <a:gd name="connsiteY0" fmla="*/ 20409397 h 20969478"/>
                  <a:gd name="connsiteX1" fmla="*/ 487339 w 580837"/>
                  <a:gd name="connsiteY1" fmla="*/ 20408740 h 20969478"/>
                  <a:gd name="connsiteX2" fmla="*/ 580837 w 580837"/>
                  <a:gd name="connsiteY2" fmla="*/ 20687550 h 20969478"/>
                  <a:gd name="connsiteX3" fmla="*/ 489162 w 580837"/>
                  <a:gd name="connsiteY3" fmla="*/ 20967346 h 20969478"/>
                  <a:gd name="connsiteX4" fmla="*/ 175498 w 580837"/>
                  <a:gd name="connsiteY4" fmla="*/ 20969478 h 20969478"/>
                  <a:gd name="connsiteX5" fmla="*/ 174946 w 580837"/>
                  <a:gd name="connsiteY5" fmla="*/ 20299707 h 20969478"/>
                  <a:gd name="connsiteX6" fmla="*/ 174504 w 580837"/>
                  <a:gd name="connsiteY6" fmla="*/ 0 h 20969478"/>
                  <a:gd name="connsiteX0" fmla="*/ 0 w 884170"/>
                  <a:gd name="connsiteY0" fmla="*/ 20409397 h 20969478"/>
                  <a:gd name="connsiteX1" fmla="*/ 790672 w 884170"/>
                  <a:gd name="connsiteY1" fmla="*/ 20408740 h 20969478"/>
                  <a:gd name="connsiteX2" fmla="*/ 884170 w 884170"/>
                  <a:gd name="connsiteY2" fmla="*/ 20687550 h 20969478"/>
                  <a:gd name="connsiteX3" fmla="*/ 792495 w 884170"/>
                  <a:gd name="connsiteY3" fmla="*/ 20967346 h 20969478"/>
                  <a:gd name="connsiteX4" fmla="*/ 478831 w 884170"/>
                  <a:gd name="connsiteY4" fmla="*/ 20969478 h 20969478"/>
                  <a:gd name="connsiteX5" fmla="*/ 478279 w 884170"/>
                  <a:gd name="connsiteY5" fmla="*/ 20299707 h 20969478"/>
                  <a:gd name="connsiteX6" fmla="*/ 477837 w 884170"/>
                  <a:gd name="connsiteY6" fmla="*/ 0 h 20969478"/>
                  <a:gd name="connsiteX0" fmla="*/ 0 w 884170"/>
                  <a:gd name="connsiteY0" fmla="*/ 16890324 h 17450405"/>
                  <a:gd name="connsiteX1" fmla="*/ 790672 w 884170"/>
                  <a:gd name="connsiteY1" fmla="*/ 16889667 h 17450405"/>
                  <a:gd name="connsiteX2" fmla="*/ 884170 w 884170"/>
                  <a:gd name="connsiteY2" fmla="*/ 17168477 h 17450405"/>
                  <a:gd name="connsiteX3" fmla="*/ 792495 w 884170"/>
                  <a:gd name="connsiteY3" fmla="*/ 17448273 h 17450405"/>
                  <a:gd name="connsiteX4" fmla="*/ 478831 w 884170"/>
                  <a:gd name="connsiteY4" fmla="*/ 17450405 h 17450405"/>
                  <a:gd name="connsiteX5" fmla="*/ 478279 w 884170"/>
                  <a:gd name="connsiteY5" fmla="*/ 16780634 h 17450405"/>
                  <a:gd name="connsiteX6" fmla="*/ 473595 w 884170"/>
                  <a:gd name="connsiteY6" fmla="*/ 0 h 17450405"/>
                  <a:gd name="connsiteX0" fmla="*/ 0 w 884170"/>
                  <a:gd name="connsiteY0" fmla="*/ 13475070 h 14035151"/>
                  <a:gd name="connsiteX1" fmla="*/ 790672 w 884170"/>
                  <a:gd name="connsiteY1" fmla="*/ 13474413 h 14035151"/>
                  <a:gd name="connsiteX2" fmla="*/ 884170 w 884170"/>
                  <a:gd name="connsiteY2" fmla="*/ 13753223 h 14035151"/>
                  <a:gd name="connsiteX3" fmla="*/ 792495 w 884170"/>
                  <a:gd name="connsiteY3" fmla="*/ 14033019 h 14035151"/>
                  <a:gd name="connsiteX4" fmla="*/ 478831 w 884170"/>
                  <a:gd name="connsiteY4" fmla="*/ 14035151 h 14035151"/>
                  <a:gd name="connsiteX5" fmla="*/ 478279 w 884170"/>
                  <a:gd name="connsiteY5" fmla="*/ 13365380 h 14035151"/>
                  <a:gd name="connsiteX6" fmla="*/ 479959 w 884170"/>
                  <a:gd name="connsiteY6" fmla="*/ 0 h 14035151"/>
                  <a:gd name="connsiteX0" fmla="*/ 0 w 884170"/>
                  <a:gd name="connsiteY0" fmla="*/ 13475070 h 14035151"/>
                  <a:gd name="connsiteX1" fmla="*/ 790672 w 884170"/>
                  <a:gd name="connsiteY1" fmla="*/ 13474413 h 14035151"/>
                  <a:gd name="connsiteX2" fmla="*/ 884170 w 884170"/>
                  <a:gd name="connsiteY2" fmla="*/ 13753223 h 14035151"/>
                  <a:gd name="connsiteX3" fmla="*/ 792495 w 884170"/>
                  <a:gd name="connsiteY3" fmla="*/ 14033019 h 14035151"/>
                  <a:gd name="connsiteX4" fmla="*/ 478831 w 884170"/>
                  <a:gd name="connsiteY4" fmla="*/ 14035151 h 14035151"/>
                  <a:gd name="connsiteX5" fmla="*/ 478279 w 884170"/>
                  <a:gd name="connsiteY5" fmla="*/ 13365380 h 14035151"/>
                  <a:gd name="connsiteX6" fmla="*/ 479959 w 884170"/>
                  <a:gd name="connsiteY6" fmla="*/ 0 h 14035151"/>
                  <a:gd name="connsiteX0" fmla="*/ 0 w 884170"/>
                  <a:gd name="connsiteY0" fmla="*/ 10747626 h 11307707"/>
                  <a:gd name="connsiteX1" fmla="*/ 790672 w 884170"/>
                  <a:gd name="connsiteY1" fmla="*/ 10746969 h 11307707"/>
                  <a:gd name="connsiteX2" fmla="*/ 884170 w 884170"/>
                  <a:gd name="connsiteY2" fmla="*/ 11025779 h 11307707"/>
                  <a:gd name="connsiteX3" fmla="*/ 792495 w 884170"/>
                  <a:gd name="connsiteY3" fmla="*/ 11305575 h 11307707"/>
                  <a:gd name="connsiteX4" fmla="*/ 478831 w 884170"/>
                  <a:gd name="connsiteY4" fmla="*/ 11307707 h 11307707"/>
                  <a:gd name="connsiteX5" fmla="*/ 478279 w 884170"/>
                  <a:gd name="connsiteY5" fmla="*/ 10637936 h 11307707"/>
                  <a:gd name="connsiteX6" fmla="*/ 499050 w 884170"/>
                  <a:gd name="connsiteY6" fmla="*/ 0 h 11307707"/>
                  <a:gd name="connsiteX0" fmla="*/ 0 w 884170"/>
                  <a:gd name="connsiteY0" fmla="*/ 10747626 h 11307707"/>
                  <a:gd name="connsiteX1" fmla="*/ 790672 w 884170"/>
                  <a:gd name="connsiteY1" fmla="*/ 10746969 h 11307707"/>
                  <a:gd name="connsiteX2" fmla="*/ 884170 w 884170"/>
                  <a:gd name="connsiteY2" fmla="*/ 11025779 h 11307707"/>
                  <a:gd name="connsiteX3" fmla="*/ 792495 w 884170"/>
                  <a:gd name="connsiteY3" fmla="*/ 11305575 h 11307707"/>
                  <a:gd name="connsiteX4" fmla="*/ 478831 w 884170"/>
                  <a:gd name="connsiteY4" fmla="*/ 11307707 h 11307707"/>
                  <a:gd name="connsiteX5" fmla="*/ 478279 w 884170"/>
                  <a:gd name="connsiteY5" fmla="*/ 10637936 h 11307707"/>
                  <a:gd name="connsiteX6" fmla="*/ 499050 w 884170"/>
                  <a:gd name="connsiteY6" fmla="*/ 0 h 11307707"/>
                  <a:gd name="connsiteX0" fmla="*/ 0 w 884170"/>
                  <a:gd name="connsiteY0" fmla="*/ 10747626 h 11307707"/>
                  <a:gd name="connsiteX1" fmla="*/ 790672 w 884170"/>
                  <a:gd name="connsiteY1" fmla="*/ 10746969 h 11307707"/>
                  <a:gd name="connsiteX2" fmla="*/ 884170 w 884170"/>
                  <a:gd name="connsiteY2" fmla="*/ 11025779 h 11307707"/>
                  <a:gd name="connsiteX3" fmla="*/ 792495 w 884170"/>
                  <a:gd name="connsiteY3" fmla="*/ 11305575 h 11307707"/>
                  <a:gd name="connsiteX4" fmla="*/ 478831 w 884170"/>
                  <a:gd name="connsiteY4" fmla="*/ 11307707 h 11307707"/>
                  <a:gd name="connsiteX5" fmla="*/ 478279 w 884170"/>
                  <a:gd name="connsiteY5" fmla="*/ 10637936 h 11307707"/>
                  <a:gd name="connsiteX6" fmla="*/ 499050 w 884170"/>
                  <a:gd name="connsiteY6" fmla="*/ 0 h 11307707"/>
                  <a:gd name="connsiteX0" fmla="*/ 0 w 884170"/>
                  <a:gd name="connsiteY0" fmla="*/ 7483778 h 8043859"/>
                  <a:gd name="connsiteX1" fmla="*/ 790672 w 884170"/>
                  <a:gd name="connsiteY1" fmla="*/ 7483121 h 8043859"/>
                  <a:gd name="connsiteX2" fmla="*/ 884170 w 884170"/>
                  <a:gd name="connsiteY2" fmla="*/ 7761931 h 8043859"/>
                  <a:gd name="connsiteX3" fmla="*/ 792495 w 884170"/>
                  <a:gd name="connsiteY3" fmla="*/ 8041727 h 8043859"/>
                  <a:gd name="connsiteX4" fmla="*/ 478831 w 884170"/>
                  <a:gd name="connsiteY4" fmla="*/ 8043859 h 8043859"/>
                  <a:gd name="connsiteX5" fmla="*/ 478279 w 884170"/>
                  <a:gd name="connsiteY5" fmla="*/ 7374088 h 8043859"/>
                  <a:gd name="connsiteX6" fmla="*/ 528747 w 884170"/>
                  <a:gd name="connsiteY6" fmla="*/ 0 h 8043859"/>
                  <a:gd name="connsiteX0" fmla="*/ 0 w 884170"/>
                  <a:gd name="connsiteY0" fmla="*/ 4209115 h 4769196"/>
                  <a:gd name="connsiteX1" fmla="*/ 790672 w 884170"/>
                  <a:gd name="connsiteY1" fmla="*/ 4208458 h 4769196"/>
                  <a:gd name="connsiteX2" fmla="*/ 884170 w 884170"/>
                  <a:gd name="connsiteY2" fmla="*/ 4487268 h 4769196"/>
                  <a:gd name="connsiteX3" fmla="*/ 792495 w 884170"/>
                  <a:gd name="connsiteY3" fmla="*/ 4767064 h 4769196"/>
                  <a:gd name="connsiteX4" fmla="*/ 478831 w 884170"/>
                  <a:gd name="connsiteY4" fmla="*/ 4769196 h 4769196"/>
                  <a:gd name="connsiteX5" fmla="*/ 478279 w 884170"/>
                  <a:gd name="connsiteY5" fmla="*/ 4099425 h 4769196"/>
                  <a:gd name="connsiteX6" fmla="*/ 592384 w 884170"/>
                  <a:gd name="connsiteY6" fmla="*/ 0 h 4769196"/>
                  <a:gd name="connsiteX0" fmla="*/ 0 w 884170"/>
                  <a:gd name="connsiteY0" fmla="*/ 707344 h 1272545"/>
                  <a:gd name="connsiteX1" fmla="*/ 790672 w 884170"/>
                  <a:gd name="connsiteY1" fmla="*/ 706687 h 1272545"/>
                  <a:gd name="connsiteX2" fmla="*/ 884170 w 884170"/>
                  <a:gd name="connsiteY2" fmla="*/ 985497 h 1272545"/>
                  <a:gd name="connsiteX3" fmla="*/ 792495 w 884170"/>
                  <a:gd name="connsiteY3" fmla="*/ 1265293 h 1272545"/>
                  <a:gd name="connsiteX4" fmla="*/ 478831 w 884170"/>
                  <a:gd name="connsiteY4" fmla="*/ 1267425 h 1272545"/>
                  <a:gd name="connsiteX5" fmla="*/ 478279 w 884170"/>
                  <a:gd name="connsiteY5" fmla="*/ 597654 h 1272545"/>
                  <a:gd name="connsiteX6" fmla="*/ 634808 w 884170"/>
                  <a:gd name="connsiteY6" fmla="*/ 0 h 1272545"/>
                  <a:gd name="connsiteX0" fmla="*/ 0 w 884170"/>
                  <a:gd name="connsiteY0" fmla="*/ 109690 h 669771"/>
                  <a:gd name="connsiteX1" fmla="*/ 790672 w 884170"/>
                  <a:gd name="connsiteY1" fmla="*/ 109033 h 669771"/>
                  <a:gd name="connsiteX2" fmla="*/ 884170 w 884170"/>
                  <a:gd name="connsiteY2" fmla="*/ 387843 h 669771"/>
                  <a:gd name="connsiteX3" fmla="*/ 792495 w 884170"/>
                  <a:gd name="connsiteY3" fmla="*/ 667639 h 669771"/>
                  <a:gd name="connsiteX4" fmla="*/ 478831 w 884170"/>
                  <a:gd name="connsiteY4" fmla="*/ 669771 h 669771"/>
                  <a:gd name="connsiteX5" fmla="*/ 478279 w 884170"/>
                  <a:gd name="connsiteY5" fmla="*/ 0 h 669771"/>
                  <a:gd name="connsiteX0" fmla="*/ 0 w 884170"/>
                  <a:gd name="connsiteY0" fmla="*/ 160765 h 720846"/>
                  <a:gd name="connsiteX1" fmla="*/ 790672 w 884170"/>
                  <a:gd name="connsiteY1" fmla="*/ 160108 h 720846"/>
                  <a:gd name="connsiteX2" fmla="*/ 884170 w 884170"/>
                  <a:gd name="connsiteY2" fmla="*/ 438918 h 720846"/>
                  <a:gd name="connsiteX3" fmla="*/ 792495 w 884170"/>
                  <a:gd name="connsiteY3" fmla="*/ 718714 h 720846"/>
                  <a:gd name="connsiteX4" fmla="*/ 478831 w 884170"/>
                  <a:gd name="connsiteY4" fmla="*/ 720846 h 720846"/>
                  <a:gd name="connsiteX5" fmla="*/ 478279 w 884170"/>
                  <a:gd name="connsiteY5" fmla="*/ 51075 h 720846"/>
                  <a:gd name="connsiteX6" fmla="*/ 475150 w 884170"/>
                  <a:gd name="connsiteY6" fmla="*/ 46063 h 720846"/>
                  <a:gd name="connsiteX0" fmla="*/ 0 w 1635452"/>
                  <a:gd name="connsiteY0" fmla="*/ 158524 h 718605"/>
                  <a:gd name="connsiteX1" fmla="*/ 790672 w 1635452"/>
                  <a:gd name="connsiteY1" fmla="*/ 157867 h 718605"/>
                  <a:gd name="connsiteX2" fmla="*/ 884170 w 1635452"/>
                  <a:gd name="connsiteY2" fmla="*/ 436677 h 718605"/>
                  <a:gd name="connsiteX3" fmla="*/ 792495 w 1635452"/>
                  <a:gd name="connsiteY3" fmla="*/ 716473 h 718605"/>
                  <a:gd name="connsiteX4" fmla="*/ 478831 w 1635452"/>
                  <a:gd name="connsiteY4" fmla="*/ 718605 h 718605"/>
                  <a:gd name="connsiteX5" fmla="*/ 478279 w 1635452"/>
                  <a:gd name="connsiteY5" fmla="*/ 48834 h 718605"/>
                  <a:gd name="connsiteX6" fmla="*/ 1635452 w 1635452"/>
                  <a:gd name="connsiteY6" fmla="*/ 52474 h 718605"/>
                  <a:gd name="connsiteX0" fmla="*/ 0 w 884170"/>
                  <a:gd name="connsiteY0" fmla="*/ 109690 h 669771"/>
                  <a:gd name="connsiteX1" fmla="*/ 790672 w 884170"/>
                  <a:gd name="connsiteY1" fmla="*/ 109033 h 669771"/>
                  <a:gd name="connsiteX2" fmla="*/ 884170 w 884170"/>
                  <a:gd name="connsiteY2" fmla="*/ 387843 h 669771"/>
                  <a:gd name="connsiteX3" fmla="*/ 792495 w 884170"/>
                  <a:gd name="connsiteY3" fmla="*/ 667639 h 669771"/>
                  <a:gd name="connsiteX4" fmla="*/ 478831 w 884170"/>
                  <a:gd name="connsiteY4" fmla="*/ 669771 h 669771"/>
                  <a:gd name="connsiteX5" fmla="*/ 478279 w 884170"/>
                  <a:gd name="connsiteY5" fmla="*/ 0 h 669771"/>
                  <a:gd name="connsiteX0" fmla="*/ 0 w 884170"/>
                  <a:gd name="connsiteY0" fmla="*/ 109690 h 667639"/>
                  <a:gd name="connsiteX1" fmla="*/ 790672 w 884170"/>
                  <a:gd name="connsiteY1" fmla="*/ 109033 h 667639"/>
                  <a:gd name="connsiteX2" fmla="*/ 884170 w 884170"/>
                  <a:gd name="connsiteY2" fmla="*/ 387843 h 667639"/>
                  <a:gd name="connsiteX3" fmla="*/ 792495 w 884170"/>
                  <a:gd name="connsiteY3" fmla="*/ 667639 h 667639"/>
                  <a:gd name="connsiteX4" fmla="*/ 478831 w 884170"/>
                  <a:gd name="connsiteY4" fmla="*/ 667608 h 667639"/>
                  <a:gd name="connsiteX5" fmla="*/ 478279 w 884170"/>
                  <a:gd name="connsiteY5" fmla="*/ 0 h 667639"/>
                  <a:gd name="connsiteX0" fmla="*/ 0 w 884170"/>
                  <a:gd name="connsiteY0" fmla="*/ 158881 h 716830"/>
                  <a:gd name="connsiteX1" fmla="*/ 790672 w 884170"/>
                  <a:gd name="connsiteY1" fmla="*/ 158224 h 716830"/>
                  <a:gd name="connsiteX2" fmla="*/ 884170 w 884170"/>
                  <a:gd name="connsiteY2" fmla="*/ 437034 h 716830"/>
                  <a:gd name="connsiteX3" fmla="*/ 792495 w 884170"/>
                  <a:gd name="connsiteY3" fmla="*/ 716830 h 716830"/>
                  <a:gd name="connsiteX4" fmla="*/ 478831 w 884170"/>
                  <a:gd name="connsiteY4" fmla="*/ 716799 h 716830"/>
                  <a:gd name="connsiteX5" fmla="*/ 478279 w 884170"/>
                  <a:gd name="connsiteY5" fmla="*/ 49191 h 716830"/>
                  <a:gd name="connsiteX6" fmla="*/ 474915 w 884170"/>
                  <a:gd name="connsiteY6" fmla="*/ 50104 h 716830"/>
                  <a:gd name="connsiteX0" fmla="*/ 0 w 1628854"/>
                  <a:gd name="connsiteY0" fmla="*/ 169685 h 727634"/>
                  <a:gd name="connsiteX1" fmla="*/ 790672 w 1628854"/>
                  <a:gd name="connsiteY1" fmla="*/ 169028 h 727634"/>
                  <a:gd name="connsiteX2" fmla="*/ 884170 w 1628854"/>
                  <a:gd name="connsiteY2" fmla="*/ 447838 h 727634"/>
                  <a:gd name="connsiteX3" fmla="*/ 792495 w 1628854"/>
                  <a:gd name="connsiteY3" fmla="*/ 727634 h 727634"/>
                  <a:gd name="connsiteX4" fmla="*/ 478831 w 1628854"/>
                  <a:gd name="connsiteY4" fmla="*/ 727603 h 727634"/>
                  <a:gd name="connsiteX5" fmla="*/ 478279 w 1628854"/>
                  <a:gd name="connsiteY5" fmla="*/ 59995 h 727634"/>
                  <a:gd name="connsiteX6" fmla="*/ 1628854 w 1628854"/>
                  <a:gd name="connsiteY6" fmla="*/ 26301 h 727634"/>
                  <a:gd name="connsiteX0" fmla="*/ 0 w 1628854"/>
                  <a:gd name="connsiteY0" fmla="*/ 169685 h 727634"/>
                  <a:gd name="connsiteX1" fmla="*/ 790672 w 1628854"/>
                  <a:gd name="connsiteY1" fmla="*/ 169028 h 727634"/>
                  <a:gd name="connsiteX2" fmla="*/ 884170 w 1628854"/>
                  <a:gd name="connsiteY2" fmla="*/ 447838 h 727634"/>
                  <a:gd name="connsiteX3" fmla="*/ 792495 w 1628854"/>
                  <a:gd name="connsiteY3" fmla="*/ 727634 h 727634"/>
                  <a:gd name="connsiteX4" fmla="*/ 478831 w 1628854"/>
                  <a:gd name="connsiteY4" fmla="*/ 727603 h 727634"/>
                  <a:gd name="connsiteX5" fmla="*/ 478279 w 1628854"/>
                  <a:gd name="connsiteY5" fmla="*/ 59995 h 727634"/>
                  <a:gd name="connsiteX6" fmla="*/ 1628854 w 1628854"/>
                  <a:gd name="connsiteY6" fmla="*/ 26301 h 727634"/>
                  <a:gd name="connsiteX0" fmla="*/ 0 w 1628854"/>
                  <a:gd name="connsiteY0" fmla="*/ 169685 h 727634"/>
                  <a:gd name="connsiteX1" fmla="*/ 790672 w 1628854"/>
                  <a:gd name="connsiteY1" fmla="*/ 169028 h 727634"/>
                  <a:gd name="connsiteX2" fmla="*/ 884170 w 1628854"/>
                  <a:gd name="connsiteY2" fmla="*/ 447838 h 727634"/>
                  <a:gd name="connsiteX3" fmla="*/ 792495 w 1628854"/>
                  <a:gd name="connsiteY3" fmla="*/ 727634 h 727634"/>
                  <a:gd name="connsiteX4" fmla="*/ 478831 w 1628854"/>
                  <a:gd name="connsiteY4" fmla="*/ 727603 h 727634"/>
                  <a:gd name="connsiteX5" fmla="*/ 478279 w 1628854"/>
                  <a:gd name="connsiteY5" fmla="*/ 59995 h 727634"/>
                  <a:gd name="connsiteX6" fmla="*/ 1628854 w 1628854"/>
                  <a:gd name="connsiteY6" fmla="*/ 26301 h 727634"/>
                  <a:gd name="connsiteX0" fmla="*/ 0 w 1637339"/>
                  <a:gd name="connsiteY0" fmla="*/ 301277 h 859226"/>
                  <a:gd name="connsiteX1" fmla="*/ 790672 w 1637339"/>
                  <a:gd name="connsiteY1" fmla="*/ 300620 h 859226"/>
                  <a:gd name="connsiteX2" fmla="*/ 884170 w 1637339"/>
                  <a:gd name="connsiteY2" fmla="*/ 579430 h 859226"/>
                  <a:gd name="connsiteX3" fmla="*/ 792495 w 1637339"/>
                  <a:gd name="connsiteY3" fmla="*/ 859226 h 859226"/>
                  <a:gd name="connsiteX4" fmla="*/ 478831 w 1637339"/>
                  <a:gd name="connsiteY4" fmla="*/ 859195 h 859226"/>
                  <a:gd name="connsiteX5" fmla="*/ 478279 w 1637339"/>
                  <a:gd name="connsiteY5" fmla="*/ 191587 h 859226"/>
                  <a:gd name="connsiteX6" fmla="*/ 1637339 w 1637339"/>
                  <a:gd name="connsiteY6" fmla="*/ 0 h 859226"/>
                  <a:gd name="connsiteX0" fmla="*/ 0 w 1721986"/>
                  <a:gd name="connsiteY0" fmla="*/ 316105 h 874054"/>
                  <a:gd name="connsiteX1" fmla="*/ 790672 w 1721986"/>
                  <a:gd name="connsiteY1" fmla="*/ 315448 h 874054"/>
                  <a:gd name="connsiteX2" fmla="*/ 884170 w 1721986"/>
                  <a:gd name="connsiteY2" fmla="*/ 594258 h 874054"/>
                  <a:gd name="connsiteX3" fmla="*/ 792495 w 1721986"/>
                  <a:gd name="connsiteY3" fmla="*/ 874054 h 874054"/>
                  <a:gd name="connsiteX4" fmla="*/ 478831 w 1721986"/>
                  <a:gd name="connsiteY4" fmla="*/ 874023 h 874054"/>
                  <a:gd name="connsiteX5" fmla="*/ 478279 w 1721986"/>
                  <a:gd name="connsiteY5" fmla="*/ 206415 h 874054"/>
                  <a:gd name="connsiteX6" fmla="*/ 1637339 w 1721986"/>
                  <a:gd name="connsiteY6" fmla="*/ 14828 h 874054"/>
                  <a:gd name="connsiteX7" fmla="*/ 1633095 w 1721986"/>
                  <a:gd name="connsiteY7" fmla="*/ 12665 h 874054"/>
                  <a:gd name="connsiteX0" fmla="*/ 0 w 1723632"/>
                  <a:gd name="connsiteY0" fmla="*/ 774957 h 1332906"/>
                  <a:gd name="connsiteX1" fmla="*/ 790672 w 1723632"/>
                  <a:gd name="connsiteY1" fmla="*/ 774300 h 1332906"/>
                  <a:gd name="connsiteX2" fmla="*/ 884170 w 1723632"/>
                  <a:gd name="connsiteY2" fmla="*/ 1053110 h 1332906"/>
                  <a:gd name="connsiteX3" fmla="*/ 792495 w 1723632"/>
                  <a:gd name="connsiteY3" fmla="*/ 1332906 h 1332906"/>
                  <a:gd name="connsiteX4" fmla="*/ 478831 w 1723632"/>
                  <a:gd name="connsiteY4" fmla="*/ 1332875 h 1332906"/>
                  <a:gd name="connsiteX5" fmla="*/ 478279 w 1723632"/>
                  <a:gd name="connsiteY5" fmla="*/ 665267 h 1332906"/>
                  <a:gd name="connsiteX6" fmla="*/ 1637339 w 1723632"/>
                  <a:gd name="connsiteY6" fmla="*/ 473680 h 1332906"/>
                  <a:gd name="connsiteX7" fmla="*/ 1639459 w 1723632"/>
                  <a:gd name="connsiteY7" fmla="*/ 0 h 1332906"/>
                  <a:gd name="connsiteX0" fmla="*/ 0 w 1637339"/>
                  <a:gd name="connsiteY0" fmla="*/ 301278 h 859227"/>
                  <a:gd name="connsiteX1" fmla="*/ 790672 w 1637339"/>
                  <a:gd name="connsiteY1" fmla="*/ 300621 h 859227"/>
                  <a:gd name="connsiteX2" fmla="*/ 884170 w 1637339"/>
                  <a:gd name="connsiteY2" fmla="*/ 579431 h 859227"/>
                  <a:gd name="connsiteX3" fmla="*/ 792495 w 1637339"/>
                  <a:gd name="connsiteY3" fmla="*/ 859227 h 859227"/>
                  <a:gd name="connsiteX4" fmla="*/ 478831 w 1637339"/>
                  <a:gd name="connsiteY4" fmla="*/ 859196 h 859227"/>
                  <a:gd name="connsiteX5" fmla="*/ 478279 w 1637339"/>
                  <a:gd name="connsiteY5" fmla="*/ 191588 h 859227"/>
                  <a:gd name="connsiteX6" fmla="*/ 1637339 w 1637339"/>
                  <a:gd name="connsiteY6" fmla="*/ 1 h 859227"/>
                  <a:gd name="connsiteX0" fmla="*/ 0 w 884170"/>
                  <a:gd name="connsiteY0" fmla="*/ 109690 h 667639"/>
                  <a:gd name="connsiteX1" fmla="*/ 790672 w 884170"/>
                  <a:gd name="connsiteY1" fmla="*/ 109033 h 667639"/>
                  <a:gd name="connsiteX2" fmla="*/ 884170 w 884170"/>
                  <a:gd name="connsiteY2" fmla="*/ 387843 h 667639"/>
                  <a:gd name="connsiteX3" fmla="*/ 792495 w 884170"/>
                  <a:gd name="connsiteY3" fmla="*/ 667639 h 667639"/>
                  <a:gd name="connsiteX4" fmla="*/ 478831 w 884170"/>
                  <a:gd name="connsiteY4" fmla="*/ 667608 h 667639"/>
                  <a:gd name="connsiteX5" fmla="*/ 478279 w 884170"/>
                  <a:gd name="connsiteY5" fmla="*/ 0 h 667639"/>
                  <a:gd name="connsiteX0" fmla="*/ 0 w 884170"/>
                  <a:gd name="connsiteY0" fmla="*/ 109690 h 667639"/>
                  <a:gd name="connsiteX1" fmla="*/ 790672 w 884170"/>
                  <a:gd name="connsiteY1" fmla="*/ 109033 h 667639"/>
                  <a:gd name="connsiteX2" fmla="*/ 884170 w 884170"/>
                  <a:gd name="connsiteY2" fmla="*/ 387843 h 667639"/>
                  <a:gd name="connsiteX3" fmla="*/ 792495 w 884170"/>
                  <a:gd name="connsiteY3" fmla="*/ 667639 h 667639"/>
                  <a:gd name="connsiteX4" fmla="*/ 478831 w 884170"/>
                  <a:gd name="connsiteY4" fmla="*/ 667608 h 667639"/>
                  <a:gd name="connsiteX5" fmla="*/ 478279 w 884170"/>
                  <a:gd name="connsiteY5" fmla="*/ 0 h 667639"/>
                  <a:gd name="connsiteX0" fmla="*/ 0 w 896897"/>
                  <a:gd name="connsiteY0" fmla="*/ 107527 h 667639"/>
                  <a:gd name="connsiteX1" fmla="*/ 803399 w 896897"/>
                  <a:gd name="connsiteY1" fmla="*/ 109033 h 667639"/>
                  <a:gd name="connsiteX2" fmla="*/ 896897 w 896897"/>
                  <a:gd name="connsiteY2" fmla="*/ 387843 h 667639"/>
                  <a:gd name="connsiteX3" fmla="*/ 805222 w 896897"/>
                  <a:gd name="connsiteY3" fmla="*/ 667639 h 667639"/>
                  <a:gd name="connsiteX4" fmla="*/ 491558 w 896897"/>
                  <a:gd name="connsiteY4" fmla="*/ 667608 h 667639"/>
                  <a:gd name="connsiteX5" fmla="*/ 491006 w 896897"/>
                  <a:gd name="connsiteY5" fmla="*/ 0 h 667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6897" h="667639">
                    <a:moveTo>
                      <a:pt x="0" y="107527"/>
                    </a:moveTo>
                    <a:lnTo>
                      <a:pt x="803399" y="109033"/>
                    </a:lnTo>
                    <a:lnTo>
                      <a:pt x="896897" y="387843"/>
                    </a:lnTo>
                    <a:lnTo>
                      <a:pt x="805222" y="667639"/>
                    </a:lnTo>
                    <a:lnTo>
                      <a:pt x="491558" y="667608"/>
                    </a:lnTo>
                    <a:lnTo>
                      <a:pt x="491006" y="0"/>
                    </a:lnTo>
                  </a:path>
                </a:pathLst>
              </a:custGeom>
              <a:noFill/>
              <a:ln w="63500">
                <a:solidFill>
                  <a:srgbClr val="FFFFFF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n w="38100">
                    <a:solidFill>
                      <a:schemeClr val="tx1"/>
                    </a:solidFill>
                  </a:ln>
                </a:endParaRPr>
              </a:p>
            </p:txBody>
          </p:sp>
        </p:grpSp>
      </p:grpSp>
      <p:pic>
        <p:nvPicPr>
          <p:cNvPr id="18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86513"/>
            <a:ext cx="11430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2"/>
          <p:cNvSpPr>
            <a:spLocks noGrp="1"/>
          </p:cNvSpPr>
          <p:nvPr>
            <p:ph type="body" idx="10"/>
          </p:nvPr>
        </p:nvSpPr>
        <p:spPr>
          <a:xfrm>
            <a:off x="3352800" y="2906714"/>
            <a:ext cx="5334000" cy="674686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352800" y="1777790"/>
            <a:ext cx="5334000" cy="982662"/>
          </a:xfrm>
        </p:spPr>
        <p:txBody>
          <a:bodyPr>
            <a:normAutofit/>
          </a:bodyPr>
          <a:lstStyle>
            <a:lvl1pPr algn="l">
              <a:defRPr sz="3200" b="1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2"/>
          </p:nvPr>
        </p:nvSpPr>
        <p:spPr>
          <a:xfrm>
            <a:off x="3333750" y="5021264"/>
            <a:ext cx="5334000" cy="341656"/>
          </a:xfrm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3333750" y="5363819"/>
            <a:ext cx="5334000" cy="341656"/>
          </a:xfrm>
        </p:spPr>
        <p:txBody>
          <a:bodyPr/>
          <a:lstStyle>
            <a:lvl1pPr marL="0" indent="0">
              <a:buNone/>
              <a:defRPr sz="1600" i="1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7667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3"/>
          <p:cNvGrpSpPr>
            <a:grpSpLocks/>
          </p:cNvGrpSpPr>
          <p:nvPr userDrawn="1"/>
        </p:nvGrpSpPr>
        <p:grpSpPr bwMode="auto">
          <a:xfrm>
            <a:off x="7938" y="-22225"/>
            <a:ext cx="8618537" cy="5973763"/>
            <a:chOff x="0" y="-30510"/>
            <a:chExt cx="8617372" cy="597411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6288825" y="1709491"/>
              <a:ext cx="0" cy="4234109"/>
            </a:xfrm>
            <a:prstGeom prst="line">
              <a:avLst/>
            </a:prstGeom>
            <a:ln w="63500">
              <a:solidFill>
                <a:srgbClr val="0C207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 flipH="1">
              <a:off x="6271364" y="5911848"/>
              <a:ext cx="320632" cy="0"/>
            </a:xfrm>
            <a:prstGeom prst="line">
              <a:avLst/>
            </a:prstGeom>
            <a:ln w="63500">
              <a:solidFill>
                <a:srgbClr val="0C207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rot="16200000" flipH="1">
              <a:off x="6408634" y="5774521"/>
              <a:ext cx="319107" cy="0"/>
            </a:xfrm>
            <a:prstGeom prst="line">
              <a:avLst/>
            </a:prstGeom>
            <a:ln w="63500">
              <a:solidFill>
                <a:srgbClr val="0C207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 flipH="1">
              <a:off x="0" y="5643545"/>
              <a:ext cx="6591996" cy="0"/>
            </a:xfrm>
            <a:prstGeom prst="line">
              <a:avLst/>
            </a:prstGeom>
            <a:ln w="63500">
              <a:solidFill>
                <a:srgbClr val="0C207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ight Arrow Callout 12"/>
            <p:cNvSpPr/>
            <p:nvPr userDrawn="1"/>
          </p:nvSpPr>
          <p:spPr>
            <a:xfrm rot="16200000" flipH="1">
              <a:off x="5830581" y="403924"/>
              <a:ext cx="3221225" cy="2352357"/>
            </a:xfrm>
            <a:custGeom>
              <a:avLst/>
              <a:gdLst>
                <a:gd name="connsiteX0" fmla="*/ 0 w 595311"/>
                <a:gd name="connsiteY0" fmla="*/ 0 h 990600"/>
                <a:gd name="connsiteX1" fmla="*/ 386815 w 595311"/>
                <a:gd name="connsiteY1" fmla="*/ 0 h 990600"/>
                <a:gd name="connsiteX2" fmla="*/ 386815 w 595311"/>
                <a:gd name="connsiteY2" fmla="*/ 420886 h 990600"/>
                <a:gd name="connsiteX3" fmla="*/ 446483 w 595311"/>
                <a:gd name="connsiteY3" fmla="*/ 420886 h 990600"/>
                <a:gd name="connsiteX4" fmla="*/ 446483 w 595311"/>
                <a:gd name="connsiteY4" fmla="*/ 346472 h 990600"/>
                <a:gd name="connsiteX5" fmla="*/ 595311 w 595311"/>
                <a:gd name="connsiteY5" fmla="*/ 495300 h 990600"/>
                <a:gd name="connsiteX6" fmla="*/ 446483 w 595311"/>
                <a:gd name="connsiteY6" fmla="*/ 644128 h 990600"/>
                <a:gd name="connsiteX7" fmla="*/ 446483 w 595311"/>
                <a:gd name="connsiteY7" fmla="*/ 569714 h 990600"/>
                <a:gd name="connsiteX8" fmla="*/ 386815 w 595311"/>
                <a:gd name="connsiteY8" fmla="*/ 569714 h 990600"/>
                <a:gd name="connsiteX9" fmla="*/ 386815 w 595311"/>
                <a:gd name="connsiteY9" fmla="*/ 990600 h 990600"/>
                <a:gd name="connsiteX10" fmla="*/ 0 w 595311"/>
                <a:gd name="connsiteY10" fmla="*/ 990600 h 990600"/>
                <a:gd name="connsiteX11" fmla="*/ 0 w 595311"/>
                <a:gd name="connsiteY11" fmla="*/ 0 h 990600"/>
                <a:gd name="connsiteX0" fmla="*/ 386815 w 595311"/>
                <a:gd name="connsiteY0" fmla="*/ 990600 h 1082040"/>
                <a:gd name="connsiteX1" fmla="*/ 0 w 595311"/>
                <a:gd name="connsiteY1" fmla="*/ 990600 h 1082040"/>
                <a:gd name="connsiteX2" fmla="*/ 0 w 595311"/>
                <a:gd name="connsiteY2" fmla="*/ 0 h 1082040"/>
                <a:gd name="connsiteX3" fmla="*/ 386815 w 595311"/>
                <a:gd name="connsiteY3" fmla="*/ 0 h 1082040"/>
                <a:gd name="connsiteX4" fmla="*/ 386815 w 595311"/>
                <a:gd name="connsiteY4" fmla="*/ 420886 h 1082040"/>
                <a:gd name="connsiteX5" fmla="*/ 446483 w 595311"/>
                <a:gd name="connsiteY5" fmla="*/ 420886 h 1082040"/>
                <a:gd name="connsiteX6" fmla="*/ 446483 w 595311"/>
                <a:gd name="connsiteY6" fmla="*/ 346472 h 1082040"/>
                <a:gd name="connsiteX7" fmla="*/ 595311 w 595311"/>
                <a:gd name="connsiteY7" fmla="*/ 495300 h 1082040"/>
                <a:gd name="connsiteX8" fmla="*/ 446483 w 595311"/>
                <a:gd name="connsiteY8" fmla="*/ 644128 h 1082040"/>
                <a:gd name="connsiteX9" fmla="*/ 446483 w 595311"/>
                <a:gd name="connsiteY9" fmla="*/ 569714 h 1082040"/>
                <a:gd name="connsiteX10" fmla="*/ 386815 w 595311"/>
                <a:gd name="connsiteY10" fmla="*/ 569714 h 1082040"/>
                <a:gd name="connsiteX11" fmla="*/ 478255 w 595311"/>
                <a:gd name="connsiteY11" fmla="*/ 1082040 h 1082040"/>
                <a:gd name="connsiteX0" fmla="*/ 386815 w 595311"/>
                <a:gd name="connsiteY0" fmla="*/ 990600 h 1082040"/>
                <a:gd name="connsiteX1" fmla="*/ 0 w 595311"/>
                <a:gd name="connsiteY1" fmla="*/ 990600 h 1082040"/>
                <a:gd name="connsiteX2" fmla="*/ 0 w 595311"/>
                <a:gd name="connsiteY2" fmla="*/ 0 h 1082040"/>
                <a:gd name="connsiteX3" fmla="*/ 386815 w 595311"/>
                <a:gd name="connsiteY3" fmla="*/ 0 h 1082040"/>
                <a:gd name="connsiteX4" fmla="*/ 386815 w 595311"/>
                <a:gd name="connsiteY4" fmla="*/ 420886 h 1082040"/>
                <a:gd name="connsiteX5" fmla="*/ 446483 w 595311"/>
                <a:gd name="connsiteY5" fmla="*/ 420886 h 1082040"/>
                <a:gd name="connsiteX6" fmla="*/ 446483 w 595311"/>
                <a:gd name="connsiteY6" fmla="*/ 346472 h 1082040"/>
                <a:gd name="connsiteX7" fmla="*/ 595311 w 595311"/>
                <a:gd name="connsiteY7" fmla="*/ 495300 h 1082040"/>
                <a:gd name="connsiteX8" fmla="*/ 503636 w 595311"/>
                <a:gd name="connsiteY8" fmla="*/ 775096 h 1082040"/>
                <a:gd name="connsiteX9" fmla="*/ 446483 w 595311"/>
                <a:gd name="connsiteY9" fmla="*/ 569714 h 1082040"/>
                <a:gd name="connsiteX10" fmla="*/ 386815 w 595311"/>
                <a:gd name="connsiteY10" fmla="*/ 569714 h 1082040"/>
                <a:gd name="connsiteX11" fmla="*/ 478255 w 595311"/>
                <a:gd name="connsiteY11" fmla="*/ 1082040 h 1082040"/>
                <a:gd name="connsiteX0" fmla="*/ 386815 w 595311"/>
                <a:gd name="connsiteY0" fmla="*/ 990600 h 1082040"/>
                <a:gd name="connsiteX1" fmla="*/ 0 w 595311"/>
                <a:gd name="connsiteY1" fmla="*/ 990600 h 1082040"/>
                <a:gd name="connsiteX2" fmla="*/ 0 w 595311"/>
                <a:gd name="connsiteY2" fmla="*/ 0 h 1082040"/>
                <a:gd name="connsiteX3" fmla="*/ 386815 w 595311"/>
                <a:gd name="connsiteY3" fmla="*/ 0 h 1082040"/>
                <a:gd name="connsiteX4" fmla="*/ 386815 w 595311"/>
                <a:gd name="connsiteY4" fmla="*/ 420886 h 1082040"/>
                <a:gd name="connsiteX5" fmla="*/ 446483 w 595311"/>
                <a:gd name="connsiteY5" fmla="*/ 420886 h 1082040"/>
                <a:gd name="connsiteX6" fmla="*/ 503636 w 595311"/>
                <a:gd name="connsiteY6" fmla="*/ 217885 h 1082040"/>
                <a:gd name="connsiteX7" fmla="*/ 595311 w 595311"/>
                <a:gd name="connsiteY7" fmla="*/ 495300 h 1082040"/>
                <a:gd name="connsiteX8" fmla="*/ 503636 w 595311"/>
                <a:gd name="connsiteY8" fmla="*/ 775096 h 1082040"/>
                <a:gd name="connsiteX9" fmla="*/ 446483 w 595311"/>
                <a:gd name="connsiteY9" fmla="*/ 569714 h 1082040"/>
                <a:gd name="connsiteX10" fmla="*/ 386815 w 595311"/>
                <a:gd name="connsiteY10" fmla="*/ 569714 h 1082040"/>
                <a:gd name="connsiteX11" fmla="*/ 478255 w 595311"/>
                <a:gd name="connsiteY11" fmla="*/ 1082040 h 1082040"/>
                <a:gd name="connsiteX0" fmla="*/ 386815 w 595311"/>
                <a:gd name="connsiteY0" fmla="*/ 990600 h 1082040"/>
                <a:gd name="connsiteX1" fmla="*/ 0 w 595311"/>
                <a:gd name="connsiteY1" fmla="*/ 990600 h 1082040"/>
                <a:gd name="connsiteX2" fmla="*/ 0 w 595311"/>
                <a:gd name="connsiteY2" fmla="*/ 0 h 1082040"/>
                <a:gd name="connsiteX3" fmla="*/ 386815 w 595311"/>
                <a:gd name="connsiteY3" fmla="*/ 0 h 1082040"/>
                <a:gd name="connsiteX4" fmla="*/ 386815 w 595311"/>
                <a:gd name="connsiteY4" fmla="*/ 420886 h 1082040"/>
                <a:gd name="connsiteX5" fmla="*/ 503636 w 595311"/>
                <a:gd name="connsiteY5" fmla="*/ 217885 h 1082040"/>
                <a:gd name="connsiteX6" fmla="*/ 595311 w 595311"/>
                <a:gd name="connsiteY6" fmla="*/ 495300 h 1082040"/>
                <a:gd name="connsiteX7" fmla="*/ 503636 w 595311"/>
                <a:gd name="connsiteY7" fmla="*/ 775096 h 1082040"/>
                <a:gd name="connsiteX8" fmla="*/ 446483 w 595311"/>
                <a:gd name="connsiteY8" fmla="*/ 569714 h 1082040"/>
                <a:gd name="connsiteX9" fmla="*/ 386815 w 595311"/>
                <a:gd name="connsiteY9" fmla="*/ 569714 h 1082040"/>
                <a:gd name="connsiteX10" fmla="*/ 478255 w 595311"/>
                <a:gd name="connsiteY10" fmla="*/ 1082040 h 1082040"/>
                <a:gd name="connsiteX0" fmla="*/ 386815 w 595311"/>
                <a:gd name="connsiteY0" fmla="*/ 990600 h 1082040"/>
                <a:gd name="connsiteX1" fmla="*/ 0 w 595311"/>
                <a:gd name="connsiteY1" fmla="*/ 990600 h 1082040"/>
                <a:gd name="connsiteX2" fmla="*/ 0 w 595311"/>
                <a:gd name="connsiteY2" fmla="*/ 0 h 1082040"/>
                <a:gd name="connsiteX3" fmla="*/ 386815 w 595311"/>
                <a:gd name="connsiteY3" fmla="*/ 0 h 1082040"/>
                <a:gd name="connsiteX4" fmla="*/ 386815 w 595311"/>
                <a:gd name="connsiteY4" fmla="*/ 420886 h 1082040"/>
                <a:gd name="connsiteX5" fmla="*/ 503636 w 595311"/>
                <a:gd name="connsiteY5" fmla="*/ 217885 h 1082040"/>
                <a:gd name="connsiteX6" fmla="*/ 595311 w 595311"/>
                <a:gd name="connsiteY6" fmla="*/ 495300 h 1082040"/>
                <a:gd name="connsiteX7" fmla="*/ 503636 w 595311"/>
                <a:gd name="connsiteY7" fmla="*/ 775096 h 1082040"/>
                <a:gd name="connsiteX8" fmla="*/ 386815 w 595311"/>
                <a:gd name="connsiteY8" fmla="*/ 569714 h 1082040"/>
                <a:gd name="connsiteX9" fmla="*/ 478255 w 595311"/>
                <a:gd name="connsiteY9" fmla="*/ 1082040 h 1082040"/>
                <a:gd name="connsiteX0" fmla="*/ 386815 w 595311"/>
                <a:gd name="connsiteY0" fmla="*/ 990600 h 1082040"/>
                <a:gd name="connsiteX1" fmla="*/ 0 w 595311"/>
                <a:gd name="connsiteY1" fmla="*/ 990600 h 1082040"/>
                <a:gd name="connsiteX2" fmla="*/ 0 w 595311"/>
                <a:gd name="connsiteY2" fmla="*/ 0 h 1082040"/>
                <a:gd name="connsiteX3" fmla="*/ 386815 w 595311"/>
                <a:gd name="connsiteY3" fmla="*/ 0 h 1082040"/>
                <a:gd name="connsiteX4" fmla="*/ 386815 w 595311"/>
                <a:gd name="connsiteY4" fmla="*/ 420886 h 1082040"/>
                <a:gd name="connsiteX5" fmla="*/ 503636 w 595311"/>
                <a:gd name="connsiteY5" fmla="*/ 217885 h 1082040"/>
                <a:gd name="connsiteX6" fmla="*/ 595311 w 595311"/>
                <a:gd name="connsiteY6" fmla="*/ 495300 h 1082040"/>
                <a:gd name="connsiteX7" fmla="*/ 503636 w 595311"/>
                <a:gd name="connsiteY7" fmla="*/ 775096 h 1082040"/>
                <a:gd name="connsiteX8" fmla="*/ 184411 w 595311"/>
                <a:gd name="connsiteY8" fmla="*/ 772120 h 1082040"/>
                <a:gd name="connsiteX9" fmla="*/ 478255 w 595311"/>
                <a:gd name="connsiteY9" fmla="*/ 1082040 h 1082040"/>
                <a:gd name="connsiteX0" fmla="*/ 386815 w 595311"/>
                <a:gd name="connsiteY0" fmla="*/ 990600 h 990600"/>
                <a:gd name="connsiteX1" fmla="*/ 0 w 595311"/>
                <a:gd name="connsiteY1" fmla="*/ 990600 h 990600"/>
                <a:gd name="connsiteX2" fmla="*/ 0 w 595311"/>
                <a:gd name="connsiteY2" fmla="*/ 0 h 990600"/>
                <a:gd name="connsiteX3" fmla="*/ 386815 w 595311"/>
                <a:gd name="connsiteY3" fmla="*/ 0 h 990600"/>
                <a:gd name="connsiteX4" fmla="*/ 386815 w 595311"/>
                <a:gd name="connsiteY4" fmla="*/ 420886 h 990600"/>
                <a:gd name="connsiteX5" fmla="*/ 503636 w 595311"/>
                <a:gd name="connsiteY5" fmla="*/ 217885 h 990600"/>
                <a:gd name="connsiteX6" fmla="*/ 595311 w 595311"/>
                <a:gd name="connsiteY6" fmla="*/ 495300 h 990600"/>
                <a:gd name="connsiteX7" fmla="*/ 503636 w 595311"/>
                <a:gd name="connsiteY7" fmla="*/ 775096 h 990600"/>
                <a:gd name="connsiteX8" fmla="*/ 184411 w 595311"/>
                <a:gd name="connsiteY8" fmla="*/ 772120 h 990600"/>
                <a:gd name="connsiteX0" fmla="*/ 386815 w 595311"/>
                <a:gd name="connsiteY0" fmla="*/ 990600 h 990600"/>
                <a:gd name="connsiteX1" fmla="*/ 0 w 595311"/>
                <a:gd name="connsiteY1" fmla="*/ 990600 h 990600"/>
                <a:gd name="connsiteX2" fmla="*/ 0 w 595311"/>
                <a:gd name="connsiteY2" fmla="*/ 0 h 990600"/>
                <a:gd name="connsiteX3" fmla="*/ 386815 w 595311"/>
                <a:gd name="connsiteY3" fmla="*/ 0 h 990600"/>
                <a:gd name="connsiteX4" fmla="*/ 503636 w 595311"/>
                <a:gd name="connsiteY4" fmla="*/ 217885 h 990600"/>
                <a:gd name="connsiteX5" fmla="*/ 595311 w 595311"/>
                <a:gd name="connsiteY5" fmla="*/ 495300 h 990600"/>
                <a:gd name="connsiteX6" fmla="*/ 503636 w 595311"/>
                <a:gd name="connsiteY6" fmla="*/ 775096 h 990600"/>
                <a:gd name="connsiteX7" fmla="*/ 184411 w 595311"/>
                <a:gd name="connsiteY7" fmla="*/ 772120 h 990600"/>
                <a:gd name="connsiteX0" fmla="*/ 386815 w 595311"/>
                <a:gd name="connsiteY0" fmla="*/ 990600 h 990600"/>
                <a:gd name="connsiteX1" fmla="*/ 0 w 595311"/>
                <a:gd name="connsiteY1" fmla="*/ 990600 h 990600"/>
                <a:gd name="connsiteX2" fmla="*/ 2 w 595311"/>
                <a:gd name="connsiteY2" fmla="*/ 531019 h 990600"/>
                <a:gd name="connsiteX3" fmla="*/ 386815 w 595311"/>
                <a:gd name="connsiteY3" fmla="*/ 0 h 990600"/>
                <a:gd name="connsiteX4" fmla="*/ 503636 w 595311"/>
                <a:gd name="connsiteY4" fmla="*/ 217885 h 990600"/>
                <a:gd name="connsiteX5" fmla="*/ 595311 w 595311"/>
                <a:gd name="connsiteY5" fmla="*/ 495300 h 990600"/>
                <a:gd name="connsiteX6" fmla="*/ 503636 w 595311"/>
                <a:gd name="connsiteY6" fmla="*/ 775096 h 990600"/>
                <a:gd name="connsiteX7" fmla="*/ 184411 w 595311"/>
                <a:gd name="connsiteY7" fmla="*/ 772120 h 990600"/>
                <a:gd name="connsiteX0" fmla="*/ 388144 w 596640"/>
                <a:gd name="connsiteY0" fmla="*/ 773906 h 773906"/>
                <a:gd name="connsiteX1" fmla="*/ 1329 w 596640"/>
                <a:gd name="connsiteY1" fmla="*/ 773906 h 773906"/>
                <a:gd name="connsiteX2" fmla="*/ 1331 w 596640"/>
                <a:gd name="connsiteY2" fmla="*/ 314325 h 773906"/>
                <a:gd name="connsiteX3" fmla="*/ 0 w 596640"/>
                <a:gd name="connsiteY3" fmla="*/ 0 h 773906"/>
                <a:gd name="connsiteX4" fmla="*/ 504965 w 596640"/>
                <a:gd name="connsiteY4" fmla="*/ 1191 h 773906"/>
                <a:gd name="connsiteX5" fmla="*/ 596640 w 596640"/>
                <a:gd name="connsiteY5" fmla="*/ 278606 h 773906"/>
                <a:gd name="connsiteX6" fmla="*/ 504965 w 596640"/>
                <a:gd name="connsiteY6" fmla="*/ 558402 h 773906"/>
                <a:gd name="connsiteX7" fmla="*/ 185740 w 596640"/>
                <a:gd name="connsiteY7" fmla="*/ 555426 h 773906"/>
                <a:gd name="connsiteX0" fmla="*/ 389197 w 597693"/>
                <a:gd name="connsiteY0" fmla="*/ 773906 h 1840706"/>
                <a:gd name="connsiteX1" fmla="*/ 0 w 597693"/>
                <a:gd name="connsiteY1" fmla="*/ 1840706 h 1840706"/>
                <a:gd name="connsiteX2" fmla="*/ 2384 w 597693"/>
                <a:gd name="connsiteY2" fmla="*/ 314325 h 1840706"/>
                <a:gd name="connsiteX3" fmla="*/ 1053 w 597693"/>
                <a:gd name="connsiteY3" fmla="*/ 0 h 1840706"/>
                <a:gd name="connsiteX4" fmla="*/ 506018 w 597693"/>
                <a:gd name="connsiteY4" fmla="*/ 1191 h 1840706"/>
                <a:gd name="connsiteX5" fmla="*/ 597693 w 597693"/>
                <a:gd name="connsiteY5" fmla="*/ 278606 h 1840706"/>
                <a:gd name="connsiteX6" fmla="*/ 506018 w 597693"/>
                <a:gd name="connsiteY6" fmla="*/ 558402 h 1840706"/>
                <a:gd name="connsiteX7" fmla="*/ 186793 w 597693"/>
                <a:gd name="connsiteY7" fmla="*/ 555426 h 1840706"/>
                <a:gd name="connsiteX0" fmla="*/ 0 w 856194"/>
                <a:gd name="connsiteY0" fmla="*/ 1843087 h 1843087"/>
                <a:gd name="connsiteX1" fmla="*/ 258501 w 856194"/>
                <a:gd name="connsiteY1" fmla="*/ 1840706 h 1843087"/>
                <a:gd name="connsiteX2" fmla="*/ 260885 w 856194"/>
                <a:gd name="connsiteY2" fmla="*/ 314325 h 1843087"/>
                <a:gd name="connsiteX3" fmla="*/ 259554 w 856194"/>
                <a:gd name="connsiteY3" fmla="*/ 0 h 1843087"/>
                <a:gd name="connsiteX4" fmla="*/ 764519 w 856194"/>
                <a:gd name="connsiteY4" fmla="*/ 1191 h 1843087"/>
                <a:gd name="connsiteX5" fmla="*/ 856194 w 856194"/>
                <a:gd name="connsiteY5" fmla="*/ 278606 h 1843087"/>
                <a:gd name="connsiteX6" fmla="*/ 764519 w 856194"/>
                <a:gd name="connsiteY6" fmla="*/ 558402 h 1843087"/>
                <a:gd name="connsiteX7" fmla="*/ 445294 w 856194"/>
                <a:gd name="connsiteY7" fmla="*/ 555426 h 1843087"/>
                <a:gd name="connsiteX0" fmla="*/ 0 w 868098"/>
                <a:gd name="connsiteY0" fmla="*/ 1843087 h 1843087"/>
                <a:gd name="connsiteX1" fmla="*/ 270405 w 868098"/>
                <a:gd name="connsiteY1" fmla="*/ 1840706 h 1843087"/>
                <a:gd name="connsiteX2" fmla="*/ 272789 w 868098"/>
                <a:gd name="connsiteY2" fmla="*/ 314325 h 1843087"/>
                <a:gd name="connsiteX3" fmla="*/ 271458 w 868098"/>
                <a:gd name="connsiteY3" fmla="*/ 0 h 1843087"/>
                <a:gd name="connsiteX4" fmla="*/ 776423 w 868098"/>
                <a:gd name="connsiteY4" fmla="*/ 1191 h 1843087"/>
                <a:gd name="connsiteX5" fmla="*/ 868098 w 868098"/>
                <a:gd name="connsiteY5" fmla="*/ 278606 h 1843087"/>
                <a:gd name="connsiteX6" fmla="*/ 776423 w 868098"/>
                <a:gd name="connsiteY6" fmla="*/ 558402 h 1843087"/>
                <a:gd name="connsiteX7" fmla="*/ 457198 w 868098"/>
                <a:gd name="connsiteY7" fmla="*/ 555426 h 1843087"/>
                <a:gd name="connsiteX0" fmla="*/ 0 w 868098"/>
                <a:gd name="connsiteY0" fmla="*/ 1843087 h 1847850"/>
                <a:gd name="connsiteX1" fmla="*/ 272789 w 868098"/>
                <a:gd name="connsiteY1" fmla="*/ 1847850 h 1847850"/>
                <a:gd name="connsiteX2" fmla="*/ 272789 w 868098"/>
                <a:gd name="connsiteY2" fmla="*/ 314325 h 1847850"/>
                <a:gd name="connsiteX3" fmla="*/ 271458 w 868098"/>
                <a:gd name="connsiteY3" fmla="*/ 0 h 1847850"/>
                <a:gd name="connsiteX4" fmla="*/ 776423 w 868098"/>
                <a:gd name="connsiteY4" fmla="*/ 1191 h 1847850"/>
                <a:gd name="connsiteX5" fmla="*/ 868098 w 868098"/>
                <a:gd name="connsiteY5" fmla="*/ 278606 h 1847850"/>
                <a:gd name="connsiteX6" fmla="*/ 776423 w 868098"/>
                <a:gd name="connsiteY6" fmla="*/ 558402 h 1847850"/>
                <a:gd name="connsiteX7" fmla="*/ 457198 w 868098"/>
                <a:gd name="connsiteY7" fmla="*/ 555426 h 1847850"/>
                <a:gd name="connsiteX0" fmla="*/ 0 w 872861"/>
                <a:gd name="connsiteY0" fmla="*/ 1845468 h 1847850"/>
                <a:gd name="connsiteX1" fmla="*/ 277552 w 872861"/>
                <a:gd name="connsiteY1" fmla="*/ 1847850 h 1847850"/>
                <a:gd name="connsiteX2" fmla="*/ 277552 w 872861"/>
                <a:gd name="connsiteY2" fmla="*/ 314325 h 1847850"/>
                <a:gd name="connsiteX3" fmla="*/ 276221 w 872861"/>
                <a:gd name="connsiteY3" fmla="*/ 0 h 1847850"/>
                <a:gd name="connsiteX4" fmla="*/ 781186 w 872861"/>
                <a:gd name="connsiteY4" fmla="*/ 1191 h 1847850"/>
                <a:gd name="connsiteX5" fmla="*/ 872861 w 872861"/>
                <a:gd name="connsiteY5" fmla="*/ 278606 h 1847850"/>
                <a:gd name="connsiteX6" fmla="*/ 781186 w 872861"/>
                <a:gd name="connsiteY6" fmla="*/ 558402 h 1847850"/>
                <a:gd name="connsiteX7" fmla="*/ 461961 w 872861"/>
                <a:gd name="connsiteY7" fmla="*/ 555426 h 1847850"/>
                <a:gd name="connsiteX0" fmla="*/ 0 w 860952"/>
                <a:gd name="connsiteY0" fmla="*/ 1845468 h 1847850"/>
                <a:gd name="connsiteX1" fmla="*/ 265643 w 860952"/>
                <a:gd name="connsiteY1" fmla="*/ 1847850 h 1847850"/>
                <a:gd name="connsiteX2" fmla="*/ 265643 w 860952"/>
                <a:gd name="connsiteY2" fmla="*/ 314325 h 1847850"/>
                <a:gd name="connsiteX3" fmla="*/ 264312 w 860952"/>
                <a:gd name="connsiteY3" fmla="*/ 0 h 1847850"/>
                <a:gd name="connsiteX4" fmla="*/ 769277 w 860952"/>
                <a:gd name="connsiteY4" fmla="*/ 1191 h 1847850"/>
                <a:gd name="connsiteX5" fmla="*/ 860952 w 860952"/>
                <a:gd name="connsiteY5" fmla="*/ 278606 h 1847850"/>
                <a:gd name="connsiteX6" fmla="*/ 769277 w 860952"/>
                <a:gd name="connsiteY6" fmla="*/ 558402 h 1847850"/>
                <a:gd name="connsiteX7" fmla="*/ 450052 w 860952"/>
                <a:gd name="connsiteY7" fmla="*/ 555426 h 1847850"/>
                <a:gd name="connsiteX0" fmla="*/ 0 w 870477"/>
                <a:gd name="connsiteY0" fmla="*/ 1847849 h 1847850"/>
                <a:gd name="connsiteX1" fmla="*/ 275168 w 870477"/>
                <a:gd name="connsiteY1" fmla="*/ 1847850 h 1847850"/>
                <a:gd name="connsiteX2" fmla="*/ 275168 w 870477"/>
                <a:gd name="connsiteY2" fmla="*/ 314325 h 1847850"/>
                <a:gd name="connsiteX3" fmla="*/ 273837 w 870477"/>
                <a:gd name="connsiteY3" fmla="*/ 0 h 1847850"/>
                <a:gd name="connsiteX4" fmla="*/ 778802 w 870477"/>
                <a:gd name="connsiteY4" fmla="*/ 1191 h 1847850"/>
                <a:gd name="connsiteX5" fmla="*/ 870477 w 870477"/>
                <a:gd name="connsiteY5" fmla="*/ 278606 h 1847850"/>
                <a:gd name="connsiteX6" fmla="*/ 778802 w 870477"/>
                <a:gd name="connsiteY6" fmla="*/ 558402 h 1847850"/>
                <a:gd name="connsiteX7" fmla="*/ 459577 w 870477"/>
                <a:gd name="connsiteY7" fmla="*/ 555426 h 1847850"/>
                <a:gd name="connsiteX0" fmla="*/ 0 w 870477"/>
                <a:gd name="connsiteY0" fmla="*/ 1847849 h 1847850"/>
                <a:gd name="connsiteX1" fmla="*/ 275168 w 870477"/>
                <a:gd name="connsiteY1" fmla="*/ 1847850 h 1847850"/>
                <a:gd name="connsiteX2" fmla="*/ 275168 w 870477"/>
                <a:gd name="connsiteY2" fmla="*/ 314325 h 1847850"/>
                <a:gd name="connsiteX3" fmla="*/ 273837 w 870477"/>
                <a:gd name="connsiteY3" fmla="*/ 0 h 1847850"/>
                <a:gd name="connsiteX4" fmla="*/ 778802 w 870477"/>
                <a:gd name="connsiteY4" fmla="*/ 1191 h 1847850"/>
                <a:gd name="connsiteX5" fmla="*/ 870477 w 870477"/>
                <a:gd name="connsiteY5" fmla="*/ 278606 h 1847850"/>
                <a:gd name="connsiteX6" fmla="*/ 778802 w 870477"/>
                <a:gd name="connsiteY6" fmla="*/ 558402 h 1847850"/>
                <a:gd name="connsiteX7" fmla="*/ 459577 w 870477"/>
                <a:gd name="connsiteY7" fmla="*/ 555426 h 1847850"/>
                <a:gd name="connsiteX8" fmla="*/ 458523 w 870477"/>
                <a:gd name="connsiteY8" fmla="*/ 559595 h 1847850"/>
                <a:gd name="connsiteX0" fmla="*/ 0 w 870477"/>
                <a:gd name="connsiteY0" fmla="*/ 2166939 h 2166940"/>
                <a:gd name="connsiteX1" fmla="*/ 275168 w 870477"/>
                <a:gd name="connsiteY1" fmla="*/ 2166940 h 2166940"/>
                <a:gd name="connsiteX2" fmla="*/ 275168 w 870477"/>
                <a:gd name="connsiteY2" fmla="*/ 633415 h 2166940"/>
                <a:gd name="connsiteX3" fmla="*/ 273837 w 870477"/>
                <a:gd name="connsiteY3" fmla="*/ 319090 h 2166940"/>
                <a:gd name="connsiteX4" fmla="*/ 778802 w 870477"/>
                <a:gd name="connsiteY4" fmla="*/ 320281 h 2166940"/>
                <a:gd name="connsiteX5" fmla="*/ 870477 w 870477"/>
                <a:gd name="connsiteY5" fmla="*/ 597696 h 2166940"/>
                <a:gd name="connsiteX6" fmla="*/ 778802 w 870477"/>
                <a:gd name="connsiteY6" fmla="*/ 877492 h 2166940"/>
                <a:gd name="connsiteX7" fmla="*/ 459577 w 870477"/>
                <a:gd name="connsiteY7" fmla="*/ 874516 h 2166940"/>
                <a:gd name="connsiteX8" fmla="*/ 460904 w 870477"/>
                <a:gd name="connsiteY8" fmla="*/ 0 h 2166940"/>
                <a:gd name="connsiteX0" fmla="*/ 0 w 870477"/>
                <a:gd name="connsiteY0" fmla="*/ 2166939 h 2166940"/>
                <a:gd name="connsiteX1" fmla="*/ 275168 w 870477"/>
                <a:gd name="connsiteY1" fmla="*/ 2166940 h 2166940"/>
                <a:gd name="connsiteX2" fmla="*/ 275168 w 870477"/>
                <a:gd name="connsiteY2" fmla="*/ 633415 h 2166940"/>
                <a:gd name="connsiteX3" fmla="*/ 273837 w 870477"/>
                <a:gd name="connsiteY3" fmla="*/ 319090 h 2166940"/>
                <a:gd name="connsiteX4" fmla="*/ 778802 w 870477"/>
                <a:gd name="connsiteY4" fmla="*/ 320281 h 2166940"/>
                <a:gd name="connsiteX5" fmla="*/ 870477 w 870477"/>
                <a:gd name="connsiteY5" fmla="*/ 597696 h 2166940"/>
                <a:gd name="connsiteX6" fmla="*/ 778802 w 870477"/>
                <a:gd name="connsiteY6" fmla="*/ 877492 h 2166940"/>
                <a:gd name="connsiteX7" fmla="*/ 459577 w 870477"/>
                <a:gd name="connsiteY7" fmla="*/ 874516 h 2166940"/>
                <a:gd name="connsiteX8" fmla="*/ 460904 w 870477"/>
                <a:gd name="connsiteY8" fmla="*/ 0 h 2166940"/>
                <a:gd name="connsiteX0" fmla="*/ 0 w 870477"/>
                <a:gd name="connsiteY0" fmla="*/ 2162180 h 2162181"/>
                <a:gd name="connsiteX1" fmla="*/ 275168 w 870477"/>
                <a:gd name="connsiteY1" fmla="*/ 2162181 h 2162181"/>
                <a:gd name="connsiteX2" fmla="*/ 275168 w 870477"/>
                <a:gd name="connsiteY2" fmla="*/ 628656 h 2162181"/>
                <a:gd name="connsiteX3" fmla="*/ 273837 w 870477"/>
                <a:gd name="connsiteY3" fmla="*/ 314331 h 2162181"/>
                <a:gd name="connsiteX4" fmla="*/ 778802 w 870477"/>
                <a:gd name="connsiteY4" fmla="*/ 315522 h 2162181"/>
                <a:gd name="connsiteX5" fmla="*/ 870477 w 870477"/>
                <a:gd name="connsiteY5" fmla="*/ 592937 h 2162181"/>
                <a:gd name="connsiteX6" fmla="*/ 778802 w 870477"/>
                <a:gd name="connsiteY6" fmla="*/ 872733 h 2162181"/>
                <a:gd name="connsiteX7" fmla="*/ 459577 w 870477"/>
                <a:gd name="connsiteY7" fmla="*/ 869757 h 2162181"/>
                <a:gd name="connsiteX8" fmla="*/ 458523 w 870477"/>
                <a:gd name="connsiteY8" fmla="*/ 1 h 2162181"/>
                <a:gd name="connsiteX0" fmla="*/ 0 w 870477"/>
                <a:gd name="connsiteY0" fmla="*/ 2166941 h 2166942"/>
                <a:gd name="connsiteX1" fmla="*/ 275168 w 870477"/>
                <a:gd name="connsiteY1" fmla="*/ 2166942 h 2166942"/>
                <a:gd name="connsiteX2" fmla="*/ 275168 w 870477"/>
                <a:gd name="connsiteY2" fmla="*/ 633417 h 2166942"/>
                <a:gd name="connsiteX3" fmla="*/ 273837 w 870477"/>
                <a:gd name="connsiteY3" fmla="*/ 319092 h 2166942"/>
                <a:gd name="connsiteX4" fmla="*/ 778802 w 870477"/>
                <a:gd name="connsiteY4" fmla="*/ 320283 h 2166942"/>
                <a:gd name="connsiteX5" fmla="*/ 870477 w 870477"/>
                <a:gd name="connsiteY5" fmla="*/ 597698 h 2166942"/>
                <a:gd name="connsiteX6" fmla="*/ 778802 w 870477"/>
                <a:gd name="connsiteY6" fmla="*/ 877494 h 2166942"/>
                <a:gd name="connsiteX7" fmla="*/ 459577 w 870477"/>
                <a:gd name="connsiteY7" fmla="*/ 874518 h 2166942"/>
                <a:gd name="connsiteX8" fmla="*/ 456142 w 870477"/>
                <a:gd name="connsiteY8" fmla="*/ 0 h 2166942"/>
                <a:gd name="connsiteX0" fmla="*/ 0 w 870477"/>
                <a:gd name="connsiteY0" fmla="*/ 2166943 h 2166944"/>
                <a:gd name="connsiteX1" fmla="*/ 275168 w 870477"/>
                <a:gd name="connsiteY1" fmla="*/ 2166944 h 2166944"/>
                <a:gd name="connsiteX2" fmla="*/ 275168 w 870477"/>
                <a:gd name="connsiteY2" fmla="*/ 633419 h 2166944"/>
                <a:gd name="connsiteX3" fmla="*/ 273837 w 870477"/>
                <a:gd name="connsiteY3" fmla="*/ 319094 h 2166944"/>
                <a:gd name="connsiteX4" fmla="*/ 778802 w 870477"/>
                <a:gd name="connsiteY4" fmla="*/ 320285 h 2166944"/>
                <a:gd name="connsiteX5" fmla="*/ 870477 w 870477"/>
                <a:gd name="connsiteY5" fmla="*/ 597700 h 2166944"/>
                <a:gd name="connsiteX6" fmla="*/ 778802 w 870477"/>
                <a:gd name="connsiteY6" fmla="*/ 877496 h 2166944"/>
                <a:gd name="connsiteX7" fmla="*/ 459577 w 870477"/>
                <a:gd name="connsiteY7" fmla="*/ 874520 h 2166944"/>
                <a:gd name="connsiteX8" fmla="*/ 460905 w 870477"/>
                <a:gd name="connsiteY8" fmla="*/ 0 h 2166944"/>
                <a:gd name="connsiteX0" fmla="*/ 0 w 870477"/>
                <a:gd name="connsiteY0" fmla="*/ 2169326 h 2169327"/>
                <a:gd name="connsiteX1" fmla="*/ 275168 w 870477"/>
                <a:gd name="connsiteY1" fmla="*/ 2169327 h 2169327"/>
                <a:gd name="connsiteX2" fmla="*/ 275168 w 870477"/>
                <a:gd name="connsiteY2" fmla="*/ 635802 h 2169327"/>
                <a:gd name="connsiteX3" fmla="*/ 273837 w 870477"/>
                <a:gd name="connsiteY3" fmla="*/ 321477 h 2169327"/>
                <a:gd name="connsiteX4" fmla="*/ 778802 w 870477"/>
                <a:gd name="connsiteY4" fmla="*/ 322668 h 2169327"/>
                <a:gd name="connsiteX5" fmla="*/ 870477 w 870477"/>
                <a:gd name="connsiteY5" fmla="*/ 600083 h 2169327"/>
                <a:gd name="connsiteX6" fmla="*/ 778802 w 870477"/>
                <a:gd name="connsiteY6" fmla="*/ 879879 h 2169327"/>
                <a:gd name="connsiteX7" fmla="*/ 459577 w 870477"/>
                <a:gd name="connsiteY7" fmla="*/ 876903 h 2169327"/>
                <a:gd name="connsiteX8" fmla="*/ 456142 w 870477"/>
                <a:gd name="connsiteY8" fmla="*/ 0 h 216932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59577 w 870477"/>
                <a:gd name="connsiteY7" fmla="*/ 874523 h 2166947"/>
                <a:gd name="connsiteX8" fmla="*/ 458523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59577 w 870477"/>
                <a:gd name="connsiteY7" fmla="*/ 874523 h 2166947"/>
                <a:gd name="connsiteX8" fmla="*/ 458523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519108 w 870477"/>
                <a:gd name="connsiteY7" fmla="*/ 869760 h 2166947"/>
                <a:gd name="connsiteX8" fmla="*/ 458523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64339 w 870477"/>
                <a:gd name="connsiteY7" fmla="*/ 879285 h 2166947"/>
                <a:gd name="connsiteX8" fmla="*/ 458523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64339 w 870477"/>
                <a:gd name="connsiteY7" fmla="*/ 879285 h 2166947"/>
                <a:gd name="connsiteX8" fmla="*/ 463286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57196 w 870477"/>
                <a:gd name="connsiteY7" fmla="*/ 879285 h 2166947"/>
                <a:gd name="connsiteX8" fmla="*/ 463286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59577 w 870477"/>
                <a:gd name="connsiteY7" fmla="*/ 884047 h 2166947"/>
                <a:gd name="connsiteX8" fmla="*/ 463286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66721 w 870477"/>
                <a:gd name="connsiteY7" fmla="*/ 876904 h 2166947"/>
                <a:gd name="connsiteX8" fmla="*/ 463286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61959 w 870477"/>
                <a:gd name="connsiteY7" fmla="*/ 876904 h 2166947"/>
                <a:gd name="connsiteX8" fmla="*/ 463286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388140 w 870477"/>
                <a:gd name="connsiteY7" fmla="*/ 874523 h 2166947"/>
                <a:gd name="connsiteX8" fmla="*/ 463286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560917 w 870477"/>
                <a:gd name="connsiteY7" fmla="*/ 876311 h 2166947"/>
                <a:gd name="connsiteX8" fmla="*/ 388140 w 870477"/>
                <a:gd name="connsiteY8" fmla="*/ 874523 h 2166947"/>
                <a:gd name="connsiteX9" fmla="*/ 463286 w 870477"/>
                <a:gd name="connsiteY9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68049 w 870477"/>
                <a:gd name="connsiteY7" fmla="*/ 878692 h 2166947"/>
                <a:gd name="connsiteX8" fmla="*/ 388140 w 870477"/>
                <a:gd name="connsiteY8" fmla="*/ 874523 h 2166947"/>
                <a:gd name="connsiteX9" fmla="*/ 463286 w 870477"/>
                <a:gd name="connsiteY9" fmla="*/ 1 h 2166947"/>
                <a:gd name="connsiteX0" fmla="*/ 0 w 870477"/>
                <a:gd name="connsiteY0" fmla="*/ 1847849 h 1847850"/>
                <a:gd name="connsiteX1" fmla="*/ 275168 w 870477"/>
                <a:gd name="connsiteY1" fmla="*/ 1847850 h 1847850"/>
                <a:gd name="connsiteX2" fmla="*/ 275168 w 870477"/>
                <a:gd name="connsiteY2" fmla="*/ 314325 h 1847850"/>
                <a:gd name="connsiteX3" fmla="*/ 273837 w 870477"/>
                <a:gd name="connsiteY3" fmla="*/ 0 h 1847850"/>
                <a:gd name="connsiteX4" fmla="*/ 778802 w 870477"/>
                <a:gd name="connsiteY4" fmla="*/ 1191 h 1847850"/>
                <a:gd name="connsiteX5" fmla="*/ 870477 w 870477"/>
                <a:gd name="connsiteY5" fmla="*/ 278606 h 1847850"/>
                <a:gd name="connsiteX6" fmla="*/ 778802 w 870477"/>
                <a:gd name="connsiteY6" fmla="*/ 558402 h 1847850"/>
                <a:gd name="connsiteX7" fmla="*/ 468049 w 870477"/>
                <a:gd name="connsiteY7" fmla="*/ 559595 h 1847850"/>
                <a:gd name="connsiteX8" fmla="*/ 388140 w 870477"/>
                <a:gd name="connsiteY8" fmla="*/ 555426 h 1847850"/>
                <a:gd name="connsiteX0" fmla="*/ 0 w 870477"/>
                <a:gd name="connsiteY0" fmla="*/ 2163965 h 2163966"/>
                <a:gd name="connsiteX1" fmla="*/ 275168 w 870477"/>
                <a:gd name="connsiteY1" fmla="*/ 2163966 h 2163966"/>
                <a:gd name="connsiteX2" fmla="*/ 275168 w 870477"/>
                <a:gd name="connsiteY2" fmla="*/ 630441 h 2163966"/>
                <a:gd name="connsiteX3" fmla="*/ 273837 w 870477"/>
                <a:gd name="connsiteY3" fmla="*/ 316116 h 2163966"/>
                <a:gd name="connsiteX4" fmla="*/ 778802 w 870477"/>
                <a:gd name="connsiteY4" fmla="*/ 317307 h 2163966"/>
                <a:gd name="connsiteX5" fmla="*/ 870477 w 870477"/>
                <a:gd name="connsiteY5" fmla="*/ 594722 h 2163966"/>
                <a:gd name="connsiteX6" fmla="*/ 778802 w 870477"/>
                <a:gd name="connsiteY6" fmla="*/ 874518 h 2163966"/>
                <a:gd name="connsiteX7" fmla="*/ 468049 w 870477"/>
                <a:gd name="connsiteY7" fmla="*/ 875711 h 2163966"/>
                <a:gd name="connsiteX8" fmla="*/ 464340 w 870477"/>
                <a:gd name="connsiteY8" fmla="*/ 0 h 2163966"/>
                <a:gd name="connsiteX0" fmla="*/ 0 w 870477"/>
                <a:gd name="connsiteY0" fmla="*/ 2163965 h 2163966"/>
                <a:gd name="connsiteX1" fmla="*/ 275168 w 870477"/>
                <a:gd name="connsiteY1" fmla="*/ 2163966 h 2163966"/>
                <a:gd name="connsiteX2" fmla="*/ 275168 w 870477"/>
                <a:gd name="connsiteY2" fmla="*/ 630441 h 2163966"/>
                <a:gd name="connsiteX3" fmla="*/ 273837 w 870477"/>
                <a:gd name="connsiteY3" fmla="*/ 316116 h 2163966"/>
                <a:gd name="connsiteX4" fmla="*/ 778802 w 870477"/>
                <a:gd name="connsiteY4" fmla="*/ 317307 h 2163966"/>
                <a:gd name="connsiteX5" fmla="*/ 870477 w 870477"/>
                <a:gd name="connsiteY5" fmla="*/ 594722 h 2163966"/>
                <a:gd name="connsiteX6" fmla="*/ 778802 w 870477"/>
                <a:gd name="connsiteY6" fmla="*/ 874518 h 2163966"/>
                <a:gd name="connsiteX7" fmla="*/ 463290 w 870477"/>
                <a:gd name="connsiteY7" fmla="*/ 870949 h 2163966"/>
                <a:gd name="connsiteX8" fmla="*/ 464340 w 870477"/>
                <a:gd name="connsiteY8" fmla="*/ 0 h 2163966"/>
                <a:gd name="connsiteX0" fmla="*/ 0 w 870477"/>
                <a:gd name="connsiteY0" fmla="*/ 2163965 h 2163966"/>
                <a:gd name="connsiteX1" fmla="*/ 275168 w 870477"/>
                <a:gd name="connsiteY1" fmla="*/ 2163966 h 2163966"/>
                <a:gd name="connsiteX2" fmla="*/ 275168 w 870477"/>
                <a:gd name="connsiteY2" fmla="*/ 630441 h 2163966"/>
                <a:gd name="connsiteX3" fmla="*/ 273837 w 870477"/>
                <a:gd name="connsiteY3" fmla="*/ 316116 h 2163966"/>
                <a:gd name="connsiteX4" fmla="*/ 778802 w 870477"/>
                <a:gd name="connsiteY4" fmla="*/ 317307 h 2163966"/>
                <a:gd name="connsiteX5" fmla="*/ 870477 w 870477"/>
                <a:gd name="connsiteY5" fmla="*/ 594722 h 2163966"/>
                <a:gd name="connsiteX6" fmla="*/ 778802 w 870477"/>
                <a:gd name="connsiteY6" fmla="*/ 874518 h 2163966"/>
                <a:gd name="connsiteX7" fmla="*/ 463293 w 870477"/>
                <a:gd name="connsiteY7" fmla="*/ 878093 h 2163966"/>
                <a:gd name="connsiteX8" fmla="*/ 464340 w 870477"/>
                <a:gd name="connsiteY8" fmla="*/ 0 h 2163966"/>
                <a:gd name="connsiteX0" fmla="*/ 0 w 870477"/>
                <a:gd name="connsiteY0" fmla="*/ 2163965 h 2163966"/>
                <a:gd name="connsiteX1" fmla="*/ 275168 w 870477"/>
                <a:gd name="connsiteY1" fmla="*/ 2163966 h 2163966"/>
                <a:gd name="connsiteX2" fmla="*/ 275168 w 870477"/>
                <a:gd name="connsiteY2" fmla="*/ 630441 h 2163966"/>
                <a:gd name="connsiteX3" fmla="*/ 273837 w 870477"/>
                <a:gd name="connsiteY3" fmla="*/ 316116 h 2163966"/>
                <a:gd name="connsiteX4" fmla="*/ 778802 w 870477"/>
                <a:gd name="connsiteY4" fmla="*/ 317307 h 2163966"/>
                <a:gd name="connsiteX5" fmla="*/ 870477 w 870477"/>
                <a:gd name="connsiteY5" fmla="*/ 594722 h 2163966"/>
                <a:gd name="connsiteX6" fmla="*/ 778802 w 870477"/>
                <a:gd name="connsiteY6" fmla="*/ 874518 h 2163966"/>
                <a:gd name="connsiteX7" fmla="*/ 463296 w 870477"/>
                <a:gd name="connsiteY7" fmla="*/ 875711 h 2163966"/>
                <a:gd name="connsiteX8" fmla="*/ 464340 w 870477"/>
                <a:gd name="connsiteY8" fmla="*/ 0 h 2163966"/>
                <a:gd name="connsiteX0" fmla="*/ 0 w 870477"/>
                <a:gd name="connsiteY0" fmla="*/ 1937126 h 1937127"/>
                <a:gd name="connsiteX1" fmla="*/ 275168 w 870477"/>
                <a:gd name="connsiteY1" fmla="*/ 1937127 h 1937127"/>
                <a:gd name="connsiteX2" fmla="*/ 275168 w 870477"/>
                <a:gd name="connsiteY2" fmla="*/ 403602 h 1937127"/>
                <a:gd name="connsiteX3" fmla="*/ 273837 w 870477"/>
                <a:gd name="connsiteY3" fmla="*/ 89277 h 1937127"/>
                <a:gd name="connsiteX4" fmla="*/ 778802 w 870477"/>
                <a:gd name="connsiteY4" fmla="*/ 90468 h 1937127"/>
                <a:gd name="connsiteX5" fmla="*/ 870477 w 870477"/>
                <a:gd name="connsiteY5" fmla="*/ 367883 h 1937127"/>
                <a:gd name="connsiteX6" fmla="*/ 778802 w 870477"/>
                <a:gd name="connsiteY6" fmla="*/ 647679 h 1937127"/>
                <a:gd name="connsiteX7" fmla="*/ 463296 w 870477"/>
                <a:gd name="connsiteY7" fmla="*/ 648872 h 1937127"/>
                <a:gd name="connsiteX8" fmla="*/ 465556 w 870477"/>
                <a:gd name="connsiteY8" fmla="*/ 0 h 1937127"/>
                <a:gd name="connsiteX0" fmla="*/ 0 w 870477"/>
                <a:gd name="connsiteY0" fmla="*/ 1934647 h 1934648"/>
                <a:gd name="connsiteX1" fmla="*/ 275168 w 870477"/>
                <a:gd name="connsiteY1" fmla="*/ 1934648 h 1934648"/>
                <a:gd name="connsiteX2" fmla="*/ 275168 w 870477"/>
                <a:gd name="connsiteY2" fmla="*/ 401123 h 1934648"/>
                <a:gd name="connsiteX3" fmla="*/ 273837 w 870477"/>
                <a:gd name="connsiteY3" fmla="*/ 86798 h 1934648"/>
                <a:gd name="connsiteX4" fmla="*/ 778802 w 870477"/>
                <a:gd name="connsiteY4" fmla="*/ 87989 h 1934648"/>
                <a:gd name="connsiteX5" fmla="*/ 870477 w 870477"/>
                <a:gd name="connsiteY5" fmla="*/ 365404 h 1934648"/>
                <a:gd name="connsiteX6" fmla="*/ 778802 w 870477"/>
                <a:gd name="connsiteY6" fmla="*/ 645200 h 1934648"/>
                <a:gd name="connsiteX7" fmla="*/ 463296 w 870477"/>
                <a:gd name="connsiteY7" fmla="*/ 646393 h 1934648"/>
                <a:gd name="connsiteX8" fmla="*/ 461909 w 870477"/>
                <a:gd name="connsiteY8" fmla="*/ 0 h 1934648"/>
                <a:gd name="connsiteX0" fmla="*/ 0 w 870477"/>
                <a:gd name="connsiteY0" fmla="*/ 1934647 h 1934647"/>
                <a:gd name="connsiteX1" fmla="*/ 276991 w 870477"/>
                <a:gd name="connsiteY1" fmla="*/ 597782 h 1934647"/>
                <a:gd name="connsiteX2" fmla="*/ 275168 w 870477"/>
                <a:gd name="connsiteY2" fmla="*/ 401123 h 1934647"/>
                <a:gd name="connsiteX3" fmla="*/ 273837 w 870477"/>
                <a:gd name="connsiteY3" fmla="*/ 86798 h 1934647"/>
                <a:gd name="connsiteX4" fmla="*/ 778802 w 870477"/>
                <a:gd name="connsiteY4" fmla="*/ 87989 h 1934647"/>
                <a:gd name="connsiteX5" fmla="*/ 870477 w 870477"/>
                <a:gd name="connsiteY5" fmla="*/ 365404 h 1934647"/>
                <a:gd name="connsiteX6" fmla="*/ 778802 w 870477"/>
                <a:gd name="connsiteY6" fmla="*/ 645200 h 1934647"/>
                <a:gd name="connsiteX7" fmla="*/ 463296 w 870477"/>
                <a:gd name="connsiteY7" fmla="*/ 646393 h 1934647"/>
                <a:gd name="connsiteX8" fmla="*/ 461909 w 870477"/>
                <a:gd name="connsiteY8" fmla="*/ 0 h 1934647"/>
                <a:gd name="connsiteX0" fmla="*/ 0 w 813949"/>
                <a:gd name="connsiteY0" fmla="*/ 64152 h 646393"/>
                <a:gd name="connsiteX1" fmla="*/ 220463 w 813949"/>
                <a:gd name="connsiteY1" fmla="*/ 597782 h 646393"/>
                <a:gd name="connsiteX2" fmla="*/ 218640 w 813949"/>
                <a:gd name="connsiteY2" fmla="*/ 401123 h 646393"/>
                <a:gd name="connsiteX3" fmla="*/ 217309 w 813949"/>
                <a:gd name="connsiteY3" fmla="*/ 86798 h 646393"/>
                <a:gd name="connsiteX4" fmla="*/ 722274 w 813949"/>
                <a:gd name="connsiteY4" fmla="*/ 87989 h 646393"/>
                <a:gd name="connsiteX5" fmla="*/ 813949 w 813949"/>
                <a:gd name="connsiteY5" fmla="*/ 365404 h 646393"/>
                <a:gd name="connsiteX6" fmla="*/ 722274 w 813949"/>
                <a:gd name="connsiteY6" fmla="*/ 645200 h 646393"/>
                <a:gd name="connsiteX7" fmla="*/ 406768 w 813949"/>
                <a:gd name="connsiteY7" fmla="*/ 646393 h 646393"/>
                <a:gd name="connsiteX8" fmla="*/ 405381 w 813949"/>
                <a:gd name="connsiteY8" fmla="*/ 0 h 646393"/>
                <a:gd name="connsiteX0" fmla="*/ 0 w 813949"/>
                <a:gd name="connsiteY0" fmla="*/ 64152 h 646393"/>
                <a:gd name="connsiteX1" fmla="*/ 220463 w 813949"/>
                <a:gd name="connsiteY1" fmla="*/ 597782 h 646393"/>
                <a:gd name="connsiteX2" fmla="*/ 218640 w 813949"/>
                <a:gd name="connsiteY2" fmla="*/ 401123 h 646393"/>
                <a:gd name="connsiteX3" fmla="*/ 278852 w 813949"/>
                <a:gd name="connsiteY3" fmla="*/ 85404 h 646393"/>
                <a:gd name="connsiteX4" fmla="*/ 722274 w 813949"/>
                <a:gd name="connsiteY4" fmla="*/ 87989 h 646393"/>
                <a:gd name="connsiteX5" fmla="*/ 813949 w 813949"/>
                <a:gd name="connsiteY5" fmla="*/ 365404 h 646393"/>
                <a:gd name="connsiteX6" fmla="*/ 722274 w 813949"/>
                <a:gd name="connsiteY6" fmla="*/ 645200 h 646393"/>
                <a:gd name="connsiteX7" fmla="*/ 406768 w 813949"/>
                <a:gd name="connsiteY7" fmla="*/ 646393 h 646393"/>
                <a:gd name="connsiteX8" fmla="*/ 405381 w 813949"/>
                <a:gd name="connsiteY8" fmla="*/ 0 h 646393"/>
                <a:gd name="connsiteX0" fmla="*/ 0 w 813949"/>
                <a:gd name="connsiteY0" fmla="*/ 64152 h 646393"/>
                <a:gd name="connsiteX1" fmla="*/ 220463 w 813949"/>
                <a:gd name="connsiteY1" fmla="*/ 597782 h 646393"/>
                <a:gd name="connsiteX2" fmla="*/ 278815 w 813949"/>
                <a:gd name="connsiteY2" fmla="*/ 202638 h 646393"/>
                <a:gd name="connsiteX3" fmla="*/ 278852 w 813949"/>
                <a:gd name="connsiteY3" fmla="*/ 85404 h 646393"/>
                <a:gd name="connsiteX4" fmla="*/ 722274 w 813949"/>
                <a:gd name="connsiteY4" fmla="*/ 87989 h 646393"/>
                <a:gd name="connsiteX5" fmla="*/ 813949 w 813949"/>
                <a:gd name="connsiteY5" fmla="*/ 365404 h 646393"/>
                <a:gd name="connsiteX6" fmla="*/ 722274 w 813949"/>
                <a:gd name="connsiteY6" fmla="*/ 645200 h 646393"/>
                <a:gd name="connsiteX7" fmla="*/ 406768 w 813949"/>
                <a:gd name="connsiteY7" fmla="*/ 646393 h 646393"/>
                <a:gd name="connsiteX8" fmla="*/ 405381 w 813949"/>
                <a:gd name="connsiteY8" fmla="*/ 0 h 646393"/>
                <a:gd name="connsiteX0" fmla="*/ 0 w 813949"/>
                <a:gd name="connsiteY0" fmla="*/ 64152 h 646393"/>
                <a:gd name="connsiteX1" fmla="*/ 220463 w 813949"/>
                <a:gd name="connsiteY1" fmla="*/ 597782 h 646393"/>
                <a:gd name="connsiteX2" fmla="*/ 278815 w 813949"/>
                <a:gd name="connsiteY2" fmla="*/ 202638 h 646393"/>
                <a:gd name="connsiteX3" fmla="*/ 278396 w 813949"/>
                <a:gd name="connsiteY3" fmla="*/ 86334 h 646393"/>
                <a:gd name="connsiteX4" fmla="*/ 722274 w 813949"/>
                <a:gd name="connsiteY4" fmla="*/ 87989 h 646393"/>
                <a:gd name="connsiteX5" fmla="*/ 813949 w 813949"/>
                <a:gd name="connsiteY5" fmla="*/ 365404 h 646393"/>
                <a:gd name="connsiteX6" fmla="*/ 722274 w 813949"/>
                <a:gd name="connsiteY6" fmla="*/ 645200 h 646393"/>
                <a:gd name="connsiteX7" fmla="*/ 406768 w 813949"/>
                <a:gd name="connsiteY7" fmla="*/ 646393 h 646393"/>
                <a:gd name="connsiteX8" fmla="*/ 405381 w 813949"/>
                <a:gd name="connsiteY8" fmla="*/ 0 h 646393"/>
                <a:gd name="connsiteX0" fmla="*/ 0 w 813949"/>
                <a:gd name="connsiteY0" fmla="*/ 64152 h 646393"/>
                <a:gd name="connsiteX1" fmla="*/ 220463 w 813949"/>
                <a:gd name="connsiteY1" fmla="*/ 597782 h 646393"/>
                <a:gd name="connsiteX2" fmla="*/ 278815 w 813949"/>
                <a:gd name="connsiteY2" fmla="*/ 202638 h 646393"/>
                <a:gd name="connsiteX3" fmla="*/ 278396 w 813949"/>
                <a:gd name="connsiteY3" fmla="*/ 86334 h 646393"/>
                <a:gd name="connsiteX4" fmla="*/ 720451 w 813949"/>
                <a:gd name="connsiteY4" fmla="*/ 86594 h 646393"/>
                <a:gd name="connsiteX5" fmla="*/ 813949 w 813949"/>
                <a:gd name="connsiteY5" fmla="*/ 365404 h 646393"/>
                <a:gd name="connsiteX6" fmla="*/ 722274 w 813949"/>
                <a:gd name="connsiteY6" fmla="*/ 645200 h 646393"/>
                <a:gd name="connsiteX7" fmla="*/ 406768 w 813949"/>
                <a:gd name="connsiteY7" fmla="*/ 646393 h 646393"/>
                <a:gd name="connsiteX8" fmla="*/ 405381 w 813949"/>
                <a:gd name="connsiteY8" fmla="*/ 0 h 646393"/>
                <a:gd name="connsiteX0" fmla="*/ 0 w 813949"/>
                <a:gd name="connsiteY0" fmla="*/ 66476 h 648717"/>
                <a:gd name="connsiteX1" fmla="*/ 220463 w 813949"/>
                <a:gd name="connsiteY1" fmla="*/ 600106 h 648717"/>
                <a:gd name="connsiteX2" fmla="*/ 278815 w 813949"/>
                <a:gd name="connsiteY2" fmla="*/ 204962 h 648717"/>
                <a:gd name="connsiteX3" fmla="*/ 278396 w 813949"/>
                <a:gd name="connsiteY3" fmla="*/ 88658 h 648717"/>
                <a:gd name="connsiteX4" fmla="*/ 720451 w 813949"/>
                <a:gd name="connsiteY4" fmla="*/ 88918 h 648717"/>
                <a:gd name="connsiteX5" fmla="*/ 813949 w 813949"/>
                <a:gd name="connsiteY5" fmla="*/ 367728 h 648717"/>
                <a:gd name="connsiteX6" fmla="*/ 722274 w 813949"/>
                <a:gd name="connsiteY6" fmla="*/ 647524 h 648717"/>
                <a:gd name="connsiteX7" fmla="*/ 406768 w 813949"/>
                <a:gd name="connsiteY7" fmla="*/ 648717 h 648717"/>
                <a:gd name="connsiteX8" fmla="*/ 406749 w 813949"/>
                <a:gd name="connsiteY8" fmla="*/ 0 h 648717"/>
                <a:gd name="connsiteX0" fmla="*/ 0 w 813949"/>
                <a:gd name="connsiteY0" fmla="*/ 66476 h 648717"/>
                <a:gd name="connsiteX1" fmla="*/ 220463 w 813949"/>
                <a:gd name="connsiteY1" fmla="*/ 600106 h 648717"/>
                <a:gd name="connsiteX2" fmla="*/ 278815 w 813949"/>
                <a:gd name="connsiteY2" fmla="*/ 204962 h 648717"/>
                <a:gd name="connsiteX3" fmla="*/ 278396 w 813949"/>
                <a:gd name="connsiteY3" fmla="*/ 88658 h 648717"/>
                <a:gd name="connsiteX4" fmla="*/ 720451 w 813949"/>
                <a:gd name="connsiteY4" fmla="*/ 88918 h 648717"/>
                <a:gd name="connsiteX5" fmla="*/ 813949 w 813949"/>
                <a:gd name="connsiteY5" fmla="*/ 367728 h 648717"/>
                <a:gd name="connsiteX6" fmla="*/ 722274 w 813949"/>
                <a:gd name="connsiteY6" fmla="*/ 647524 h 648717"/>
                <a:gd name="connsiteX7" fmla="*/ 406768 w 813949"/>
                <a:gd name="connsiteY7" fmla="*/ 648717 h 648717"/>
                <a:gd name="connsiteX8" fmla="*/ 405381 w 813949"/>
                <a:gd name="connsiteY8" fmla="*/ 0 h 648717"/>
                <a:gd name="connsiteX0" fmla="*/ 0 w 813949"/>
                <a:gd name="connsiteY0" fmla="*/ 66011 h 648252"/>
                <a:gd name="connsiteX1" fmla="*/ 220463 w 813949"/>
                <a:gd name="connsiteY1" fmla="*/ 599641 h 648252"/>
                <a:gd name="connsiteX2" fmla="*/ 278815 w 813949"/>
                <a:gd name="connsiteY2" fmla="*/ 204497 h 648252"/>
                <a:gd name="connsiteX3" fmla="*/ 278396 w 813949"/>
                <a:gd name="connsiteY3" fmla="*/ 88193 h 648252"/>
                <a:gd name="connsiteX4" fmla="*/ 720451 w 813949"/>
                <a:gd name="connsiteY4" fmla="*/ 88453 h 648252"/>
                <a:gd name="connsiteX5" fmla="*/ 813949 w 813949"/>
                <a:gd name="connsiteY5" fmla="*/ 367263 h 648252"/>
                <a:gd name="connsiteX6" fmla="*/ 722274 w 813949"/>
                <a:gd name="connsiteY6" fmla="*/ 647059 h 648252"/>
                <a:gd name="connsiteX7" fmla="*/ 406768 w 813949"/>
                <a:gd name="connsiteY7" fmla="*/ 648252 h 648252"/>
                <a:gd name="connsiteX8" fmla="*/ 406749 w 813949"/>
                <a:gd name="connsiteY8" fmla="*/ 0 h 648252"/>
                <a:gd name="connsiteX0" fmla="*/ 0 w 813949"/>
                <a:gd name="connsiteY0" fmla="*/ 66011 h 648252"/>
                <a:gd name="connsiteX1" fmla="*/ 336558 w 813949"/>
                <a:gd name="connsiteY1" fmla="*/ 208560 h 648252"/>
                <a:gd name="connsiteX2" fmla="*/ 278815 w 813949"/>
                <a:gd name="connsiteY2" fmla="*/ 204497 h 648252"/>
                <a:gd name="connsiteX3" fmla="*/ 278396 w 813949"/>
                <a:gd name="connsiteY3" fmla="*/ 88193 h 648252"/>
                <a:gd name="connsiteX4" fmla="*/ 720451 w 813949"/>
                <a:gd name="connsiteY4" fmla="*/ 88453 h 648252"/>
                <a:gd name="connsiteX5" fmla="*/ 813949 w 813949"/>
                <a:gd name="connsiteY5" fmla="*/ 367263 h 648252"/>
                <a:gd name="connsiteX6" fmla="*/ 722274 w 813949"/>
                <a:gd name="connsiteY6" fmla="*/ 647059 h 648252"/>
                <a:gd name="connsiteX7" fmla="*/ 406768 w 813949"/>
                <a:gd name="connsiteY7" fmla="*/ 648252 h 648252"/>
                <a:gd name="connsiteX8" fmla="*/ 406749 w 813949"/>
                <a:gd name="connsiteY8" fmla="*/ 0 h 648252"/>
                <a:gd name="connsiteX0" fmla="*/ 0 w 684482"/>
                <a:gd name="connsiteY0" fmla="*/ 142244 h 648252"/>
                <a:gd name="connsiteX1" fmla="*/ 207091 w 684482"/>
                <a:gd name="connsiteY1" fmla="*/ 208560 h 648252"/>
                <a:gd name="connsiteX2" fmla="*/ 149348 w 684482"/>
                <a:gd name="connsiteY2" fmla="*/ 204497 h 648252"/>
                <a:gd name="connsiteX3" fmla="*/ 148929 w 684482"/>
                <a:gd name="connsiteY3" fmla="*/ 88193 h 648252"/>
                <a:gd name="connsiteX4" fmla="*/ 590984 w 684482"/>
                <a:gd name="connsiteY4" fmla="*/ 88453 h 648252"/>
                <a:gd name="connsiteX5" fmla="*/ 684482 w 684482"/>
                <a:gd name="connsiteY5" fmla="*/ 367263 h 648252"/>
                <a:gd name="connsiteX6" fmla="*/ 592807 w 684482"/>
                <a:gd name="connsiteY6" fmla="*/ 647059 h 648252"/>
                <a:gd name="connsiteX7" fmla="*/ 277301 w 684482"/>
                <a:gd name="connsiteY7" fmla="*/ 648252 h 648252"/>
                <a:gd name="connsiteX8" fmla="*/ 277282 w 684482"/>
                <a:gd name="connsiteY8" fmla="*/ 0 h 648252"/>
                <a:gd name="connsiteX0" fmla="*/ 0 w 684482"/>
                <a:gd name="connsiteY0" fmla="*/ 142244 h 648252"/>
                <a:gd name="connsiteX1" fmla="*/ 208459 w 684482"/>
                <a:gd name="connsiteY1" fmla="*/ 207165 h 648252"/>
                <a:gd name="connsiteX2" fmla="*/ 149348 w 684482"/>
                <a:gd name="connsiteY2" fmla="*/ 204497 h 648252"/>
                <a:gd name="connsiteX3" fmla="*/ 148929 w 684482"/>
                <a:gd name="connsiteY3" fmla="*/ 88193 h 648252"/>
                <a:gd name="connsiteX4" fmla="*/ 590984 w 684482"/>
                <a:gd name="connsiteY4" fmla="*/ 88453 h 648252"/>
                <a:gd name="connsiteX5" fmla="*/ 684482 w 684482"/>
                <a:gd name="connsiteY5" fmla="*/ 367263 h 648252"/>
                <a:gd name="connsiteX6" fmla="*/ 592807 w 684482"/>
                <a:gd name="connsiteY6" fmla="*/ 647059 h 648252"/>
                <a:gd name="connsiteX7" fmla="*/ 277301 w 684482"/>
                <a:gd name="connsiteY7" fmla="*/ 648252 h 648252"/>
                <a:gd name="connsiteX8" fmla="*/ 277282 w 684482"/>
                <a:gd name="connsiteY8" fmla="*/ 0 h 648252"/>
                <a:gd name="connsiteX0" fmla="*/ 0 w 684482"/>
                <a:gd name="connsiteY0" fmla="*/ 142244 h 648252"/>
                <a:gd name="connsiteX1" fmla="*/ 208459 w 684482"/>
                <a:gd name="connsiteY1" fmla="*/ 207165 h 648252"/>
                <a:gd name="connsiteX2" fmla="*/ 149348 w 684482"/>
                <a:gd name="connsiteY2" fmla="*/ 204497 h 648252"/>
                <a:gd name="connsiteX3" fmla="*/ 148929 w 684482"/>
                <a:gd name="connsiteY3" fmla="*/ 88193 h 648252"/>
                <a:gd name="connsiteX4" fmla="*/ 590984 w 684482"/>
                <a:gd name="connsiteY4" fmla="*/ 88453 h 648252"/>
                <a:gd name="connsiteX5" fmla="*/ 684482 w 684482"/>
                <a:gd name="connsiteY5" fmla="*/ 367263 h 648252"/>
                <a:gd name="connsiteX6" fmla="*/ 592807 w 684482"/>
                <a:gd name="connsiteY6" fmla="*/ 647059 h 648252"/>
                <a:gd name="connsiteX7" fmla="*/ 277301 w 684482"/>
                <a:gd name="connsiteY7" fmla="*/ 648252 h 648252"/>
                <a:gd name="connsiteX8" fmla="*/ 277282 w 684482"/>
                <a:gd name="connsiteY8" fmla="*/ 0 h 648252"/>
                <a:gd name="connsiteX0" fmla="*/ 0 w 684482"/>
                <a:gd name="connsiteY0" fmla="*/ 142244 h 648252"/>
                <a:gd name="connsiteX1" fmla="*/ 208459 w 684482"/>
                <a:gd name="connsiteY1" fmla="*/ 207165 h 648252"/>
                <a:gd name="connsiteX2" fmla="*/ 149348 w 684482"/>
                <a:gd name="connsiteY2" fmla="*/ 204497 h 648252"/>
                <a:gd name="connsiteX3" fmla="*/ 148929 w 684482"/>
                <a:gd name="connsiteY3" fmla="*/ 88193 h 648252"/>
                <a:gd name="connsiteX4" fmla="*/ 590984 w 684482"/>
                <a:gd name="connsiteY4" fmla="*/ 88453 h 648252"/>
                <a:gd name="connsiteX5" fmla="*/ 684482 w 684482"/>
                <a:gd name="connsiteY5" fmla="*/ 367263 h 648252"/>
                <a:gd name="connsiteX6" fmla="*/ 592807 w 684482"/>
                <a:gd name="connsiteY6" fmla="*/ 647059 h 648252"/>
                <a:gd name="connsiteX7" fmla="*/ 277301 w 684482"/>
                <a:gd name="connsiteY7" fmla="*/ 648252 h 648252"/>
                <a:gd name="connsiteX8" fmla="*/ 277282 w 684482"/>
                <a:gd name="connsiteY8" fmla="*/ 0 h 648252"/>
                <a:gd name="connsiteX0" fmla="*/ 0 w 684482"/>
                <a:gd name="connsiteY0" fmla="*/ 142244 h 648252"/>
                <a:gd name="connsiteX1" fmla="*/ 109475 w 684482"/>
                <a:gd name="connsiteY1" fmla="*/ 176579 h 648252"/>
                <a:gd name="connsiteX2" fmla="*/ 208459 w 684482"/>
                <a:gd name="connsiteY2" fmla="*/ 207165 h 648252"/>
                <a:gd name="connsiteX3" fmla="*/ 149348 w 684482"/>
                <a:gd name="connsiteY3" fmla="*/ 204497 h 648252"/>
                <a:gd name="connsiteX4" fmla="*/ 148929 w 684482"/>
                <a:gd name="connsiteY4" fmla="*/ 88193 h 648252"/>
                <a:gd name="connsiteX5" fmla="*/ 590984 w 684482"/>
                <a:gd name="connsiteY5" fmla="*/ 88453 h 648252"/>
                <a:gd name="connsiteX6" fmla="*/ 684482 w 684482"/>
                <a:gd name="connsiteY6" fmla="*/ 367263 h 648252"/>
                <a:gd name="connsiteX7" fmla="*/ 592807 w 684482"/>
                <a:gd name="connsiteY7" fmla="*/ 647059 h 648252"/>
                <a:gd name="connsiteX8" fmla="*/ 277301 w 684482"/>
                <a:gd name="connsiteY8" fmla="*/ 648252 h 648252"/>
                <a:gd name="connsiteX9" fmla="*/ 277282 w 684482"/>
                <a:gd name="connsiteY9" fmla="*/ 0 h 648252"/>
                <a:gd name="connsiteX0" fmla="*/ 0 w 684482"/>
                <a:gd name="connsiteY0" fmla="*/ 142244 h 648252"/>
                <a:gd name="connsiteX1" fmla="*/ 207944 w 684482"/>
                <a:gd name="connsiteY1" fmla="*/ 140787 h 648252"/>
                <a:gd name="connsiteX2" fmla="*/ 208459 w 684482"/>
                <a:gd name="connsiteY2" fmla="*/ 207165 h 648252"/>
                <a:gd name="connsiteX3" fmla="*/ 149348 w 684482"/>
                <a:gd name="connsiteY3" fmla="*/ 204497 h 648252"/>
                <a:gd name="connsiteX4" fmla="*/ 148929 w 684482"/>
                <a:gd name="connsiteY4" fmla="*/ 88193 h 648252"/>
                <a:gd name="connsiteX5" fmla="*/ 590984 w 684482"/>
                <a:gd name="connsiteY5" fmla="*/ 88453 h 648252"/>
                <a:gd name="connsiteX6" fmla="*/ 684482 w 684482"/>
                <a:gd name="connsiteY6" fmla="*/ 367263 h 648252"/>
                <a:gd name="connsiteX7" fmla="*/ 592807 w 684482"/>
                <a:gd name="connsiteY7" fmla="*/ 647059 h 648252"/>
                <a:gd name="connsiteX8" fmla="*/ 277301 w 684482"/>
                <a:gd name="connsiteY8" fmla="*/ 648252 h 648252"/>
                <a:gd name="connsiteX9" fmla="*/ 277282 w 684482"/>
                <a:gd name="connsiteY9" fmla="*/ 0 h 648252"/>
                <a:gd name="connsiteX0" fmla="*/ 0 w 701349"/>
                <a:gd name="connsiteY0" fmla="*/ 140850 h 648252"/>
                <a:gd name="connsiteX1" fmla="*/ 224811 w 701349"/>
                <a:gd name="connsiteY1" fmla="*/ 140787 h 648252"/>
                <a:gd name="connsiteX2" fmla="*/ 225326 w 701349"/>
                <a:gd name="connsiteY2" fmla="*/ 207165 h 648252"/>
                <a:gd name="connsiteX3" fmla="*/ 166215 w 701349"/>
                <a:gd name="connsiteY3" fmla="*/ 204497 h 648252"/>
                <a:gd name="connsiteX4" fmla="*/ 165796 w 701349"/>
                <a:gd name="connsiteY4" fmla="*/ 88193 h 648252"/>
                <a:gd name="connsiteX5" fmla="*/ 607851 w 701349"/>
                <a:gd name="connsiteY5" fmla="*/ 88453 h 648252"/>
                <a:gd name="connsiteX6" fmla="*/ 701349 w 701349"/>
                <a:gd name="connsiteY6" fmla="*/ 367263 h 648252"/>
                <a:gd name="connsiteX7" fmla="*/ 609674 w 701349"/>
                <a:gd name="connsiteY7" fmla="*/ 647059 h 648252"/>
                <a:gd name="connsiteX8" fmla="*/ 294168 w 701349"/>
                <a:gd name="connsiteY8" fmla="*/ 648252 h 648252"/>
                <a:gd name="connsiteX9" fmla="*/ 294149 w 701349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7149 w 703172"/>
                <a:gd name="connsiteY2" fmla="*/ 207165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168038 w 703172"/>
                <a:gd name="connsiteY2" fmla="*/ 204497 h 648252"/>
                <a:gd name="connsiteX3" fmla="*/ 167619 w 703172"/>
                <a:gd name="connsiteY3" fmla="*/ 88193 h 648252"/>
                <a:gd name="connsiteX4" fmla="*/ 609674 w 703172"/>
                <a:gd name="connsiteY4" fmla="*/ 88453 h 648252"/>
                <a:gd name="connsiteX5" fmla="*/ 703172 w 703172"/>
                <a:gd name="connsiteY5" fmla="*/ 367263 h 648252"/>
                <a:gd name="connsiteX6" fmla="*/ 611497 w 703172"/>
                <a:gd name="connsiteY6" fmla="*/ 647059 h 648252"/>
                <a:gd name="connsiteX7" fmla="*/ 295991 w 703172"/>
                <a:gd name="connsiteY7" fmla="*/ 648252 h 648252"/>
                <a:gd name="connsiteX8" fmla="*/ 295972 w 703172"/>
                <a:gd name="connsiteY8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04296 w 703172"/>
                <a:gd name="connsiteY2" fmla="*/ 186805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3539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3539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3539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7090 w 703172"/>
                <a:gd name="connsiteY2" fmla="*/ 204934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7090 w 703172"/>
                <a:gd name="connsiteY2" fmla="*/ 204934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5722 w 703172"/>
                <a:gd name="connsiteY2" fmla="*/ 204469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5722 w 703172"/>
                <a:gd name="connsiteY2" fmla="*/ 204469 h 648252"/>
                <a:gd name="connsiteX3" fmla="*/ 167582 w 703172"/>
                <a:gd name="connsiteY3" fmla="*/ 20403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5722 w 703172"/>
                <a:gd name="connsiteY2" fmla="*/ 204469 h 648252"/>
                <a:gd name="connsiteX3" fmla="*/ 167582 w 703172"/>
                <a:gd name="connsiteY3" fmla="*/ 20403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5722 w 703172"/>
                <a:gd name="connsiteY2" fmla="*/ 20446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5722 w 703172"/>
                <a:gd name="connsiteY2" fmla="*/ 20446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5722 w 703172"/>
                <a:gd name="connsiteY2" fmla="*/ 20446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5722 w 703172"/>
                <a:gd name="connsiteY2" fmla="*/ 20446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178 w 703172"/>
                <a:gd name="connsiteY2" fmla="*/ 20539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7546 w 703172"/>
                <a:gd name="connsiteY2" fmla="*/ 204934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46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46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539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5399 h 648252"/>
                <a:gd name="connsiteX3" fmla="*/ 167126 w 703172"/>
                <a:gd name="connsiteY3" fmla="*/ 20635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539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5399 h 648252"/>
                <a:gd name="connsiteX3" fmla="*/ 167126 w 703172"/>
                <a:gd name="connsiteY3" fmla="*/ 20542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539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934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934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934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934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934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934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7188 w 703172"/>
                <a:gd name="connsiteY9" fmla="*/ 0 h 648252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6214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8038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6670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859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8038 w 703172"/>
                <a:gd name="connsiteY3" fmla="*/ 205929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8038 w 703172"/>
                <a:gd name="connsiteY3" fmla="*/ 205929 h 649684"/>
                <a:gd name="connsiteX4" fmla="*/ 168075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8038 w 703172"/>
                <a:gd name="connsiteY3" fmla="*/ 205929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8038 w 703172"/>
                <a:gd name="connsiteY3" fmla="*/ 205929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8038 w 703172"/>
                <a:gd name="connsiteY3" fmla="*/ 205929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8038 w 703172"/>
                <a:gd name="connsiteY3" fmla="*/ 205929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2437 h 650304"/>
                <a:gd name="connsiteX1" fmla="*/ 226634 w 703172"/>
                <a:gd name="connsiteY1" fmla="*/ 142839 h 650304"/>
                <a:gd name="connsiteX2" fmla="*/ 226634 w 703172"/>
                <a:gd name="connsiteY2" fmla="*/ 206986 h 650304"/>
                <a:gd name="connsiteX3" fmla="*/ 168038 w 703172"/>
                <a:gd name="connsiteY3" fmla="*/ 206549 h 650304"/>
                <a:gd name="connsiteX4" fmla="*/ 167619 w 703172"/>
                <a:gd name="connsiteY4" fmla="*/ 90245 h 650304"/>
                <a:gd name="connsiteX5" fmla="*/ 609674 w 703172"/>
                <a:gd name="connsiteY5" fmla="*/ 90505 h 650304"/>
                <a:gd name="connsiteX6" fmla="*/ 703172 w 703172"/>
                <a:gd name="connsiteY6" fmla="*/ 369315 h 650304"/>
                <a:gd name="connsiteX7" fmla="*/ 611497 w 703172"/>
                <a:gd name="connsiteY7" fmla="*/ 649111 h 650304"/>
                <a:gd name="connsiteX8" fmla="*/ 295991 w 703172"/>
                <a:gd name="connsiteY8" fmla="*/ 650304 h 650304"/>
                <a:gd name="connsiteX9" fmla="*/ 295036 w 703172"/>
                <a:gd name="connsiteY9" fmla="*/ 0 h 650304"/>
                <a:gd name="connsiteX0" fmla="*/ 0 w 703172"/>
                <a:gd name="connsiteY0" fmla="*/ 143677 h 651544"/>
                <a:gd name="connsiteX1" fmla="*/ 226634 w 703172"/>
                <a:gd name="connsiteY1" fmla="*/ 144079 h 651544"/>
                <a:gd name="connsiteX2" fmla="*/ 226634 w 703172"/>
                <a:gd name="connsiteY2" fmla="*/ 208226 h 651544"/>
                <a:gd name="connsiteX3" fmla="*/ 168038 w 703172"/>
                <a:gd name="connsiteY3" fmla="*/ 207789 h 651544"/>
                <a:gd name="connsiteX4" fmla="*/ 167619 w 703172"/>
                <a:gd name="connsiteY4" fmla="*/ 91485 h 651544"/>
                <a:gd name="connsiteX5" fmla="*/ 609674 w 703172"/>
                <a:gd name="connsiteY5" fmla="*/ 91745 h 651544"/>
                <a:gd name="connsiteX6" fmla="*/ 703172 w 703172"/>
                <a:gd name="connsiteY6" fmla="*/ 370555 h 651544"/>
                <a:gd name="connsiteX7" fmla="*/ 611497 w 703172"/>
                <a:gd name="connsiteY7" fmla="*/ 650351 h 651544"/>
                <a:gd name="connsiteX8" fmla="*/ 295991 w 703172"/>
                <a:gd name="connsiteY8" fmla="*/ 651544 h 651544"/>
                <a:gd name="connsiteX9" fmla="*/ 295644 w 703172"/>
                <a:gd name="connsiteY9" fmla="*/ 0 h 651544"/>
                <a:gd name="connsiteX0" fmla="*/ 0 w 703172"/>
                <a:gd name="connsiteY0" fmla="*/ 137882 h 645749"/>
                <a:gd name="connsiteX1" fmla="*/ 226634 w 703172"/>
                <a:gd name="connsiteY1" fmla="*/ 138284 h 645749"/>
                <a:gd name="connsiteX2" fmla="*/ 226634 w 703172"/>
                <a:gd name="connsiteY2" fmla="*/ 202431 h 645749"/>
                <a:gd name="connsiteX3" fmla="*/ 168038 w 703172"/>
                <a:gd name="connsiteY3" fmla="*/ 201994 h 645749"/>
                <a:gd name="connsiteX4" fmla="*/ 167619 w 703172"/>
                <a:gd name="connsiteY4" fmla="*/ 85690 h 645749"/>
                <a:gd name="connsiteX5" fmla="*/ 609674 w 703172"/>
                <a:gd name="connsiteY5" fmla="*/ 85950 h 645749"/>
                <a:gd name="connsiteX6" fmla="*/ 703172 w 703172"/>
                <a:gd name="connsiteY6" fmla="*/ 364760 h 645749"/>
                <a:gd name="connsiteX7" fmla="*/ 611497 w 703172"/>
                <a:gd name="connsiteY7" fmla="*/ 644556 h 645749"/>
                <a:gd name="connsiteX8" fmla="*/ 295991 w 703172"/>
                <a:gd name="connsiteY8" fmla="*/ 645749 h 645749"/>
                <a:gd name="connsiteX9" fmla="*/ 296781 w 703172"/>
                <a:gd name="connsiteY9" fmla="*/ 0 h 645749"/>
                <a:gd name="connsiteX0" fmla="*/ 0 w 703172"/>
                <a:gd name="connsiteY0" fmla="*/ 140977 h 648844"/>
                <a:gd name="connsiteX1" fmla="*/ 226634 w 703172"/>
                <a:gd name="connsiteY1" fmla="*/ 141379 h 648844"/>
                <a:gd name="connsiteX2" fmla="*/ 226634 w 703172"/>
                <a:gd name="connsiteY2" fmla="*/ 205526 h 648844"/>
                <a:gd name="connsiteX3" fmla="*/ 168038 w 703172"/>
                <a:gd name="connsiteY3" fmla="*/ 205089 h 648844"/>
                <a:gd name="connsiteX4" fmla="*/ 167619 w 703172"/>
                <a:gd name="connsiteY4" fmla="*/ 88785 h 648844"/>
                <a:gd name="connsiteX5" fmla="*/ 609674 w 703172"/>
                <a:gd name="connsiteY5" fmla="*/ 89045 h 648844"/>
                <a:gd name="connsiteX6" fmla="*/ 703172 w 703172"/>
                <a:gd name="connsiteY6" fmla="*/ 367855 h 648844"/>
                <a:gd name="connsiteX7" fmla="*/ 611497 w 703172"/>
                <a:gd name="connsiteY7" fmla="*/ 647651 h 648844"/>
                <a:gd name="connsiteX8" fmla="*/ 295991 w 703172"/>
                <a:gd name="connsiteY8" fmla="*/ 648844 h 648844"/>
                <a:gd name="connsiteX9" fmla="*/ 295770 w 703172"/>
                <a:gd name="connsiteY9" fmla="*/ 0 h 648844"/>
                <a:gd name="connsiteX0" fmla="*/ 59015 w 535553"/>
                <a:gd name="connsiteY0" fmla="*/ 141379 h 648844"/>
                <a:gd name="connsiteX1" fmla="*/ 59015 w 535553"/>
                <a:gd name="connsiteY1" fmla="*/ 205526 h 648844"/>
                <a:gd name="connsiteX2" fmla="*/ 419 w 535553"/>
                <a:gd name="connsiteY2" fmla="*/ 205089 h 648844"/>
                <a:gd name="connsiteX3" fmla="*/ 0 w 535553"/>
                <a:gd name="connsiteY3" fmla="*/ 88785 h 648844"/>
                <a:gd name="connsiteX4" fmla="*/ 442055 w 535553"/>
                <a:gd name="connsiteY4" fmla="*/ 89045 h 648844"/>
                <a:gd name="connsiteX5" fmla="*/ 535553 w 535553"/>
                <a:gd name="connsiteY5" fmla="*/ 367855 h 648844"/>
                <a:gd name="connsiteX6" fmla="*/ 443878 w 535553"/>
                <a:gd name="connsiteY6" fmla="*/ 647651 h 648844"/>
                <a:gd name="connsiteX7" fmla="*/ 128372 w 535553"/>
                <a:gd name="connsiteY7" fmla="*/ 648844 h 648844"/>
                <a:gd name="connsiteX8" fmla="*/ 128151 w 535553"/>
                <a:gd name="connsiteY8" fmla="*/ 0 h 648844"/>
                <a:gd name="connsiteX0" fmla="*/ 59015 w 535553"/>
                <a:gd name="connsiteY0" fmla="*/ 205526 h 648844"/>
                <a:gd name="connsiteX1" fmla="*/ 419 w 535553"/>
                <a:gd name="connsiteY1" fmla="*/ 205089 h 648844"/>
                <a:gd name="connsiteX2" fmla="*/ 0 w 535553"/>
                <a:gd name="connsiteY2" fmla="*/ 88785 h 648844"/>
                <a:gd name="connsiteX3" fmla="*/ 442055 w 535553"/>
                <a:gd name="connsiteY3" fmla="*/ 89045 h 648844"/>
                <a:gd name="connsiteX4" fmla="*/ 535553 w 535553"/>
                <a:gd name="connsiteY4" fmla="*/ 367855 h 648844"/>
                <a:gd name="connsiteX5" fmla="*/ 443878 w 535553"/>
                <a:gd name="connsiteY5" fmla="*/ 647651 h 648844"/>
                <a:gd name="connsiteX6" fmla="*/ 128372 w 535553"/>
                <a:gd name="connsiteY6" fmla="*/ 648844 h 648844"/>
                <a:gd name="connsiteX7" fmla="*/ 128151 w 535553"/>
                <a:gd name="connsiteY7" fmla="*/ 0 h 648844"/>
                <a:gd name="connsiteX0" fmla="*/ 419 w 535553"/>
                <a:gd name="connsiteY0" fmla="*/ 205089 h 648844"/>
                <a:gd name="connsiteX1" fmla="*/ 0 w 535553"/>
                <a:gd name="connsiteY1" fmla="*/ 88785 h 648844"/>
                <a:gd name="connsiteX2" fmla="*/ 442055 w 535553"/>
                <a:gd name="connsiteY2" fmla="*/ 89045 h 648844"/>
                <a:gd name="connsiteX3" fmla="*/ 535553 w 535553"/>
                <a:gd name="connsiteY3" fmla="*/ 367855 h 648844"/>
                <a:gd name="connsiteX4" fmla="*/ 443878 w 535553"/>
                <a:gd name="connsiteY4" fmla="*/ 647651 h 648844"/>
                <a:gd name="connsiteX5" fmla="*/ 128372 w 535553"/>
                <a:gd name="connsiteY5" fmla="*/ 648844 h 648844"/>
                <a:gd name="connsiteX6" fmla="*/ 128151 w 535553"/>
                <a:gd name="connsiteY6" fmla="*/ 0 h 648844"/>
                <a:gd name="connsiteX0" fmla="*/ 0 w 535553"/>
                <a:gd name="connsiteY0" fmla="*/ 88785 h 648844"/>
                <a:gd name="connsiteX1" fmla="*/ 442055 w 535553"/>
                <a:gd name="connsiteY1" fmla="*/ 89045 h 648844"/>
                <a:gd name="connsiteX2" fmla="*/ 535553 w 535553"/>
                <a:gd name="connsiteY2" fmla="*/ 367855 h 648844"/>
                <a:gd name="connsiteX3" fmla="*/ 443878 w 535553"/>
                <a:gd name="connsiteY3" fmla="*/ 647651 h 648844"/>
                <a:gd name="connsiteX4" fmla="*/ 128372 w 535553"/>
                <a:gd name="connsiteY4" fmla="*/ 648844 h 648844"/>
                <a:gd name="connsiteX5" fmla="*/ 128151 w 535553"/>
                <a:gd name="connsiteY5" fmla="*/ 0 h 648844"/>
                <a:gd name="connsiteX0" fmla="*/ 0 w 646478"/>
                <a:gd name="connsiteY0" fmla="*/ 87901 h 648844"/>
                <a:gd name="connsiteX1" fmla="*/ 552980 w 646478"/>
                <a:gd name="connsiteY1" fmla="*/ 89045 h 648844"/>
                <a:gd name="connsiteX2" fmla="*/ 646478 w 646478"/>
                <a:gd name="connsiteY2" fmla="*/ 367855 h 648844"/>
                <a:gd name="connsiteX3" fmla="*/ 554803 w 646478"/>
                <a:gd name="connsiteY3" fmla="*/ 647651 h 648844"/>
                <a:gd name="connsiteX4" fmla="*/ 239297 w 646478"/>
                <a:gd name="connsiteY4" fmla="*/ 648844 h 648844"/>
                <a:gd name="connsiteX5" fmla="*/ 239076 w 646478"/>
                <a:gd name="connsiteY5" fmla="*/ 0 h 648844"/>
                <a:gd name="connsiteX0" fmla="*/ 0 w 646478"/>
                <a:gd name="connsiteY0" fmla="*/ 115043 h 675986"/>
                <a:gd name="connsiteX1" fmla="*/ 552980 w 646478"/>
                <a:gd name="connsiteY1" fmla="*/ 116187 h 675986"/>
                <a:gd name="connsiteX2" fmla="*/ 646478 w 646478"/>
                <a:gd name="connsiteY2" fmla="*/ 394997 h 675986"/>
                <a:gd name="connsiteX3" fmla="*/ 554803 w 646478"/>
                <a:gd name="connsiteY3" fmla="*/ 674793 h 675986"/>
                <a:gd name="connsiteX4" fmla="*/ 239297 w 646478"/>
                <a:gd name="connsiteY4" fmla="*/ 675986 h 675986"/>
                <a:gd name="connsiteX5" fmla="*/ 239173 w 646478"/>
                <a:gd name="connsiteY5" fmla="*/ 55279 h 675986"/>
                <a:gd name="connsiteX6" fmla="*/ 239076 w 646478"/>
                <a:gd name="connsiteY6" fmla="*/ 27142 h 675986"/>
                <a:gd name="connsiteX0" fmla="*/ 0 w 646478"/>
                <a:gd name="connsiteY0" fmla="*/ 115043 h 675986"/>
                <a:gd name="connsiteX1" fmla="*/ 552980 w 646478"/>
                <a:gd name="connsiteY1" fmla="*/ 116187 h 675986"/>
                <a:gd name="connsiteX2" fmla="*/ 646478 w 646478"/>
                <a:gd name="connsiteY2" fmla="*/ 394997 h 675986"/>
                <a:gd name="connsiteX3" fmla="*/ 554803 w 646478"/>
                <a:gd name="connsiteY3" fmla="*/ 674793 h 675986"/>
                <a:gd name="connsiteX4" fmla="*/ 239297 w 646478"/>
                <a:gd name="connsiteY4" fmla="*/ 675986 h 675986"/>
                <a:gd name="connsiteX5" fmla="*/ 239173 w 646478"/>
                <a:gd name="connsiteY5" fmla="*/ 55279 h 675986"/>
                <a:gd name="connsiteX6" fmla="*/ 239076 w 646478"/>
                <a:gd name="connsiteY6" fmla="*/ 27142 h 675986"/>
                <a:gd name="connsiteX0" fmla="*/ 0 w 646478"/>
                <a:gd name="connsiteY0" fmla="*/ 115043 h 675986"/>
                <a:gd name="connsiteX1" fmla="*/ 552980 w 646478"/>
                <a:gd name="connsiteY1" fmla="*/ 116187 h 675986"/>
                <a:gd name="connsiteX2" fmla="*/ 646478 w 646478"/>
                <a:gd name="connsiteY2" fmla="*/ 394997 h 675986"/>
                <a:gd name="connsiteX3" fmla="*/ 554803 w 646478"/>
                <a:gd name="connsiteY3" fmla="*/ 674793 h 675986"/>
                <a:gd name="connsiteX4" fmla="*/ 239297 w 646478"/>
                <a:gd name="connsiteY4" fmla="*/ 675986 h 675986"/>
                <a:gd name="connsiteX5" fmla="*/ 239173 w 646478"/>
                <a:gd name="connsiteY5" fmla="*/ 55279 h 675986"/>
                <a:gd name="connsiteX6" fmla="*/ 239076 w 646478"/>
                <a:gd name="connsiteY6" fmla="*/ 27142 h 675986"/>
                <a:gd name="connsiteX0" fmla="*/ 0 w 646478"/>
                <a:gd name="connsiteY0" fmla="*/ 115043 h 675986"/>
                <a:gd name="connsiteX1" fmla="*/ 552980 w 646478"/>
                <a:gd name="connsiteY1" fmla="*/ 116187 h 675986"/>
                <a:gd name="connsiteX2" fmla="*/ 646478 w 646478"/>
                <a:gd name="connsiteY2" fmla="*/ 394997 h 675986"/>
                <a:gd name="connsiteX3" fmla="*/ 554803 w 646478"/>
                <a:gd name="connsiteY3" fmla="*/ 674793 h 675986"/>
                <a:gd name="connsiteX4" fmla="*/ 239297 w 646478"/>
                <a:gd name="connsiteY4" fmla="*/ 675986 h 675986"/>
                <a:gd name="connsiteX5" fmla="*/ 239173 w 646478"/>
                <a:gd name="connsiteY5" fmla="*/ 55279 h 675986"/>
                <a:gd name="connsiteX6" fmla="*/ 239076 w 646478"/>
                <a:gd name="connsiteY6" fmla="*/ 27142 h 675986"/>
                <a:gd name="connsiteX0" fmla="*/ 0 w 963608"/>
                <a:gd name="connsiteY0" fmla="*/ 107020 h 667963"/>
                <a:gd name="connsiteX1" fmla="*/ 552980 w 963608"/>
                <a:gd name="connsiteY1" fmla="*/ 108164 h 667963"/>
                <a:gd name="connsiteX2" fmla="*/ 646478 w 963608"/>
                <a:gd name="connsiteY2" fmla="*/ 386974 h 667963"/>
                <a:gd name="connsiteX3" fmla="*/ 554803 w 963608"/>
                <a:gd name="connsiteY3" fmla="*/ 666770 h 667963"/>
                <a:gd name="connsiteX4" fmla="*/ 239297 w 963608"/>
                <a:gd name="connsiteY4" fmla="*/ 667963 h 667963"/>
                <a:gd name="connsiteX5" fmla="*/ 239173 w 963608"/>
                <a:gd name="connsiteY5" fmla="*/ 47256 h 667963"/>
                <a:gd name="connsiteX6" fmla="*/ 963608 w 963608"/>
                <a:gd name="connsiteY6" fmla="*/ 46389 h 667963"/>
                <a:gd name="connsiteX0" fmla="*/ 0 w 963608"/>
                <a:gd name="connsiteY0" fmla="*/ 60631 h 621574"/>
                <a:gd name="connsiteX1" fmla="*/ 552980 w 963608"/>
                <a:gd name="connsiteY1" fmla="*/ 61775 h 621574"/>
                <a:gd name="connsiteX2" fmla="*/ 646478 w 963608"/>
                <a:gd name="connsiteY2" fmla="*/ 340585 h 621574"/>
                <a:gd name="connsiteX3" fmla="*/ 554803 w 963608"/>
                <a:gd name="connsiteY3" fmla="*/ 620381 h 621574"/>
                <a:gd name="connsiteX4" fmla="*/ 239297 w 963608"/>
                <a:gd name="connsiteY4" fmla="*/ 621574 h 621574"/>
                <a:gd name="connsiteX5" fmla="*/ 239173 w 963608"/>
                <a:gd name="connsiteY5" fmla="*/ 867 h 621574"/>
                <a:gd name="connsiteX6" fmla="*/ 963608 w 963608"/>
                <a:gd name="connsiteY6" fmla="*/ 0 h 621574"/>
                <a:gd name="connsiteX0" fmla="*/ 0 w 963608"/>
                <a:gd name="connsiteY0" fmla="*/ 60631 h 621574"/>
                <a:gd name="connsiteX1" fmla="*/ 552980 w 963608"/>
                <a:gd name="connsiteY1" fmla="*/ 61775 h 621574"/>
                <a:gd name="connsiteX2" fmla="*/ 646478 w 963608"/>
                <a:gd name="connsiteY2" fmla="*/ 340585 h 621574"/>
                <a:gd name="connsiteX3" fmla="*/ 554803 w 963608"/>
                <a:gd name="connsiteY3" fmla="*/ 620381 h 621574"/>
                <a:gd name="connsiteX4" fmla="*/ 239297 w 963608"/>
                <a:gd name="connsiteY4" fmla="*/ 621574 h 621574"/>
                <a:gd name="connsiteX5" fmla="*/ 239173 w 963608"/>
                <a:gd name="connsiteY5" fmla="*/ 867 h 621574"/>
                <a:gd name="connsiteX6" fmla="*/ 963608 w 963608"/>
                <a:gd name="connsiteY6" fmla="*/ 0 h 621574"/>
                <a:gd name="connsiteX0" fmla="*/ 0 w 1017378"/>
                <a:gd name="connsiteY0" fmla="*/ 61293 h 622236"/>
                <a:gd name="connsiteX1" fmla="*/ 552980 w 1017378"/>
                <a:gd name="connsiteY1" fmla="*/ 62437 h 622236"/>
                <a:gd name="connsiteX2" fmla="*/ 646478 w 1017378"/>
                <a:gd name="connsiteY2" fmla="*/ 341247 h 622236"/>
                <a:gd name="connsiteX3" fmla="*/ 554803 w 1017378"/>
                <a:gd name="connsiteY3" fmla="*/ 621043 h 622236"/>
                <a:gd name="connsiteX4" fmla="*/ 239297 w 1017378"/>
                <a:gd name="connsiteY4" fmla="*/ 622236 h 622236"/>
                <a:gd name="connsiteX5" fmla="*/ 239173 w 1017378"/>
                <a:gd name="connsiteY5" fmla="*/ 1529 h 622236"/>
                <a:gd name="connsiteX6" fmla="*/ 963608 w 1017378"/>
                <a:gd name="connsiteY6" fmla="*/ 662 h 622236"/>
                <a:gd name="connsiteX7" fmla="*/ 963986 w 1017378"/>
                <a:gd name="connsiteY7" fmla="*/ 0 h 622236"/>
                <a:gd name="connsiteX0" fmla="*/ 0 w 1017951"/>
                <a:gd name="connsiteY0" fmla="*/ 61293 h 622236"/>
                <a:gd name="connsiteX1" fmla="*/ 552980 w 1017951"/>
                <a:gd name="connsiteY1" fmla="*/ 62437 h 622236"/>
                <a:gd name="connsiteX2" fmla="*/ 646478 w 1017951"/>
                <a:gd name="connsiteY2" fmla="*/ 341247 h 622236"/>
                <a:gd name="connsiteX3" fmla="*/ 554803 w 1017951"/>
                <a:gd name="connsiteY3" fmla="*/ 621043 h 622236"/>
                <a:gd name="connsiteX4" fmla="*/ 239297 w 1017951"/>
                <a:gd name="connsiteY4" fmla="*/ 622236 h 622236"/>
                <a:gd name="connsiteX5" fmla="*/ 239173 w 1017951"/>
                <a:gd name="connsiteY5" fmla="*/ 1529 h 622236"/>
                <a:gd name="connsiteX6" fmla="*/ 963608 w 1017951"/>
                <a:gd name="connsiteY6" fmla="*/ 662 h 622236"/>
                <a:gd name="connsiteX7" fmla="*/ 951098 w 1017951"/>
                <a:gd name="connsiteY7" fmla="*/ 135789 h 622236"/>
                <a:gd name="connsiteX8" fmla="*/ 963986 w 1017951"/>
                <a:gd name="connsiteY8" fmla="*/ 0 h 622236"/>
                <a:gd name="connsiteX0" fmla="*/ 0 w 1017951"/>
                <a:gd name="connsiteY0" fmla="*/ 61293 h 622236"/>
                <a:gd name="connsiteX1" fmla="*/ 552980 w 1017951"/>
                <a:gd name="connsiteY1" fmla="*/ 62437 h 622236"/>
                <a:gd name="connsiteX2" fmla="*/ 646478 w 1017951"/>
                <a:gd name="connsiteY2" fmla="*/ 341247 h 622236"/>
                <a:gd name="connsiteX3" fmla="*/ 554803 w 1017951"/>
                <a:gd name="connsiteY3" fmla="*/ 621043 h 622236"/>
                <a:gd name="connsiteX4" fmla="*/ 239297 w 1017951"/>
                <a:gd name="connsiteY4" fmla="*/ 622236 h 622236"/>
                <a:gd name="connsiteX5" fmla="*/ 239173 w 1017951"/>
                <a:gd name="connsiteY5" fmla="*/ 1529 h 622236"/>
                <a:gd name="connsiteX6" fmla="*/ 963608 w 1017951"/>
                <a:gd name="connsiteY6" fmla="*/ 662 h 622236"/>
                <a:gd name="connsiteX7" fmla="*/ 951098 w 1017951"/>
                <a:gd name="connsiteY7" fmla="*/ 135789 h 622236"/>
                <a:gd name="connsiteX8" fmla="*/ 966134 w 1017951"/>
                <a:gd name="connsiteY8" fmla="*/ 77750 h 622236"/>
                <a:gd name="connsiteX9" fmla="*/ 963986 w 1017951"/>
                <a:gd name="connsiteY9" fmla="*/ 0 h 622236"/>
                <a:gd name="connsiteX0" fmla="*/ 0 w 1017951"/>
                <a:gd name="connsiteY0" fmla="*/ 61293 h 622236"/>
                <a:gd name="connsiteX1" fmla="*/ 552980 w 1017951"/>
                <a:gd name="connsiteY1" fmla="*/ 62437 h 622236"/>
                <a:gd name="connsiteX2" fmla="*/ 646478 w 1017951"/>
                <a:gd name="connsiteY2" fmla="*/ 341247 h 622236"/>
                <a:gd name="connsiteX3" fmla="*/ 554803 w 1017951"/>
                <a:gd name="connsiteY3" fmla="*/ 621043 h 622236"/>
                <a:gd name="connsiteX4" fmla="*/ 239297 w 1017951"/>
                <a:gd name="connsiteY4" fmla="*/ 622236 h 622236"/>
                <a:gd name="connsiteX5" fmla="*/ 239173 w 1017951"/>
                <a:gd name="connsiteY5" fmla="*/ 1529 h 622236"/>
                <a:gd name="connsiteX6" fmla="*/ 963608 w 1017951"/>
                <a:gd name="connsiteY6" fmla="*/ 662 h 622236"/>
                <a:gd name="connsiteX7" fmla="*/ 951098 w 1017951"/>
                <a:gd name="connsiteY7" fmla="*/ 135789 h 622236"/>
                <a:gd name="connsiteX8" fmla="*/ 866257 w 1017951"/>
                <a:gd name="connsiteY8" fmla="*/ 165356 h 622236"/>
                <a:gd name="connsiteX9" fmla="*/ 963986 w 1017951"/>
                <a:gd name="connsiteY9" fmla="*/ 0 h 622236"/>
                <a:gd name="connsiteX0" fmla="*/ 0 w 1017951"/>
                <a:gd name="connsiteY0" fmla="*/ 60632 h 621575"/>
                <a:gd name="connsiteX1" fmla="*/ 552980 w 1017951"/>
                <a:gd name="connsiteY1" fmla="*/ 61776 h 621575"/>
                <a:gd name="connsiteX2" fmla="*/ 646478 w 1017951"/>
                <a:gd name="connsiteY2" fmla="*/ 340586 h 621575"/>
                <a:gd name="connsiteX3" fmla="*/ 554803 w 1017951"/>
                <a:gd name="connsiteY3" fmla="*/ 620382 h 621575"/>
                <a:gd name="connsiteX4" fmla="*/ 239297 w 1017951"/>
                <a:gd name="connsiteY4" fmla="*/ 621575 h 621575"/>
                <a:gd name="connsiteX5" fmla="*/ 239173 w 1017951"/>
                <a:gd name="connsiteY5" fmla="*/ 868 h 621575"/>
                <a:gd name="connsiteX6" fmla="*/ 963608 w 1017951"/>
                <a:gd name="connsiteY6" fmla="*/ 1 h 621575"/>
                <a:gd name="connsiteX7" fmla="*/ 951098 w 1017951"/>
                <a:gd name="connsiteY7" fmla="*/ 135128 h 621575"/>
                <a:gd name="connsiteX8" fmla="*/ 866257 w 1017951"/>
                <a:gd name="connsiteY8" fmla="*/ 164695 h 621575"/>
                <a:gd name="connsiteX9" fmla="*/ 844778 w 1017951"/>
                <a:gd name="connsiteY9" fmla="*/ 94610 h 621575"/>
                <a:gd name="connsiteX0" fmla="*/ 0 w 1021401"/>
                <a:gd name="connsiteY0" fmla="*/ 60632 h 621575"/>
                <a:gd name="connsiteX1" fmla="*/ 552980 w 1021401"/>
                <a:gd name="connsiteY1" fmla="*/ 61776 h 621575"/>
                <a:gd name="connsiteX2" fmla="*/ 646478 w 1021401"/>
                <a:gd name="connsiteY2" fmla="*/ 340586 h 621575"/>
                <a:gd name="connsiteX3" fmla="*/ 554803 w 1021401"/>
                <a:gd name="connsiteY3" fmla="*/ 620382 h 621575"/>
                <a:gd name="connsiteX4" fmla="*/ 239297 w 1021401"/>
                <a:gd name="connsiteY4" fmla="*/ 621575 h 621575"/>
                <a:gd name="connsiteX5" fmla="*/ 239173 w 1021401"/>
                <a:gd name="connsiteY5" fmla="*/ 868 h 621575"/>
                <a:gd name="connsiteX6" fmla="*/ 963608 w 1021401"/>
                <a:gd name="connsiteY6" fmla="*/ 1 h 621575"/>
                <a:gd name="connsiteX7" fmla="*/ 965060 w 1021401"/>
                <a:gd name="connsiteY7" fmla="*/ 63948 h 621575"/>
                <a:gd name="connsiteX8" fmla="*/ 866257 w 1021401"/>
                <a:gd name="connsiteY8" fmla="*/ 164695 h 621575"/>
                <a:gd name="connsiteX9" fmla="*/ 844778 w 1021401"/>
                <a:gd name="connsiteY9" fmla="*/ 94610 h 621575"/>
                <a:gd name="connsiteX0" fmla="*/ 0 w 1021401"/>
                <a:gd name="connsiteY0" fmla="*/ 60632 h 621575"/>
                <a:gd name="connsiteX1" fmla="*/ 552980 w 1021401"/>
                <a:gd name="connsiteY1" fmla="*/ 61776 h 621575"/>
                <a:gd name="connsiteX2" fmla="*/ 646478 w 1021401"/>
                <a:gd name="connsiteY2" fmla="*/ 340586 h 621575"/>
                <a:gd name="connsiteX3" fmla="*/ 554803 w 1021401"/>
                <a:gd name="connsiteY3" fmla="*/ 620382 h 621575"/>
                <a:gd name="connsiteX4" fmla="*/ 239297 w 1021401"/>
                <a:gd name="connsiteY4" fmla="*/ 621575 h 621575"/>
                <a:gd name="connsiteX5" fmla="*/ 239173 w 1021401"/>
                <a:gd name="connsiteY5" fmla="*/ 868 h 621575"/>
                <a:gd name="connsiteX6" fmla="*/ 963608 w 1021401"/>
                <a:gd name="connsiteY6" fmla="*/ 1 h 621575"/>
                <a:gd name="connsiteX7" fmla="*/ 965060 w 1021401"/>
                <a:gd name="connsiteY7" fmla="*/ 63948 h 621575"/>
                <a:gd name="connsiteX8" fmla="*/ 907067 w 1021401"/>
                <a:gd name="connsiteY8" fmla="*/ 65043 h 621575"/>
                <a:gd name="connsiteX9" fmla="*/ 844778 w 1021401"/>
                <a:gd name="connsiteY9" fmla="*/ 94610 h 621575"/>
                <a:gd name="connsiteX0" fmla="*/ 0 w 1021401"/>
                <a:gd name="connsiteY0" fmla="*/ 134663 h 695606"/>
                <a:gd name="connsiteX1" fmla="*/ 552980 w 1021401"/>
                <a:gd name="connsiteY1" fmla="*/ 135807 h 695606"/>
                <a:gd name="connsiteX2" fmla="*/ 646478 w 1021401"/>
                <a:gd name="connsiteY2" fmla="*/ 414617 h 695606"/>
                <a:gd name="connsiteX3" fmla="*/ 554803 w 1021401"/>
                <a:gd name="connsiteY3" fmla="*/ 694413 h 695606"/>
                <a:gd name="connsiteX4" fmla="*/ 239297 w 1021401"/>
                <a:gd name="connsiteY4" fmla="*/ 695606 h 695606"/>
                <a:gd name="connsiteX5" fmla="*/ 239173 w 1021401"/>
                <a:gd name="connsiteY5" fmla="*/ 74899 h 695606"/>
                <a:gd name="connsiteX6" fmla="*/ 963608 w 1021401"/>
                <a:gd name="connsiteY6" fmla="*/ 74032 h 695606"/>
                <a:gd name="connsiteX7" fmla="*/ 965060 w 1021401"/>
                <a:gd name="connsiteY7" fmla="*/ 137979 h 695606"/>
                <a:gd name="connsiteX8" fmla="*/ 907067 w 1021401"/>
                <a:gd name="connsiteY8" fmla="*/ 139074 h 695606"/>
                <a:gd name="connsiteX9" fmla="*/ 905993 w 1021401"/>
                <a:gd name="connsiteY9" fmla="*/ 0 h 695606"/>
                <a:gd name="connsiteX0" fmla="*/ 0 w 1021401"/>
                <a:gd name="connsiteY0" fmla="*/ 133568 h 694511"/>
                <a:gd name="connsiteX1" fmla="*/ 552980 w 1021401"/>
                <a:gd name="connsiteY1" fmla="*/ 134712 h 694511"/>
                <a:gd name="connsiteX2" fmla="*/ 646478 w 1021401"/>
                <a:gd name="connsiteY2" fmla="*/ 413522 h 694511"/>
                <a:gd name="connsiteX3" fmla="*/ 554803 w 1021401"/>
                <a:gd name="connsiteY3" fmla="*/ 693318 h 694511"/>
                <a:gd name="connsiteX4" fmla="*/ 239297 w 1021401"/>
                <a:gd name="connsiteY4" fmla="*/ 694511 h 694511"/>
                <a:gd name="connsiteX5" fmla="*/ 239173 w 1021401"/>
                <a:gd name="connsiteY5" fmla="*/ 73804 h 694511"/>
                <a:gd name="connsiteX6" fmla="*/ 963608 w 1021401"/>
                <a:gd name="connsiteY6" fmla="*/ 72937 h 694511"/>
                <a:gd name="connsiteX7" fmla="*/ 965060 w 1021401"/>
                <a:gd name="connsiteY7" fmla="*/ 136884 h 694511"/>
                <a:gd name="connsiteX8" fmla="*/ 907067 w 1021401"/>
                <a:gd name="connsiteY8" fmla="*/ 137979 h 694511"/>
                <a:gd name="connsiteX9" fmla="*/ 907067 w 1021401"/>
                <a:gd name="connsiteY9" fmla="*/ 0 h 694511"/>
                <a:gd name="connsiteX0" fmla="*/ 0 w 1021401"/>
                <a:gd name="connsiteY0" fmla="*/ 133568 h 694511"/>
                <a:gd name="connsiteX1" fmla="*/ 552980 w 1021401"/>
                <a:gd name="connsiteY1" fmla="*/ 134712 h 694511"/>
                <a:gd name="connsiteX2" fmla="*/ 646478 w 1021401"/>
                <a:gd name="connsiteY2" fmla="*/ 413522 h 694511"/>
                <a:gd name="connsiteX3" fmla="*/ 554803 w 1021401"/>
                <a:gd name="connsiteY3" fmla="*/ 693318 h 694511"/>
                <a:gd name="connsiteX4" fmla="*/ 239297 w 1021401"/>
                <a:gd name="connsiteY4" fmla="*/ 694511 h 694511"/>
                <a:gd name="connsiteX5" fmla="*/ 239173 w 1021401"/>
                <a:gd name="connsiteY5" fmla="*/ 73804 h 694511"/>
                <a:gd name="connsiteX6" fmla="*/ 963608 w 1021401"/>
                <a:gd name="connsiteY6" fmla="*/ 72937 h 694511"/>
                <a:gd name="connsiteX7" fmla="*/ 965060 w 1021401"/>
                <a:gd name="connsiteY7" fmla="*/ 136884 h 694511"/>
                <a:gd name="connsiteX8" fmla="*/ 907067 w 1021401"/>
                <a:gd name="connsiteY8" fmla="*/ 137979 h 694511"/>
                <a:gd name="connsiteX9" fmla="*/ 907067 w 1021401"/>
                <a:gd name="connsiteY9" fmla="*/ 0 h 694511"/>
                <a:gd name="connsiteX0" fmla="*/ 0 w 1021401"/>
                <a:gd name="connsiteY0" fmla="*/ 133568 h 694511"/>
                <a:gd name="connsiteX1" fmla="*/ 552980 w 1021401"/>
                <a:gd name="connsiteY1" fmla="*/ 134712 h 694511"/>
                <a:gd name="connsiteX2" fmla="*/ 646478 w 1021401"/>
                <a:gd name="connsiteY2" fmla="*/ 413522 h 694511"/>
                <a:gd name="connsiteX3" fmla="*/ 554803 w 1021401"/>
                <a:gd name="connsiteY3" fmla="*/ 693318 h 694511"/>
                <a:gd name="connsiteX4" fmla="*/ 239297 w 1021401"/>
                <a:gd name="connsiteY4" fmla="*/ 694511 h 694511"/>
                <a:gd name="connsiteX5" fmla="*/ 239173 w 1021401"/>
                <a:gd name="connsiteY5" fmla="*/ 73804 h 694511"/>
                <a:gd name="connsiteX6" fmla="*/ 963608 w 1021401"/>
                <a:gd name="connsiteY6" fmla="*/ 72937 h 694511"/>
                <a:gd name="connsiteX7" fmla="*/ 965060 w 1021401"/>
                <a:gd name="connsiteY7" fmla="*/ 136884 h 694511"/>
                <a:gd name="connsiteX8" fmla="*/ 907067 w 1021401"/>
                <a:gd name="connsiteY8" fmla="*/ 137979 h 694511"/>
                <a:gd name="connsiteX9" fmla="*/ 907067 w 1021401"/>
                <a:gd name="connsiteY9" fmla="*/ 0 h 694511"/>
                <a:gd name="connsiteX0" fmla="*/ 0 w 1021401"/>
                <a:gd name="connsiteY0" fmla="*/ 133568 h 694511"/>
                <a:gd name="connsiteX1" fmla="*/ 552980 w 1021401"/>
                <a:gd name="connsiteY1" fmla="*/ 134712 h 694511"/>
                <a:gd name="connsiteX2" fmla="*/ 646478 w 1021401"/>
                <a:gd name="connsiteY2" fmla="*/ 413522 h 694511"/>
                <a:gd name="connsiteX3" fmla="*/ 554803 w 1021401"/>
                <a:gd name="connsiteY3" fmla="*/ 693318 h 694511"/>
                <a:gd name="connsiteX4" fmla="*/ 239297 w 1021401"/>
                <a:gd name="connsiteY4" fmla="*/ 694511 h 694511"/>
                <a:gd name="connsiteX5" fmla="*/ 239173 w 1021401"/>
                <a:gd name="connsiteY5" fmla="*/ 73804 h 694511"/>
                <a:gd name="connsiteX6" fmla="*/ 963608 w 1021401"/>
                <a:gd name="connsiteY6" fmla="*/ 72937 h 694511"/>
                <a:gd name="connsiteX7" fmla="*/ 965060 w 1021401"/>
                <a:gd name="connsiteY7" fmla="*/ 136884 h 694511"/>
                <a:gd name="connsiteX8" fmla="*/ 907067 w 1021401"/>
                <a:gd name="connsiteY8" fmla="*/ 137979 h 694511"/>
                <a:gd name="connsiteX9" fmla="*/ 907067 w 1021401"/>
                <a:gd name="connsiteY9" fmla="*/ 0 h 694511"/>
                <a:gd name="connsiteX0" fmla="*/ 0 w 1021401"/>
                <a:gd name="connsiteY0" fmla="*/ 133568 h 694511"/>
                <a:gd name="connsiteX1" fmla="*/ 552980 w 1021401"/>
                <a:gd name="connsiteY1" fmla="*/ 134712 h 694511"/>
                <a:gd name="connsiteX2" fmla="*/ 646478 w 1021401"/>
                <a:gd name="connsiteY2" fmla="*/ 413522 h 694511"/>
                <a:gd name="connsiteX3" fmla="*/ 554803 w 1021401"/>
                <a:gd name="connsiteY3" fmla="*/ 693318 h 694511"/>
                <a:gd name="connsiteX4" fmla="*/ 239297 w 1021401"/>
                <a:gd name="connsiteY4" fmla="*/ 694511 h 694511"/>
                <a:gd name="connsiteX5" fmla="*/ 239173 w 1021401"/>
                <a:gd name="connsiteY5" fmla="*/ 73804 h 694511"/>
                <a:gd name="connsiteX6" fmla="*/ 963608 w 1021401"/>
                <a:gd name="connsiteY6" fmla="*/ 72937 h 694511"/>
                <a:gd name="connsiteX7" fmla="*/ 965060 w 1021401"/>
                <a:gd name="connsiteY7" fmla="*/ 136884 h 694511"/>
                <a:gd name="connsiteX8" fmla="*/ 907067 w 1021401"/>
                <a:gd name="connsiteY8" fmla="*/ 138693 h 694511"/>
                <a:gd name="connsiteX9" fmla="*/ 907067 w 1021401"/>
                <a:gd name="connsiteY9" fmla="*/ 0 h 694511"/>
                <a:gd name="connsiteX0" fmla="*/ 0 w 1021401"/>
                <a:gd name="connsiteY0" fmla="*/ 133568 h 694511"/>
                <a:gd name="connsiteX1" fmla="*/ 552980 w 1021401"/>
                <a:gd name="connsiteY1" fmla="*/ 134712 h 694511"/>
                <a:gd name="connsiteX2" fmla="*/ 646478 w 1021401"/>
                <a:gd name="connsiteY2" fmla="*/ 413522 h 694511"/>
                <a:gd name="connsiteX3" fmla="*/ 554803 w 1021401"/>
                <a:gd name="connsiteY3" fmla="*/ 693318 h 694511"/>
                <a:gd name="connsiteX4" fmla="*/ 239297 w 1021401"/>
                <a:gd name="connsiteY4" fmla="*/ 694511 h 694511"/>
                <a:gd name="connsiteX5" fmla="*/ 239173 w 1021401"/>
                <a:gd name="connsiteY5" fmla="*/ 73804 h 694511"/>
                <a:gd name="connsiteX6" fmla="*/ 963608 w 1021401"/>
                <a:gd name="connsiteY6" fmla="*/ 72937 h 694511"/>
                <a:gd name="connsiteX7" fmla="*/ 965060 w 1021401"/>
                <a:gd name="connsiteY7" fmla="*/ 136884 h 694511"/>
                <a:gd name="connsiteX8" fmla="*/ 907067 w 1021401"/>
                <a:gd name="connsiteY8" fmla="*/ 138693 h 694511"/>
                <a:gd name="connsiteX9" fmla="*/ 907067 w 1021401"/>
                <a:gd name="connsiteY9" fmla="*/ 0 h 694511"/>
                <a:gd name="connsiteX0" fmla="*/ 0 w 1021585"/>
                <a:gd name="connsiteY0" fmla="*/ 133568 h 694511"/>
                <a:gd name="connsiteX1" fmla="*/ 552980 w 1021585"/>
                <a:gd name="connsiteY1" fmla="*/ 134712 h 694511"/>
                <a:gd name="connsiteX2" fmla="*/ 646478 w 1021585"/>
                <a:gd name="connsiteY2" fmla="*/ 413522 h 694511"/>
                <a:gd name="connsiteX3" fmla="*/ 554803 w 1021585"/>
                <a:gd name="connsiteY3" fmla="*/ 693318 h 694511"/>
                <a:gd name="connsiteX4" fmla="*/ 239297 w 1021585"/>
                <a:gd name="connsiteY4" fmla="*/ 694511 h 694511"/>
                <a:gd name="connsiteX5" fmla="*/ 239173 w 1021585"/>
                <a:gd name="connsiteY5" fmla="*/ 73804 h 694511"/>
                <a:gd name="connsiteX6" fmla="*/ 963608 w 1021585"/>
                <a:gd name="connsiteY6" fmla="*/ 72937 h 694511"/>
                <a:gd name="connsiteX7" fmla="*/ 965760 w 1021585"/>
                <a:gd name="connsiteY7" fmla="*/ 146166 h 694511"/>
                <a:gd name="connsiteX8" fmla="*/ 907067 w 1021585"/>
                <a:gd name="connsiteY8" fmla="*/ 138693 h 694511"/>
                <a:gd name="connsiteX9" fmla="*/ 907067 w 1021585"/>
                <a:gd name="connsiteY9" fmla="*/ 0 h 694511"/>
                <a:gd name="connsiteX0" fmla="*/ 0 w 1021771"/>
                <a:gd name="connsiteY0" fmla="*/ 133568 h 694511"/>
                <a:gd name="connsiteX1" fmla="*/ 552980 w 1021771"/>
                <a:gd name="connsiteY1" fmla="*/ 134712 h 694511"/>
                <a:gd name="connsiteX2" fmla="*/ 646478 w 1021771"/>
                <a:gd name="connsiteY2" fmla="*/ 413522 h 694511"/>
                <a:gd name="connsiteX3" fmla="*/ 554803 w 1021771"/>
                <a:gd name="connsiteY3" fmla="*/ 693318 h 694511"/>
                <a:gd name="connsiteX4" fmla="*/ 239297 w 1021771"/>
                <a:gd name="connsiteY4" fmla="*/ 694511 h 694511"/>
                <a:gd name="connsiteX5" fmla="*/ 239173 w 1021771"/>
                <a:gd name="connsiteY5" fmla="*/ 73804 h 694511"/>
                <a:gd name="connsiteX6" fmla="*/ 963608 w 1021771"/>
                <a:gd name="connsiteY6" fmla="*/ 72937 h 694511"/>
                <a:gd name="connsiteX7" fmla="*/ 966461 w 1021771"/>
                <a:gd name="connsiteY7" fmla="*/ 136884 h 694511"/>
                <a:gd name="connsiteX8" fmla="*/ 907067 w 1021771"/>
                <a:gd name="connsiteY8" fmla="*/ 138693 h 694511"/>
                <a:gd name="connsiteX9" fmla="*/ 907067 w 1021771"/>
                <a:gd name="connsiteY9" fmla="*/ 0 h 694511"/>
                <a:gd name="connsiteX0" fmla="*/ 0 w 966461"/>
                <a:gd name="connsiteY0" fmla="*/ 133568 h 694511"/>
                <a:gd name="connsiteX1" fmla="*/ 552980 w 966461"/>
                <a:gd name="connsiteY1" fmla="*/ 134712 h 694511"/>
                <a:gd name="connsiteX2" fmla="*/ 646478 w 966461"/>
                <a:gd name="connsiteY2" fmla="*/ 413522 h 694511"/>
                <a:gd name="connsiteX3" fmla="*/ 554803 w 966461"/>
                <a:gd name="connsiteY3" fmla="*/ 693318 h 694511"/>
                <a:gd name="connsiteX4" fmla="*/ 239297 w 966461"/>
                <a:gd name="connsiteY4" fmla="*/ 694511 h 694511"/>
                <a:gd name="connsiteX5" fmla="*/ 239173 w 966461"/>
                <a:gd name="connsiteY5" fmla="*/ 73804 h 694511"/>
                <a:gd name="connsiteX6" fmla="*/ 963608 w 966461"/>
                <a:gd name="connsiteY6" fmla="*/ 72937 h 694511"/>
                <a:gd name="connsiteX7" fmla="*/ 966461 w 966461"/>
                <a:gd name="connsiteY7" fmla="*/ 136884 h 694511"/>
                <a:gd name="connsiteX8" fmla="*/ 907067 w 966461"/>
                <a:gd name="connsiteY8" fmla="*/ 138693 h 694511"/>
                <a:gd name="connsiteX9" fmla="*/ 907067 w 966461"/>
                <a:gd name="connsiteY9" fmla="*/ 0 h 694511"/>
                <a:gd name="connsiteX0" fmla="*/ 0 w 967328"/>
                <a:gd name="connsiteY0" fmla="*/ 133568 h 694511"/>
                <a:gd name="connsiteX1" fmla="*/ 552980 w 967328"/>
                <a:gd name="connsiteY1" fmla="*/ 134712 h 694511"/>
                <a:gd name="connsiteX2" fmla="*/ 646478 w 967328"/>
                <a:gd name="connsiteY2" fmla="*/ 413522 h 694511"/>
                <a:gd name="connsiteX3" fmla="*/ 554803 w 967328"/>
                <a:gd name="connsiteY3" fmla="*/ 693318 h 694511"/>
                <a:gd name="connsiteX4" fmla="*/ 239297 w 967328"/>
                <a:gd name="connsiteY4" fmla="*/ 694511 h 694511"/>
                <a:gd name="connsiteX5" fmla="*/ 239173 w 967328"/>
                <a:gd name="connsiteY5" fmla="*/ 73804 h 694511"/>
                <a:gd name="connsiteX6" fmla="*/ 965709 w 967328"/>
                <a:gd name="connsiteY6" fmla="*/ 72937 h 694511"/>
                <a:gd name="connsiteX7" fmla="*/ 966461 w 967328"/>
                <a:gd name="connsiteY7" fmla="*/ 136884 h 694511"/>
                <a:gd name="connsiteX8" fmla="*/ 907067 w 967328"/>
                <a:gd name="connsiteY8" fmla="*/ 138693 h 694511"/>
                <a:gd name="connsiteX9" fmla="*/ 907067 w 967328"/>
                <a:gd name="connsiteY9" fmla="*/ 0 h 694511"/>
                <a:gd name="connsiteX0" fmla="*/ 0 w 966461"/>
                <a:gd name="connsiteY0" fmla="*/ 133568 h 694511"/>
                <a:gd name="connsiteX1" fmla="*/ 552980 w 966461"/>
                <a:gd name="connsiteY1" fmla="*/ 134712 h 694511"/>
                <a:gd name="connsiteX2" fmla="*/ 646478 w 966461"/>
                <a:gd name="connsiteY2" fmla="*/ 413522 h 694511"/>
                <a:gd name="connsiteX3" fmla="*/ 554803 w 966461"/>
                <a:gd name="connsiteY3" fmla="*/ 693318 h 694511"/>
                <a:gd name="connsiteX4" fmla="*/ 239297 w 966461"/>
                <a:gd name="connsiteY4" fmla="*/ 694511 h 694511"/>
                <a:gd name="connsiteX5" fmla="*/ 239173 w 966461"/>
                <a:gd name="connsiteY5" fmla="*/ 73804 h 694511"/>
                <a:gd name="connsiteX6" fmla="*/ 965709 w 966461"/>
                <a:gd name="connsiteY6" fmla="*/ 72937 h 694511"/>
                <a:gd name="connsiteX7" fmla="*/ 966461 w 966461"/>
                <a:gd name="connsiteY7" fmla="*/ 136884 h 694511"/>
                <a:gd name="connsiteX8" fmla="*/ 907067 w 966461"/>
                <a:gd name="connsiteY8" fmla="*/ 138693 h 694511"/>
                <a:gd name="connsiteX9" fmla="*/ 907067 w 966461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7067 w 965875"/>
                <a:gd name="connsiteY8" fmla="*/ 138693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6367 w 965875"/>
                <a:gd name="connsiteY8" fmla="*/ 155115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2866 w 965875"/>
                <a:gd name="connsiteY8" fmla="*/ 157257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8468 w 965875"/>
                <a:gd name="connsiteY8" fmla="*/ 140835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8468 w 965875"/>
                <a:gd name="connsiteY8" fmla="*/ 140835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8468 w 965875"/>
                <a:gd name="connsiteY8" fmla="*/ 140835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8468 w 965875"/>
                <a:gd name="connsiteY8" fmla="*/ 140835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8468 w 965875"/>
                <a:gd name="connsiteY8" fmla="*/ 140835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8468 w 965875"/>
                <a:gd name="connsiteY8" fmla="*/ 140835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7768 w 965875"/>
                <a:gd name="connsiteY8" fmla="*/ 139407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3681 h 694511"/>
                <a:gd name="connsiteX7" fmla="*/ 965761 w 965875"/>
                <a:gd name="connsiteY7" fmla="*/ 139026 h 694511"/>
                <a:gd name="connsiteX8" fmla="*/ 907768 w 965875"/>
                <a:gd name="connsiteY8" fmla="*/ 139407 h 694511"/>
                <a:gd name="connsiteX9" fmla="*/ 907067 w 965875"/>
                <a:gd name="connsiteY9" fmla="*/ 0 h 694511"/>
                <a:gd name="connsiteX0" fmla="*/ 0 w 965875"/>
                <a:gd name="connsiteY0" fmla="*/ 132824 h 693767"/>
                <a:gd name="connsiteX1" fmla="*/ 552980 w 965875"/>
                <a:gd name="connsiteY1" fmla="*/ 133968 h 693767"/>
                <a:gd name="connsiteX2" fmla="*/ 646478 w 965875"/>
                <a:gd name="connsiteY2" fmla="*/ 412778 h 693767"/>
                <a:gd name="connsiteX3" fmla="*/ 554803 w 965875"/>
                <a:gd name="connsiteY3" fmla="*/ 692574 h 693767"/>
                <a:gd name="connsiteX4" fmla="*/ 239297 w 965875"/>
                <a:gd name="connsiteY4" fmla="*/ 693767 h 693767"/>
                <a:gd name="connsiteX5" fmla="*/ 239173 w 965875"/>
                <a:gd name="connsiteY5" fmla="*/ 73060 h 693767"/>
                <a:gd name="connsiteX6" fmla="*/ 965709 w 965875"/>
                <a:gd name="connsiteY6" fmla="*/ 72937 h 693767"/>
                <a:gd name="connsiteX7" fmla="*/ 965761 w 965875"/>
                <a:gd name="connsiteY7" fmla="*/ 138282 h 693767"/>
                <a:gd name="connsiteX8" fmla="*/ 907768 w 965875"/>
                <a:gd name="connsiteY8" fmla="*/ 138663 h 693767"/>
                <a:gd name="connsiteX9" fmla="*/ 908527 w 965875"/>
                <a:gd name="connsiteY9" fmla="*/ 0 h 693767"/>
                <a:gd name="connsiteX0" fmla="*/ 0 w 965875"/>
                <a:gd name="connsiteY0" fmla="*/ 135799 h 696742"/>
                <a:gd name="connsiteX1" fmla="*/ 552980 w 965875"/>
                <a:gd name="connsiteY1" fmla="*/ 136943 h 696742"/>
                <a:gd name="connsiteX2" fmla="*/ 646478 w 965875"/>
                <a:gd name="connsiteY2" fmla="*/ 415753 h 696742"/>
                <a:gd name="connsiteX3" fmla="*/ 554803 w 965875"/>
                <a:gd name="connsiteY3" fmla="*/ 695549 h 696742"/>
                <a:gd name="connsiteX4" fmla="*/ 239297 w 965875"/>
                <a:gd name="connsiteY4" fmla="*/ 696742 h 696742"/>
                <a:gd name="connsiteX5" fmla="*/ 239173 w 965875"/>
                <a:gd name="connsiteY5" fmla="*/ 76035 h 696742"/>
                <a:gd name="connsiteX6" fmla="*/ 965709 w 965875"/>
                <a:gd name="connsiteY6" fmla="*/ 75912 h 696742"/>
                <a:gd name="connsiteX7" fmla="*/ 965761 w 965875"/>
                <a:gd name="connsiteY7" fmla="*/ 141257 h 696742"/>
                <a:gd name="connsiteX8" fmla="*/ 907768 w 965875"/>
                <a:gd name="connsiteY8" fmla="*/ 141638 h 696742"/>
                <a:gd name="connsiteX9" fmla="*/ 907798 w 965875"/>
                <a:gd name="connsiteY9" fmla="*/ 0 h 696742"/>
                <a:gd name="connsiteX0" fmla="*/ 0 w 1626729"/>
                <a:gd name="connsiteY0" fmla="*/ 133485 h 696742"/>
                <a:gd name="connsiteX1" fmla="*/ 1213834 w 1626729"/>
                <a:gd name="connsiteY1" fmla="*/ 136943 h 696742"/>
                <a:gd name="connsiteX2" fmla="*/ 1307332 w 1626729"/>
                <a:gd name="connsiteY2" fmla="*/ 415753 h 696742"/>
                <a:gd name="connsiteX3" fmla="*/ 1215657 w 1626729"/>
                <a:gd name="connsiteY3" fmla="*/ 695549 h 696742"/>
                <a:gd name="connsiteX4" fmla="*/ 900151 w 1626729"/>
                <a:gd name="connsiteY4" fmla="*/ 696742 h 696742"/>
                <a:gd name="connsiteX5" fmla="*/ 900027 w 1626729"/>
                <a:gd name="connsiteY5" fmla="*/ 76035 h 696742"/>
                <a:gd name="connsiteX6" fmla="*/ 1626563 w 1626729"/>
                <a:gd name="connsiteY6" fmla="*/ 75912 h 696742"/>
                <a:gd name="connsiteX7" fmla="*/ 1626615 w 1626729"/>
                <a:gd name="connsiteY7" fmla="*/ 141257 h 696742"/>
                <a:gd name="connsiteX8" fmla="*/ 1568622 w 1626729"/>
                <a:gd name="connsiteY8" fmla="*/ 141638 h 696742"/>
                <a:gd name="connsiteX9" fmla="*/ 1568652 w 1626729"/>
                <a:gd name="connsiteY9" fmla="*/ 0 h 696742"/>
                <a:gd name="connsiteX0" fmla="*/ 0 w 1626729"/>
                <a:gd name="connsiteY0" fmla="*/ 133485 h 696742"/>
                <a:gd name="connsiteX1" fmla="*/ 1213834 w 1626729"/>
                <a:gd name="connsiteY1" fmla="*/ 136943 h 696742"/>
                <a:gd name="connsiteX2" fmla="*/ 1307332 w 1626729"/>
                <a:gd name="connsiteY2" fmla="*/ 415753 h 696742"/>
                <a:gd name="connsiteX3" fmla="*/ 1215657 w 1626729"/>
                <a:gd name="connsiteY3" fmla="*/ 695549 h 696742"/>
                <a:gd name="connsiteX4" fmla="*/ 900151 w 1626729"/>
                <a:gd name="connsiteY4" fmla="*/ 696742 h 696742"/>
                <a:gd name="connsiteX5" fmla="*/ 897756 w 1626729"/>
                <a:gd name="connsiteY5" fmla="*/ 27407 h 696742"/>
                <a:gd name="connsiteX6" fmla="*/ 1626563 w 1626729"/>
                <a:gd name="connsiteY6" fmla="*/ 75912 h 696742"/>
                <a:gd name="connsiteX7" fmla="*/ 1626615 w 1626729"/>
                <a:gd name="connsiteY7" fmla="*/ 141257 h 696742"/>
                <a:gd name="connsiteX8" fmla="*/ 1568622 w 1626729"/>
                <a:gd name="connsiteY8" fmla="*/ 141638 h 696742"/>
                <a:gd name="connsiteX9" fmla="*/ 1568652 w 1626729"/>
                <a:gd name="connsiteY9" fmla="*/ 0 h 696742"/>
                <a:gd name="connsiteX0" fmla="*/ 0 w 1626729"/>
                <a:gd name="connsiteY0" fmla="*/ 133485 h 696742"/>
                <a:gd name="connsiteX1" fmla="*/ 1213834 w 1626729"/>
                <a:gd name="connsiteY1" fmla="*/ 136943 h 696742"/>
                <a:gd name="connsiteX2" fmla="*/ 1307332 w 1626729"/>
                <a:gd name="connsiteY2" fmla="*/ 415753 h 696742"/>
                <a:gd name="connsiteX3" fmla="*/ 1215657 w 1626729"/>
                <a:gd name="connsiteY3" fmla="*/ 695549 h 696742"/>
                <a:gd name="connsiteX4" fmla="*/ 900151 w 1626729"/>
                <a:gd name="connsiteY4" fmla="*/ 696742 h 696742"/>
                <a:gd name="connsiteX5" fmla="*/ 902298 w 1626729"/>
                <a:gd name="connsiteY5" fmla="*/ 25091 h 696742"/>
                <a:gd name="connsiteX6" fmla="*/ 1626563 w 1626729"/>
                <a:gd name="connsiteY6" fmla="*/ 75912 h 696742"/>
                <a:gd name="connsiteX7" fmla="*/ 1626615 w 1626729"/>
                <a:gd name="connsiteY7" fmla="*/ 141257 h 696742"/>
                <a:gd name="connsiteX8" fmla="*/ 1568622 w 1626729"/>
                <a:gd name="connsiteY8" fmla="*/ 141638 h 696742"/>
                <a:gd name="connsiteX9" fmla="*/ 1568652 w 1626729"/>
                <a:gd name="connsiteY9" fmla="*/ 0 h 696742"/>
                <a:gd name="connsiteX0" fmla="*/ 0 w 1626729"/>
                <a:gd name="connsiteY0" fmla="*/ 133485 h 696742"/>
                <a:gd name="connsiteX1" fmla="*/ 1213834 w 1626729"/>
                <a:gd name="connsiteY1" fmla="*/ 136943 h 696742"/>
                <a:gd name="connsiteX2" fmla="*/ 1307332 w 1626729"/>
                <a:gd name="connsiteY2" fmla="*/ 415753 h 696742"/>
                <a:gd name="connsiteX3" fmla="*/ 1215657 w 1626729"/>
                <a:gd name="connsiteY3" fmla="*/ 695549 h 696742"/>
                <a:gd name="connsiteX4" fmla="*/ 900151 w 1626729"/>
                <a:gd name="connsiteY4" fmla="*/ 696742 h 696742"/>
                <a:gd name="connsiteX5" fmla="*/ 897756 w 1626729"/>
                <a:gd name="connsiteY5" fmla="*/ 25091 h 696742"/>
                <a:gd name="connsiteX6" fmla="*/ 1626563 w 1626729"/>
                <a:gd name="connsiteY6" fmla="*/ 75912 h 696742"/>
                <a:gd name="connsiteX7" fmla="*/ 1626615 w 1626729"/>
                <a:gd name="connsiteY7" fmla="*/ 141257 h 696742"/>
                <a:gd name="connsiteX8" fmla="*/ 1568622 w 1626729"/>
                <a:gd name="connsiteY8" fmla="*/ 141638 h 696742"/>
                <a:gd name="connsiteX9" fmla="*/ 1568652 w 1626729"/>
                <a:gd name="connsiteY9" fmla="*/ 0 h 696742"/>
                <a:gd name="connsiteX0" fmla="*/ 0 w 1626615"/>
                <a:gd name="connsiteY0" fmla="*/ 133485 h 696742"/>
                <a:gd name="connsiteX1" fmla="*/ 1213834 w 1626615"/>
                <a:gd name="connsiteY1" fmla="*/ 136943 h 696742"/>
                <a:gd name="connsiteX2" fmla="*/ 1307332 w 1626615"/>
                <a:gd name="connsiteY2" fmla="*/ 415753 h 696742"/>
                <a:gd name="connsiteX3" fmla="*/ 1215657 w 1626615"/>
                <a:gd name="connsiteY3" fmla="*/ 695549 h 696742"/>
                <a:gd name="connsiteX4" fmla="*/ 900151 w 1626615"/>
                <a:gd name="connsiteY4" fmla="*/ 696742 h 696742"/>
                <a:gd name="connsiteX5" fmla="*/ 897756 w 1626615"/>
                <a:gd name="connsiteY5" fmla="*/ 25091 h 696742"/>
                <a:gd name="connsiteX6" fmla="*/ 1508472 w 1626615"/>
                <a:gd name="connsiteY6" fmla="*/ 27284 h 696742"/>
                <a:gd name="connsiteX7" fmla="*/ 1626615 w 1626615"/>
                <a:gd name="connsiteY7" fmla="*/ 141257 h 696742"/>
                <a:gd name="connsiteX8" fmla="*/ 1568622 w 1626615"/>
                <a:gd name="connsiteY8" fmla="*/ 141638 h 696742"/>
                <a:gd name="connsiteX9" fmla="*/ 1568652 w 1626615"/>
                <a:gd name="connsiteY9" fmla="*/ 0 h 696742"/>
                <a:gd name="connsiteX0" fmla="*/ 0 w 1571298"/>
                <a:gd name="connsiteY0" fmla="*/ 286313 h 849570"/>
                <a:gd name="connsiteX1" fmla="*/ 1213834 w 1571298"/>
                <a:gd name="connsiteY1" fmla="*/ 289771 h 849570"/>
                <a:gd name="connsiteX2" fmla="*/ 1307332 w 1571298"/>
                <a:gd name="connsiteY2" fmla="*/ 568581 h 849570"/>
                <a:gd name="connsiteX3" fmla="*/ 1215657 w 1571298"/>
                <a:gd name="connsiteY3" fmla="*/ 848377 h 849570"/>
                <a:gd name="connsiteX4" fmla="*/ 900151 w 1571298"/>
                <a:gd name="connsiteY4" fmla="*/ 849570 h 849570"/>
                <a:gd name="connsiteX5" fmla="*/ 897756 w 1571298"/>
                <a:gd name="connsiteY5" fmla="*/ 177919 h 849570"/>
                <a:gd name="connsiteX6" fmla="*/ 1508472 w 1571298"/>
                <a:gd name="connsiteY6" fmla="*/ 180112 h 849570"/>
                <a:gd name="connsiteX7" fmla="*/ 1508525 w 1571298"/>
                <a:gd name="connsiteY7" fmla="*/ 0 h 849570"/>
                <a:gd name="connsiteX8" fmla="*/ 1568622 w 1571298"/>
                <a:gd name="connsiteY8" fmla="*/ 294466 h 849570"/>
                <a:gd name="connsiteX9" fmla="*/ 1568652 w 1571298"/>
                <a:gd name="connsiteY9" fmla="*/ 152828 h 849570"/>
                <a:gd name="connsiteX0" fmla="*/ 0 w 1568652"/>
                <a:gd name="connsiteY0" fmla="*/ 286433 h 849690"/>
                <a:gd name="connsiteX1" fmla="*/ 1213834 w 1568652"/>
                <a:gd name="connsiteY1" fmla="*/ 289891 h 849690"/>
                <a:gd name="connsiteX2" fmla="*/ 1307332 w 1568652"/>
                <a:gd name="connsiteY2" fmla="*/ 568701 h 849690"/>
                <a:gd name="connsiteX3" fmla="*/ 1215657 w 1568652"/>
                <a:gd name="connsiteY3" fmla="*/ 848497 h 849690"/>
                <a:gd name="connsiteX4" fmla="*/ 900151 w 1568652"/>
                <a:gd name="connsiteY4" fmla="*/ 849690 h 849690"/>
                <a:gd name="connsiteX5" fmla="*/ 897756 w 1568652"/>
                <a:gd name="connsiteY5" fmla="*/ 178039 h 849690"/>
                <a:gd name="connsiteX6" fmla="*/ 1508472 w 1568652"/>
                <a:gd name="connsiteY6" fmla="*/ 180232 h 849690"/>
                <a:gd name="connsiteX7" fmla="*/ 1508525 w 1568652"/>
                <a:gd name="connsiteY7" fmla="*/ 120 h 849690"/>
                <a:gd name="connsiteX8" fmla="*/ 1568652 w 1568652"/>
                <a:gd name="connsiteY8" fmla="*/ 152948 h 84969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897756 w 1508638"/>
                <a:gd name="connsiteY5" fmla="*/ 177919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901441 w 1508638"/>
                <a:gd name="connsiteY5" fmla="*/ 176980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898677 w 1508638"/>
                <a:gd name="connsiteY5" fmla="*/ 176980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898677 w 1508638"/>
                <a:gd name="connsiteY5" fmla="*/ 176980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907889 w 1508638"/>
                <a:gd name="connsiteY5" fmla="*/ 172284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907889 w 1508638"/>
                <a:gd name="connsiteY5" fmla="*/ 172284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907889 w 1508638"/>
                <a:gd name="connsiteY5" fmla="*/ 172284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901441 w 1508638"/>
                <a:gd name="connsiteY5" fmla="*/ 180738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901441 w 1508638"/>
                <a:gd name="connsiteY5" fmla="*/ 180738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901441 w 1508638"/>
                <a:gd name="connsiteY5" fmla="*/ 180738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7717"/>
                <a:gd name="connsiteY0" fmla="*/ 290072 h 850509"/>
                <a:gd name="connsiteX1" fmla="*/ 1212913 w 1507717"/>
                <a:gd name="connsiteY1" fmla="*/ 289771 h 850509"/>
                <a:gd name="connsiteX2" fmla="*/ 1306411 w 1507717"/>
                <a:gd name="connsiteY2" fmla="*/ 568581 h 850509"/>
                <a:gd name="connsiteX3" fmla="*/ 1214736 w 1507717"/>
                <a:gd name="connsiteY3" fmla="*/ 848377 h 850509"/>
                <a:gd name="connsiteX4" fmla="*/ 901072 w 1507717"/>
                <a:gd name="connsiteY4" fmla="*/ 850509 h 850509"/>
                <a:gd name="connsiteX5" fmla="*/ 900520 w 1507717"/>
                <a:gd name="connsiteY5" fmla="*/ 180738 h 850509"/>
                <a:gd name="connsiteX6" fmla="*/ 1507551 w 1507717"/>
                <a:gd name="connsiteY6" fmla="*/ 180112 h 850509"/>
                <a:gd name="connsiteX7" fmla="*/ 1507604 w 1507717"/>
                <a:gd name="connsiteY7" fmla="*/ 0 h 850509"/>
                <a:gd name="connsiteX0" fmla="*/ 0 w 1508638"/>
                <a:gd name="connsiteY0" fmla="*/ 292890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9559"/>
                <a:gd name="connsiteY0" fmla="*/ 291951 h 850509"/>
                <a:gd name="connsiteX1" fmla="*/ 1214755 w 1509559"/>
                <a:gd name="connsiteY1" fmla="*/ 289771 h 850509"/>
                <a:gd name="connsiteX2" fmla="*/ 1308253 w 1509559"/>
                <a:gd name="connsiteY2" fmla="*/ 568581 h 850509"/>
                <a:gd name="connsiteX3" fmla="*/ 1216578 w 1509559"/>
                <a:gd name="connsiteY3" fmla="*/ 848377 h 850509"/>
                <a:gd name="connsiteX4" fmla="*/ 902914 w 1509559"/>
                <a:gd name="connsiteY4" fmla="*/ 850509 h 850509"/>
                <a:gd name="connsiteX5" fmla="*/ 902362 w 1509559"/>
                <a:gd name="connsiteY5" fmla="*/ 180738 h 850509"/>
                <a:gd name="connsiteX6" fmla="*/ 1509393 w 1509559"/>
                <a:gd name="connsiteY6" fmla="*/ 180112 h 850509"/>
                <a:gd name="connsiteX7" fmla="*/ 1509446 w 1509559"/>
                <a:gd name="connsiteY7" fmla="*/ 0 h 850509"/>
                <a:gd name="connsiteX0" fmla="*/ 0 w 1509446"/>
                <a:gd name="connsiteY0" fmla="*/ 291951 h 850509"/>
                <a:gd name="connsiteX1" fmla="*/ 1214755 w 1509446"/>
                <a:gd name="connsiteY1" fmla="*/ 289771 h 850509"/>
                <a:gd name="connsiteX2" fmla="*/ 1308253 w 1509446"/>
                <a:gd name="connsiteY2" fmla="*/ 568581 h 850509"/>
                <a:gd name="connsiteX3" fmla="*/ 1216578 w 1509446"/>
                <a:gd name="connsiteY3" fmla="*/ 848377 h 850509"/>
                <a:gd name="connsiteX4" fmla="*/ 902914 w 1509446"/>
                <a:gd name="connsiteY4" fmla="*/ 850509 h 850509"/>
                <a:gd name="connsiteX5" fmla="*/ 902362 w 1509446"/>
                <a:gd name="connsiteY5" fmla="*/ 180738 h 850509"/>
                <a:gd name="connsiteX6" fmla="*/ 1509393 w 1509446"/>
                <a:gd name="connsiteY6" fmla="*/ 180112 h 850509"/>
                <a:gd name="connsiteX7" fmla="*/ 1509446 w 1509446"/>
                <a:gd name="connsiteY7" fmla="*/ 0 h 850509"/>
                <a:gd name="connsiteX0" fmla="*/ 0 w 1507827"/>
                <a:gd name="connsiteY0" fmla="*/ 286998 h 850509"/>
                <a:gd name="connsiteX1" fmla="*/ 1213136 w 1507827"/>
                <a:gd name="connsiteY1" fmla="*/ 289771 h 850509"/>
                <a:gd name="connsiteX2" fmla="*/ 1306634 w 1507827"/>
                <a:gd name="connsiteY2" fmla="*/ 568581 h 850509"/>
                <a:gd name="connsiteX3" fmla="*/ 1214959 w 1507827"/>
                <a:gd name="connsiteY3" fmla="*/ 848377 h 850509"/>
                <a:gd name="connsiteX4" fmla="*/ 901295 w 1507827"/>
                <a:gd name="connsiteY4" fmla="*/ 850509 h 850509"/>
                <a:gd name="connsiteX5" fmla="*/ 900743 w 1507827"/>
                <a:gd name="connsiteY5" fmla="*/ 180738 h 850509"/>
                <a:gd name="connsiteX6" fmla="*/ 1507774 w 1507827"/>
                <a:gd name="connsiteY6" fmla="*/ 180112 h 850509"/>
                <a:gd name="connsiteX7" fmla="*/ 1507827 w 1507827"/>
                <a:gd name="connsiteY7" fmla="*/ 0 h 850509"/>
                <a:gd name="connsiteX0" fmla="*/ 0 w 1504589"/>
                <a:gd name="connsiteY0" fmla="*/ 290301 h 850509"/>
                <a:gd name="connsiteX1" fmla="*/ 1209898 w 1504589"/>
                <a:gd name="connsiteY1" fmla="*/ 289771 h 850509"/>
                <a:gd name="connsiteX2" fmla="*/ 1303396 w 1504589"/>
                <a:gd name="connsiteY2" fmla="*/ 568581 h 850509"/>
                <a:gd name="connsiteX3" fmla="*/ 1211721 w 1504589"/>
                <a:gd name="connsiteY3" fmla="*/ 848377 h 850509"/>
                <a:gd name="connsiteX4" fmla="*/ 898057 w 1504589"/>
                <a:gd name="connsiteY4" fmla="*/ 850509 h 850509"/>
                <a:gd name="connsiteX5" fmla="*/ 897505 w 1504589"/>
                <a:gd name="connsiteY5" fmla="*/ 180738 h 850509"/>
                <a:gd name="connsiteX6" fmla="*/ 1504536 w 1504589"/>
                <a:gd name="connsiteY6" fmla="*/ 180112 h 850509"/>
                <a:gd name="connsiteX7" fmla="*/ 1504589 w 1504589"/>
                <a:gd name="connsiteY7" fmla="*/ 0 h 850509"/>
                <a:gd name="connsiteX0" fmla="*/ 0 w 1502970"/>
                <a:gd name="connsiteY0" fmla="*/ 287000 h 850509"/>
                <a:gd name="connsiteX1" fmla="*/ 1208279 w 1502970"/>
                <a:gd name="connsiteY1" fmla="*/ 289771 h 850509"/>
                <a:gd name="connsiteX2" fmla="*/ 1301777 w 1502970"/>
                <a:gd name="connsiteY2" fmla="*/ 568581 h 850509"/>
                <a:gd name="connsiteX3" fmla="*/ 1210102 w 1502970"/>
                <a:gd name="connsiteY3" fmla="*/ 848377 h 850509"/>
                <a:gd name="connsiteX4" fmla="*/ 896438 w 1502970"/>
                <a:gd name="connsiteY4" fmla="*/ 850509 h 850509"/>
                <a:gd name="connsiteX5" fmla="*/ 895886 w 1502970"/>
                <a:gd name="connsiteY5" fmla="*/ 180738 h 850509"/>
                <a:gd name="connsiteX6" fmla="*/ 1502917 w 1502970"/>
                <a:gd name="connsiteY6" fmla="*/ 180112 h 850509"/>
                <a:gd name="connsiteX7" fmla="*/ 1502970 w 1502970"/>
                <a:gd name="connsiteY7" fmla="*/ 0 h 850509"/>
                <a:gd name="connsiteX0" fmla="*/ 0 w 1297367"/>
                <a:gd name="connsiteY0" fmla="*/ 288651 h 850509"/>
                <a:gd name="connsiteX1" fmla="*/ 1002676 w 1297367"/>
                <a:gd name="connsiteY1" fmla="*/ 289771 h 850509"/>
                <a:gd name="connsiteX2" fmla="*/ 1096174 w 1297367"/>
                <a:gd name="connsiteY2" fmla="*/ 568581 h 850509"/>
                <a:gd name="connsiteX3" fmla="*/ 1004499 w 1297367"/>
                <a:gd name="connsiteY3" fmla="*/ 848377 h 850509"/>
                <a:gd name="connsiteX4" fmla="*/ 690835 w 1297367"/>
                <a:gd name="connsiteY4" fmla="*/ 850509 h 850509"/>
                <a:gd name="connsiteX5" fmla="*/ 690283 w 1297367"/>
                <a:gd name="connsiteY5" fmla="*/ 180738 h 850509"/>
                <a:gd name="connsiteX6" fmla="*/ 1297314 w 1297367"/>
                <a:gd name="connsiteY6" fmla="*/ 180112 h 850509"/>
                <a:gd name="connsiteX7" fmla="*/ 1297367 w 1297367"/>
                <a:gd name="connsiteY7" fmla="*/ 0 h 850509"/>
                <a:gd name="connsiteX0" fmla="*/ 0 w 1297367"/>
                <a:gd name="connsiteY0" fmla="*/ 288651 h 850509"/>
                <a:gd name="connsiteX1" fmla="*/ 512749 w 1297367"/>
                <a:gd name="connsiteY1" fmla="*/ 285154 h 850509"/>
                <a:gd name="connsiteX2" fmla="*/ 1002676 w 1297367"/>
                <a:gd name="connsiteY2" fmla="*/ 289771 h 850509"/>
                <a:gd name="connsiteX3" fmla="*/ 1096174 w 1297367"/>
                <a:gd name="connsiteY3" fmla="*/ 568581 h 850509"/>
                <a:gd name="connsiteX4" fmla="*/ 1004499 w 1297367"/>
                <a:gd name="connsiteY4" fmla="*/ 848377 h 850509"/>
                <a:gd name="connsiteX5" fmla="*/ 690835 w 1297367"/>
                <a:gd name="connsiteY5" fmla="*/ 850509 h 850509"/>
                <a:gd name="connsiteX6" fmla="*/ 690283 w 1297367"/>
                <a:gd name="connsiteY6" fmla="*/ 180738 h 850509"/>
                <a:gd name="connsiteX7" fmla="*/ 1297314 w 1297367"/>
                <a:gd name="connsiteY7" fmla="*/ 180112 h 850509"/>
                <a:gd name="connsiteX8" fmla="*/ 1297367 w 1297367"/>
                <a:gd name="connsiteY8" fmla="*/ 0 h 850509"/>
                <a:gd name="connsiteX0" fmla="*/ 3744 w 784618"/>
                <a:gd name="connsiteY0" fmla="*/ 1284702 h 1284702"/>
                <a:gd name="connsiteX1" fmla="*/ 0 w 784618"/>
                <a:gd name="connsiteY1" fmla="*/ 285154 h 1284702"/>
                <a:gd name="connsiteX2" fmla="*/ 489927 w 784618"/>
                <a:gd name="connsiteY2" fmla="*/ 289771 h 1284702"/>
                <a:gd name="connsiteX3" fmla="*/ 583425 w 784618"/>
                <a:gd name="connsiteY3" fmla="*/ 568581 h 1284702"/>
                <a:gd name="connsiteX4" fmla="*/ 491750 w 784618"/>
                <a:gd name="connsiteY4" fmla="*/ 848377 h 1284702"/>
                <a:gd name="connsiteX5" fmla="*/ 178086 w 784618"/>
                <a:gd name="connsiteY5" fmla="*/ 850509 h 1284702"/>
                <a:gd name="connsiteX6" fmla="*/ 177534 w 784618"/>
                <a:gd name="connsiteY6" fmla="*/ 180738 h 1284702"/>
                <a:gd name="connsiteX7" fmla="*/ 784565 w 784618"/>
                <a:gd name="connsiteY7" fmla="*/ 180112 h 1284702"/>
                <a:gd name="connsiteX8" fmla="*/ 784618 w 784618"/>
                <a:gd name="connsiteY8" fmla="*/ 0 h 1284702"/>
                <a:gd name="connsiteX0" fmla="*/ 3744 w 784618"/>
                <a:gd name="connsiteY0" fmla="*/ 1303784 h 1303784"/>
                <a:gd name="connsiteX1" fmla="*/ 0 w 784618"/>
                <a:gd name="connsiteY1" fmla="*/ 285154 h 1303784"/>
                <a:gd name="connsiteX2" fmla="*/ 489927 w 784618"/>
                <a:gd name="connsiteY2" fmla="*/ 289771 h 1303784"/>
                <a:gd name="connsiteX3" fmla="*/ 583425 w 784618"/>
                <a:gd name="connsiteY3" fmla="*/ 568581 h 1303784"/>
                <a:gd name="connsiteX4" fmla="*/ 491750 w 784618"/>
                <a:gd name="connsiteY4" fmla="*/ 848377 h 1303784"/>
                <a:gd name="connsiteX5" fmla="*/ 178086 w 784618"/>
                <a:gd name="connsiteY5" fmla="*/ 850509 h 1303784"/>
                <a:gd name="connsiteX6" fmla="*/ 177534 w 784618"/>
                <a:gd name="connsiteY6" fmla="*/ 180738 h 1303784"/>
                <a:gd name="connsiteX7" fmla="*/ 784565 w 784618"/>
                <a:gd name="connsiteY7" fmla="*/ 180112 h 1303784"/>
                <a:gd name="connsiteX8" fmla="*/ 784618 w 784618"/>
                <a:gd name="connsiteY8" fmla="*/ 0 h 1303784"/>
                <a:gd name="connsiteX0" fmla="*/ 3744 w 784565"/>
                <a:gd name="connsiteY0" fmla="*/ 1123672 h 1123672"/>
                <a:gd name="connsiteX1" fmla="*/ 0 w 784565"/>
                <a:gd name="connsiteY1" fmla="*/ 105042 h 1123672"/>
                <a:gd name="connsiteX2" fmla="*/ 489927 w 784565"/>
                <a:gd name="connsiteY2" fmla="*/ 109659 h 1123672"/>
                <a:gd name="connsiteX3" fmla="*/ 583425 w 784565"/>
                <a:gd name="connsiteY3" fmla="*/ 388469 h 1123672"/>
                <a:gd name="connsiteX4" fmla="*/ 491750 w 784565"/>
                <a:gd name="connsiteY4" fmla="*/ 668265 h 1123672"/>
                <a:gd name="connsiteX5" fmla="*/ 178086 w 784565"/>
                <a:gd name="connsiteY5" fmla="*/ 670397 h 1123672"/>
                <a:gd name="connsiteX6" fmla="*/ 177534 w 784565"/>
                <a:gd name="connsiteY6" fmla="*/ 626 h 1123672"/>
                <a:gd name="connsiteX7" fmla="*/ 784565 w 784565"/>
                <a:gd name="connsiteY7" fmla="*/ 0 h 1123672"/>
                <a:gd name="connsiteX0" fmla="*/ 3744 w 583425"/>
                <a:gd name="connsiteY0" fmla="*/ 4894164 h 4894164"/>
                <a:gd name="connsiteX1" fmla="*/ 0 w 583425"/>
                <a:gd name="connsiteY1" fmla="*/ 3875534 h 4894164"/>
                <a:gd name="connsiteX2" fmla="*/ 489927 w 583425"/>
                <a:gd name="connsiteY2" fmla="*/ 3880151 h 4894164"/>
                <a:gd name="connsiteX3" fmla="*/ 583425 w 583425"/>
                <a:gd name="connsiteY3" fmla="*/ 4158961 h 4894164"/>
                <a:gd name="connsiteX4" fmla="*/ 491750 w 583425"/>
                <a:gd name="connsiteY4" fmla="*/ 4438757 h 4894164"/>
                <a:gd name="connsiteX5" fmla="*/ 178086 w 583425"/>
                <a:gd name="connsiteY5" fmla="*/ 4440889 h 4894164"/>
                <a:gd name="connsiteX6" fmla="*/ 177534 w 583425"/>
                <a:gd name="connsiteY6" fmla="*/ 3771118 h 4894164"/>
                <a:gd name="connsiteX7" fmla="*/ 174506 w 583425"/>
                <a:gd name="connsiteY7" fmla="*/ 0 h 4894164"/>
                <a:gd name="connsiteX0" fmla="*/ 3744 w 583425"/>
                <a:gd name="connsiteY0" fmla="*/ 4894164 h 4894164"/>
                <a:gd name="connsiteX1" fmla="*/ 0 w 583425"/>
                <a:gd name="connsiteY1" fmla="*/ 3883441 h 4894164"/>
                <a:gd name="connsiteX2" fmla="*/ 489927 w 583425"/>
                <a:gd name="connsiteY2" fmla="*/ 3880151 h 4894164"/>
                <a:gd name="connsiteX3" fmla="*/ 583425 w 583425"/>
                <a:gd name="connsiteY3" fmla="*/ 4158961 h 4894164"/>
                <a:gd name="connsiteX4" fmla="*/ 491750 w 583425"/>
                <a:gd name="connsiteY4" fmla="*/ 4438757 h 4894164"/>
                <a:gd name="connsiteX5" fmla="*/ 178086 w 583425"/>
                <a:gd name="connsiteY5" fmla="*/ 4440889 h 4894164"/>
                <a:gd name="connsiteX6" fmla="*/ 177534 w 583425"/>
                <a:gd name="connsiteY6" fmla="*/ 3771118 h 4894164"/>
                <a:gd name="connsiteX7" fmla="*/ 174506 w 583425"/>
                <a:gd name="connsiteY7" fmla="*/ 0 h 4894164"/>
                <a:gd name="connsiteX0" fmla="*/ 1158 w 580839"/>
                <a:gd name="connsiteY0" fmla="*/ 4894164 h 4894164"/>
                <a:gd name="connsiteX1" fmla="*/ 0 w 580839"/>
                <a:gd name="connsiteY1" fmla="*/ 3878170 h 4894164"/>
                <a:gd name="connsiteX2" fmla="*/ 487341 w 580839"/>
                <a:gd name="connsiteY2" fmla="*/ 3880151 h 4894164"/>
                <a:gd name="connsiteX3" fmla="*/ 580839 w 580839"/>
                <a:gd name="connsiteY3" fmla="*/ 4158961 h 4894164"/>
                <a:gd name="connsiteX4" fmla="*/ 489164 w 580839"/>
                <a:gd name="connsiteY4" fmla="*/ 4438757 h 4894164"/>
                <a:gd name="connsiteX5" fmla="*/ 175500 w 580839"/>
                <a:gd name="connsiteY5" fmla="*/ 4440889 h 4894164"/>
                <a:gd name="connsiteX6" fmla="*/ 174948 w 580839"/>
                <a:gd name="connsiteY6" fmla="*/ 3771118 h 4894164"/>
                <a:gd name="connsiteX7" fmla="*/ 171920 w 580839"/>
                <a:gd name="connsiteY7" fmla="*/ 0 h 4894164"/>
                <a:gd name="connsiteX0" fmla="*/ 1156 w 580837"/>
                <a:gd name="connsiteY0" fmla="*/ 4894164 h 4894164"/>
                <a:gd name="connsiteX1" fmla="*/ 0 w 580837"/>
                <a:gd name="connsiteY1" fmla="*/ 3880808 h 4894164"/>
                <a:gd name="connsiteX2" fmla="*/ 487339 w 580837"/>
                <a:gd name="connsiteY2" fmla="*/ 3880151 h 4894164"/>
                <a:gd name="connsiteX3" fmla="*/ 580837 w 580837"/>
                <a:gd name="connsiteY3" fmla="*/ 4158961 h 4894164"/>
                <a:gd name="connsiteX4" fmla="*/ 489162 w 580837"/>
                <a:gd name="connsiteY4" fmla="*/ 4438757 h 4894164"/>
                <a:gd name="connsiteX5" fmla="*/ 175498 w 580837"/>
                <a:gd name="connsiteY5" fmla="*/ 4440889 h 4894164"/>
                <a:gd name="connsiteX6" fmla="*/ 174946 w 580837"/>
                <a:gd name="connsiteY6" fmla="*/ 3771118 h 4894164"/>
                <a:gd name="connsiteX7" fmla="*/ 171918 w 580837"/>
                <a:gd name="connsiteY7" fmla="*/ 0 h 4894164"/>
                <a:gd name="connsiteX0" fmla="*/ 1156 w 580837"/>
                <a:gd name="connsiteY0" fmla="*/ 7329561 h 7329561"/>
                <a:gd name="connsiteX1" fmla="*/ 0 w 580837"/>
                <a:gd name="connsiteY1" fmla="*/ 6316205 h 7329561"/>
                <a:gd name="connsiteX2" fmla="*/ 487339 w 580837"/>
                <a:gd name="connsiteY2" fmla="*/ 6315548 h 7329561"/>
                <a:gd name="connsiteX3" fmla="*/ 580837 w 580837"/>
                <a:gd name="connsiteY3" fmla="*/ 6594358 h 7329561"/>
                <a:gd name="connsiteX4" fmla="*/ 489162 w 580837"/>
                <a:gd name="connsiteY4" fmla="*/ 6874154 h 7329561"/>
                <a:gd name="connsiteX5" fmla="*/ 175498 w 580837"/>
                <a:gd name="connsiteY5" fmla="*/ 6876286 h 7329561"/>
                <a:gd name="connsiteX6" fmla="*/ 174946 w 580837"/>
                <a:gd name="connsiteY6" fmla="*/ 6206515 h 7329561"/>
                <a:gd name="connsiteX7" fmla="*/ 174503 w 580837"/>
                <a:gd name="connsiteY7" fmla="*/ 0 h 7329561"/>
                <a:gd name="connsiteX0" fmla="*/ 1156 w 580837"/>
                <a:gd name="connsiteY0" fmla="*/ 20215308 h 20215308"/>
                <a:gd name="connsiteX1" fmla="*/ 0 w 580837"/>
                <a:gd name="connsiteY1" fmla="*/ 19201952 h 20215308"/>
                <a:gd name="connsiteX2" fmla="*/ 487339 w 580837"/>
                <a:gd name="connsiteY2" fmla="*/ 19201295 h 20215308"/>
                <a:gd name="connsiteX3" fmla="*/ 580837 w 580837"/>
                <a:gd name="connsiteY3" fmla="*/ 19480105 h 20215308"/>
                <a:gd name="connsiteX4" fmla="*/ 489162 w 580837"/>
                <a:gd name="connsiteY4" fmla="*/ 19759901 h 20215308"/>
                <a:gd name="connsiteX5" fmla="*/ 175498 w 580837"/>
                <a:gd name="connsiteY5" fmla="*/ 19762033 h 20215308"/>
                <a:gd name="connsiteX6" fmla="*/ 174946 w 580837"/>
                <a:gd name="connsiteY6" fmla="*/ 19092262 h 20215308"/>
                <a:gd name="connsiteX7" fmla="*/ 174503 w 580837"/>
                <a:gd name="connsiteY7" fmla="*/ 0 h 20215308"/>
                <a:gd name="connsiteX0" fmla="*/ 1156 w 580837"/>
                <a:gd name="connsiteY0" fmla="*/ 20215308 h 20215308"/>
                <a:gd name="connsiteX1" fmla="*/ 0 w 580837"/>
                <a:gd name="connsiteY1" fmla="*/ 19201952 h 20215308"/>
                <a:gd name="connsiteX2" fmla="*/ 487339 w 580837"/>
                <a:gd name="connsiteY2" fmla="*/ 19201295 h 20215308"/>
                <a:gd name="connsiteX3" fmla="*/ 580837 w 580837"/>
                <a:gd name="connsiteY3" fmla="*/ 19480105 h 20215308"/>
                <a:gd name="connsiteX4" fmla="*/ 489162 w 580837"/>
                <a:gd name="connsiteY4" fmla="*/ 19759901 h 20215308"/>
                <a:gd name="connsiteX5" fmla="*/ 175498 w 580837"/>
                <a:gd name="connsiteY5" fmla="*/ 19762033 h 20215308"/>
                <a:gd name="connsiteX6" fmla="*/ 174946 w 580837"/>
                <a:gd name="connsiteY6" fmla="*/ 19092262 h 20215308"/>
                <a:gd name="connsiteX7" fmla="*/ 174503 w 580837"/>
                <a:gd name="connsiteY7" fmla="*/ 0 h 20215308"/>
                <a:gd name="connsiteX0" fmla="*/ 1156 w 580837"/>
                <a:gd name="connsiteY0" fmla="*/ 20215308 h 20215308"/>
                <a:gd name="connsiteX1" fmla="*/ 0 w 580837"/>
                <a:gd name="connsiteY1" fmla="*/ 19201952 h 20215308"/>
                <a:gd name="connsiteX2" fmla="*/ 487339 w 580837"/>
                <a:gd name="connsiteY2" fmla="*/ 19201295 h 20215308"/>
                <a:gd name="connsiteX3" fmla="*/ 580837 w 580837"/>
                <a:gd name="connsiteY3" fmla="*/ 19480105 h 20215308"/>
                <a:gd name="connsiteX4" fmla="*/ 489162 w 580837"/>
                <a:gd name="connsiteY4" fmla="*/ 19759901 h 20215308"/>
                <a:gd name="connsiteX5" fmla="*/ 175498 w 580837"/>
                <a:gd name="connsiteY5" fmla="*/ 19762033 h 20215308"/>
                <a:gd name="connsiteX6" fmla="*/ 174946 w 580837"/>
                <a:gd name="connsiteY6" fmla="*/ 19092262 h 20215308"/>
                <a:gd name="connsiteX7" fmla="*/ 174503 w 580837"/>
                <a:gd name="connsiteY7" fmla="*/ 0 h 20215308"/>
                <a:gd name="connsiteX0" fmla="*/ 1156 w 580837"/>
                <a:gd name="connsiteY0" fmla="*/ 21422754 h 21422754"/>
                <a:gd name="connsiteX1" fmla="*/ 0 w 580837"/>
                <a:gd name="connsiteY1" fmla="*/ 20409398 h 21422754"/>
                <a:gd name="connsiteX2" fmla="*/ 487339 w 580837"/>
                <a:gd name="connsiteY2" fmla="*/ 20408741 h 21422754"/>
                <a:gd name="connsiteX3" fmla="*/ 580837 w 580837"/>
                <a:gd name="connsiteY3" fmla="*/ 20687551 h 21422754"/>
                <a:gd name="connsiteX4" fmla="*/ 489162 w 580837"/>
                <a:gd name="connsiteY4" fmla="*/ 20967347 h 21422754"/>
                <a:gd name="connsiteX5" fmla="*/ 175498 w 580837"/>
                <a:gd name="connsiteY5" fmla="*/ 20969479 h 21422754"/>
                <a:gd name="connsiteX6" fmla="*/ 174946 w 580837"/>
                <a:gd name="connsiteY6" fmla="*/ 20299708 h 21422754"/>
                <a:gd name="connsiteX7" fmla="*/ 174504 w 580837"/>
                <a:gd name="connsiteY7" fmla="*/ 1 h 21422754"/>
                <a:gd name="connsiteX0" fmla="*/ 1156 w 580837"/>
                <a:gd name="connsiteY0" fmla="*/ 21422754 h 21422754"/>
                <a:gd name="connsiteX1" fmla="*/ 0 w 580837"/>
                <a:gd name="connsiteY1" fmla="*/ 20409398 h 21422754"/>
                <a:gd name="connsiteX2" fmla="*/ 487339 w 580837"/>
                <a:gd name="connsiteY2" fmla="*/ 20408741 h 21422754"/>
                <a:gd name="connsiteX3" fmla="*/ 580837 w 580837"/>
                <a:gd name="connsiteY3" fmla="*/ 20687551 h 21422754"/>
                <a:gd name="connsiteX4" fmla="*/ 489162 w 580837"/>
                <a:gd name="connsiteY4" fmla="*/ 20967347 h 21422754"/>
                <a:gd name="connsiteX5" fmla="*/ 175498 w 580837"/>
                <a:gd name="connsiteY5" fmla="*/ 20969479 h 21422754"/>
                <a:gd name="connsiteX6" fmla="*/ 174946 w 580837"/>
                <a:gd name="connsiteY6" fmla="*/ 20299708 h 21422754"/>
                <a:gd name="connsiteX7" fmla="*/ 174504 w 580837"/>
                <a:gd name="connsiteY7" fmla="*/ 1 h 21422754"/>
                <a:gd name="connsiteX0" fmla="*/ 1156 w 580837"/>
                <a:gd name="connsiteY0" fmla="*/ 21422754 h 21429455"/>
                <a:gd name="connsiteX1" fmla="*/ 0 w 580837"/>
                <a:gd name="connsiteY1" fmla="*/ 20409398 h 21429455"/>
                <a:gd name="connsiteX2" fmla="*/ 487339 w 580837"/>
                <a:gd name="connsiteY2" fmla="*/ 20408741 h 21429455"/>
                <a:gd name="connsiteX3" fmla="*/ 580837 w 580837"/>
                <a:gd name="connsiteY3" fmla="*/ 20687551 h 21429455"/>
                <a:gd name="connsiteX4" fmla="*/ 489162 w 580837"/>
                <a:gd name="connsiteY4" fmla="*/ 20967347 h 21429455"/>
                <a:gd name="connsiteX5" fmla="*/ 175498 w 580837"/>
                <a:gd name="connsiteY5" fmla="*/ 20969479 h 21429455"/>
                <a:gd name="connsiteX6" fmla="*/ 174946 w 580837"/>
                <a:gd name="connsiteY6" fmla="*/ 20299708 h 21429455"/>
                <a:gd name="connsiteX7" fmla="*/ 174504 w 580837"/>
                <a:gd name="connsiteY7" fmla="*/ 1 h 21429455"/>
                <a:gd name="connsiteX0" fmla="*/ 1156 w 580837"/>
                <a:gd name="connsiteY0" fmla="*/ 21536810 h 21542702"/>
                <a:gd name="connsiteX1" fmla="*/ 0 w 580837"/>
                <a:gd name="connsiteY1" fmla="*/ 20409398 h 21542702"/>
                <a:gd name="connsiteX2" fmla="*/ 487339 w 580837"/>
                <a:gd name="connsiteY2" fmla="*/ 20408741 h 21542702"/>
                <a:gd name="connsiteX3" fmla="*/ 580837 w 580837"/>
                <a:gd name="connsiteY3" fmla="*/ 20687551 h 21542702"/>
                <a:gd name="connsiteX4" fmla="*/ 489162 w 580837"/>
                <a:gd name="connsiteY4" fmla="*/ 20967347 h 21542702"/>
                <a:gd name="connsiteX5" fmla="*/ 175498 w 580837"/>
                <a:gd name="connsiteY5" fmla="*/ 20969479 h 21542702"/>
                <a:gd name="connsiteX6" fmla="*/ 174946 w 580837"/>
                <a:gd name="connsiteY6" fmla="*/ 20299708 h 21542702"/>
                <a:gd name="connsiteX7" fmla="*/ 174504 w 580837"/>
                <a:gd name="connsiteY7" fmla="*/ 1 h 21542702"/>
                <a:gd name="connsiteX0" fmla="*/ 0 w 580837"/>
                <a:gd name="connsiteY0" fmla="*/ 20409397 h 20969478"/>
                <a:gd name="connsiteX1" fmla="*/ 487339 w 580837"/>
                <a:gd name="connsiteY1" fmla="*/ 20408740 h 20969478"/>
                <a:gd name="connsiteX2" fmla="*/ 580837 w 580837"/>
                <a:gd name="connsiteY2" fmla="*/ 20687550 h 20969478"/>
                <a:gd name="connsiteX3" fmla="*/ 489162 w 580837"/>
                <a:gd name="connsiteY3" fmla="*/ 20967346 h 20969478"/>
                <a:gd name="connsiteX4" fmla="*/ 175498 w 580837"/>
                <a:gd name="connsiteY4" fmla="*/ 20969478 h 20969478"/>
                <a:gd name="connsiteX5" fmla="*/ 174946 w 580837"/>
                <a:gd name="connsiteY5" fmla="*/ 20299707 h 20969478"/>
                <a:gd name="connsiteX6" fmla="*/ 174504 w 580837"/>
                <a:gd name="connsiteY6" fmla="*/ 0 h 20969478"/>
                <a:gd name="connsiteX0" fmla="*/ 0 w 884170"/>
                <a:gd name="connsiteY0" fmla="*/ 20409397 h 20969478"/>
                <a:gd name="connsiteX1" fmla="*/ 790672 w 884170"/>
                <a:gd name="connsiteY1" fmla="*/ 20408740 h 20969478"/>
                <a:gd name="connsiteX2" fmla="*/ 884170 w 884170"/>
                <a:gd name="connsiteY2" fmla="*/ 20687550 h 20969478"/>
                <a:gd name="connsiteX3" fmla="*/ 792495 w 884170"/>
                <a:gd name="connsiteY3" fmla="*/ 20967346 h 20969478"/>
                <a:gd name="connsiteX4" fmla="*/ 478831 w 884170"/>
                <a:gd name="connsiteY4" fmla="*/ 20969478 h 20969478"/>
                <a:gd name="connsiteX5" fmla="*/ 478279 w 884170"/>
                <a:gd name="connsiteY5" fmla="*/ 20299707 h 20969478"/>
                <a:gd name="connsiteX6" fmla="*/ 477837 w 884170"/>
                <a:gd name="connsiteY6" fmla="*/ 0 h 20969478"/>
                <a:gd name="connsiteX0" fmla="*/ 0 w 884170"/>
                <a:gd name="connsiteY0" fmla="*/ 16890324 h 17450405"/>
                <a:gd name="connsiteX1" fmla="*/ 790672 w 884170"/>
                <a:gd name="connsiteY1" fmla="*/ 16889667 h 17450405"/>
                <a:gd name="connsiteX2" fmla="*/ 884170 w 884170"/>
                <a:gd name="connsiteY2" fmla="*/ 17168477 h 17450405"/>
                <a:gd name="connsiteX3" fmla="*/ 792495 w 884170"/>
                <a:gd name="connsiteY3" fmla="*/ 17448273 h 17450405"/>
                <a:gd name="connsiteX4" fmla="*/ 478831 w 884170"/>
                <a:gd name="connsiteY4" fmla="*/ 17450405 h 17450405"/>
                <a:gd name="connsiteX5" fmla="*/ 478279 w 884170"/>
                <a:gd name="connsiteY5" fmla="*/ 16780634 h 17450405"/>
                <a:gd name="connsiteX6" fmla="*/ 473595 w 884170"/>
                <a:gd name="connsiteY6" fmla="*/ 0 h 17450405"/>
                <a:gd name="connsiteX0" fmla="*/ 0 w 884170"/>
                <a:gd name="connsiteY0" fmla="*/ 13475070 h 14035151"/>
                <a:gd name="connsiteX1" fmla="*/ 790672 w 884170"/>
                <a:gd name="connsiteY1" fmla="*/ 13474413 h 14035151"/>
                <a:gd name="connsiteX2" fmla="*/ 884170 w 884170"/>
                <a:gd name="connsiteY2" fmla="*/ 13753223 h 14035151"/>
                <a:gd name="connsiteX3" fmla="*/ 792495 w 884170"/>
                <a:gd name="connsiteY3" fmla="*/ 14033019 h 14035151"/>
                <a:gd name="connsiteX4" fmla="*/ 478831 w 884170"/>
                <a:gd name="connsiteY4" fmla="*/ 14035151 h 14035151"/>
                <a:gd name="connsiteX5" fmla="*/ 478279 w 884170"/>
                <a:gd name="connsiteY5" fmla="*/ 13365380 h 14035151"/>
                <a:gd name="connsiteX6" fmla="*/ 479959 w 884170"/>
                <a:gd name="connsiteY6" fmla="*/ 0 h 14035151"/>
                <a:gd name="connsiteX0" fmla="*/ 0 w 884170"/>
                <a:gd name="connsiteY0" fmla="*/ 13475070 h 14035151"/>
                <a:gd name="connsiteX1" fmla="*/ 790672 w 884170"/>
                <a:gd name="connsiteY1" fmla="*/ 13474413 h 14035151"/>
                <a:gd name="connsiteX2" fmla="*/ 884170 w 884170"/>
                <a:gd name="connsiteY2" fmla="*/ 13753223 h 14035151"/>
                <a:gd name="connsiteX3" fmla="*/ 792495 w 884170"/>
                <a:gd name="connsiteY3" fmla="*/ 14033019 h 14035151"/>
                <a:gd name="connsiteX4" fmla="*/ 478831 w 884170"/>
                <a:gd name="connsiteY4" fmla="*/ 14035151 h 14035151"/>
                <a:gd name="connsiteX5" fmla="*/ 478279 w 884170"/>
                <a:gd name="connsiteY5" fmla="*/ 13365380 h 14035151"/>
                <a:gd name="connsiteX6" fmla="*/ 479959 w 884170"/>
                <a:gd name="connsiteY6" fmla="*/ 0 h 14035151"/>
                <a:gd name="connsiteX0" fmla="*/ 0 w 884170"/>
                <a:gd name="connsiteY0" fmla="*/ 10747626 h 11307707"/>
                <a:gd name="connsiteX1" fmla="*/ 790672 w 884170"/>
                <a:gd name="connsiteY1" fmla="*/ 10746969 h 11307707"/>
                <a:gd name="connsiteX2" fmla="*/ 884170 w 884170"/>
                <a:gd name="connsiteY2" fmla="*/ 11025779 h 11307707"/>
                <a:gd name="connsiteX3" fmla="*/ 792495 w 884170"/>
                <a:gd name="connsiteY3" fmla="*/ 11305575 h 11307707"/>
                <a:gd name="connsiteX4" fmla="*/ 478831 w 884170"/>
                <a:gd name="connsiteY4" fmla="*/ 11307707 h 11307707"/>
                <a:gd name="connsiteX5" fmla="*/ 478279 w 884170"/>
                <a:gd name="connsiteY5" fmla="*/ 10637936 h 11307707"/>
                <a:gd name="connsiteX6" fmla="*/ 499050 w 884170"/>
                <a:gd name="connsiteY6" fmla="*/ 0 h 11307707"/>
                <a:gd name="connsiteX0" fmla="*/ 0 w 884170"/>
                <a:gd name="connsiteY0" fmla="*/ 10747626 h 11307707"/>
                <a:gd name="connsiteX1" fmla="*/ 790672 w 884170"/>
                <a:gd name="connsiteY1" fmla="*/ 10746969 h 11307707"/>
                <a:gd name="connsiteX2" fmla="*/ 884170 w 884170"/>
                <a:gd name="connsiteY2" fmla="*/ 11025779 h 11307707"/>
                <a:gd name="connsiteX3" fmla="*/ 792495 w 884170"/>
                <a:gd name="connsiteY3" fmla="*/ 11305575 h 11307707"/>
                <a:gd name="connsiteX4" fmla="*/ 478831 w 884170"/>
                <a:gd name="connsiteY4" fmla="*/ 11307707 h 11307707"/>
                <a:gd name="connsiteX5" fmla="*/ 478279 w 884170"/>
                <a:gd name="connsiteY5" fmla="*/ 10637936 h 11307707"/>
                <a:gd name="connsiteX6" fmla="*/ 499050 w 884170"/>
                <a:gd name="connsiteY6" fmla="*/ 0 h 11307707"/>
                <a:gd name="connsiteX0" fmla="*/ 0 w 884170"/>
                <a:gd name="connsiteY0" fmla="*/ 10747626 h 11307707"/>
                <a:gd name="connsiteX1" fmla="*/ 790672 w 884170"/>
                <a:gd name="connsiteY1" fmla="*/ 10746969 h 11307707"/>
                <a:gd name="connsiteX2" fmla="*/ 884170 w 884170"/>
                <a:gd name="connsiteY2" fmla="*/ 11025779 h 11307707"/>
                <a:gd name="connsiteX3" fmla="*/ 792495 w 884170"/>
                <a:gd name="connsiteY3" fmla="*/ 11305575 h 11307707"/>
                <a:gd name="connsiteX4" fmla="*/ 478831 w 884170"/>
                <a:gd name="connsiteY4" fmla="*/ 11307707 h 11307707"/>
                <a:gd name="connsiteX5" fmla="*/ 478279 w 884170"/>
                <a:gd name="connsiteY5" fmla="*/ 10637936 h 11307707"/>
                <a:gd name="connsiteX6" fmla="*/ 499050 w 884170"/>
                <a:gd name="connsiteY6" fmla="*/ 0 h 11307707"/>
                <a:gd name="connsiteX0" fmla="*/ 0 w 884170"/>
                <a:gd name="connsiteY0" fmla="*/ 7483778 h 8043859"/>
                <a:gd name="connsiteX1" fmla="*/ 790672 w 884170"/>
                <a:gd name="connsiteY1" fmla="*/ 7483121 h 8043859"/>
                <a:gd name="connsiteX2" fmla="*/ 884170 w 884170"/>
                <a:gd name="connsiteY2" fmla="*/ 7761931 h 8043859"/>
                <a:gd name="connsiteX3" fmla="*/ 792495 w 884170"/>
                <a:gd name="connsiteY3" fmla="*/ 8041727 h 8043859"/>
                <a:gd name="connsiteX4" fmla="*/ 478831 w 884170"/>
                <a:gd name="connsiteY4" fmla="*/ 8043859 h 8043859"/>
                <a:gd name="connsiteX5" fmla="*/ 478279 w 884170"/>
                <a:gd name="connsiteY5" fmla="*/ 7374088 h 8043859"/>
                <a:gd name="connsiteX6" fmla="*/ 528747 w 884170"/>
                <a:gd name="connsiteY6" fmla="*/ 0 h 8043859"/>
                <a:gd name="connsiteX0" fmla="*/ 0 w 884170"/>
                <a:gd name="connsiteY0" fmla="*/ 4209115 h 4769196"/>
                <a:gd name="connsiteX1" fmla="*/ 790672 w 884170"/>
                <a:gd name="connsiteY1" fmla="*/ 4208458 h 4769196"/>
                <a:gd name="connsiteX2" fmla="*/ 884170 w 884170"/>
                <a:gd name="connsiteY2" fmla="*/ 4487268 h 4769196"/>
                <a:gd name="connsiteX3" fmla="*/ 792495 w 884170"/>
                <a:gd name="connsiteY3" fmla="*/ 4767064 h 4769196"/>
                <a:gd name="connsiteX4" fmla="*/ 478831 w 884170"/>
                <a:gd name="connsiteY4" fmla="*/ 4769196 h 4769196"/>
                <a:gd name="connsiteX5" fmla="*/ 478279 w 884170"/>
                <a:gd name="connsiteY5" fmla="*/ 4099425 h 4769196"/>
                <a:gd name="connsiteX6" fmla="*/ 592384 w 884170"/>
                <a:gd name="connsiteY6" fmla="*/ 0 h 4769196"/>
                <a:gd name="connsiteX0" fmla="*/ 0 w 884170"/>
                <a:gd name="connsiteY0" fmla="*/ 707344 h 1272545"/>
                <a:gd name="connsiteX1" fmla="*/ 790672 w 884170"/>
                <a:gd name="connsiteY1" fmla="*/ 706687 h 1272545"/>
                <a:gd name="connsiteX2" fmla="*/ 884170 w 884170"/>
                <a:gd name="connsiteY2" fmla="*/ 985497 h 1272545"/>
                <a:gd name="connsiteX3" fmla="*/ 792495 w 884170"/>
                <a:gd name="connsiteY3" fmla="*/ 1265293 h 1272545"/>
                <a:gd name="connsiteX4" fmla="*/ 478831 w 884170"/>
                <a:gd name="connsiteY4" fmla="*/ 1267425 h 1272545"/>
                <a:gd name="connsiteX5" fmla="*/ 478279 w 884170"/>
                <a:gd name="connsiteY5" fmla="*/ 597654 h 1272545"/>
                <a:gd name="connsiteX6" fmla="*/ 634808 w 884170"/>
                <a:gd name="connsiteY6" fmla="*/ 0 h 1272545"/>
                <a:gd name="connsiteX0" fmla="*/ 0 w 884170"/>
                <a:gd name="connsiteY0" fmla="*/ 109690 h 669771"/>
                <a:gd name="connsiteX1" fmla="*/ 790672 w 884170"/>
                <a:gd name="connsiteY1" fmla="*/ 109033 h 669771"/>
                <a:gd name="connsiteX2" fmla="*/ 884170 w 884170"/>
                <a:gd name="connsiteY2" fmla="*/ 387843 h 669771"/>
                <a:gd name="connsiteX3" fmla="*/ 792495 w 884170"/>
                <a:gd name="connsiteY3" fmla="*/ 667639 h 669771"/>
                <a:gd name="connsiteX4" fmla="*/ 478831 w 884170"/>
                <a:gd name="connsiteY4" fmla="*/ 669771 h 669771"/>
                <a:gd name="connsiteX5" fmla="*/ 478279 w 884170"/>
                <a:gd name="connsiteY5" fmla="*/ 0 h 669771"/>
                <a:gd name="connsiteX0" fmla="*/ 0 w 884170"/>
                <a:gd name="connsiteY0" fmla="*/ 160765 h 720846"/>
                <a:gd name="connsiteX1" fmla="*/ 790672 w 884170"/>
                <a:gd name="connsiteY1" fmla="*/ 160108 h 720846"/>
                <a:gd name="connsiteX2" fmla="*/ 884170 w 884170"/>
                <a:gd name="connsiteY2" fmla="*/ 438918 h 720846"/>
                <a:gd name="connsiteX3" fmla="*/ 792495 w 884170"/>
                <a:gd name="connsiteY3" fmla="*/ 718714 h 720846"/>
                <a:gd name="connsiteX4" fmla="*/ 478831 w 884170"/>
                <a:gd name="connsiteY4" fmla="*/ 720846 h 720846"/>
                <a:gd name="connsiteX5" fmla="*/ 478279 w 884170"/>
                <a:gd name="connsiteY5" fmla="*/ 51075 h 720846"/>
                <a:gd name="connsiteX6" fmla="*/ 475150 w 884170"/>
                <a:gd name="connsiteY6" fmla="*/ 46063 h 720846"/>
                <a:gd name="connsiteX0" fmla="*/ 0 w 1635452"/>
                <a:gd name="connsiteY0" fmla="*/ 158524 h 718605"/>
                <a:gd name="connsiteX1" fmla="*/ 790672 w 1635452"/>
                <a:gd name="connsiteY1" fmla="*/ 157867 h 718605"/>
                <a:gd name="connsiteX2" fmla="*/ 884170 w 1635452"/>
                <a:gd name="connsiteY2" fmla="*/ 436677 h 718605"/>
                <a:gd name="connsiteX3" fmla="*/ 792495 w 1635452"/>
                <a:gd name="connsiteY3" fmla="*/ 716473 h 718605"/>
                <a:gd name="connsiteX4" fmla="*/ 478831 w 1635452"/>
                <a:gd name="connsiteY4" fmla="*/ 718605 h 718605"/>
                <a:gd name="connsiteX5" fmla="*/ 478279 w 1635452"/>
                <a:gd name="connsiteY5" fmla="*/ 48834 h 718605"/>
                <a:gd name="connsiteX6" fmla="*/ 1635452 w 1635452"/>
                <a:gd name="connsiteY6" fmla="*/ 52474 h 718605"/>
                <a:gd name="connsiteX0" fmla="*/ 0 w 884170"/>
                <a:gd name="connsiteY0" fmla="*/ 109690 h 669771"/>
                <a:gd name="connsiteX1" fmla="*/ 790672 w 884170"/>
                <a:gd name="connsiteY1" fmla="*/ 109033 h 669771"/>
                <a:gd name="connsiteX2" fmla="*/ 884170 w 884170"/>
                <a:gd name="connsiteY2" fmla="*/ 387843 h 669771"/>
                <a:gd name="connsiteX3" fmla="*/ 792495 w 884170"/>
                <a:gd name="connsiteY3" fmla="*/ 667639 h 669771"/>
                <a:gd name="connsiteX4" fmla="*/ 478831 w 884170"/>
                <a:gd name="connsiteY4" fmla="*/ 669771 h 669771"/>
                <a:gd name="connsiteX5" fmla="*/ 478279 w 884170"/>
                <a:gd name="connsiteY5" fmla="*/ 0 h 669771"/>
                <a:gd name="connsiteX0" fmla="*/ 0 w 884170"/>
                <a:gd name="connsiteY0" fmla="*/ 109690 h 667639"/>
                <a:gd name="connsiteX1" fmla="*/ 790672 w 884170"/>
                <a:gd name="connsiteY1" fmla="*/ 109033 h 667639"/>
                <a:gd name="connsiteX2" fmla="*/ 884170 w 884170"/>
                <a:gd name="connsiteY2" fmla="*/ 387843 h 667639"/>
                <a:gd name="connsiteX3" fmla="*/ 792495 w 884170"/>
                <a:gd name="connsiteY3" fmla="*/ 667639 h 667639"/>
                <a:gd name="connsiteX4" fmla="*/ 478831 w 884170"/>
                <a:gd name="connsiteY4" fmla="*/ 667608 h 667639"/>
                <a:gd name="connsiteX5" fmla="*/ 478279 w 884170"/>
                <a:gd name="connsiteY5" fmla="*/ 0 h 667639"/>
                <a:gd name="connsiteX0" fmla="*/ 0 w 884170"/>
                <a:gd name="connsiteY0" fmla="*/ 158881 h 716830"/>
                <a:gd name="connsiteX1" fmla="*/ 790672 w 884170"/>
                <a:gd name="connsiteY1" fmla="*/ 158224 h 716830"/>
                <a:gd name="connsiteX2" fmla="*/ 884170 w 884170"/>
                <a:gd name="connsiteY2" fmla="*/ 437034 h 716830"/>
                <a:gd name="connsiteX3" fmla="*/ 792495 w 884170"/>
                <a:gd name="connsiteY3" fmla="*/ 716830 h 716830"/>
                <a:gd name="connsiteX4" fmla="*/ 478831 w 884170"/>
                <a:gd name="connsiteY4" fmla="*/ 716799 h 716830"/>
                <a:gd name="connsiteX5" fmla="*/ 478279 w 884170"/>
                <a:gd name="connsiteY5" fmla="*/ 49191 h 716830"/>
                <a:gd name="connsiteX6" fmla="*/ 474915 w 884170"/>
                <a:gd name="connsiteY6" fmla="*/ 50104 h 716830"/>
                <a:gd name="connsiteX0" fmla="*/ 0 w 1628854"/>
                <a:gd name="connsiteY0" fmla="*/ 169685 h 727634"/>
                <a:gd name="connsiteX1" fmla="*/ 790672 w 1628854"/>
                <a:gd name="connsiteY1" fmla="*/ 169028 h 727634"/>
                <a:gd name="connsiteX2" fmla="*/ 884170 w 1628854"/>
                <a:gd name="connsiteY2" fmla="*/ 447838 h 727634"/>
                <a:gd name="connsiteX3" fmla="*/ 792495 w 1628854"/>
                <a:gd name="connsiteY3" fmla="*/ 727634 h 727634"/>
                <a:gd name="connsiteX4" fmla="*/ 478831 w 1628854"/>
                <a:gd name="connsiteY4" fmla="*/ 727603 h 727634"/>
                <a:gd name="connsiteX5" fmla="*/ 478279 w 1628854"/>
                <a:gd name="connsiteY5" fmla="*/ 59995 h 727634"/>
                <a:gd name="connsiteX6" fmla="*/ 1628854 w 1628854"/>
                <a:gd name="connsiteY6" fmla="*/ 26301 h 727634"/>
                <a:gd name="connsiteX0" fmla="*/ 0 w 1628854"/>
                <a:gd name="connsiteY0" fmla="*/ 169685 h 727634"/>
                <a:gd name="connsiteX1" fmla="*/ 790672 w 1628854"/>
                <a:gd name="connsiteY1" fmla="*/ 169028 h 727634"/>
                <a:gd name="connsiteX2" fmla="*/ 884170 w 1628854"/>
                <a:gd name="connsiteY2" fmla="*/ 447838 h 727634"/>
                <a:gd name="connsiteX3" fmla="*/ 792495 w 1628854"/>
                <a:gd name="connsiteY3" fmla="*/ 727634 h 727634"/>
                <a:gd name="connsiteX4" fmla="*/ 478831 w 1628854"/>
                <a:gd name="connsiteY4" fmla="*/ 727603 h 727634"/>
                <a:gd name="connsiteX5" fmla="*/ 478279 w 1628854"/>
                <a:gd name="connsiteY5" fmla="*/ 59995 h 727634"/>
                <a:gd name="connsiteX6" fmla="*/ 1628854 w 1628854"/>
                <a:gd name="connsiteY6" fmla="*/ 26301 h 727634"/>
                <a:gd name="connsiteX0" fmla="*/ 0 w 1628854"/>
                <a:gd name="connsiteY0" fmla="*/ 169685 h 727634"/>
                <a:gd name="connsiteX1" fmla="*/ 790672 w 1628854"/>
                <a:gd name="connsiteY1" fmla="*/ 169028 h 727634"/>
                <a:gd name="connsiteX2" fmla="*/ 884170 w 1628854"/>
                <a:gd name="connsiteY2" fmla="*/ 447838 h 727634"/>
                <a:gd name="connsiteX3" fmla="*/ 792495 w 1628854"/>
                <a:gd name="connsiteY3" fmla="*/ 727634 h 727634"/>
                <a:gd name="connsiteX4" fmla="*/ 478831 w 1628854"/>
                <a:gd name="connsiteY4" fmla="*/ 727603 h 727634"/>
                <a:gd name="connsiteX5" fmla="*/ 478279 w 1628854"/>
                <a:gd name="connsiteY5" fmla="*/ 59995 h 727634"/>
                <a:gd name="connsiteX6" fmla="*/ 1628854 w 1628854"/>
                <a:gd name="connsiteY6" fmla="*/ 26301 h 727634"/>
                <a:gd name="connsiteX0" fmla="*/ 0 w 1637339"/>
                <a:gd name="connsiteY0" fmla="*/ 301277 h 859226"/>
                <a:gd name="connsiteX1" fmla="*/ 790672 w 1637339"/>
                <a:gd name="connsiteY1" fmla="*/ 300620 h 859226"/>
                <a:gd name="connsiteX2" fmla="*/ 884170 w 1637339"/>
                <a:gd name="connsiteY2" fmla="*/ 579430 h 859226"/>
                <a:gd name="connsiteX3" fmla="*/ 792495 w 1637339"/>
                <a:gd name="connsiteY3" fmla="*/ 859226 h 859226"/>
                <a:gd name="connsiteX4" fmla="*/ 478831 w 1637339"/>
                <a:gd name="connsiteY4" fmla="*/ 859195 h 859226"/>
                <a:gd name="connsiteX5" fmla="*/ 478279 w 1637339"/>
                <a:gd name="connsiteY5" fmla="*/ 191587 h 859226"/>
                <a:gd name="connsiteX6" fmla="*/ 1637339 w 1637339"/>
                <a:gd name="connsiteY6" fmla="*/ 0 h 859226"/>
                <a:gd name="connsiteX0" fmla="*/ 0 w 1721986"/>
                <a:gd name="connsiteY0" fmla="*/ 316105 h 874054"/>
                <a:gd name="connsiteX1" fmla="*/ 790672 w 1721986"/>
                <a:gd name="connsiteY1" fmla="*/ 315448 h 874054"/>
                <a:gd name="connsiteX2" fmla="*/ 884170 w 1721986"/>
                <a:gd name="connsiteY2" fmla="*/ 594258 h 874054"/>
                <a:gd name="connsiteX3" fmla="*/ 792495 w 1721986"/>
                <a:gd name="connsiteY3" fmla="*/ 874054 h 874054"/>
                <a:gd name="connsiteX4" fmla="*/ 478831 w 1721986"/>
                <a:gd name="connsiteY4" fmla="*/ 874023 h 874054"/>
                <a:gd name="connsiteX5" fmla="*/ 478279 w 1721986"/>
                <a:gd name="connsiteY5" fmla="*/ 206415 h 874054"/>
                <a:gd name="connsiteX6" fmla="*/ 1637339 w 1721986"/>
                <a:gd name="connsiteY6" fmla="*/ 14828 h 874054"/>
                <a:gd name="connsiteX7" fmla="*/ 1633095 w 1721986"/>
                <a:gd name="connsiteY7" fmla="*/ 12665 h 874054"/>
                <a:gd name="connsiteX0" fmla="*/ 0 w 1723632"/>
                <a:gd name="connsiteY0" fmla="*/ 774957 h 1332906"/>
                <a:gd name="connsiteX1" fmla="*/ 790672 w 1723632"/>
                <a:gd name="connsiteY1" fmla="*/ 774300 h 1332906"/>
                <a:gd name="connsiteX2" fmla="*/ 884170 w 1723632"/>
                <a:gd name="connsiteY2" fmla="*/ 1053110 h 1332906"/>
                <a:gd name="connsiteX3" fmla="*/ 792495 w 1723632"/>
                <a:gd name="connsiteY3" fmla="*/ 1332906 h 1332906"/>
                <a:gd name="connsiteX4" fmla="*/ 478831 w 1723632"/>
                <a:gd name="connsiteY4" fmla="*/ 1332875 h 1332906"/>
                <a:gd name="connsiteX5" fmla="*/ 478279 w 1723632"/>
                <a:gd name="connsiteY5" fmla="*/ 665267 h 1332906"/>
                <a:gd name="connsiteX6" fmla="*/ 1637339 w 1723632"/>
                <a:gd name="connsiteY6" fmla="*/ 473680 h 1332906"/>
                <a:gd name="connsiteX7" fmla="*/ 1639459 w 1723632"/>
                <a:gd name="connsiteY7" fmla="*/ 0 h 1332906"/>
                <a:gd name="connsiteX0" fmla="*/ 0 w 1637339"/>
                <a:gd name="connsiteY0" fmla="*/ 301278 h 859227"/>
                <a:gd name="connsiteX1" fmla="*/ 790672 w 1637339"/>
                <a:gd name="connsiteY1" fmla="*/ 300621 h 859227"/>
                <a:gd name="connsiteX2" fmla="*/ 884170 w 1637339"/>
                <a:gd name="connsiteY2" fmla="*/ 579431 h 859227"/>
                <a:gd name="connsiteX3" fmla="*/ 792495 w 1637339"/>
                <a:gd name="connsiteY3" fmla="*/ 859227 h 859227"/>
                <a:gd name="connsiteX4" fmla="*/ 478831 w 1637339"/>
                <a:gd name="connsiteY4" fmla="*/ 859196 h 859227"/>
                <a:gd name="connsiteX5" fmla="*/ 478279 w 1637339"/>
                <a:gd name="connsiteY5" fmla="*/ 191588 h 859227"/>
                <a:gd name="connsiteX6" fmla="*/ 1637339 w 1637339"/>
                <a:gd name="connsiteY6" fmla="*/ 1 h 859227"/>
                <a:gd name="connsiteX0" fmla="*/ 0 w 884170"/>
                <a:gd name="connsiteY0" fmla="*/ 109690 h 667639"/>
                <a:gd name="connsiteX1" fmla="*/ 790672 w 884170"/>
                <a:gd name="connsiteY1" fmla="*/ 109033 h 667639"/>
                <a:gd name="connsiteX2" fmla="*/ 884170 w 884170"/>
                <a:gd name="connsiteY2" fmla="*/ 387843 h 667639"/>
                <a:gd name="connsiteX3" fmla="*/ 792495 w 884170"/>
                <a:gd name="connsiteY3" fmla="*/ 667639 h 667639"/>
                <a:gd name="connsiteX4" fmla="*/ 478831 w 884170"/>
                <a:gd name="connsiteY4" fmla="*/ 667608 h 667639"/>
                <a:gd name="connsiteX5" fmla="*/ 478279 w 884170"/>
                <a:gd name="connsiteY5" fmla="*/ 0 h 667639"/>
                <a:gd name="connsiteX0" fmla="*/ 0 w 884170"/>
                <a:gd name="connsiteY0" fmla="*/ 109690 h 667639"/>
                <a:gd name="connsiteX1" fmla="*/ 790672 w 884170"/>
                <a:gd name="connsiteY1" fmla="*/ 109033 h 667639"/>
                <a:gd name="connsiteX2" fmla="*/ 884170 w 884170"/>
                <a:gd name="connsiteY2" fmla="*/ 387843 h 667639"/>
                <a:gd name="connsiteX3" fmla="*/ 792495 w 884170"/>
                <a:gd name="connsiteY3" fmla="*/ 667639 h 667639"/>
                <a:gd name="connsiteX4" fmla="*/ 478831 w 884170"/>
                <a:gd name="connsiteY4" fmla="*/ 667608 h 667639"/>
                <a:gd name="connsiteX5" fmla="*/ 478279 w 884170"/>
                <a:gd name="connsiteY5" fmla="*/ 0 h 667639"/>
                <a:gd name="connsiteX0" fmla="*/ 0 w 896897"/>
                <a:gd name="connsiteY0" fmla="*/ 107527 h 667639"/>
                <a:gd name="connsiteX1" fmla="*/ 803399 w 896897"/>
                <a:gd name="connsiteY1" fmla="*/ 109033 h 667639"/>
                <a:gd name="connsiteX2" fmla="*/ 896897 w 896897"/>
                <a:gd name="connsiteY2" fmla="*/ 387843 h 667639"/>
                <a:gd name="connsiteX3" fmla="*/ 805222 w 896897"/>
                <a:gd name="connsiteY3" fmla="*/ 667639 h 667639"/>
                <a:gd name="connsiteX4" fmla="*/ 491558 w 896897"/>
                <a:gd name="connsiteY4" fmla="*/ 667608 h 667639"/>
                <a:gd name="connsiteX5" fmla="*/ 491006 w 896897"/>
                <a:gd name="connsiteY5" fmla="*/ 0 h 667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6897" h="667639">
                  <a:moveTo>
                    <a:pt x="0" y="107527"/>
                  </a:moveTo>
                  <a:lnTo>
                    <a:pt x="803399" y="109033"/>
                  </a:lnTo>
                  <a:lnTo>
                    <a:pt x="896897" y="387843"/>
                  </a:lnTo>
                  <a:lnTo>
                    <a:pt x="805222" y="667639"/>
                  </a:lnTo>
                  <a:lnTo>
                    <a:pt x="491558" y="667608"/>
                  </a:lnTo>
                  <a:lnTo>
                    <a:pt x="491006" y="0"/>
                  </a:lnTo>
                </a:path>
              </a:pathLst>
            </a:custGeom>
            <a:noFill/>
            <a:ln w="63500">
              <a:solidFill>
                <a:srgbClr val="0C2074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n w="38100">
                  <a:solidFill>
                    <a:schemeClr val="tx1"/>
                  </a:solidFill>
                </a:ln>
              </a:endParaRPr>
            </a:p>
          </p:txBody>
        </p:sp>
      </p:grpSp>
      <p:pic>
        <p:nvPicPr>
          <p:cNvPr id="16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86513"/>
            <a:ext cx="11430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968828"/>
            <a:ext cx="5659438" cy="1362075"/>
          </a:xfrm>
        </p:spPr>
        <p:txBody>
          <a:bodyPr>
            <a:normAutofit/>
          </a:bodyPr>
          <a:lstStyle>
            <a:lvl1pPr algn="l">
              <a:defRPr sz="36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57200" y="2601914"/>
            <a:ext cx="5659438" cy="674686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2"/>
          </p:nvPr>
        </p:nvSpPr>
        <p:spPr>
          <a:xfrm>
            <a:off x="400050" y="4800600"/>
            <a:ext cx="5334000" cy="341656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3"/>
          </p:nvPr>
        </p:nvSpPr>
        <p:spPr>
          <a:xfrm>
            <a:off x="400050" y="5143155"/>
            <a:ext cx="5334000" cy="341656"/>
          </a:xfrm>
        </p:spPr>
        <p:txBody>
          <a:bodyPr/>
          <a:lstStyle>
            <a:lvl1pPr marL="0" indent="0">
              <a:buNone/>
              <a:defRPr sz="1600" i="1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3007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Callout 12"/>
          <p:cNvSpPr/>
          <p:nvPr userDrawn="1"/>
        </p:nvSpPr>
        <p:spPr>
          <a:xfrm rot="16200000" flipH="1">
            <a:off x="1726406" y="-1770857"/>
            <a:ext cx="5178426" cy="8704263"/>
          </a:xfrm>
          <a:custGeom>
            <a:avLst/>
            <a:gdLst>
              <a:gd name="connsiteX0" fmla="*/ 0 w 595311"/>
              <a:gd name="connsiteY0" fmla="*/ 0 h 990600"/>
              <a:gd name="connsiteX1" fmla="*/ 386815 w 595311"/>
              <a:gd name="connsiteY1" fmla="*/ 0 h 990600"/>
              <a:gd name="connsiteX2" fmla="*/ 386815 w 595311"/>
              <a:gd name="connsiteY2" fmla="*/ 420886 h 990600"/>
              <a:gd name="connsiteX3" fmla="*/ 446483 w 595311"/>
              <a:gd name="connsiteY3" fmla="*/ 420886 h 990600"/>
              <a:gd name="connsiteX4" fmla="*/ 446483 w 595311"/>
              <a:gd name="connsiteY4" fmla="*/ 346472 h 990600"/>
              <a:gd name="connsiteX5" fmla="*/ 595311 w 595311"/>
              <a:gd name="connsiteY5" fmla="*/ 495300 h 990600"/>
              <a:gd name="connsiteX6" fmla="*/ 446483 w 595311"/>
              <a:gd name="connsiteY6" fmla="*/ 644128 h 990600"/>
              <a:gd name="connsiteX7" fmla="*/ 446483 w 595311"/>
              <a:gd name="connsiteY7" fmla="*/ 569714 h 990600"/>
              <a:gd name="connsiteX8" fmla="*/ 386815 w 595311"/>
              <a:gd name="connsiteY8" fmla="*/ 569714 h 990600"/>
              <a:gd name="connsiteX9" fmla="*/ 386815 w 595311"/>
              <a:gd name="connsiteY9" fmla="*/ 990600 h 990600"/>
              <a:gd name="connsiteX10" fmla="*/ 0 w 595311"/>
              <a:gd name="connsiteY10" fmla="*/ 990600 h 990600"/>
              <a:gd name="connsiteX11" fmla="*/ 0 w 595311"/>
              <a:gd name="connsiteY11" fmla="*/ 0 h 990600"/>
              <a:gd name="connsiteX0" fmla="*/ 386815 w 595311"/>
              <a:gd name="connsiteY0" fmla="*/ 990600 h 1082040"/>
              <a:gd name="connsiteX1" fmla="*/ 0 w 595311"/>
              <a:gd name="connsiteY1" fmla="*/ 990600 h 1082040"/>
              <a:gd name="connsiteX2" fmla="*/ 0 w 595311"/>
              <a:gd name="connsiteY2" fmla="*/ 0 h 1082040"/>
              <a:gd name="connsiteX3" fmla="*/ 386815 w 595311"/>
              <a:gd name="connsiteY3" fmla="*/ 0 h 1082040"/>
              <a:gd name="connsiteX4" fmla="*/ 386815 w 595311"/>
              <a:gd name="connsiteY4" fmla="*/ 420886 h 1082040"/>
              <a:gd name="connsiteX5" fmla="*/ 446483 w 595311"/>
              <a:gd name="connsiteY5" fmla="*/ 420886 h 1082040"/>
              <a:gd name="connsiteX6" fmla="*/ 446483 w 595311"/>
              <a:gd name="connsiteY6" fmla="*/ 346472 h 1082040"/>
              <a:gd name="connsiteX7" fmla="*/ 595311 w 595311"/>
              <a:gd name="connsiteY7" fmla="*/ 495300 h 1082040"/>
              <a:gd name="connsiteX8" fmla="*/ 446483 w 595311"/>
              <a:gd name="connsiteY8" fmla="*/ 644128 h 1082040"/>
              <a:gd name="connsiteX9" fmla="*/ 446483 w 595311"/>
              <a:gd name="connsiteY9" fmla="*/ 569714 h 1082040"/>
              <a:gd name="connsiteX10" fmla="*/ 386815 w 595311"/>
              <a:gd name="connsiteY10" fmla="*/ 569714 h 1082040"/>
              <a:gd name="connsiteX11" fmla="*/ 478255 w 595311"/>
              <a:gd name="connsiteY11" fmla="*/ 1082040 h 1082040"/>
              <a:gd name="connsiteX0" fmla="*/ 386815 w 595311"/>
              <a:gd name="connsiteY0" fmla="*/ 990600 h 1082040"/>
              <a:gd name="connsiteX1" fmla="*/ 0 w 595311"/>
              <a:gd name="connsiteY1" fmla="*/ 990600 h 1082040"/>
              <a:gd name="connsiteX2" fmla="*/ 0 w 595311"/>
              <a:gd name="connsiteY2" fmla="*/ 0 h 1082040"/>
              <a:gd name="connsiteX3" fmla="*/ 386815 w 595311"/>
              <a:gd name="connsiteY3" fmla="*/ 0 h 1082040"/>
              <a:gd name="connsiteX4" fmla="*/ 386815 w 595311"/>
              <a:gd name="connsiteY4" fmla="*/ 420886 h 1082040"/>
              <a:gd name="connsiteX5" fmla="*/ 446483 w 595311"/>
              <a:gd name="connsiteY5" fmla="*/ 420886 h 1082040"/>
              <a:gd name="connsiteX6" fmla="*/ 446483 w 595311"/>
              <a:gd name="connsiteY6" fmla="*/ 346472 h 1082040"/>
              <a:gd name="connsiteX7" fmla="*/ 595311 w 595311"/>
              <a:gd name="connsiteY7" fmla="*/ 495300 h 1082040"/>
              <a:gd name="connsiteX8" fmla="*/ 503636 w 595311"/>
              <a:gd name="connsiteY8" fmla="*/ 775096 h 1082040"/>
              <a:gd name="connsiteX9" fmla="*/ 446483 w 595311"/>
              <a:gd name="connsiteY9" fmla="*/ 569714 h 1082040"/>
              <a:gd name="connsiteX10" fmla="*/ 386815 w 595311"/>
              <a:gd name="connsiteY10" fmla="*/ 569714 h 1082040"/>
              <a:gd name="connsiteX11" fmla="*/ 478255 w 595311"/>
              <a:gd name="connsiteY11" fmla="*/ 1082040 h 1082040"/>
              <a:gd name="connsiteX0" fmla="*/ 386815 w 595311"/>
              <a:gd name="connsiteY0" fmla="*/ 990600 h 1082040"/>
              <a:gd name="connsiteX1" fmla="*/ 0 w 595311"/>
              <a:gd name="connsiteY1" fmla="*/ 990600 h 1082040"/>
              <a:gd name="connsiteX2" fmla="*/ 0 w 595311"/>
              <a:gd name="connsiteY2" fmla="*/ 0 h 1082040"/>
              <a:gd name="connsiteX3" fmla="*/ 386815 w 595311"/>
              <a:gd name="connsiteY3" fmla="*/ 0 h 1082040"/>
              <a:gd name="connsiteX4" fmla="*/ 386815 w 595311"/>
              <a:gd name="connsiteY4" fmla="*/ 420886 h 1082040"/>
              <a:gd name="connsiteX5" fmla="*/ 446483 w 595311"/>
              <a:gd name="connsiteY5" fmla="*/ 420886 h 1082040"/>
              <a:gd name="connsiteX6" fmla="*/ 503636 w 595311"/>
              <a:gd name="connsiteY6" fmla="*/ 217885 h 1082040"/>
              <a:gd name="connsiteX7" fmla="*/ 595311 w 595311"/>
              <a:gd name="connsiteY7" fmla="*/ 495300 h 1082040"/>
              <a:gd name="connsiteX8" fmla="*/ 503636 w 595311"/>
              <a:gd name="connsiteY8" fmla="*/ 775096 h 1082040"/>
              <a:gd name="connsiteX9" fmla="*/ 446483 w 595311"/>
              <a:gd name="connsiteY9" fmla="*/ 569714 h 1082040"/>
              <a:gd name="connsiteX10" fmla="*/ 386815 w 595311"/>
              <a:gd name="connsiteY10" fmla="*/ 569714 h 1082040"/>
              <a:gd name="connsiteX11" fmla="*/ 478255 w 595311"/>
              <a:gd name="connsiteY11" fmla="*/ 1082040 h 1082040"/>
              <a:gd name="connsiteX0" fmla="*/ 386815 w 595311"/>
              <a:gd name="connsiteY0" fmla="*/ 990600 h 1082040"/>
              <a:gd name="connsiteX1" fmla="*/ 0 w 595311"/>
              <a:gd name="connsiteY1" fmla="*/ 990600 h 1082040"/>
              <a:gd name="connsiteX2" fmla="*/ 0 w 595311"/>
              <a:gd name="connsiteY2" fmla="*/ 0 h 1082040"/>
              <a:gd name="connsiteX3" fmla="*/ 386815 w 595311"/>
              <a:gd name="connsiteY3" fmla="*/ 0 h 1082040"/>
              <a:gd name="connsiteX4" fmla="*/ 386815 w 595311"/>
              <a:gd name="connsiteY4" fmla="*/ 420886 h 1082040"/>
              <a:gd name="connsiteX5" fmla="*/ 503636 w 595311"/>
              <a:gd name="connsiteY5" fmla="*/ 217885 h 1082040"/>
              <a:gd name="connsiteX6" fmla="*/ 595311 w 595311"/>
              <a:gd name="connsiteY6" fmla="*/ 495300 h 1082040"/>
              <a:gd name="connsiteX7" fmla="*/ 503636 w 595311"/>
              <a:gd name="connsiteY7" fmla="*/ 775096 h 1082040"/>
              <a:gd name="connsiteX8" fmla="*/ 446483 w 595311"/>
              <a:gd name="connsiteY8" fmla="*/ 569714 h 1082040"/>
              <a:gd name="connsiteX9" fmla="*/ 386815 w 595311"/>
              <a:gd name="connsiteY9" fmla="*/ 569714 h 1082040"/>
              <a:gd name="connsiteX10" fmla="*/ 478255 w 595311"/>
              <a:gd name="connsiteY10" fmla="*/ 1082040 h 1082040"/>
              <a:gd name="connsiteX0" fmla="*/ 386815 w 595311"/>
              <a:gd name="connsiteY0" fmla="*/ 990600 h 1082040"/>
              <a:gd name="connsiteX1" fmla="*/ 0 w 595311"/>
              <a:gd name="connsiteY1" fmla="*/ 990600 h 1082040"/>
              <a:gd name="connsiteX2" fmla="*/ 0 w 595311"/>
              <a:gd name="connsiteY2" fmla="*/ 0 h 1082040"/>
              <a:gd name="connsiteX3" fmla="*/ 386815 w 595311"/>
              <a:gd name="connsiteY3" fmla="*/ 0 h 1082040"/>
              <a:gd name="connsiteX4" fmla="*/ 386815 w 595311"/>
              <a:gd name="connsiteY4" fmla="*/ 420886 h 1082040"/>
              <a:gd name="connsiteX5" fmla="*/ 503636 w 595311"/>
              <a:gd name="connsiteY5" fmla="*/ 217885 h 1082040"/>
              <a:gd name="connsiteX6" fmla="*/ 595311 w 595311"/>
              <a:gd name="connsiteY6" fmla="*/ 495300 h 1082040"/>
              <a:gd name="connsiteX7" fmla="*/ 503636 w 595311"/>
              <a:gd name="connsiteY7" fmla="*/ 775096 h 1082040"/>
              <a:gd name="connsiteX8" fmla="*/ 386815 w 595311"/>
              <a:gd name="connsiteY8" fmla="*/ 569714 h 1082040"/>
              <a:gd name="connsiteX9" fmla="*/ 478255 w 595311"/>
              <a:gd name="connsiteY9" fmla="*/ 1082040 h 1082040"/>
              <a:gd name="connsiteX0" fmla="*/ 386815 w 595311"/>
              <a:gd name="connsiteY0" fmla="*/ 990600 h 1082040"/>
              <a:gd name="connsiteX1" fmla="*/ 0 w 595311"/>
              <a:gd name="connsiteY1" fmla="*/ 990600 h 1082040"/>
              <a:gd name="connsiteX2" fmla="*/ 0 w 595311"/>
              <a:gd name="connsiteY2" fmla="*/ 0 h 1082040"/>
              <a:gd name="connsiteX3" fmla="*/ 386815 w 595311"/>
              <a:gd name="connsiteY3" fmla="*/ 0 h 1082040"/>
              <a:gd name="connsiteX4" fmla="*/ 386815 w 595311"/>
              <a:gd name="connsiteY4" fmla="*/ 420886 h 1082040"/>
              <a:gd name="connsiteX5" fmla="*/ 503636 w 595311"/>
              <a:gd name="connsiteY5" fmla="*/ 217885 h 1082040"/>
              <a:gd name="connsiteX6" fmla="*/ 595311 w 595311"/>
              <a:gd name="connsiteY6" fmla="*/ 495300 h 1082040"/>
              <a:gd name="connsiteX7" fmla="*/ 503636 w 595311"/>
              <a:gd name="connsiteY7" fmla="*/ 775096 h 1082040"/>
              <a:gd name="connsiteX8" fmla="*/ 184411 w 595311"/>
              <a:gd name="connsiteY8" fmla="*/ 772120 h 1082040"/>
              <a:gd name="connsiteX9" fmla="*/ 478255 w 595311"/>
              <a:gd name="connsiteY9" fmla="*/ 1082040 h 1082040"/>
              <a:gd name="connsiteX0" fmla="*/ 386815 w 595311"/>
              <a:gd name="connsiteY0" fmla="*/ 990600 h 990600"/>
              <a:gd name="connsiteX1" fmla="*/ 0 w 595311"/>
              <a:gd name="connsiteY1" fmla="*/ 990600 h 990600"/>
              <a:gd name="connsiteX2" fmla="*/ 0 w 595311"/>
              <a:gd name="connsiteY2" fmla="*/ 0 h 990600"/>
              <a:gd name="connsiteX3" fmla="*/ 386815 w 595311"/>
              <a:gd name="connsiteY3" fmla="*/ 0 h 990600"/>
              <a:gd name="connsiteX4" fmla="*/ 386815 w 595311"/>
              <a:gd name="connsiteY4" fmla="*/ 420886 h 990600"/>
              <a:gd name="connsiteX5" fmla="*/ 503636 w 595311"/>
              <a:gd name="connsiteY5" fmla="*/ 217885 h 990600"/>
              <a:gd name="connsiteX6" fmla="*/ 595311 w 595311"/>
              <a:gd name="connsiteY6" fmla="*/ 495300 h 990600"/>
              <a:gd name="connsiteX7" fmla="*/ 503636 w 595311"/>
              <a:gd name="connsiteY7" fmla="*/ 775096 h 990600"/>
              <a:gd name="connsiteX8" fmla="*/ 184411 w 595311"/>
              <a:gd name="connsiteY8" fmla="*/ 772120 h 990600"/>
              <a:gd name="connsiteX0" fmla="*/ 386815 w 595311"/>
              <a:gd name="connsiteY0" fmla="*/ 990600 h 990600"/>
              <a:gd name="connsiteX1" fmla="*/ 0 w 595311"/>
              <a:gd name="connsiteY1" fmla="*/ 990600 h 990600"/>
              <a:gd name="connsiteX2" fmla="*/ 0 w 595311"/>
              <a:gd name="connsiteY2" fmla="*/ 0 h 990600"/>
              <a:gd name="connsiteX3" fmla="*/ 386815 w 595311"/>
              <a:gd name="connsiteY3" fmla="*/ 0 h 990600"/>
              <a:gd name="connsiteX4" fmla="*/ 503636 w 595311"/>
              <a:gd name="connsiteY4" fmla="*/ 217885 h 990600"/>
              <a:gd name="connsiteX5" fmla="*/ 595311 w 595311"/>
              <a:gd name="connsiteY5" fmla="*/ 495300 h 990600"/>
              <a:gd name="connsiteX6" fmla="*/ 503636 w 595311"/>
              <a:gd name="connsiteY6" fmla="*/ 775096 h 990600"/>
              <a:gd name="connsiteX7" fmla="*/ 184411 w 595311"/>
              <a:gd name="connsiteY7" fmla="*/ 772120 h 990600"/>
              <a:gd name="connsiteX0" fmla="*/ 386815 w 595311"/>
              <a:gd name="connsiteY0" fmla="*/ 990600 h 990600"/>
              <a:gd name="connsiteX1" fmla="*/ 0 w 595311"/>
              <a:gd name="connsiteY1" fmla="*/ 990600 h 990600"/>
              <a:gd name="connsiteX2" fmla="*/ 2 w 595311"/>
              <a:gd name="connsiteY2" fmla="*/ 531019 h 990600"/>
              <a:gd name="connsiteX3" fmla="*/ 386815 w 595311"/>
              <a:gd name="connsiteY3" fmla="*/ 0 h 990600"/>
              <a:gd name="connsiteX4" fmla="*/ 503636 w 595311"/>
              <a:gd name="connsiteY4" fmla="*/ 217885 h 990600"/>
              <a:gd name="connsiteX5" fmla="*/ 595311 w 595311"/>
              <a:gd name="connsiteY5" fmla="*/ 495300 h 990600"/>
              <a:gd name="connsiteX6" fmla="*/ 503636 w 595311"/>
              <a:gd name="connsiteY6" fmla="*/ 775096 h 990600"/>
              <a:gd name="connsiteX7" fmla="*/ 184411 w 595311"/>
              <a:gd name="connsiteY7" fmla="*/ 772120 h 990600"/>
              <a:gd name="connsiteX0" fmla="*/ 388144 w 596640"/>
              <a:gd name="connsiteY0" fmla="*/ 773906 h 773906"/>
              <a:gd name="connsiteX1" fmla="*/ 1329 w 596640"/>
              <a:gd name="connsiteY1" fmla="*/ 773906 h 773906"/>
              <a:gd name="connsiteX2" fmla="*/ 1331 w 596640"/>
              <a:gd name="connsiteY2" fmla="*/ 314325 h 773906"/>
              <a:gd name="connsiteX3" fmla="*/ 0 w 596640"/>
              <a:gd name="connsiteY3" fmla="*/ 0 h 773906"/>
              <a:gd name="connsiteX4" fmla="*/ 504965 w 596640"/>
              <a:gd name="connsiteY4" fmla="*/ 1191 h 773906"/>
              <a:gd name="connsiteX5" fmla="*/ 596640 w 596640"/>
              <a:gd name="connsiteY5" fmla="*/ 278606 h 773906"/>
              <a:gd name="connsiteX6" fmla="*/ 504965 w 596640"/>
              <a:gd name="connsiteY6" fmla="*/ 558402 h 773906"/>
              <a:gd name="connsiteX7" fmla="*/ 185740 w 596640"/>
              <a:gd name="connsiteY7" fmla="*/ 555426 h 773906"/>
              <a:gd name="connsiteX0" fmla="*/ 389197 w 597693"/>
              <a:gd name="connsiteY0" fmla="*/ 773906 h 1840706"/>
              <a:gd name="connsiteX1" fmla="*/ 0 w 597693"/>
              <a:gd name="connsiteY1" fmla="*/ 1840706 h 1840706"/>
              <a:gd name="connsiteX2" fmla="*/ 2384 w 597693"/>
              <a:gd name="connsiteY2" fmla="*/ 314325 h 1840706"/>
              <a:gd name="connsiteX3" fmla="*/ 1053 w 597693"/>
              <a:gd name="connsiteY3" fmla="*/ 0 h 1840706"/>
              <a:gd name="connsiteX4" fmla="*/ 506018 w 597693"/>
              <a:gd name="connsiteY4" fmla="*/ 1191 h 1840706"/>
              <a:gd name="connsiteX5" fmla="*/ 597693 w 597693"/>
              <a:gd name="connsiteY5" fmla="*/ 278606 h 1840706"/>
              <a:gd name="connsiteX6" fmla="*/ 506018 w 597693"/>
              <a:gd name="connsiteY6" fmla="*/ 558402 h 1840706"/>
              <a:gd name="connsiteX7" fmla="*/ 186793 w 597693"/>
              <a:gd name="connsiteY7" fmla="*/ 555426 h 1840706"/>
              <a:gd name="connsiteX0" fmla="*/ 0 w 856194"/>
              <a:gd name="connsiteY0" fmla="*/ 1843087 h 1843087"/>
              <a:gd name="connsiteX1" fmla="*/ 258501 w 856194"/>
              <a:gd name="connsiteY1" fmla="*/ 1840706 h 1843087"/>
              <a:gd name="connsiteX2" fmla="*/ 260885 w 856194"/>
              <a:gd name="connsiteY2" fmla="*/ 314325 h 1843087"/>
              <a:gd name="connsiteX3" fmla="*/ 259554 w 856194"/>
              <a:gd name="connsiteY3" fmla="*/ 0 h 1843087"/>
              <a:gd name="connsiteX4" fmla="*/ 764519 w 856194"/>
              <a:gd name="connsiteY4" fmla="*/ 1191 h 1843087"/>
              <a:gd name="connsiteX5" fmla="*/ 856194 w 856194"/>
              <a:gd name="connsiteY5" fmla="*/ 278606 h 1843087"/>
              <a:gd name="connsiteX6" fmla="*/ 764519 w 856194"/>
              <a:gd name="connsiteY6" fmla="*/ 558402 h 1843087"/>
              <a:gd name="connsiteX7" fmla="*/ 445294 w 856194"/>
              <a:gd name="connsiteY7" fmla="*/ 555426 h 1843087"/>
              <a:gd name="connsiteX0" fmla="*/ 0 w 868098"/>
              <a:gd name="connsiteY0" fmla="*/ 1843087 h 1843087"/>
              <a:gd name="connsiteX1" fmla="*/ 270405 w 868098"/>
              <a:gd name="connsiteY1" fmla="*/ 1840706 h 1843087"/>
              <a:gd name="connsiteX2" fmla="*/ 272789 w 868098"/>
              <a:gd name="connsiteY2" fmla="*/ 314325 h 1843087"/>
              <a:gd name="connsiteX3" fmla="*/ 271458 w 868098"/>
              <a:gd name="connsiteY3" fmla="*/ 0 h 1843087"/>
              <a:gd name="connsiteX4" fmla="*/ 776423 w 868098"/>
              <a:gd name="connsiteY4" fmla="*/ 1191 h 1843087"/>
              <a:gd name="connsiteX5" fmla="*/ 868098 w 868098"/>
              <a:gd name="connsiteY5" fmla="*/ 278606 h 1843087"/>
              <a:gd name="connsiteX6" fmla="*/ 776423 w 868098"/>
              <a:gd name="connsiteY6" fmla="*/ 558402 h 1843087"/>
              <a:gd name="connsiteX7" fmla="*/ 457198 w 868098"/>
              <a:gd name="connsiteY7" fmla="*/ 555426 h 1843087"/>
              <a:gd name="connsiteX0" fmla="*/ 0 w 868098"/>
              <a:gd name="connsiteY0" fmla="*/ 1843087 h 1847850"/>
              <a:gd name="connsiteX1" fmla="*/ 272789 w 868098"/>
              <a:gd name="connsiteY1" fmla="*/ 1847850 h 1847850"/>
              <a:gd name="connsiteX2" fmla="*/ 272789 w 868098"/>
              <a:gd name="connsiteY2" fmla="*/ 314325 h 1847850"/>
              <a:gd name="connsiteX3" fmla="*/ 271458 w 868098"/>
              <a:gd name="connsiteY3" fmla="*/ 0 h 1847850"/>
              <a:gd name="connsiteX4" fmla="*/ 776423 w 868098"/>
              <a:gd name="connsiteY4" fmla="*/ 1191 h 1847850"/>
              <a:gd name="connsiteX5" fmla="*/ 868098 w 868098"/>
              <a:gd name="connsiteY5" fmla="*/ 278606 h 1847850"/>
              <a:gd name="connsiteX6" fmla="*/ 776423 w 868098"/>
              <a:gd name="connsiteY6" fmla="*/ 558402 h 1847850"/>
              <a:gd name="connsiteX7" fmla="*/ 457198 w 868098"/>
              <a:gd name="connsiteY7" fmla="*/ 555426 h 1847850"/>
              <a:gd name="connsiteX0" fmla="*/ 0 w 872861"/>
              <a:gd name="connsiteY0" fmla="*/ 1845468 h 1847850"/>
              <a:gd name="connsiteX1" fmla="*/ 277552 w 872861"/>
              <a:gd name="connsiteY1" fmla="*/ 1847850 h 1847850"/>
              <a:gd name="connsiteX2" fmla="*/ 277552 w 872861"/>
              <a:gd name="connsiteY2" fmla="*/ 314325 h 1847850"/>
              <a:gd name="connsiteX3" fmla="*/ 276221 w 872861"/>
              <a:gd name="connsiteY3" fmla="*/ 0 h 1847850"/>
              <a:gd name="connsiteX4" fmla="*/ 781186 w 872861"/>
              <a:gd name="connsiteY4" fmla="*/ 1191 h 1847850"/>
              <a:gd name="connsiteX5" fmla="*/ 872861 w 872861"/>
              <a:gd name="connsiteY5" fmla="*/ 278606 h 1847850"/>
              <a:gd name="connsiteX6" fmla="*/ 781186 w 872861"/>
              <a:gd name="connsiteY6" fmla="*/ 558402 h 1847850"/>
              <a:gd name="connsiteX7" fmla="*/ 461961 w 872861"/>
              <a:gd name="connsiteY7" fmla="*/ 555426 h 1847850"/>
              <a:gd name="connsiteX0" fmla="*/ 0 w 860952"/>
              <a:gd name="connsiteY0" fmla="*/ 1845468 h 1847850"/>
              <a:gd name="connsiteX1" fmla="*/ 265643 w 860952"/>
              <a:gd name="connsiteY1" fmla="*/ 1847850 h 1847850"/>
              <a:gd name="connsiteX2" fmla="*/ 265643 w 860952"/>
              <a:gd name="connsiteY2" fmla="*/ 314325 h 1847850"/>
              <a:gd name="connsiteX3" fmla="*/ 264312 w 860952"/>
              <a:gd name="connsiteY3" fmla="*/ 0 h 1847850"/>
              <a:gd name="connsiteX4" fmla="*/ 769277 w 860952"/>
              <a:gd name="connsiteY4" fmla="*/ 1191 h 1847850"/>
              <a:gd name="connsiteX5" fmla="*/ 860952 w 860952"/>
              <a:gd name="connsiteY5" fmla="*/ 278606 h 1847850"/>
              <a:gd name="connsiteX6" fmla="*/ 769277 w 860952"/>
              <a:gd name="connsiteY6" fmla="*/ 558402 h 1847850"/>
              <a:gd name="connsiteX7" fmla="*/ 450052 w 860952"/>
              <a:gd name="connsiteY7" fmla="*/ 555426 h 1847850"/>
              <a:gd name="connsiteX0" fmla="*/ 0 w 870477"/>
              <a:gd name="connsiteY0" fmla="*/ 1847849 h 1847850"/>
              <a:gd name="connsiteX1" fmla="*/ 275168 w 870477"/>
              <a:gd name="connsiteY1" fmla="*/ 1847850 h 1847850"/>
              <a:gd name="connsiteX2" fmla="*/ 275168 w 870477"/>
              <a:gd name="connsiteY2" fmla="*/ 314325 h 1847850"/>
              <a:gd name="connsiteX3" fmla="*/ 273837 w 870477"/>
              <a:gd name="connsiteY3" fmla="*/ 0 h 1847850"/>
              <a:gd name="connsiteX4" fmla="*/ 778802 w 870477"/>
              <a:gd name="connsiteY4" fmla="*/ 1191 h 1847850"/>
              <a:gd name="connsiteX5" fmla="*/ 870477 w 870477"/>
              <a:gd name="connsiteY5" fmla="*/ 278606 h 1847850"/>
              <a:gd name="connsiteX6" fmla="*/ 778802 w 870477"/>
              <a:gd name="connsiteY6" fmla="*/ 558402 h 1847850"/>
              <a:gd name="connsiteX7" fmla="*/ 459577 w 870477"/>
              <a:gd name="connsiteY7" fmla="*/ 555426 h 1847850"/>
              <a:gd name="connsiteX0" fmla="*/ 0 w 870477"/>
              <a:gd name="connsiteY0" fmla="*/ 1847849 h 1847850"/>
              <a:gd name="connsiteX1" fmla="*/ 275168 w 870477"/>
              <a:gd name="connsiteY1" fmla="*/ 1847850 h 1847850"/>
              <a:gd name="connsiteX2" fmla="*/ 275168 w 870477"/>
              <a:gd name="connsiteY2" fmla="*/ 314325 h 1847850"/>
              <a:gd name="connsiteX3" fmla="*/ 273837 w 870477"/>
              <a:gd name="connsiteY3" fmla="*/ 0 h 1847850"/>
              <a:gd name="connsiteX4" fmla="*/ 778802 w 870477"/>
              <a:gd name="connsiteY4" fmla="*/ 1191 h 1847850"/>
              <a:gd name="connsiteX5" fmla="*/ 870477 w 870477"/>
              <a:gd name="connsiteY5" fmla="*/ 278606 h 1847850"/>
              <a:gd name="connsiteX6" fmla="*/ 778802 w 870477"/>
              <a:gd name="connsiteY6" fmla="*/ 558402 h 1847850"/>
              <a:gd name="connsiteX7" fmla="*/ 459577 w 870477"/>
              <a:gd name="connsiteY7" fmla="*/ 555426 h 1847850"/>
              <a:gd name="connsiteX8" fmla="*/ 458523 w 870477"/>
              <a:gd name="connsiteY8" fmla="*/ 559595 h 1847850"/>
              <a:gd name="connsiteX0" fmla="*/ 0 w 870477"/>
              <a:gd name="connsiteY0" fmla="*/ 2166939 h 2166940"/>
              <a:gd name="connsiteX1" fmla="*/ 275168 w 870477"/>
              <a:gd name="connsiteY1" fmla="*/ 2166940 h 2166940"/>
              <a:gd name="connsiteX2" fmla="*/ 275168 w 870477"/>
              <a:gd name="connsiteY2" fmla="*/ 633415 h 2166940"/>
              <a:gd name="connsiteX3" fmla="*/ 273837 w 870477"/>
              <a:gd name="connsiteY3" fmla="*/ 319090 h 2166940"/>
              <a:gd name="connsiteX4" fmla="*/ 778802 w 870477"/>
              <a:gd name="connsiteY4" fmla="*/ 320281 h 2166940"/>
              <a:gd name="connsiteX5" fmla="*/ 870477 w 870477"/>
              <a:gd name="connsiteY5" fmla="*/ 597696 h 2166940"/>
              <a:gd name="connsiteX6" fmla="*/ 778802 w 870477"/>
              <a:gd name="connsiteY6" fmla="*/ 877492 h 2166940"/>
              <a:gd name="connsiteX7" fmla="*/ 459577 w 870477"/>
              <a:gd name="connsiteY7" fmla="*/ 874516 h 2166940"/>
              <a:gd name="connsiteX8" fmla="*/ 460904 w 870477"/>
              <a:gd name="connsiteY8" fmla="*/ 0 h 2166940"/>
              <a:gd name="connsiteX0" fmla="*/ 0 w 870477"/>
              <a:gd name="connsiteY0" fmla="*/ 2166939 h 2166940"/>
              <a:gd name="connsiteX1" fmla="*/ 275168 w 870477"/>
              <a:gd name="connsiteY1" fmla="*/ 2166940 h 2166940"/>
              <a:gd name="connsiteX2" fmla="*/ 275168 w 870477"/>
              <a:gd name="connsiteY2" fmla="*/ 633415 h 2166940"/>
              <a:gd name="connsiteX3" fmla="*/ 273837 w 870477"/>
              <a:gd name="connsiteY3" fmla="*/ 319090 h 2166940"/>
              <a:gd name="connsiteX4" fmla="*/ 778802 w 870477"/>
              <a:gd name="connsiteY4" fmla="*/ 320281 h 2166940"/>
              <a:gd name="connsiteX5" fmla="*/ 870477 w 870477"/>
              <a:gd name="connsiteY5" fmla="*/ 597696 h 2166940"/>
              <a:gd name="connsiteX6" fmla="*/ 778802 w 870477"/>
              <a:gd name="connsiteY6" fmla="*/ 877492 h 2166940"/>
              <a:gd name="connsiteX7" fmla="*/ 459577 w 870477"/>
              <a:gd name="connsiteY7" fmla="*/ 874516 h 2166940"/>
              <a:gd name="connsiteX8" fmla="*/ 460904 w 870477"/>
              <a:gd name="connsiteY8" fmla="*/ 0 h 2166940"/>
              <a:gd name="connsiteX0" fmla="*/ 0 w 870477"/>
              <a:gd name="connsiteY0" fmla="*/ 2162180 h 2162181"/>
              <a:gd name="connsiteX1" fmla="*/ 275168 w 870477"/>
              <a:gd name="connsiteY1" fmla="*/ 2162181 h 2162181"/>
              <a:gd name="connsiteX2" fmla="*/ 275168 w 870477"/>
              <a:gd name="connsiteY2" fmla="*/ 628656 h 2162181"/>
              <a:gd name="connsiteX3" fmla="*/ 273837 w 870477"/>
              <a:gd name="connsiteY3" fmla="*/ 314331 h 2162181"/>
              <a:gd name="connsiteX4" fmla="*/ 778802 w 870477"/>
              <a:gd name="connsiteY4" fmla="*/ 315522 h 2162181"/>
              <a:gd name="connsiteX5" fmla="*/ 870477 w 870477"/>
              <a:gd name="connsiteY5" fmla="*/ 592937 h 2162181"/>
              <a:gd name="connsiteX6" fmla="*/ 778802 w 870477"/>
              <a:gd name="connsiteY6" fmla="*/ 872733 h 2162181"/>
              <a:gd name="connsiteX7" fmla="*/ 459577 w 870477"/>
              <a:gd name="connsiteY7" fmla="*/ 869757 h 2162181"/>
              <a:gd name="connsiteX8" fmla="*/ 458523 w 870477"/>
              <a:gd name="connsiteY8" fmla="*/ 1 h 2162181"/>
              <a:gd name="connsiteX0" fmla="*/ 0 w 870477"/>
              <a:gd name="connsiteY0" fmla="*/ 2166941 h 2166942"/>
              <a:gd name="connsiteX1" fmla="*/ 275168 w 870477"/>
              <a:gd name="connsiteY1" fmla="*/ 2166942 h 2166942"/>
              <a:gd name="connsiteX2" fmla="*/ 275168 w 870477"/>
              <a:gd name="connsiteY2" fmla="*/ 633417 h 2166942"/>
              <a:gd name="connsiteX3" fmla="*/ 273837 w 870477"/>
              <a:gd name="connsiteY3" fmla="*/ 319092 h 2166942"/>
              <a:gd name="connsiteX4" fmla="*/ 778802 w 870477"/>
              <a:gd name="connsiteY4" fmla="*/ 320283 h 2166942"/>
              <a:gd name="connsiteX5" fmla="*/ 870477 w 870477"/>
              <a:gd name="connsiteY5" fmla="*/ 597698 h 2166942"/>
              <a:gd name="connsiteX6" fmla="*/ 778802 w 870477"/>
              <a:gd name="connsiteY6" fmla="*/ 877494 h 2166942"/>
              <a:gd name="connsiteX7" fmla="*/ 459577 w 870477"/>
              <a:gd name="connsiteY7" fmla="*/ 874518 h 2166942"/>
              <a:gd name="connsiteX8" fmla="*/ 456142 w 870477"/>
              <a:gd name="connsiteY8" fmla="*/ 0 h 2166942"/>
              <a:gd name="connsiteX0" fmla="*/ 0 w 870477"/>
              <a:gd name="connsiteY0" fmla="*/ 2166943 h 2166944"/>
              <a:gd name="connsiteX1" fmla="*/ 275168 w 870477"/>
              <a:gd name="connsiteY1" fmla="*/ 2166944 h 2166944"/>
              <a:gd name="connsiteX2" fmla="*/ 275168 w 870477"/>
              <a:gd name="connsiteY2" fmla="*/ 633419 h 2166944"/>
              <a:gd name="connsiteX3" fmla="*/ 273837 w 870477"/>
              <a:gd name="connsiteY3" fmla="*/ 319094 h 2166944"/>
              <a:gd name="connsiteX4" fmla="*/ 778802 w 870477"/>
              <a:gd name="connsiteY4" fmla="*/ 320285 h 2166944"/>
              <a:gd name="connsiteX5" fmla="*/ 870477 w 870477"/>
              <a:gd name="connsiteY5" fmla="*/ 597700 h 2166944"/>
              <a:gd name="connsiteX6" fmla="*/ 778802 w 870477"/>
              <a:gd name="connsiteY6" fmla="*/ 877496 h 2166944"/>
              <a:gd name="connsiteX7" fmla="*/ 459577 w 870477"/>
              <a:gd name="connsiteY7" fmla="*/ 874520 h 2166944"/>
              <a:gd name="connsiteX8" fmla="*/ 460905 w 870477"/>
              <a:gd name="connsiteY8" fmla="*/ 0 h 2166944"/>
              <a:gd name="connsiteX0" fmla="*/ 0 w 870477"/>
              <a:gd name="connsiteY0" fmla="*/ 2169326 h 2169327"/>
              <a:gd name="connsiteX1" fmla="*/ 275168 w 870477"/>
              <a:gd name="connsiteY1" fmla="*/ 2169327 h 2169327"/>
              <a:gd name="connsiteX2" fmla="*/ 275168 w 870477"/>
              <a:gd name="connsiteY2" fmla="*/ 635802 h 2169327"/>
              <a:gd name="connsiteX3" fmla="*/ 273837 w 870477"/>
              <a:gd name="connsiteY3" fmla="*/ 321477 h 2169327"/>
              <a:gd name="connsiteX4" fmla="*/ 778802 w 870477"/>
              <a:gd name="connsiteY4" fmla="*/ 322668 h 2169327"/>
              <a:gd name="connsiteX5" fmla="*/ 870477 w 870477"/>
              <a:gd name="connsiteY5" fmla="*/ 600083 h 2169327"/>
              <a:gd name="connsiteX6" fmla="*/ 778802 w 870477"/>
              <a:gd name="connsiteY6" fmla="*/ 879879 h 2169327"/>
              <a:gd name="connsiteX7" fmla="*/ 459577 w 870477"/>
              <a:gd name="connsiteY7" fmla="*/ 876903 h 2169327"/>
              <a:gd name="connsiteX8" fmla="*/ 456142 w 870477"/>
              <a:gd name="connsiteY8" fmla="*/ 0 h 216932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59577 w 870477"/>
              <a:gd name="connsiteY7" fmla="*/ 874523 h 2166947"/>
              <a:gd name="connsiteX8" fmla="*/ 458523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59577 w 870477"/>
              <a:gd name="connsiteY7" fmla="*/ 874523 h 2166947"/>
              <a:gd name="connsiteX8" fmla="*/ 458523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519108 w 870477"/>
              <a:gd name="connsiteY7" fmla="*/ 869760 h 2166947"/>
              <a:gd name="connsiteX8" fmla="*/ 458523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64339 w 870477"/>
              <a:gd name="connsiteY7" fmla="*/ 879285 h 2166947"/>
              <a:gd name="connsiteX8" fmla="*/ 458523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64339 w 870477"/>
              <a:gd name="connsiteY7" fmla="*/ 879285 h 2166947"/>
              <a:gd name="connsiteX8" fmla="*/ 463286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57196 w 870477"/>
              <a:gd name="connsiteY7" fmla="*/ 879285 h 2166947"/>
              <a:gd name="connsiteX8" fmla="*/ 463286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59577 w 870477"/>
              <a:gd name="connsiteY7" fmla="*/ 884047 h 2166947"/>
              <a:gd name="connsiteX8" fmla="*/ 463286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66721 w 870477"/>
              <a:gd name="connsiteY7" fmla="*/ 876904 h 2166947"/>
              <a:gd name="connsiteX8" fmla="*/ 463286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61959 w 870477"/>
              <a:gd name="connsiteY7" fmla="*/ 876904 h 2166947"/>
              <a:gd name="connsiteX8" fmla="*/ 463286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388140 w 870477"/>
              <a:gd name="connsiteY7" fmla="*/ 874523 h 2166947"/>
              <a:gd name="connsiteX8" fmla="*/ 463286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560917 w 870477"/>
              <a:gd name="connsiteY7" fmla="*/ 876311 h 2166947"/>
              <a:gd name="connsiteX8" fmla="*/ 388140 w 870477"/>
              <a:gd name="connsiteY8" fmla="*/ 874523 h 2166947"/>
              <a:gd name="connsiteX9" fmla="*/ 463286 w 870477"/>
              <a:gd name="connsiteY9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68049 w 870477"/>
              <a:gd name="connsiteY7" fmla="*/ 878692 h 2166947"/>
              <a:gd name="connsiteX8" fmla="*/ 388140 w 870477"/>
              <a:gd name="connsiteY8" fmla="*/ 874523 h 2166947"/>
              <a:gd name="connsiteX9" fmla="*/ 463286 w 870477"/>
              <a:gd name="connsiteY9" fmla="*/ 1 h 2166947"/>
              <a:gd name="connsiteX0" fmla="*/ 0 w 870477"/>
              <a:gd name="connsiteY0" fmla="*/ 1847849 h 1847850"/>
              <a:gd name="connsiteX1" fmla="*/ 275168 w 870477"/>
              <a:gd name="connsiteY1" fmla="*/ 1847850 h 1847850"/>
              <a:gd name="connsiteX2" fmla="*/ 275168 w 870477"/>
              <a:gd name="connsiteY2" fmla="*/ 314325 h 1847850"/>
              <a:gd name="connsiteX3" fmla="*/ 273837 w 870477"/>
              <a:gd name="connsiteY3" fmla="*/ 0 h 1847850"/>
              <a:gd name="connsiteX4" fmla="*/ 778802 w 870477"/>
              <a:gd name="connsiteY4" fmla="*/ 1191 h 1847850"/>
              <a:gd name="connsiteX5" fmla="*/ 870477 w 870477"/>
              <a:gd name="connsiteY5" fmla="*/ 278606 h 1847850"/>
              <a:gd name="connsiteX6" fmla="*/ 778802 w 870477"/>
              <a:gd name="connsiteY6" fmla="*/ 558402 h 1847850"/>
              <a:gd name="connsiteX7" fmla="*/ 468049 w 870477"/>
              <a:gd name="connsiteY7" fmla="*/ 559595 h 1847850"/>
              <a:gd name="connsiteX8" fmla="*/ 388140 w 870477"/>
              <a:gd name="connsiteY8" fmla="*/ 555426 h 1847850"/>
              <a:gd name="connsiteX0" fmla="*/ 0 w 870477"/>
              <a:gd name="connsiteY0" fmla="*/ 2163965 h 2163966"/>
              <a:gd name="connsiteX1" fmla="*/ 275168 w 870477"/>
              <a:gd name="connsiteY1" fmla="*/ 2163966 h 2163966"/>
              <a:gd name="connsiteX2" fmla="*/ 275168 w 870477"/>
              <a:gd name="connsiteY2" fmla="*/ 630441 h 2163966"/>
              <a:gd name="connsiteX3" fmla="*/ 273837 w 870477"/>
              <a:gd name="connsiteY3" fmla="*/ 316116 h 2163966"/>
              <a:gd name="connsiteX4" fmla="*/ 778802 w 870477"/>
              <a:gd name="connsiteY4" fmla="*/ 317307 h 2163966"/>
              <a:gd name="connsiteX5" fmla="*/ 870477 w 870477"/>
              <a:gd name="connsiteY5" fmla="*/ 594722 h 2163966"/>
              <a:gd name="connsiteX6" fmla="*/ 778802 w 870477"/>
              <a:gd name="connsiteY6" fmla="*/ 874518 h 2163966"/>
              <a:gd name="connsiteX7" fmla="*/ 468049 w 870477"/>
              <a:gd name="connsiteY7" fmla="*/ 875711 h 2163966"/>
              <a:gd name="connsiteX8" fmla="*/ 464340 w 870477"/>
              <a:gd name="connsiteY8" fmla="*/ 0 h 2163966"/>
              <a:gd name="connsiteX0" fmla="*/ 0 w 870477"/>
              <a:gd name="connsiteY0" fmla="*/ 2163965 h 2163966"/>
              <a:gd name="connsiteX1" fmla="*/ 275168 w 870477"/>
              <a:gd name="connsiteY1" fmla="*/ 2163966 h 2163966"/>
              <a:gd name="connsiteX2" fmla="*/ 275168 w 870477"/>
              <a:gd name="connsiteY2" fmla="*/ 630441 h 2163966"/>
              <a:gd name="connsiteX3" fmla="*/ 273837 w 870477"/>
              <a:gd name="connsiteY3" fmla="*/ 316116 h 2163966"/>
              <a:gd name="connsiteX4" fmla="*/ 778802 w 870477"/>
              <a:gd name="connsiteY4" fmla="*/ 317307 h 2163966"/>
              <a:gd name="connsiteX5" fmla="*/ 870477 w 870477"/>
              <a:gd name="connsiteY5" fmla="*/ 594722 h 2163966"/>
              <a:gd name="connsiteX6" fmla="*/ 778802 w 870477"/>
              <a:gd name="connsiteY6" fmla="*/ 874518 h 2163966"/>
              <a:gd name="connsiteX7" fmla="*/ 463290 w 870477"/>
              <a:gd name="connsiteY7" fmla="*/ 870949 h 2163966"/>
              <a:gd name="connsiteX8" fmla="*/ 464340 w 870477"/>
              <a:gd name="connsiteY8" fmla="*/ 0 h 2163966"/>
              <a:gd name="connsiteX0" fmla="*/ 0 w 870477"/>
              <a:gd name="connsiteY0" fmla="*/ 2163965 h 2163966"/>
              <a:gd name="connsiteX1" fmla="*/ 275168 w 870477"/>
              <a:gd name="connsiteY1" fmla="*/ 2163966 h 2163966"/>
              <a:gd name="connsiteX2" fmla="*/ 275168 w 870477"/>
              <a:gd name="connsiteY2" fmla="*/ 630441 h 2163966"/>
              <a:gd name="connsiteX3" fmla="*/ 273837 w 870477"/>
              <a:gd name="connsiteY3" fmla="*/ 316116 h 2163966"/>
              <a:gd name="connsiteX4" fmla="*/ 778802 w 870477"/>
              <a:gd name="connsiteY4" fmla="*/ 317307 h 2163966"/>
              <a:gd name="connsiteX5" fmla="*/ 870477 w 870477"/>
              <a:gd name="connsiteY5" fmla="*/ 594722 h 2163966"/>
              <a:gd name="connsiteX6" fmla="*/ 778802 w 870477"/>
              <a:gd name="connsiteY6" fmla="*/ 874518 h 2163966"/>
              <a:gd name="connsiteX7" fmla="*/ 463293 w 870477"/>
              <a:gd name="connsiteY7" fmla="*/ 878093 h 2163966"/>
              <a:gd name="connsiteX8" fmla="*/ 464340 w 870477"/>
              <a:gd name="connsiteY8" fmla="*/ 0 h 2163966"/>
              <a:gd name="connsiteX0" fmla="*/ 0 w 870477"/>
              <a:gd name="connsiteY0" fmla="*/ 2163965 h 2163966"/>
              <a:gd name="connsiteX1" fmla="*/ 275168 w 870477"/>
              <a:gd name="connsiteY1" fmla="*/ 2163966 h 2163966"/>
              <a:gd name="connsiteX2" fmla="*/ 275168 w 870477"/>
              <a:gd name="connsiteY2" fmla="*/ 630441 h 2163966"/>
              <a:gd name="connsiteX3" fmla="*/ 273837 w 870477"/>
              <a:gd name="connsiteY3" fmla="*/ 316116 h 2163966"/>
              <a:gd name="connsiteX4" fmla="*/ 778802 w 870477"/>
              <a:gd name="connsiteY4" fmla="*/ 317307 h 2163966"/>
              <a:gd name="connsiteX5" fmla="*/ 870477 w 870477"/>
              <a:gd name="connsiteY5" fmla="*/ 594722 h 2163966"/>
              <a:gd name="connsiteX6" fmla="*/ 778802 w 870477"/>
              <a:gd name="connsiteY6" fmla="*/ 874518 h 2163966"/>
              <a:gd name="connsiteX7" fmla="*/ 463296 w 870477"/>
              <a:gd name="connsiteY7" fmla="*/ 875711 h 2163966"/>
              <a:gd name="connsiteX8" fmla="*/ 464340 w 870477"/>
              <a:gd name="connsiteY8" fmla="*/ 0 h 2163966"/>
              <a:gd name="connsiteX0" fmla="*/ 0 w 870477"/>
              <a:gd name="connsiteY0" fmla="*/ 1937126 h 1937127"/>
              <a:gd name="connsiteX1" fmla="*/ 275168 w 870477"/>
              <a:gd name="connsiteY1" fmla="*/ 1937127 h 1937127"/>
              <a:gd name="connsiteX2" fmla="*/ 275168 w 870477"/>
              <a:gd name="connsiteY2" fmla="*/ 403602 h 1937127"/>
              <a:gd name="connsiteX3" fmla="*/ 273837 w 870477"/>
              <a:gd name="connsiteY3" fmla="*/ 89277 h 1937127"/>
              <a:gd name="connsiteX4" fmla="*/ 778802 w 870477"/>
              <a:gd name="connsiteY4" fmla="*/ 90468 h 1937127"/>
              <a:gd name="connsiteX5" fmla="*/ 870477 w 870477"/>
              <a:gd name="connsiteY5" fmla="*/ 367883 h 1937127"/>
              <a:gd name="connsiteX6" fmla="*/ 778802 w 870477"/>
              <a:gd name="connsiteY6" fmla="*/ 647679 h 1937127"/>
              <a:gd name="connsiteX7" fmla="*/ 463296 w 870477"/>
              <a:gd name="connsiteY7" fmla="*/ 648872 h 1937127"/>
              <a:gd name="connsiteX8" fmla="*/ 465556 w 870477"/>
              <a:gd name="connsiteY8" fmla="*/ 0 h 1937127"/>
              <a:gd name="connsiteX0" fmla="*/ 0 w 870477"/>
              <a:gd name="connsiteY0" fmla="*/ 1934647 h 1934648"/>
              <a:gd name="connsiteX1" fmla="*/ 275168 w 870477"/>
              <a:gd name="connsiteY1" fmla="*/ 1934648 h 1934648"/>
              <a:gd name="connsiteX2" fmla="*/ 275168 w 870477"/>
              <a:gd name="connsiteY2" fmla="*/ 401123 h 1934648"/>
              <a:gd name="connsiteX3" fmla="*/ 273837 w 870477"/>
              <a:gd name="connsiteY3" fmla="*/ 86798 h 1934648"/>
              <a:gd name="connsiteX4" fmla="*/ 778802 w 870477"/>
              <a:gd name="connsiteY4" fmla="*/ 87989 h 1934648"/>
              <a:gd name="connsiteX5" fmla="*/ 870477 w 870477"/>
              <a:gd name="connsiteY5" fmla="*/ 365404 h 1934648"/>
              <a:gd name="connsiteX6" fmla="*/ 778802 w 870477"/>
              <a:gd name="connsiteY6" fmla="*/ 645200 h 1934648"/>
              <a:gd name="connsiteX7" fmla="*/ 463296 w 870477"/>
              <a:gd name="connsiteY7" fmla="*/ 646393 h 1934648"/>
              <a:gd name="connsiteX8" fmla="*/ 461909 w 870477"/>
              <a:gd name="connsiteY8" fmla="*/ 0 h 1934648"/>
              <a:gd name="connsiteX0" fmla="*/ 0 w 870477"/>
              <a:gd name="connsiteY0" fmla="*/ 1934647 h 1934647"/>
              <a:gd name="connsiteX1" fmla="*/ 276991 w 870477"/>
              <a:gd name="connsiteY1" fmla="*/ 597782 h 1934647"/>
              <a:gd name="connsiteX2" fmla="*/ 275168 w 870477"/>
              <a:gd name="connsiteY2" fmla="*/ 401123 h 1934647"/>
              <a:gd name="connsiteX3" fmla="*/ 273837 w 870477"/>
              <a:gd name="connsiteY3" fmla="*/ 86798 h 1934647"/>
              <a:gd name="connsiteX4" fmla="*/ 778802 w 870477"/>
              <a:gd name="connsiteY4" fmla="*/ 87989 h 1934647"/>
              <a:gd name="connsiteX5" fmla="*/ 870477 w 870477"/>
              <a:gd name="connsiteY5" fmla="*/ 365404 h 1934647"/>
              <a:gd name="connsiteX6" fmla="*/ 778802 w 870477"/>
              <a:gd name="connsiteY6" fmla="*/ 645200 h 1934647"/>
              <a:gd name="connsiteX7" fmla="*/ 463296 w 870477"/>
              <a:gd name="connsiteY7" fmla="*/ 646393 h 1934647"/>
              <a:gd name="connsiteX8" fmla="*/ 461909 w 870477"/>
              <a:gd name="connsiteY8" fmla="*/ 0 h 1934647"/>
              <a:gd name="connsiteX0" fmla="*/ 0 w 813949"/>
              <a:gd name="connsiteY0" fmla="*/ 64152 h 646393"/>
              <a:gd name="connsiteX1" fmla="*/ 220463 w 813949"/>
              <a:gd name="connsiteY1" fmla="*/ 597782 h 646393"/>
              <a:gd name="connsiteX2" fmla="*/ 218640 w 813949"/>
              <a:gd name="connsiteY2" fmla="*/ 401123 h 646393"/>
              <a:gd name="connsiteX3" fmla="*/ 217309 w 813949"/>
              <a:gd name="connsiteY3" fmla="*/ 86798 h 646393"/>
              <a:gd name="connsiteX4" fmla="*/ 722274 w 813949"/>
              <a:gd name="connsiteY4" fmla="*/ 87989 h 646393"/>
              <a:gd name="connsiteX5" fmla="*/ 813949 w 813949"/>
              <a:gd name="connsiteY5" fmla="*/ 365404 h 646393"/>
              <a:gd name="connsiteX6" fmla="*/ 722274 w 813949"/>
              <a:gd name="connsiteY6" fmla="*/ 645200 h 646393"/>
              <a:gd name="connsiteX7" fmla="*/ 406768 w 813949"/>
              <a:gd name="connsiteY7" fmla="*/ 646393 h 646393"/>
              <a:gd name="connsiteX8" fmla="*/ 405381 w 813949"/>
              <a:gd name="connsiteY8" fmla="*/ 0 h 646393"/>
              <a:gd name="connsiteX0" fmla="*/ 0 w 813949"/>
              <a:gd name="connsiteY0" fmla="*/ 64152 h 646393"/>
              <a:gd name="connsiteX1" fmla="*/ 220463 w 813949"/>
              <a:gd name="connsiteY1" fmla="*/ 597782 h 646393"/>
              <a:gd name="connsiteX2" fmla="*/ 218640 w 813949"/>
              <a:gd name="connsiteY2" fmla="*/ 401123 h 646393"/>
              <a:gd name="connsiteX3" fmla="*/ 278852 w 813949"/>
              <a:gd name="connsiteY3" fmla="*/ 85404 h 646393"/>
              <a:gd name="connsiteX4" fmla="*/ 722274 w 813949"/>
              <a:gd name="connsiteY4" fmla="*/ 87989 h 646393"/>
              <a:gd name="connsiteX5" fmla="*/ 813949 w 813949"/>
              <a:gd name="connsiteY5" fmla="*/ 365404 h 646393"/>
              <a:gd name="connsiteX6" fmla="*/ 722274 w 813949"/>
              <a:gd name="connsiteY6" fmla="*/ 645200 h 646393"/>
              <a:gd name="connsiteX7" fmla="*/ 406768 w 813949"/>
              <a:gd name="connsiteY7" fmla="*/ 646393 h 646393"/>
              <a:gd name="connsiteX8" fmla="*/ 405381 w 813949"/>
              <a:gd name="connsiteY8" fmla="*/ 0 h 646393"/>
              <a:gd name="connsiteX0" fmla="*/ 0 w 813949"/>
              <a:gd name="connsiteY0" fmla="*/ 64152 h 646393"/>
              <a:gd name="connsiteX1" fmla="*/ 220463 w 813949"/>
              <a:gd name="connsiteY1" fmla="*/ 597782 h 646393"/>
              <a:gd name="connsiteX2" fmla="*/ 278815 w 813949"/>
              <a:gd name="connsiteY2" fmla="*/ 202638 h 646393"/>
              <a:gd name="connsiteX3" fmla="*/ 278852 w 813949"/>
              <a:gd name="connsiteY3" fmla="*/ 85404 h 646393"/>
              <a:gd name="connsiteX4" fmla="*/ 722274 w 813949"/>
              <a:gd name="connsiteY4" fmla="*/ 87989 h 646393"/>
              <a:gd name="connsiteX5" fmla="*/ 813949 w 813949"/>
              <a:gd name="connsiteY5" fmla="*/ 365404 h 646393"/>
              <a:gd name="connsiteX6" fmla="*/ 722274 w 813949"/>
              <a:gd name="connsiteY6" fmla="*/ 645200 h 646393"/>
              <a:gd name="connsiteX7" fmla="*/ 406768 w 813949"/>
              <a:gd name="connsiteY7" fmla="*/ 646393 h 646393"/>
              <a:gd name="connsiteX8" fmla="*/ 405381 w 813949"/>
              <a:gd name="connsiteY8" fmla="*/ 0 h 646393"/>
              <a:gd name="connsiteX0" fmla="*/ 0 w 813949"/>
              <a:gd name="connsiteY0" fmla="*/ 64152 h 646393"/>
              <a:gd name="connsiteX1" fmla="*/ 220463 w 813949"/>
              <a:gd name="connsiteY1" fmla="*/ 597782 h 646393"/>
              <a:gd name="connsiteX2" fmla="*/ 278815 w 813949"/>
              <a:gd name="connsiteY2" fmla="*/ 202638 h 646393"/>
              <a:gd name="connsiteX3" fmla="*/ 278396 w 813949"/>
              <a:gd name="connsiteY3" fmla="*/ 86334 h 646393"/>
              <a:gd name="connsiteX4" fmla="*/ 722274 w 813949"/>
              <a:gd name="connsiteY4" fmla="*/ 87989 h 646393"/>
              <a:gd name="connsiteX5" fmla="*/ 813949 w 813949"/>
              <a:gd name="connsiteY5" fmla="*/ 365404 h 646393"/>
              <a:gd name="connsiteX6" fmla="*/ 722274 w 813949"/>
              <a:gd name="connsiteY6" fmla="*/ 645200 h 646393"/>
              <a:gd name="connsiteX7" fmla="*/ 406768 w 813949"/>
              <a:gd name="connsiteY7" fmla="*/ 646393 h 646393"/>
              <a:gd name="connsiteX8" fmla="*/ 405381 w 813949"/>
              <a:gd name="connsiteY8" fmla="*/ 0 h 646393"/>
              <a:gd name="connsiteX0" fmla="*/ 0 w 813949"/>
              <a:gd name="connsiteY0" fmla="*/ 64152 h 646393"/>
              <a:gd name="connsiteX1" fmla="*/ 220463 w 813949"/>
              <a:gd name="connsiteY1" fmla="*/ 597782 h 646393"/>
              <a:gd name="connsiteX2" fmla="*/ 278815 w 813949"/>
              <a:gd name="connsiteY2" fmla="*/ 202638 h 646393"/>
              <a:gd name="connsiteX3" fmla="*/ 278396 w 813949"/>
              <a:gd name="connsiteY3" fmla="*/ 86334 h 646393"/>
              <a:gd name="connsiteX4" fmla="*/ 720451 w 813949"/>
              <a:gd name="connsiteY4" fmla="*/ 86594 h 646393"/>
              <a:gd name="connsiteX5" fmla="*/ 813949 w 813949"/>
              <a:gd name="connsiteY5" fmla="*/ 365404 h 646393"/>
              <a:gd name="connsiteX6" fmla="*/ 722274 w 813949"/>
              <a:gd name="connsiteY6" fmla="*/ 645200 h 646393"/>
              <a:gd name="connsiteX7" fmla="*/ 406768 w 813949"/>
              <a:gd name="connsiteY7" fmla="*/ 646393 h 646393"/>
              <a:gd name="connsiteX8" fmla="*/ 405381 w 813949"/>
              <a:gd name="connsiteY8" fmla="*/ 0 h 646393"/>
              <a:gd name="connsiteX0" fmla="*/ 0 w 813949"/>
              <a:gd name="connsiteY0" fmla="*/ 66476 h 648717"/>
              <a:gd name="connsiteX1" fmla="*/ 220463 w 813949"/>
              <a:gd name="connsiteY1" fmla="*/ 600106 h 648717"/>
              <a:gd name="connsiteX2" fmla="*/ 278815 w 813949"/>
              <a:gd name="connsiteY2" fmla="*/ 204962 h 648717"/>
              <a:gd name="connsiteX3" fmla="*/ 278396 w 813949"/>
              <a:gd name="connsiteY3" fmla="*/ 88658 h 648717"/>
              <a:gd name="connsiteX4" fmla="*/ 720451 w 813949"/>
              <a:gd name="connsiteY4" fmla="*/ 88918 h 648717"/>
              <a:gd name="connsiteX5" fmla="*/ 813949 w 813949"/>
              <a:gd name="connsiteY5" fmla="*/ 367728 h 648717"/>
              <a:gd name="connsiteX6" fmla="*/ 722274 w 813949"/>
              <a:gd name="connsiteY6" fmla="*/ 647524 h 648717"/>
              <a:gd name="connsiteX7" fmla="*/ 406768 w 813949"/>
              <a:gd name="connsiteY7" fmla="*/ 648717 h 648717"/>
              <a:gd name="connsiteX8" fmla="*/ 406749 w 813949"/>
              <a:gd name="connsiteY8" fmla="*/ 0 h 648717"/>
              <a:gd name="connsiteX0" fmla="*/ 0 w 813949"/>
              <a:gd name="connsiteY0" fmla="*/ 66476 h 648717"/>
              <a:gd name="connsiteX1" fmla="*/ 220463 w 813949"/>
              <a:gd name="connsiteY1" fmla="*/ 600106 h 648717"/>
              <a:gd name="connsiteX2" fmla="*/ 278815 w 813949"/>
              <a:gd name="connsiteY2" fmla="*/ 204962 h 648717"/>
              <a:gd name="connsiteX3" fmla="*/ 278396 w 813949"/>
              <a:gd name="connsiteY3" fmla="*/ 88658 h 648717"/>
              <a:gd name="connsiteX4" fmla="*/ 720451 w 813949"/>
              <a:gd name="connsiteY4" fmla="*/ 88918 h 648717"/>
              <a:gd name="connsiteX5" fmla="*/ 813949 w 813949"/>
              <a:gd name="connsiteY5" fmla="*/ 367728 h 648717"/>
              <a:gd name="connsiteX6" fmla="*/ 722274 w 813949"/>
              <a:gd name="connsiteY6" fmla="*/ 647524 h 648717"/>
              <a:gd name="connsiteX7" fmla="*/ 406768 w 813949"/>
              <a:gd name="connsiteY7" fmla="*/ 648717 h 648717"/>
              <a:gd name="connsiteX8" fmla="*/ 405381 w 813949"/>
              <a:gd name="connsiteY8" fmla="*/ 0 h 648717"/>
              <a:gd name="connsiteX0" fmla="*/ 0 w 813949"/>
              <a:gd name="connsiteY0" fmla="*/ 66011 h 648252"/>
              <a:gd name="connsiteX1" fmla="*/ 220463 w 813949"/>
              <a:gd name="connsiteY1" fmla="*/ 599641 h 648252"/>
              <a:gd name="connsiteX2" fmla="*/ 278815 w 813949"/>
              <a:gd name="connsiteY2" fmla="*/ 204497 h 648252"/>
              <a:gd name="connsiteX3" fmla="*/ 278396 w 813949"/>
              <a:gd name="connsiteY3" fmla="*/ 88193 h 648252"/>
              <a:gd name="connsiteX4" fmla="*/ 720451 w 813949"/>
              <a:gd name="connsiteY4" fmla="*/ 88453 h 648252"/>
              <a:gd name="connsiteX5" fmla="*/ 813949 w 813949"/>
              <a:gd name="connsiteY5" fmla="*/ 367263 h 648252"/>
              <a:gd name="connsiteX6" fmla="*/ 722274 w 813949"/>
              <a:gd name="connsiteY6" fmla="*/ 647059 h 648252"/>
              <a:gd name="connsiteX7" fmla="*/ 406768 w 813949"/>
              <a:gd name="connsiteY7" fmla="*/ 648252 h 648252"/>
              <a:gd name="connsiteX8" fmla="*/ 406749 w 813949"/>
              <a:gd name="connsiteY8" fmla="*/ 0 h 648252"/>
              <a:gd name="connsiteX0" fmla="*/ 0 w 813949"/>
              <a:gd name="connsiteY0" fmla="*/ 66011 h 648252"/>
              <a:gd name="connsiteX1" fmla="*/ 336558 w 813949"/>
              <a:gd name="connsiteY1" fmla="*/ 208560 h 648252"/>
              <a:gd name="connsiteX2" fmla="*/ 278815 w 813949"/>
              <a:gd name="connsiteY2" fmla="*/ 204497 h 648252"/>
              <a:gd name="connsiteX3" fmla="*/ 278396 w 813949"/>
              <a:gd name="connsiteY3" fmla="*/ 88193 h 648252"/>
              <a:gd name="connsiteX4" fmla="*/ 720451 w 813949"/>
              <a:gd name="connsiteY4" fmla="*/ 88453 h 648252"/>
              <a:gd name="connsiteX5" fmla="*/ 813949 w 813949"/>
              <a:gd name="connsiteY5" fmla="*/ 367263 h 648252"/>
              <a:gd name="connsiteX6" fmla="*/ 722274 w 813949"/>
              <a:gd name="connsiteY6" fmla="*/ 647059 h 648252"/>
              <a:gd name="connsiteX7" fmla="*/ 406768 w 813949"/>
              <a:gd name="connsiteY7" fmla="*/ 648252 h 648252"/>
              <a:gd name="connsiteX8" fmla="*/ 406749 w 813949"/>
              <a:gd name="connsiteY8" fmla="*/ 0 h 648252"/>
              <a:gd name="connsiteX0" fmla="*/ 0 w 684482"/>
              <a:gd name="connsiteY0" fmla="*/ 142244 h 648252"/>
              <a:gd name="connsiteX1" fmla="*/ 207091 w 684482"/>
              <a:gd name="connsiteY1" fmla="*/ 208560 h 648252"/>
              <a:gd name="connsiteX2" fmla="*/ 149348 w 684482"/>
              <a:gd name="connsiteY2" fmla="*/ 204497 h 648252"/>
              <a:gd name="connsiteX3" fmla="*/ 148929 w 684482"/>
              <a:gd name="connsiteY3" fmla="*/ 88193 h 648252"/>
              <a:gd name="connsiteX4" fmla="*/ 590984 w 684482"/>
              <a:gd name="connsiteY4" fmla="*/ 88453 h 648252"/>
              <a:gd name="connsiteX5" fmla="*/ 684482 w 684482"/>
              <a:gd name="connsiteY5" fmla="*/ 367263 h 648252"/>
              <a:gd name="connsiteX6" fmla="*/ 592807 w 684482"/>
              <a:gd name="connsiteY6" fmla="*/ 647059 h 648252"/>
              <a:gd name="connsiteX7" fmla="*/ 277301 w 684482"/>
              <a:gd name="connsiteY7" fmla="*/ 648252 h 648252"/>
              <a:gd name="connsiteX8" fmla="*/ 277282 w 684482"/>
              <a:gd name="connsiteY8" fmla="*/ 0 h 648252"/>
              <a:gd name="connsiteX0" fmla="*/ 0 w 684482"/>
              <a:gd name="connsiteY0" fmla="*/ 142244 h 648252"/>
              <a:gd name="connsiteX1" fmla="*/ 208459 w 684482"/>
              <a:gd name="connsiteY1" fmla="*/ 207165 h 648252"/>
              <a:gd name="connsiteX2" fmla="*/ 149348 w 684482"/>
              <a:gd name="connsiteY2" fmla="*/ 204497 h 648252"/>
              <a:gd name="connsiteX3" fmla="*/ 148929 w 684482"/>
              <a:gd name="connsiteY3" fmla="*/ 88193 h 648252"/>
              <a:gd name="connsiteX4" fmla="*/ 590984 w 684482"/>
              <a:gd name="connsiteY4" fmla="*/ 88453 h 648252"/>
              <a:gd name="connsiteX5" fmla="*/ 684482 w 684482"/>
              <a:gd name="connsiteY5" fmla="*/ 367263 h 648252"/>
              <a:gd name="connsiteX6" fmla="*/ 592807 w 684482"/>
              <a:gd name="connsiteY6" fmla="*/ 647059 h 648252"/>
              <a:gd name="connsiteX7" fmla="*/ 277301 w 684482"/>
              <a:gd name="connsiteY7" fmla="*/ 648252 h 648252"/>
              <a:gd name="connsiteX8" fmla="*/ 277282 w 684482"/>
              <a:gd name="connsiteY8" fmla="*/ 0 h 648252"/>
              <a:gd name="connsiteX0" fmla="*/ 0 w 684482"/>
              <a:gd name="connsiteY0" fmla="*/ 142244 h 648252"/>
              <a:gd name="connsiteX1" fmla="*/ 208459 w 684482"/>
              <a:gd name="connsiteY1" fmla="*/ 207165 h 648252"/>
              <a:gd name="connsiteX2" fmla="*/ 149348 w 684482"/>
              <a:gd name="connsiteY2" fmla="*/ 204497 h 648252"/>
              <a:gd name="connsiteX3" fmla="*/ 148929 w 684482"/>
              <a:gd name="connsiteY3" fmla="*/ 88193 h 648252"/>
              <a:gd name="connsiteX4" fmla="*/ 590984 w 684482"/>
              <a:gd name="connsiteY4" fmla="*/ 88453 h 648252"/>
              <a:gd name="connsiteX5" fmla="*/ 684482 w 684482"/>
              <a:gd name="connsiteY5" fmla="*/ 367263 h 648252"/>
              <a:gd name="connsiteX6" fmla="*/ 592807 w 684482"/>
              <a:gd name="connsiteY6" fmla="*/ 647059 h 648252"/>
              <a:gd name="connsiteX7" fmla="*/ 277301 w 684482"/>
              <a:gd name="connsiteY7" fmla="*/ 648252 h 648252"/>
              <a:gd name="connsiteX8" fmla="*/ 277282 w 684482"/>
              <a:gd name="connsiteY8" fmla="*/ 0 h 648252"/>
              <a:gd name="connsiteX0" fmla="*/ 0 w 684482"/>
              <a:gd name="connsiteY0" fmla="*/ 142244 h 648252"/>
              <a:gd name="connsiteX1" fmla="*/ 208459 w 684482"/>
              <a:gd name="connsiteY1" fmla="*/ 207165 h 648252"/>
              <a:gd name="connsiteX2" fmla="*/ 149348 w 684482"/>
              <a:gd name="connsiteY2" fmla="*/ 204497 h 648252"/>
              <a:gd name="connsiteX3" fmla="*/ 148929 w 684482"/>
              <a:gd name="connsiteY3" fmla="*/ 88193 h 648252"/>
              <a:gd name="connsiteX4" fmla="*/ 590984 w 684482"/>
              <a:gd name="connsiteY4" fmla="*/ 88453 h 648252"/>
              <a:gd name="connsiteX5" fmla="*/ 684482 w 684482"/>
              <a:gd name="connsiteY5" fmla="*/ 367263 h 648252"/>
              <a:gd name="connsiteX6" fmla="*/ 592807 w 684482"/>
              <a:gd name="connsiteY6" fmla="*/ 647059 h 648252"/>
              <a:gd name="connsiteX7" fmla="*/ 277301 w 684482"/>
              <a:gd name="connsiteY7" fmla="*/ 648252 h 648252"/>
              <a:gd name="connsiteX8" fmla="*/ 277282 w 684482"/>
              <a:gd name="connsiteY8" fmla="*/ 0 h 648252"/>
              <a:gd name="connsiteX0" fmla="*/ 0 w 684482"/>
              <a:gd name="connsiteY0" fmla="*/ 142244 h 648252"/>
              <a:gd name="connsiteX1" fmla="*/ 109475 w 684482"/>
              <a:gd name="connsiteY1" fmla="*/ 176579 h 648252"/>
              <a:gd name="connsiteX2" fmla="*/ 208459 w 684482"/>
              <a:gd name="connsiteY2" fmla="*/ 207165 h 648252"/>
              <a:gd name="connsiteX3" fmla="*/ 149348 w 684482"/>
              <a:gd name="connsiteY3" fmla="*/ 204497 h 648252"/>
              <a:gd name="connsiteX4" fmla="*/ 148929 w 684482"/>
              <a:gd name="connsiteY4" fmla="*/ 88193 h 648252"/>
              <a:gd name="connsiteX5" fmla="*/ 590984 w 684482"/>
              <a:gd name="connsiteY5" fmla="*/ 88453 h 648252"/>
              <a:gd name="connsiteX6" fmla="*/ 684482 w 684482"/>
              <a:gd name="connsiteY6" fmla="*/ 367263 h 648252"/>
              <a:gd name="connsiteX7" fmla="*/ 592807 w 684482"/>
              <a:gd name="connsiteY7" fmla="*/ 647059 h 648252"/>
              <a:gd name="connsiteX8" fmla="*/ 277301 w 684482"/>
              <a:gd name="connsiteY8" fmla="*/ 648252 h 648252"/>
              <a:gd name="connsiteX9" fmla="*/ 277282 w 684482"/>
              <a:gd name="connsiteY9" fmla="*/ 0 h 648252"/>
              <a:gd name="connsiteX0" fmla="*/ 0 w 684482"/>
              <a:gd name="connsiteY0" fmla="*/ 142244 h 648252"/>
              <a:gd name="connsiteX1" fmla="*/ 207944 w 684482"/>
              <a:gd name="connsiteY1" fmla="*/ 140787 h 648252"/>
              <a:gd name="connsiteX2" fmla="*/ 208459 w 684482"/>
              <a:gd name="connsiteY2" fmla="*/ 207165 h 648252"/>
              <a:gd name="connsiteX3" fmla="*/ 149348 w 684482"/>
              <a:gd name="connsiteY3" fmla="*/ 204497 h 648252"/>
              <a:gd name="connsiteX4" fmla="*/ 148929 w 684482"/>
              <a:gd name="connsiteY4" fmla="*/ 88193 h 648252"/>
              <a:gd name="connsiteX5" fmla="*/ 590984 w 684482"/>
              <a:gd name="connsiteY5" fmla="*/ 88453 h 648252"/>
              <a:gd name="connsiteX6" fmla="*/ 684482 w 684482"/>
              <a:gd name="connsiteY6" fmla="*/ 367263 h 648252"/>
              <a:gd name="connsiteX7" fmla="*/ 592807 w 684482"/>
              <a:gd name="connsiteY7" fmla="*/ 647059 h 648252"/>
              <a:gd name="connsiteX8" fmla="*/ 277301 w 684482"/>
              <a:gd name="connsiteY8" fmla="*/ 648252 h 648252"/>
              <a:gd name="connsiteX9" fmla="*/ 277282 w 684482"/>
              <a:gd name="connsiteY9" fmla="*/ 0 h 648252"/>
              <a:gd name="connsiteX0" fmla="*/ 0 w 701349"/>
              <a:gd name="connsiteY0" fmla="*/ 140850 h 648252"/>
              <a:gd name="connsiteX1" fmla="*/ 224811 w 701349"/>
              <a:gd name="connsiteY1" fmla="*/ 140787 h 648252"/>
              <a:gd name="connsiteX2" fmla="*/ 225326 w 701349"/>
              <a:gd name="connsiteY2" fmla="*/ 207165 h 648252"/>
              <a:gd name="connsiteX3" fmla="*/ 166215 w 701349"/>
              <a:gd name="connsiteY3" fmla="*/ 204497 h 648252"/>
              <a:gd name="connsiteX4" fmla="*/ 165796 w 701349"/>
              <a:gd name="connsiteY4" fmla="*/ 88193 h 648252"/>
              <a:gd name="connsiteX5" fmla="*/ 607851 w 701349"/>
              <a:gd name="connsiteY5" fmla="*/ 88453 h 648252"/>
              <a:gd name="connsiteX6" fmla="*/ 701349 w 701349"/>
              <a:gd name="connsiteY6" fmla="*/ 367263 h 648252"/>
              <a:gd name="connsiteX7" fmla="*/ 609674 w 701349"/>
              <a:gd name="connsiteY7" fmla="*/ 647059 h 648252"/>
              <a:gd name="connsiteX8" fmla="*/ 294168 w 701349"/>
              <a:gd name="connsiteY8" fmla="*/ 648252 h 648252"/>
              <a:gd name="connsiteX9" fmla="*/ 294149 w 701349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7149 w 703172"/>
              <a:gd name="connsiteY2" fmla="*/ 207165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168038 w 703172"/>
              <a:gd name="connsiteY2" fmla="*/ 204497 h 648252"/>
              <a:gd name="connsiteX3" fmla="*/ 167619 w 703172"/>
              <a:gd name="connsiteY3" fmla="*/ 88193 h 648252"/>
              <a:gd name="connsiteX4" fmla="*/ 609674 w 703172"/>
              <a:gd name="connsiteY4" fmla="*/ 88453 h 648252"/>
              <a:gd name="connsiteX5" fmla="*/ 703172 w 703172"/>
              <a:gd name="connsiteY5" fmla="*/ 367263 h 648252"/>
              <a:gd name="connsiteX6" fmla="*/ 611497 w 703172"/>
              <a:gd name="connsiteY6" fmla="*/ 647059 h 648252"/>
              <a:gd name="connsiteX7" fmla="*/ 295991 w 703172"/>
              <a:gd name="connsiteY7" fmla="*/ 648252 h 648252"/>
              <a:gd name="connsiteX8" fmla="*/ 295972 w 703172"/>
              <a:gd name="connsiteY8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04296 w 703172"/>
              <a:gd name="connsiteY2" fmla="*/ 186805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3539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3539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3539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7090 w 703172"/>
              <a:gd name="connsiteY2" fmla="*/ 204934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7090 w 703172"/>
              <a:gd name="connsiteY2" fmla="*/ 204934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5722 w 703172"/>
              <a:gd name="connsiteY2" fmla="*/ 204469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5722 w 703172"/>
              <a:gd name="connsiteY2" fmla="*/ 204469 h 648252"/>
              <a:gd name="connsiteX3" fmla="*/ 167582 w 703172"/>
              <a:gd name="connsiteY3" fmla="*/ 20403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5722 w 703172"/>
              <a:gd name="connsiteY2" fmla="*/ 204469 h 648252"/>
              <a:gd name="connsiteX3" fmla="*/ 167582 w 703172"/>
              <a:gd name="connsiteY3" fmla="*/ 20403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5722 w 703172"/>
              <a:gd name="connsiteY2" fmla="*/ 20446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5722 w 703172"/>
              <a:gd name="connsiteY2" fmla="*/ 20446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5722 w 703172"/>
              <a:gd name="connsiteY2" fmla="*/ 20446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5722 w 703172"/>
              <a:gd name="connsiteY2" fmla="*/ 20446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178 w 703172"/>
              <a:gd name="connsiteY2" fmla="*/ 20539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7546 w 703172"/>
              <a:gd name="connsiteY2" fmla="*/ 204934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46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46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539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5399 h 648252"/>
              <a:gd name="connsiteX3" fmla="*/ 167126 w 703172"/>
              <a:gd name="connsiteY3" fmla="*/ 20635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539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5399 h 648252"/>
              <a:gd name="connsiteX3" fmla="*/ 167126 w 703172"/>
              <a:gd name="connsiteY3" fmla="*/ 20542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539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934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934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934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934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934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934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7188 w 703172"/>
              <a:gd name="connsiteY9" fmla="*/ 0 h 648252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6214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8038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6670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859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8038 w 703172"/>
              <a:gd name="connsiteY3" fmla="*/ 205929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8038 w 703172"/>
              <a:gd name="connsiteY3" fmla="*/ 205929 h 649684"/>
              <a:gd name="connsiteX4" fmla="*/ 168075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8038 w 703172"/>
              <a:gd name="connsiteY3" fmla="*/ 205929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8038 w 703172"/>
              <a:gd name="connsiteY3" fmla="*/ 205929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8038 w 703172"/>
              <a:gd name="connsiteY3" fmla="*/ 205929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8038 w 703172"/>
              <a:gd name="connsiteY3" fmla="*/ 205929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2437 h 650304"/>
              <a:gd name="connsiteX1" fmla="*/ 226634 w 703172"/>
              <a:gd name="connsiteY1" fmla="*/ 142839 h 650304"/>
              <a:gd name="connsiteX2" fmla="*/ 226634 w 703172"/>
              <a:gd name="connsiteY2" fmla="*/ 206986 h 650304"/>
              <a:gd name="connsiteX3" fmla="*/ 168038 w 703172"/>
              <a:gd name="connsiteY3" fmla="*/ 206549 h 650304"/>
              <a:gd name="connsiteX4" fmla="*/ 167619 w 703172"/>
              <a:gd name="connsiteY4" fmla="*/ 90245 h 650304"/>
              <a:gd name="connsiteX5" fmla="*/ 609674 w 703172"/>
              <a:gd name="connsiteY5" fmla="*/ 90505 h 650304"/>
              <a:gd name="connsiteX6" fmla="*/ 703172 w 703172"/>
              <a:gd name="connsiteY6" fmla="*/ 369315 h 650304"/>
              <a:gd name="connsiteX7" fmla="*/ 611497 w 703172"/>
              <a:gd name="connsiteY7" fmla="*/ 649111 h 650304"/>
              <a:gd name="connsiteX8" fmla="*/ 295991 w 703172"/>
              <a:gd name="connsiteY8" fmla="*/ 650304 h 650304"/>
              <a:gd name="connsiteX9" fmla="*/ 295036 w 703172"/>
              <a:gd name="connsiteY9" fmla="*/ 0 h 650304"/>
              <a:gd name="connsiteX0" fmla="*/ 0 w 703172"/>
              <a:gd name="connsiteY0" fmla="*/ 143677 h 651544"/>
              <a:gd name="connsiteX1" fmla="*/ 226634 w 703172"/>
              <a:gd name="connsiteY1" fmla="*/ 144079 h 651544"/>
              <a:gd name="connsiteX2" fmla="*/ 226634 w 703172"/>
              <a:gd name="connsiteY2" fmla="*/ 208226 h 651544"/>
              <a:gd name="connsiteX3" fmla="*/ 168038 w 703172"/>
              <a:gd name="connsiteY3" fmla="*/ 207789 h 651544"/>
              <a:gd name="connsiteX4" fmla="*/ 167619 w 703172"/>
              <a:gd name="connsiteY4" fmla="*/ 91485 h 651544"/>
              <a:gd name="connsiteX5" fmla="*/ 609674 w 703172"/>
              <a:gd name="connsiteY5" fmla="*/ 91745 h 651544"/>
              <a:gd name="connsiteX6" fmla="*/ 703172 w 703172"/>
              <a:gd name="connsiteY6" fmla="*/ 370555 h 651544"/>
              <a:gd name="connsiteX7" fmla="*/ 611497 w 703172"/>
              <a:gd name="connsiteY7" fmla="*/ 650351 h 651544"/>
              <a:gd name="connsiteX8" fmla="*/ 295991 w 703172"/>
              <a:gd name="connsiteY8" fmla="*/ 651544 h 651544"/>
              <a:gd name="connsiteX9" fmla="*/ 295644 w 703172"/>
              <a:gd name="connsiteY9" fmla="*/ 0 h 651544"/>
              <a:gd name="connsiteX0" fmla="*/ 0 w 703172"/>
              <a:gd name="connsiteY0" fmla="*/ 137882 h 645749"/>
              <a:gd name="connsiteX1" fmla="*/ 226634 w 703172"/>
              <a:gd name="connsiteY1" fmla="*/ 138284 h 645749"/>
              <a:gd name="connsiteX2" fmla="*/ 226634 w 703172"/>
              <a:gd name="connsiteY2" fmla="*/ 202431 h 645749"/>
              <a:gd name="connsiteX3" fmla="*/ 168038 w 703172"/>
              <a:gd name="connsiteY3" fmla="*/ 201994 h 645749"/>
              <a:gd name="connsiteX4" fmla="*/ 167619 w 703172"/>
              <a:gd name="connsiteY4" fmla="*/ 85690 h 645749"/>
              <a:gd name="connsiteX5" fmla="*/ 609674 w 703172"/>
              <a:gd name="connsiteY5" fmla="*/ 85950 h 645749"/>
              <a:gd name="connsiteX6" fmla="*/ 703172 w 703172"/>
              <a:gd name="connsiteY6" fmla="*/ 364760 h 645749"/>
              <a:gd name="connsiteX7" fmla="*/ 611497 w 703172"/>
              <a:gd name="connsiteY7" fmla="*/ 644556 h 645749"/>
              <a:gd name="connsiteX8" fmla="*/ 295991 w 703172"/>
              <a:gd name="connsiteY8" fmla="*/ 645749 h 645749"/>
              <a:gd name="connsiteX9" fmla="*/ 296781 w 703172"/>
              <a:gd name="connsiteY9" fmla="*/ 0 h 645749"/>
              <a:gd name="connsiteX0" fmla="*/ 0 w 703172"/>
              <a:gd name="connsiteY0" fmla="*/ 140977 h 648844"/>
              <a:gd name="connsiteX1" fmla="*/ 226634 w 703172"/>
              <a:gd name="connsiteY1" fmla="*/ 141379 h 648844"/>
              <a:gd name="connsiteX2" fmla="*/ 226634 w 703172"/>
              <a:gd name="connsiteY2" fmla="*/ 205526 h 648844"/>
              <a:gd name="connsiteX3" fmla="*/ 168038 w 703172"/>
              <a:gd name="connsiteY3" fmla="*/ 205089 h 648844"/>
              <a:gd name="connsiteX4" fmla="*/ 167619 w 703172"/>
              <a:gd name="connsiteY4" fmla="*/ 88785 h 648844"/>
              <a:gd name="connsiteX5" fmla="*/ 609674 w 703172"/>
              <a:gd name="connsiteY5" fmla="*/ 89045 h 648844"/>
              <a:gd name="connsiteX6" fmla="*/ 703172 w 703172"/>
              <a:gd name="connsiteY6" fmla="*/ 367855 h 648844"/>
              <a:gd name="connsiteX7" fmla="*/ 611497 w 703172"/>
              <a:gd name="connsiteY7" fmla="*/ 647651 h 648844"/>
              <a:gd name="connsiteX8" fmla="*/ 295991 w 703172"/>
              <a:gd name="connsiteY8" fmla="*/ 648844 h 648844"/>
              <a:gd name="connsiteX9" fmla="*/ 295770 w 703172"/>
              <a:gd name="connsiteY9" fmla="*/ 0 h 648844"/>
              <a:gd name="connsiteX0" fmla="*/ 59015 w 535553"/>
              <a:gd name="connsiteY0" fmla="*/ 141379 h 648844"/>
              <a:gd name="connsiteX1" fmla="*/ 59015 w 535553"/>
              <a:gd name="connsiteY1" fmla="*/ 205526 h 648844"/>
              <a:gd name="connsiteX2" fmla="*/ 419 w 535553"/>
              <a:gd name="connsiteY2" fmla="*/ 205089 h 648844"/>
              <a:gd name="connsiteX3" fmla="*/ 0 w 535553"/>
              <a:gd name="connsiteY3" fmla="*/ 88785 h 648844"/>
              <a:gd name="connsiteX4" fmla="*/ 442055 w 535553"/>
              <a:gd name="connsiteY4" fmla="*/ 89045 h 648844"/>
              <a:gd name="connsiteX5" fmla="*/ 535553 w 535553"/>
              <a:gd name="connsiteY5" fmla="*/ 367855 h 648844"/>
              <a:gd name="connsiteX6" fmla="*/ 443878 w 535553"/>
              <a:gd name="connsiteY6" fmla="*/ 647651 h 648844"/>
              <a:gd name="connsiteX7" fmla="*/ 128372 w 535553"/>
              <a:gd name="connsiteY7" fmla="*/ 648844 h 648844"/>
              <a:gd name="connsiteX8" fmla="*/ 128151 w 535553"/>
              <a:gd name="connsiteY8" fmla="*/ 0 h 648844"/>
              <a:gd name="connsiteX0" fmla="*/ 59015 w 535553"/>
              <a:gd name="connsiteY0" fmla="*/ 205526 h 648844"/>
              <a:gd name="connsiteX1" fmla="*/ 419 w 535553"/>
              <a:gd name="connsiteY1" fmla="*/ 205089 h 648844"/>
              <a:gd name="connsiteX2" fmla="*/ 0 w 535553"/>
              <a:gd name="connsiteY2" fmla="*/ 88785 h 648844"/>
              <a:gd name="connsiteX3" fmla="*/ 442055 w 535553"/>
              <a:gd name="connsiteY3" fmla="*/ 89045 h 648844"/>
              <a:gd name="connsiteX4" fmla="*/ 535553 w 535553"/>
              <a:gd name="connsiteY4" fmla="*/ 367855 h 648844"/>
              <a:gd name="connsiteX5" fmla="*/ 443878 w 535553"/>
              <a:gd name="connsiteY5" fmla="*/ 647651 h 648844"/>
              <a:gd name="connsiteX6" fmla="*/ 128372 w 535553"/>
              <a:gd name="connsiteY6" fmla="*/ 648844 h 648844"/>
              <a:gd name="connsiteX7" fmla="*/ 128151 w 535553"/>
              <a:gd name="connsiteY7" fmla="*/ 0 h 648844"/>
              <a:gd name="connsiteX0" fmla="*/ 419 w 535553"/>
              <a:gd name="connsiteY0" fmla="*/ 205089 h 648844"/>
              <a:gd name="connsiteX1" fmla="*/ 0 w 535553"/>
              <a:gd name="connsiteY1" fmla="*/ 88785 h 648844"/>
              <a:gd name="connsiteX2" fmla="*/ 442055 w 535553"/>
              <a:gd name="connsiteY2" fmla="*/ 89045 h 648844"/>
              <a:gd name="connsiteX3" fmla="*/ 535553 w 535553"/>
              <a:gd name="connsiteY3" fmla="*/ 367855 h 648844"/>
              <a:gd name="connsiteX4" fmla="*/ 443878 w 535553"/>
              <a:gd name="connsiteY4" fmla="*/ 647651 h 648844"/>
              <a:gd name="connsiteX5" fmla="*/ 128372 w 535553"/>
              <a:gd name="connsiteY5" fmla="*/ 648844 h 648844"/>
              <a:gd name="connsiteX6" fmla="*/ 128151 w 535553"/>
              <a:gd name="connsiteY6" fmla="*/ 0 h 648844"/>
              <a:gd name="connsiteX0" fmla="*/ 0 w 535553"/>
              <a:gd name="connsiteY0" fmla="*/ 88785 h 648844"/>
              <a:gd name="connsiteX1" fmla="*/ 442055 w 535553"/>
              <a:gd name="connsiteY1" fmla="*/ 89045 h 648844"/>
              <a:gd name="connsiteX2" fmla="*/ 535553 w 535553"/>
              <a:gd name="connsiteY2" fmla="*/ 367855 h 648844"/>
              <a:gd name="connsiteX3" fmla="*/ 443878 w 535553"/>
              <a:gd name="connsiteY3" fmla="*/ 647651 h 648844"/>
              <a:gd name="connsiteX4" fmla="*/ 128372 w 535553"/>
              <a:gd name="connsiteY4" fmla="*/ 648844 h 648844"/>
              <a:gd name="connsiteX5" fmla="*/ 128151 w 535553"/>
              <a:gd name="connsiteY5" fmla="*/ 0 h 648844"/>
              <a:gd name="connsiteX0" fmla="*/ 0 w 646478"/>
              <a:gd name="connsiteY0" fmla="*/ 87901 h 648844"/>
              <a:gd name="connsiteX1" fmla="*/ 552980 w 646478"/>
              <a:gd name="connsiteY1" fmla="*/ 89045 h 648844"/>
              <a:gd name="connsiteX2" fmla="*/ 646478 w 646478"/>
              <a:gd name="connsiteY2" fmla="*/ 367855 h 648844"/>
              <a:gd name="connsiteX3" fmla="*/ 554803 w 646478"/>
              <a:gd name="connsiteY3" fmla="*/ 647651 h 648844"/>
              <a:gd name="connsiteX4" fmla="*/ 239297 w 646478"/>
              <a:gd name="connsiteY4" fmla="*/ 648844 h 648844"/>
              <a:gd name="connsiteX5" fmla="*/ 239076 w 646478"/>
              <a:gd name="connsiteY5" fmla="*/ 0 h 648844"/>
              <a:gd name="connsiteX0" fmla="*/ 0 w 646478"/>
              <a:gd name="connsiteY0" fmla="*/ 115043 h 675986"/>
              <a:gd name="connsiteX1" fmla="*/ 552980 w 646478"/>
              <a:gd name="connsiteY1" fmla="*/ 116187 h 675986"/>
              <a:gd name="connsiteX2" fmla="*/ 646478 w 646478"/>
              <a:gd name="connsiteY2" fmla="*/ 394997 h 675986"/>
              <a:gd name="connsiteX3" fmla="*/ 554803 w 646478"/>
              <a:gd name="connsiteY3" fmla="*/ 674793 h 675986"/>
              <a:gd name="connsiteX4" fmla="*/ 239297 w 646478"/>
              <a:gd name="connsiteY4" fmla="*/ 675986 h 675986"/>
              <a:gd name="connsiteX5" fmla="*/ 239173 w 646478"/>
              <a:gd name="connsiteY5" fmla="*/ 55279 h 675986"/>
              <a:gd name="connsiteX6" fmla="*/ 239076 w 646478"/>
              <a:gd name="connsiteY6" fmla="*/ 27142 h 675986"/>
              <a:gd name="connsiteX0" fmla="*/ 0 w 646478"/>
              <a:gd name="connsiteY0" fmla="*/ 115043 h 675986"/>
              <a:gd name="connsiteX1" fmla="*/ 552980 w 646478"/>
              <a:gd name="connsiteY1" fmla="*/ 116187 h 675986"/>
              <a:gd name="connsiteX2" fmla="*/ 646478 w 646478"/>
              <a:gd name="connsiteY2" fmla="*/ 394997 h 675986"/>
              <a:gd name="connsiteX3" fmla="*/ 554803 w 646478"/>
              <a:gd name="connsiteY3" fmla="*/ 674793 h 675986"/>
              <a:gd name="connsiteX4" fmla="*/ 239297 w 646478"/>
              <a:gd name="connsiteY4" fmla="*/ 675986 h 675986"/>
              <a:gd name="connsiteX5" fmla="*/ 239173 w 646478"/>
              <a:gd name="connsiteY5" fmla="*/ 55279 h 675986"/>
              <a:gd name="connsiteX6" fmla="*/ 239076 w 646478"/>
              <a:gd name="connsiteY6" fmla="*/ 27142 h 675986"/>
              <a:gd name="connsiteX0" fmla="*/ 0 w 646478"/>
              <a:gd name="connsiteY0" fmla="*/ 115043 h 675986"/>
              <a:gd name="connsiteX1" fmla="*/ 552980 w 646478"/>
              <a:gd name="connsiteY1" fmla="*/ 116187 h 675986"/>
              <a:gd name="connsiteX2" fmla="*/ 646478 w 646478"/>
              <a:gd name="connsiteY2" fmla="*/ 394997 h 675986"/>
              <a:gd name="connsiteX3" fmla="*/ 554803 w 646478"/>
              <a:gd name="connsiteY3" fmla="*/ 674793 h 675986"/>
              <a:gd name="connsiteX4" fmla="*/ 239297 w 646478"/>
              <a:gd name="connsiteY4" fmla="*/ 675986 h 675986"/>
              <a:gd name="connsiteX5" fmla="*/ 239173 w 646478"/>
              <a:gd name="connsiteY5" fmla="*/ 55279 h 675986"/>
              <a:gd name="connsiteX6" fmla="*/ 239076 w 646478"/>
              <a:gd name="connsiteY6" fmla="*/ 27142 h 675986"/>
              <a:gd name="connsiteX0" fmla="*/ 0 w 646478"/>
              <a:gd name="connsiteY0" fmla="*/ 115043 h 675986"/>
              <a:gd name="connsiteX1" fmla="*/ 552980 w 646478"/>
              <a:gd name="connsiteY1" fmla="*/ 116187 h 675986"/>
              <a:gd name="connsiteX2" fmla="*/ 646478 w 646478"/>
              <a:gd name="connsiteY2" fmla="*/ 394997 h 675986"/>
              <a:gd name="connsiteX3" fmla="*/ 554803 w 646478"/>
              <a:gd name="connsiteY3" fmla="*/ 674793 h 675986"/>
              <a:gd name="connsiteX4" fmla="*/ 239297 w 646478"/>
              <a:gd name="connsiteY4" fmla="*/ 675986 h 675986"/>
              <a:gd name="connsiteX5" fmla="*/ 239173 w 646478"/>
              <a:gd name="connsiteY5" fmla="*/ 55279 h 675986"/>
              <a:gd name="connsiteX6" fmla="*/ 239076 w 646478"/>
              <a:gd name="connsiteY6" fmla="*/ 27142 h 675986"/>
              <a:gd name="connsiteX0" fmla="*/ 0 w 963608"/>
              <a:gd name="connsiteY0" fmla="*/ 107020 h 667963"/>
              <a:gd name="connsiteX1" fmla="*/ 552980 w 963608"/>
              <a:gd name="connsiteY1" fmla="*/ 108164 h 667963"/>
              <a:gd name="connsiteX2" fmla="*/ 646478 w 963608"/>
              <a:gd name="connsiteY2" fmla="*/ 386974 h 667963"/>
              <a:gd name="connsiteX3" fmla="*/ 554803 w 963608"/>
              <a:gd name="connsiteY3" fmla="*/ 666770 h 667963"/>
              <a:gd name="connsiteX4" fmla="*/ 239297 w 963608"/>
              <a:gd name="connsiteY4" fmla="*/ 667963 h 667963"/>
              <a:gd name="connsiteX5" fmla="*/ 239173 w 963608"/>
              <a:gd name="connsiteY5" fmla="*/ 47256 h 667963"/>
              <a:gd name="connsiteX6" fmla="*/ 963608 w 963608"/>
              <a:gd name="connsiteY6" fmla="*/ 46389 h 667963"/>
              <a:gd name="connsiteX0" fmla="*/ 0 w 963608"/>
              <a:gd name="connsiteY0" fmla="*/ 60631 h 621574"/>
              <a:gd name="connsiteX1" fmla="*/ 552980 w 963608"/>
              <a:gd name="connsiteY1" fmla="*/ 61775 h 621574"/>
              <a:gd name="connsiteX2" fmla="*/ 646478 w 963608"/>
              <a:gd name="connsiteY2" fmla="*/ 340585 h 621574"/>
              <a:gd name="connsiteX3" fmla="*/ 554803 w 963608"/>
              <a:gd name="connsiteY3" fmla="*/ 620381 h 621574"/>
              <a:gd name="connsiteX4" fmla="*/ 239297 w 963608"/>
              <a:gd name="connsiteY4" fmla="*/ 621574 h 621574"/>
              <a:gd name="connsiteX5" fmla="*/ 239173 w 963608"/>
              <a:gd name="connsiteY5" fmla="*/ 867 h 621574"/>
              <a:gd name="connsiteX6" fmla="*/ 963608 w 963608"/>
              <a:gd name="connsiteY6" fmla="*/ 0 h 621574"/>
              <a:gd name="connsiteX0" fmla="*/ 0 w 963608"/>
              <a:gd name="connsiteY0" fmla="*/ 60631 h 621574"/>
              <a:gd name="connsiteX1" fmla="*/ 552980 w 963608"/>
              <a:gd name="connsiteY1" fmla="*/ 61775 h 621574"/>
              <a:gd name="connsiteX2" fmla="*/ 646478 w 963608"/>
              <a:gd name="connsiteY2" fmla="*/ 340585 h 621574"/>
              <a:gd name="connsiteX3" fmla="*/ 554803 w 963608"/>
              <a:gd name="connsiteY3" fmla="*/ 620381 h 621574"/>
              <a:gd name="connsiteX4" fmla="*/ 239297 w 963608"/>
              <a:gd name="connsiteY4" fmla="*/ 621574 h 621574"/>
              <a:gd name="connsiteX5" fmla="*/ 239173 w 963608"/>
              <a:gd name="connsiteY5" fmla="*/ 867 h 621574"/>
              <a:gd name="connsiteX6" fmla="*/ 963608 w 963608"/>
              <a:gd name="connsiteY6" fmla="*/ 0 h 621574"/>
              <a:gd name="connsiteX0" fmla="*/ 0 w 1017378"/>
              <a:gd name="connsiteY0" fmla="*/ 61293 h 622236"/>
              <a:gd name="connsiteX1" fmla="*/ 552980 w 1017378"/>
              <a:gd name="connsiteY1" fmla="*/ 62437 h 622236"/>
              <a:gd name="connsiteX2" fmla="*/ 646478 w 1017378"/>
              <a:gd name="connsiteY2" fmla="*/ 341247 h 622236"/>
              <a:gd name="connsiteX3" fmla="*/ 554803 w 1017378"/>
              <a:gd name="connsiteY3" fmla="*/ 621043 h 622236"/>
              <a:gd name="connsiteX4" fmla="*/ 239297 w 1017378"/>
              <a:gd name="connsiteY4" fmla="*/ 622236 h 622236"/>
              <a:gd name="connsiteX5" fmla="*/ 239173 w 1017378"/>
              <a:gd name="connsiteY5" fmla="*/ 1529 h 622236"/>
              <a:gd name="connsiteX6" fmla="*/ 963608 w 1017378"/>
              <a:gd name="connsiteY6" fmla="*/ 662 h 622236"/>
              <a:gd name="connsiteX7" fmla="*/ 963986 w 1017378"/>
              <a:gd name="connsiteY7" fmla="*/ 0 h 622236"/>
              <a:gd name="connsiteX0" fmla="*/ 0 w 1017951"/>
              <a:gd name="connsiteY0" fmla="*/ 61293 h 622236"/>
              <a:gd name="connsiteX1" fmla="*/ 552980 w 1017951"/>
              <a:gd name="connsiteY1" fmla="*/ 62437 h 622236"/>
              <a:gd name="connsiteX2" fmla="*/ 646478 w 1017951"/>
              <a:gd name="connsiteY2" fmla="*/ 341247 h 622236"/>
              <a:gd name="connsiteX3" fmla="*/ 554803 w 1017951"/>
              <a:gd name="connsiteY3" fmla="*/ 621043 h 622236"/>
              <a:gd name="connsiteX4" fmla="*/ 239297 w 1017951"/>
              <a:gd name="connsiteY4" fmla="*/ 622236 h 622236"/>
              <a:gd name="connsiteX5" fmla="*/ 239173 w 1017951"/>
              <a:gd name="connsiteY5" fmla="*/ 1529 h 622236"/>
              <a:gd name="connsiteX6" fmla="*/ 963608 w 1017951"/>
              <a:gd name="connsiteY6" fmla="*/ 662 h 622236"/>
              <a:gd name="connsiteX7" fmla="*/ 951098 w 1017951"/>
              <a:gd name="connsiteY7" fmla="*/ 135789 h 622236"/>
              <a:gd name="connsiteX8" fmla="*/ 963986 w 1017951"/>
              <a:gd name="connsiteY8" fmla="*/ 0 h 622236"/>
              <a:gd name="connsiteX0" fmla="*/ 0 w 1017951"/>
              <a:gd name="connsiteY0" fmla="*/ 61293 h 622236"/>
              <a:gd name="connsiteX1" fmla="*/ 552980 w 1017951"/>
              <a:gd name="connsiteY1" fmla="*/ 62437 h 622236"/>
              <a:gd name="connsiteX2" fmla="*/ 646478 w 1017951"/>
              <a:gd name="connsiteY2" fmla="*/ 341247 h 622236"/>
              <a:gd name="connsiteX3" fmla="*/ 554803 w 1017951"/>
              <a:gd name="connsiteY3" fmla="*/ 621043 h 622236"/>
              <a:gd name="connsiteX4" fmla="*/ 239297 w 1017951"/>
              <a:gd name="connsiteY4" fmla="*/ 622236 h 622236"/>
              <a:gd name="connsiteX5" fmla="*/ 239173 w 1017951"/>
              <a:gd name="connsiteY5" fmla="*/ 1529 h 622236"/>
              <a:gd name="connsiteX6" fmla="*/ 963608 w 1017951"/>
              <a:gd name="connsiteY6" fmla="*/ 662 h 622236"/>
              <a:gd name="connsiteX7" fmla="*/ 951098 w 1017951"/>
              <a:gd name="connsiteY7" fmla="*/ 135789 h 622236"/>
              <a:gd name="connsiteX8" fmla="*/ 966134 w 1017951"/>
              <a:gd name="connsiteY8" fmla="*/ 77750 h 622236"/>
              <a:gd name="connsiteX9" fmla="*/ 963986 w 1017951"/>
              <a:gd name="connsiteY9" fmla="*/ 0 h 622236"/>
              <a:gd name="connsiteX0" fmla="*/ 0 w 1017951"/>
              <a:gd name="connsiteY0" fmla="*/ 61293 h 622236"/>
              <a:gd name="connsiteX1" fmla="*/ 552980 w 1017951"/>
              <a:gd name="connsiteY1" fmla="*/ 62437 h 622236"/>
              <a:gd name="connsiteX2" fmla="*/ 646478 w 1017951"/>
              <a:gd name="connsiteY2" fmla="*/ 341247 h 622236"/>
              <a:gd name="connsiteX3" fmla="*/ 554803 w 1017951"/>
              <a:gd name="connsiteY3" fmla="*/ 621043 h 622236"/>
              <a:gd name="connsiteX4" fmla="*/ 239297 w 1017951"/>
              <a:gd name="connsiteY4" fmla="*/ 622236 h 622236"/>
              <a:gd name="connsiteX5" fmla="*/ 239173 w 1017951"/>
              <a:gd name="connsiteY5" fmla="*/ 1529 h 622236"/>
              <a:gd name="connsiteX6" fmla="*/ 963608 w 1017951"/>
              <a:gd name="connsiteY6" fmla="*/ 662 h 622236"/>
              <a:gd name="connsiteX7" fmla="*/ 951098 w 1017951"/>
              <a:gd name="connsiteY7" fmla="*/ 135789 h 622236"/>
              <a:gd name="connsiteX8" fmla="*/ 866257 w 1017951"/>
              <a:gd name="connsiteY8" fmla="*/ 165356 h 622236"/>
              <a:gd name="connsiteX9" fmla="*/ 963986 w 1017951"/>
              <a:gd name="connsiteY9" fmla="*/ 0 h 622236"/>
              <a:gd name="connsiteX0" fmla="*/ 0 w 1017951"/>
              <a:gd name="connsiteY0" fmla="*/ 60632 h 621575"/>
              <a:gd name="connsiteX1" fmla="*/ 552980 w 1017951"/>
              <a:gd name="connsiteY1" fmla="*/ 61776 h 621575"/>
              <a:gd name="connsiteX2" fmla="*/ 646478 w 1017951"/>
              <a:gd name="connsiteY2" fmla="*/ 340586 h 621575"/>
              <a:gd name="connsiteX3" fmla="*/ 554803 w 1017951"/>
              <a:gd name="connsiteY3" fmla="*/ 620382 h 621575"/>
              <a:gd name="connsiteX4" fmla="*/ 239297 w 1017951"/>
              <a:gd name="connsiteY4" fmla="*/ 621575 h 621575"/>
              <a:gd name="connsiteX5" fmla="*/ 239173 w 1017951"/>
              <a:gd name="connsiteY5" fmla="*/ 868 h 621575"/>
              <a:gd name="connsiteX6" fmla="*/ 963608 w 1017951"/>
              <a:gd name="connsiteY6" fmla="*/ 1 h 621575"/>
              <a:gd name="connsiteX7" fmla="*/ 951098 w 1017951"/>
              <a:gd name="connsiteY7" fmla="*/ 135128 h 621575"/>
              <a:gd name="connsiteX8" fmla="*/ 866257 w 1017951"/>
              <a:gd name="connsiteY8" fmla="*/ 164695 h 621575"/>
              <a:gd name="connsiteX9" fmla="*/ 844778 w 1017951"/>
              <a:gd name="connsiteY9" fmla="*/ 94610 h 621575"/>
              <a:gd name="connsiteX0" fmla="*/ 0 w 1021401"/>
              <a:gd name="connsiteY0" fmla="*/ 60632 h 621575"/>
              <a:gd name="connsiteX1" fmla="*/ 552980 w 1021401"/>
              <a:gd name="connsiteY1" fmla="*/ 61776 h 621575"/>
              <a:gd name="connsiteX2" fmla="*/ 646478 w 1021401"/>
              <a:gd name="connsiteY2" fmla="*/ 340586 h 621575"/>
              <a:gd name="connsiteX3" fmla="*/ 554803 w 1021401"/>
              <a:gd name="connsiteY3" fmla="*/ 620382 h 621575"/>
              <a:gd name="connsiteX4" fmla="*/ 239297 w 1021401"/>
              <a:gd name="connsiteY4" fmla="*/ 621575 h 621575"/>
              <a:gd name="connsiteX5" fmla="*/ 239173 w 1021401"/>
              <a:gd name="connsiteY5" fmla="*/ 868 h 621575"/>
              <a:gd name="connsiteX6" fmla="*/ 963608 w 1021401"/>
              <a:gd name="connsiteY6" fmla="*/ 1 h 621575"/>
              <a:gd name="connsiteX7" fmla="*/ 965060 w 1021401"/>
              <a:gd name="connsiteY7" fmla="*/ 63948 h 621575"/>
              <a:gd name="connsiteX8" fmla="*/ 866257 w 1021401"/>
              <a:gd name="connsiteY8" fmla="*/ 164695 h 621575"/>
              <a:gd name="connsiteX9" fmla="*/ 844778 w 1021401"/>
              <a:gd name="connsiteY9" fmla="*/ 94610 h 621575"/>
              <a:gd name="connsiteX0" fmla="*/ 0 w 1021401"/>
              <a:gd name="connsiteY0" fmla="*/ 60632 h 621575"/>
              <a:gd name="connsiteX1" fmla="*/ 552980 w 1021401"/>
              <a:gd name="connsiteY1" fmla="*/ 61776 h 621575"/>
              <a:gd name="connsiteX2" fmla="*/ 646478 w 1021401"/>
              <a:gd name="connsiteY2" fmla="*/ 340586 h 621575"/>
              <a:gd name="connsiteX3" fmla="*/ 554803 w 1021401"/>
              <a:gd name="connsiteY3" fmla="*/ 620382 h 621575"/>
              <a:gd name="connsiteX4" fmla="*/ 239297 w 1021401"/>
              <a:gd name="connsiteY4" fmla="*/ 621575 h 621575"/>
              <a:gd name="connsiteX5" fmla="*/ 239173 w 1021401"/>
              <a:gd name="connsiteY5" fmla="*/ 868 h 621575"/>
              <a:gd name="connsiteX6" fmla="*/ 963608 w 1021401"/>
              <a:gd name="connsiteY6" fmla="*/ 1 h 621575"/>
              <a:gd name="connsiteX7" fmla="*/ 965060 w 1021401"/>
              <a:gd name="connsiteY7" fmla="*/ 63948 h 621575"/>
              <a:gd name="connsiteX8" fmla="*/ 907067 w 1021401"/>
              <a:gd name="connsiteY8" fmla="*/ 65043 h 621575"/>
              <a:gd name="connsiteX9" fmla="*/ 844778 w 1021401"/>
              <a:gd name="connsiteY9" fmla="*/ 94610 h 621575"/>
              <a:gd name="connsiteX0" fmla="*/ 0 w 1021401"/>
              <a:gd name="connsiteY0" fmla="*/ 134663 h 695606"/>
              <a:gd name="connsiteX1" fmla="*/ 552980 w 1021401"/>
              <a:gd name="connsiteY1" fmla="*/ 135807 h 695606"/>
              <a:gd name="connsiteX2" fmla="*/ 646478 w 1021401"/>
              <a:gd name="connsiteY2" fmla="*/ 414617 h 695606"/>
              <a:gd name="connsiteX3" fmla="*/ 554803 w 1021401"/>
              <a:gd name="connsiteY3" fmla="*/ 694413 h 695606"/>
              <a:gd name="connsiteX4" fmla="*/ 239297 w 1021401"/>
              <a:gd name="connsiteY4" fmla="*/ 695606 h 695606"/>
              <a:gd name="connsiteX5" fmla="*/ 239173 w 1021401"/>
              <a:gd name="connsiteY5" fmla="*/ 74899 h 695606"/>
              <a:gd name="connsiteX6" fmla="*/ 963608 w 1021401"/>
              <a:gd name="connsiteY6" fmla="*/ 74032 h 695606"/>
              <a:gd name="connsiteX7" fmla="*/ 965060 w 1021401"/>
              <a:gd name="connsiteY7" fmla="*/ 137979 h 695606"/>
              <a:gd name="connsiteX8" fmla="*/ 907067 w 1021401"/>
              <a:gd name="connsiteY8" fmla="*/ 139074 h 695606"/>
              <a:gd name="connsiteX9" fmla="*/ 905993 w 1021401"/>
              <a:gd name="connsiteY9" fmla="*/ 0 h 695606"/>
              <a:gd name="connsiteX0" fmla="*/ 0 w 1021401"/>
              <a:gd name="connsiteY0" fmla="*/ 133568 h 694511"/>
              <a:gd name="connsiteX1" fmla="*/ 552980 w 1021401"/>
              <a:gd name="connsiteY1" fmla="*/ 134712 h 694511"/>
              <a:gd name="connsiteX2" fmla="*/ 646478 w 1021401"/>
              <a:gd name="connsiteY2" fmla="*/ 413522 h 694511"/>
              <a:gd name="connsiteX3" fmla="*/ 554803 w 1021401"/>
              <a:gd name="connsiteY3" fmla="*/ 693318 h 694511"/>
              <a:gd name="connsiteX4" fmla="*/ 239297 w 1021401"/>
              <a:gd name="connsiteY4" fmla="*/ 694511 h 694511"/>
              <a:gd name="connsiteX5" fmla="*/ 239173 w 1021401"/>
              <a:gd name="connsiteY5" fmla="*/ 73804 h 694511"/>
              <a:gd name="connsiteX6" fmla="*/ 963608 w 1021401"/>
              <a:gd name="connsiteY6" fmla="*/ 72937 h 694511"/>
              <a:gd name="connsiteX7" fmla="*/ 965060 w 1021401"/>
              <a:gd name="connsiteY7" fmla="*/ 136884 h 694511"/>
              <a:gd name="connsiteX8" fmla="*/ 907067 w 1021401"/>
              <a:gd name="connsiteY8" fmla="*/ 137979 h 694511"/>
              <a:gd name="connsiteX9" fmla="*/ 907067 w 1021401"/>
              <a:gd name="connsiteY9" fmla="*/ 0 h 694511"/>
              <a:gd name="connsiteX0" fmla="*/ 0 w 1021401"/>
              <a:gd name="connsiteY0" fmla="*/ 133568 h 694511"/>
              <a:gd name="connsiteX1" fmla="*/ 552980 w 1021401"/>
              <a:gd name="connsiteY1" fmla="*/ 134712 h 694511"/>
              <a:gd name="connsiteX2" fmla="*/ 646478 w 1021401"/>
              <a:gd name="connsiteY2" fmla="*/ 413522 h 694511"/>
              <a:gd name="connsiteX3" fmla="*/ 554803 w 1021401"/>
              <a:gd name="connsiteY3" fmla="*/ 693318 h 694511"/>
              <a:gd name="connsiteX4" fmla="*/ 239297 w 1021401"/>
              <a:gd name="connsiteY4" fmla="*/ 694511 h 694511"/>
              <a:gd name="connsiteX5" fmla="*/ 239173 w 1021401"/>
              <a:gd name="connsiteY5" fmla="*/ 73804 h 694511"/>
              <a:gd name="connsiteX6" fmla="*/ 963608 w 1021401"/>
              <a:gd name="connsiteY6" fmla="*/ 72937 h 694511"/>
              <a:gd name="connsiteX7" fmla="*/ 965060 w 1021401"/>
              <a:gd name="connsiteY7" fmla="*/ 136884 h 694511"/>
              <a:gd name="connsiteX8" fmla="*/ 907067 w 1021401"/>
              <a:gd name="connsiteY8" fmla="*/ 137979 h 694511"/>
              <a:gd name="connsiteX9" fmla="*/ 907067 w 1021401"/>
              <a:gd name="connsiteY9" fmla="*/ 0 h 694511"/>
              <a:gd name="connsiteX0" fmla="*/ 0 w 1021401"/>
              <a:gd name="connsiteY0" fmla="*/ 133568 h 694511"/>
              <a:gd name="connsiteX1" fmla="*/ 552980 w 1021401"/>
              <a:gd name="connsiteY1" fmla="*/ 134712 h 694511"/>
              <a:gd name="connsiteX2" fmla="*/ 646478 w 1021401"/>
              <a:gd name="connsiteY2" fmla="*/ 413522 h 694511"/>
              <a:gd name="connsiteX3" fmla="*/ 554803 w 1021401"/>
              <a:gd name="connsiteY3" fmla="*/ 693318 h 694511"/>
              <a:gd name="connsiteX4" fmla="*/ 239297 w 1021401"/>
              <a:gd name="connsiteY4" fmla="*/ 694511 h 694511"/>
              <a:gd name="connsiteX5" fmla="*/ 239173 w 1021401"/>
              <a:gd name="connsiteY5" fmla="*/ 73804 h 694511"/>
              <a:gd name="connsiteX6" fmla="*/ 963608 w 1021401"/>
              <a:gd name="connsiteY6" fmla="*/ 72937 h 694511"/>
              <a:gd name="connsiteX7" fmla="*/ 965060 w 1021401"/>
              <a:gd name="connsiteY7" fmla="*/ 136884 h 694511"/>
              <a:gd name="connsiteX8" fmla="*/ 907067 w 1021401"/>
              <a:gd name="connsiteY8" fmla="*/ 137979 h 694511"/>
              <a:gd name="connsiteX9" fmla="*/ 907067 w 1021401"/>
              <a:gd name="connsiteY9" fmla="*/ 0 h 694511"/>
              <a:gd name="connsiteX0" fmla="*/ 0 w 1021401"/>
              <a:gd name="connsiteY0" fmla="*/ 133568 h 694511"/>
              <a:gd name="connsiteX1" fmla="*/ 552980 w 1021401"/>
              <a:gd name="connsiteY1" fmla="*/ 134712 h 694511"/>
              <a:gd name="connsiteX2" fmla="*/ 646478 w 1021401"/>
              <a:gd name="connsiteY2" fmla="*/ 413522 h 694511"/>
              <a:gd name="connsiteX3" fmla="*/ 554803 w 1021401"/>
              <a:gd name="connsiteY3" fmla="*/ 693318 h 694511"/>
              <a:gd name="connsiteX4" fmla="*/ 239297 w 1021401"/>
              <a:gd name="connsiteY4" fmla="*/ 694511 h 694511"/>
              <a:gd name="connsiteX5" fmla="*/ 239173 w 1021401"/>
              <a:gd name="connsiteY5" fmla="*/ 73804 h 694511"/>
              <a:gd name="connsiteX6" fmla="*/ 963608 w 1021401"/>
              <a:gd name="connsiteY6" fmla="*/ 72937 h 694511"/>
              <a:gd name="connsiteX7" fmla="*/ 965060 w 1021401"/>
              <a:gd name="connsiteY7" fmla="*/ 136884 h 694511"/>
              <a:gd name="connsiteX8" fmla="*/ 907067 w 1021401"/>
              <a:gd name="connsiteY8" fmla="*/ 137979 h 694511"/>
              <a:gd name="connsiteX9" fmla="*/ 907067 w 1021401"/>
              <a:gd name="connsiteY9" fmla="*/ 0 h 694511"/>
              <a:gd name="connsiteX0" fmla="*/ 0 w 1021401"/>
              <a:gd name="connsiteY0" fmla="*/ 133568 h 694511"/>
              <a:gd name="connsiteX1" fmla="*/ 552980 w 1021401"/>
              <a:gd name="connsiteY1" fmla="*/ 134712 h 694511"/>
              <a:gd name="connsiteX2" fmla="*/ 646478 w 1021401"/>
              <a:gd name="connsiteY2" fmla="*/ 413522 h 694511"/>
              <a:gd name="connsiteX3" fmla="*/ 554803 w 1021401"/>
              <a:gd name="connsiteY3" fmla="*/ 693318 h 694511"/>
              <a:gd name="connsiteX4" fmla="*/ 239297 w 1021401"/>
              <a:gd name="connsiteY4" fmla="*/ 694511 h 694511"/>
              <a:gd name="connsiteX5" fmla="*/ 239173 w 1021401"/>
              <a:gd name="connsiteY5" fmla="*/ 73804 h 694511"/>
              <a:gd name="connsiteX6" fmla="*/ 963608 w 1021401"/>
              <a:gd name="connsiteY6" fmla="*/ 72937 h 694511"/>
              <a:gd name="connsiteX7" fmla="*/ 965060 w 1021401"/>
              <a:gd name="connsiteY7" fmla="*/ 136884 h 694511"/>
              <a:gd name="connsiteX8" fmla="*/ 907067 w 1021401"/>
              <a:gd name="connsiteY8" fmla="*/ 138693 h 694511"/>
              <a:gd name="connsiteX9" fmla="*/ 907067 w 1021401"/>
              <a:gd name="connsiteY9" fmla="*/ 0 h 694511"/>
              <a:gd name="connsiteX0" fmla="*/ 0 w 1021401"/>
              <a:gd name="connsiteY0" fmla="*/ 133568 h 694511"/>
              <a:gd name="connsiteX1" fmla="*/ 552980 w 1021401"/>
              <a:gd name="connsiteY1" fmla="*/ 134712 h 694511"/>
              <a:gd name="connsiteX2" fmla="*/ 646478 w 1021401"/>
              <a:gd name="connsiteY2" fmla="*/ 413522 h 694511"/>
              <a:gd name="connsiteX3" fmla="*/ 554803 w 1021401"/>
              <a:gd name="connsiteY3" fmla="*/ 693318 h 694511"/>
              <a:gd name="connsiteX4" fmla="*/ 239297 w 1021401"/>
              <a:gd name="connsiteY4" fmla="*/ 694511 h 694511"/>
              <a:gd name="connsiteX5" fmla="*/ 239173 w 1021401"/>
              <a:gd name="connsiteY5" fmla="*/ 73804 h 694511"/>
              <a:gd name="connsiteX6" fmla="*/ 963608 w 1021401"/>
              <a:gd name="connsiteY6" fmla="*/ 72937 h 694511"/>
              <a:gd name="connsiteX7" fmla="*/ 965060 w 1021401"/>
              <a:gd name="connsiteY7" fmla="*/ 136884 h 694511"/>
              <a:gd name="connsiteX8" fmla="*/ 907067 w 1021401"/>
              <a:gd name="connsiteY8" fmla="*/ 138693 h 694511"/>
              <a:gd name="connsiteX9" fmla="*/ 907067 w 1021401"/>
              <a:gd name="connsiteY9" fmla="*/ 0 h 694511"/>
              <a:gd name="connsiteX0" fmla="*/ 0 w 1021585"/>
              <a:gd name="connsiteY0" fmla="*/ 133568 h 694511"/>
              <a:gd name="connsiteX1" fmla="*/ 552980 w 1021585"/>
              <a:gd name="connsiteY1" fmla="*/ 134712 h 694511"/>
              <a:gd name="connsiteX2" fmla="*/ 646478 w 1021585"/>
              <a:gd name="connsiteY2" fmla="*/ 413522 h 694511"/>
              <a:gd name="connsiteX3" fmla="*/ 554803 w 1021585"/>
              <a:gd name="connsiteY3" fmla="*/ 693318 h 694511"/>
              <a:gd name="connsiteX4" fmla="*/ 239297 w 1021585"/>
              <a:gd name="connsiteY4" fmla="*/ 694511 h 694511"/>
              <a:gd name="connsiteX5" fmla="*/ 239173 w 1021585"/>
              <a:gd name="connsiteY5" fmla="*/ 73804 h 694511"/>
              <a:gd name="connsiteX6" fmla="*/ 963608 w 1021585"/>
              <a:gd name="connsiteY6" fmla="*/ 72937 h 694511"/>
              <a:gd name="connsiteX7" fmla="*/ 965760 w 1021585"/>
              <a:gd name="connsiteY7" fmla="*/ 146166 h 694511"/>
              <a:gd name="connsiteX8" fmla="*/ 907067 w 1021585"/>
              <a:gd name="connsiteY8" fmla="*/ 138693 h 694511"/>
              <a:gd name="connsiteX9" fmla="*/ 907067 w 1021585"/>
              <a:gd name="connsiteY9" fmla="*/ 0 h 694511"/>
              <a:gd name="connsiteX0" fmla="*/ 0 w 1021771"/>
              <a:gd name="connsiteY0" fmla="*/ 133568 h 694511"/>
              <a:gd name="connsiteX1" fmla="*/ 552980 w 1021771"/>
              <a:gd name="connsiteY1" fmla="*/ 134712 h 694511"/>
              <a:gd name="connsiteX2" fmla="*/ 646478 w 1021771"/>
              <a:gd name="connsiteY2" fmla="*/ 413522 h 694511"/>
              <a:gd name="connsiteX3" fmla="*/ 554803 w 1021771"/>
              <a:gd name="connsiteY3" fmla="*/ 693318 h 694511"/>
              <a:gd name="connsiteX4" fmla="*/ 239297 w 1021771"/>
              <a:gd name="connsiteY4" fmla="*/ 694511 h 694511"/>
              <a:gd name="connsiteX5" fmla="*/ 239173 w 1021771"/>
              <a:gd name="connsiteY5" fmla="*/ 73804 h 694511"/>
              <a:gd name="connsiteX6" fmla="*/ 963608 w 1021771"/>
              <a:gd name="connsiteY6" fmla="*/ 72937 h 694511"/>
              <a:gd name="connsiteX7" fmla="*/ 966461 w 1021771"/>
              <a:gd name="connsiteY7" fmla="*/ 136884 h 694511"/>
              <a:gd name="connsiteX8" fmla="*/ 907067 w 1021771"/>
              <a:gd name="connsiteY8" fmla="*/ 138693 h 694511"/>
              <a:gd name="connsiteX9" fmla="*/ 907067 w 1021771"/>
              <a:gd name="connsiteY9" fmla="*/ 0 h 694511"/>
              <a:gd name="connsiteX0" fmla="*/ 0 w 966461"/>
              <a:gd name="connsiteY0" fmla="*/ 133568 h 694511"/>
              <a:gd name="connsiteX1" fmla="*/ 552980 w 966461"/>
              <a:gd name="connsiteY1" fmla="*/ 134712 h 694511"/>
              <a:gd name="connsiteX2" fmla="*/ 646478 w 966461"/>
              <a:gd name="connsiteY2" fmla="*/ 413522 h 694511"/>
              <a:gd name="connsiteX3" fmla="*/ 554803 w 966461"/>
              <a:gd name="connsiteY3" fmla="*/ 693318 h 694511"/>
              <a:gd name="connsiteX4" fmla="*/ 239297 w 966461"/>
              <a:gd name="connsiteY4" fmla="*/ 694511 h 694511"/>
              <a:gd name="connsiteX5" fmla="*/ 239173 w 966461"/>
              <a:gd name="connsiteY5" fmla="*/ 73804 h 694511"/>
              <a:gd name="connsiteX6" fmla="*/ 963608 w 966461"/>
              <a:gd name="connsiteY6" fmla="*/ 72937 h 694511"/>
              <a:gd name="connsiteX7" fmla="*/ 966461 w 966461"/>
              <a:gd name="connsiteY7" fmla="*/ 136884 h 694511"/>
              <a:gd name="connsiteX8" fmla="*/ 907067 w 966461"/>
              <a:gd name="connsiteY8" fmla="*/ 138693 h 694511"/>
              <a:gd name="connsiteX9" fmla="*/ 907067 w 966461"/>
              <a:gd name="connsiteY9" fmla="*/ 0 h 694511"/>
              <a:gd name="connsiteX0" fmla="*/ 0 w 967328"/>
              <a:gd name="connsiteY0" fmla="*/ 133568 h 694511"/>
              <a:gd name="connsiteX1" fmla="*/ 552980 w 967328"/>
              <a:gd name="connsiteY1" fmla="*/ 134712 h 694511"/>
              <a:gd name="connsiteX2" fmla="*/ 646478 w 967328"/>
              <a:gd name="connsiteY2" fmla="*/ 413522 h 694511"/>
              <a:gd name="connsiteX3" fmla="*/ 554803 w 967328"/>
              <a:gd name="connsiteY3" fmla="*/ 693318 h 694511"/>
              <a:gd name="connsiteX4" fmla="*/ 239297 w 967328"/>
              <a:gd name="connsiteY4" fmla="*/ 694511 h 694511"/>
              <a:gd name="connsiteX5" fmla="*/ 239173 w 967328"/>
              <a:gd name="connsiteY5" fmla="*/ 73804 h 694511"/>
              <a:gd name="connsiteX6" fmla="*/ 965709 w 967328"/>
              <a:gd name="connsiteY6" fmla="*/ 72937 h 694511"/>
              <a:gd name="connsiteX7" fmla="*/ 966461 w 967328"/>
              <a:gd name="connsiteY7" fmla="*/ 136884 h 694511"/>
              <a:gd name="connsiteX8" fmla="*/ 907067 w 967328"/>
              <a:gd name="connsiteY8" fmla="*/ 138693 h 694511"/>
              <a:gd name="connsiteX9" fmla="*/ 907067 w 967328"/>
              <a:gd name="connsiteY9" fmla="*/ 0 h 694511"/>
              <a:gd name="connsiteX0" fmla="*/ 0 w 966461"/>
              <a:gd name="connsiteY0" fmla="*/ 133568 h 694511"/>
              <a:gd name="connsiteX1" fmla="*/ 552980 w 966461"/>
              <a:gd name="connsiteY1" fmla="*/ 134712 h 694511"/>
              <a:gd name="connsiteX2" fmla="*/ 646478 w 966461"/>
              <a:gd name="connsiteY2" fmla="*/ 413522 h 694511"/>
              <a:gd name="connsiteX3" fmla="*/ 554803 w 966461"/>
              <a:gd name="connsiteY3" fmla="*/ 693318 h 694511"/>
              <a:gd name="connsiteX4" fmla="*/ 239297 w 966461"/>
              <a:gd name="connsiteY4" fmla="*/ 694511 h 694511"/>
              <a:gd name="connsiteX5" fmla="*/ 239173 w 966461"/>
              <a:gd name="connsiteY5" fmla="*/ 73804 h 694511"/>
              <a:gd name="connsiteX6" fmla="*/ 965709 w 966461"/>
              <a:gd name="connsiteY6" fmla="*/ 72937 h 694511"/>
              <a:gd name="connsiteX7" fmla="*/ 966461 w 966461"/>
              <a:gd name="connsiteY7" fmla="*/ 136884 h 694511"/>
              <a:gd name="connsiteX8" fmla="*/ 907067 w 966461"/>
              <a:gd name="connsiteY8" fmla="*/ 138693 h 694511"/>
              <a:gd name="connsiteX9" fmla="*/ 907067 w 966461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7067 w 965875"/>
              <a:gd name="connsiteY8" fmla="*/ 138693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6367 w 965875"/>
              <a:gd name="connsiteY8" fmla="*/ 155115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2866 w 965875"/>
              <a:gd name="connsiteY8" fmla="*/ 157257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8468 w 965875"/>
              <a:gd name="connsiteY8" fmla="*/ 140835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8468 w 965875"/>
              <a:gd name="connsiteY8" fmla="*/ 140835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8468 w 965875"/>
              <a:gd name="connsiteY8" fmla="*/ 140835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8468 w 965875"/>
              <a:gd name="connsiteY8" fmla="*/ 140835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8468 w 965875"/>
              <a:gd name="connsiteY8" fmla="*/ 140835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8468 w 965875"/>
              <a:gd name="connsiteY8" fmla="*/ 140835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7768 w 965875"/>
              <a:gd name="connsiteY8" fmla="*/ 139407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3681 h 694511"/>
              <a:gd name="connsiteX7" fmla="*/ 965761 w 965875"/>
              <a:gd name="connsiteY7" fmla="*/ 139026 h 694511"/>
              <a:gd name="connsiteX8" fmla="*/ 907768 w 965875"/>
              <a:gd name="connsiteY8" fmla="*/ 139407 h 694511"/>
              <a:gd name="connsiteX9" fmla="*/ 907067 w 965875"/>
              <a:gd name="connsiteY9" fmla="*/ 0 h 694511"/>
              <a:gd name="connsiteX0" fmla="*/ 0 w 965875"/>
              <a:gd name="connsiteY0" fmla="*/ 132824 h 693767"/>
              <a:gd name="connsiteX1" fmla="*/ 552980 w 965875"/>
              <a:gd name="connsiteY1" fmla="*/ 133968 h 693767"/>
              <a:gd name="connsiteX2" fmla="*/ 646478 w 965875"/>
              <a:gd name="connsiteY2" fmla="*/ 412778 h 693767"/>
              <a:gd name="connsiteX3" fmla="*/ 554803 w 965875"/>
              <a:gd name="connsiteY3" fmla="*/ 692574 h 693767"/>
              <a:gd name="connsiteX4" fmla="*/ 239297 w 965875"/>
              <a:gd name="connsiteY4" fmla="*/ 693767 h 693767"/>
              <a:gd name="connsiteX5" fmla="*/ 239173 w 965875"/>
              <a:gd name="connsiteY5" fmla="*/ 73060 h 693767"/>
              <a:gd name="connsiteX6" fmla="*/ 965709 w 965875"/>
              <a:gd name="connsiteY6" fmla="*/ 72937 h 693767"/>
              <a:gd name="connsiteX7" fmla="*/ 965761 w 965875"/>
              <a:gd name="connsiteY7" fmla="*/ 138282 h 693767"/>
              <a:gd name="connsiteX8" fmla="*/ 907768 w 965875"/>
              <a:gd name="connsiteY8" fmla="*/ 138663 h 693767"/>
              <a:gd name="connsiteX9" fmla="*/ 908527 w 965875"/>
              <a:gd name="connsiteY9" fmla="*/ 0 h 693767"/>
              <a:gd name="connsiteX0" fmla="*/ 0 w 965875"/>
              <a:gd name="connsiteY0" fmla="*/ 135799 h 696742"/>
              <a:gd name="connsiteX1" fmla="*/ 552980 w 965875"/>
              <a:gd name="connsiteY1" fmla="*/ 136943 h 696742"/>
              <a:gd name="connsiteX2" fmla="*/ 646478 w 965875"/>
              <a:gd name="connsiteY2" fmla="*/ 415753 h 696742"/>
              <a:gd name="connsiteX3" fmla="*/ 554803 w 965875"/>
              <a:gd name="connsiteY3" fmla="*/ 695549 h 696742"/>
              <a:gd name="connsiteX4" fmla="*/ 239297 w 965875"/>
              <a:gd name="connsiteY4" fmla="*/ 696742 h 696742"/>
              <a:gd name="connsiteX5" fmla="*/ 239173 w 965875"/>
              <a:gd name="connsiteY5" fmla="*/ 76035 h 696742"/>
              <a:gd name="connsiteX6" fmla="*/ 965709 w 965875"/>
              <a:gd name="connsiteY6" fmla="*/ 75912 h 696742"/>
              <a:gd name="connsiteX7" fmla="*/ 965761 w 965875"/>
              <a:gd name="connsiteY7" fmla="*/ 141257 h 696742"/>
              <a:gd name="connsiteX8" fmla="*/ 907768 w 965875"/>
              <a:gd name="connsiteY8" fmla="*/ 141638 h 696742"/>
              <a:gd name="connsiteX9" fmla="*/ 907798 w 965875"/>
              <a:gd name="connsiteY9" fmla="*/ 0 h 696742"/>
              <a:gd name="connsiteX0" fmla="*/ 0 w 1626729"/>
              <a:gd name="connsiteY0" fmla="*/ 133485 h 696742"/>
              <a:gd name="connsiteX1" fmla="*/ 1213834 w 1626729"/>
              <a:gd name="connsiteY1" fmla="*/ 136943 h 696742"/>
              <a:gd name="connsiteX2" fmla="*/ 1307332 w 1626729"/>
              <a:gd name="connsiteY2" fmla="*/ 415753 h 696742"/>
              <a:gd name="connsiteX3" fmla="*/ 1215657 w 1626729"/>
              <a:gd name="connsiteY3" fmla="*/ 695549 h 696742"/>
              <a:gd name="connsiteX4" fmla="*/ 900151 w 1626729"/>
              <a:gd name="connsiteY4" fmla="*/ 696742 h 696742"/>
              <a:gd name="connsiteX5" fmla="*/ 900027 w 1626729"/>
              <a:gd name="connsiteY5" fmla="*/ 76035 h 696742"/>
              <a:gd name="connsiteX6" fmla="*/ 1626563 w 1626729"/>
              <a:gd name="connsiteY6" fmla="*/ 75912 h 696742"/>
              <a:gd name="connsiteX7" fmla="*/ 1626615 w 1626729"/>
              <a:gd name="connsiteY7" fmla="*/ 141257 h 696742"/>
              <a:gd name="connsiteX8" fmla="*/ 1568622 w 1626729"/>
              <a:gd name="connsiteY8" fmla="*/ 141638 h 696742"/>
              <a:gd name="connsiteX9" fmla="*/ 1568652 w 1626729"/>
              <a:gd name="connsiteY9" fmla="*/ 0 h 696742"/>
              <a:gd name="connsiteX0" fmla="*/ 0 w 1626729"/>
              <a:gd name="connsiteY0" fmla="*/ 133485 h 696742"/>
              <a:gd name="connsiteX1" fmla="*/ 1213834 w 1626729"/>
              <a:gd name="connsiteY1" fmla="*/ 136943 h 696742"/>
              <a:gd name="connsiteX2" fmla="*/ 1307332 w 1626729"/>
              <a:gd name="connsiteY2" fmla="*/ 415753 h 696742"/>
              <a:gd name="connsiteX3" fmla="*/ 1215657 w 1626729"/>
              <a:gd name="connsiteY3" fmla="*/ 695549 h 696742"/>
              <a:gd name="connsiteX4" fmla="*/ 900151 w 1626729"/>
              <a:gd name="connsiteY4" fmla="*/ 696742 h 696742"/>
              <a:gd name="connsiteX5" fmla="*/ 897756 w 1626729"/>
              <a:gd name="connsiteY5" fmla="*/ 27407 h 696742"/>
              <a:gd name="connsiteX6" fmla="*/ 1626563 w 1626729"/>
              <a:gd name="connsiteY6" fmla="*/ 75912 h 696742"/>
              <a:gd name="connsiteX7" fmla="*/ 1626615 w 1626729"/>
              <a:gd name="connsiteY7" fmla="*/ 141257 h 696742"/>
              <a:gd name="connsiteX8" fmla="*/ 1568622 w 1626729"/>
              <a:gd name="connsiteY8" fmla="*/ 141638 h 696742"/>
              <a:gd name="connsiteX9" fmla="*/ 1568652 w 1626729"/>
              <a:gd name="connsiteY9" fmla="*/ 0 h 696742"/>
              <a:gd name="connsiteX0" fmla="*/ 0 w 1626729"/>
              <a:gd name="connsiteY0" fmla="*/ 133485 h 696742"/>
              <a:gd name="connsiteX1" fmla="*/ 1213834 w 1626729"/>
              <a:gd name="connsiteY1" fmla="*/ 136943 h 696742"/>
              <a:gd name="connsiteX2" fmla="*/ 1307332 w 1626729"/>
              <a:gd name="connsiteY2" fmla="*/ 415753 h 696742"/>
              <a:gd name="connsiteX3" fmla="*/ 1215657 w 1626729"/>
              <a:gd name="connsiteY3" fmla="*/ 695549 h 696742"/>
              <a:gd name="connsiteX4" fmla="*/ 900151 w 1626729"/>
              <a:gd name="connsiteY4" fmla="*/ 696742 h 696742"/>
              <a:gd name="connsiteX5" fmla="*/ 902298 w 1626729"/>
              <a:gd name="connsiteY5" fmla="*/ 25091 h 696742"/>
              <a:gd name="connsiteX6" fmla="*/ 1626563 w 1626729"/>
              <a:gd name="connsiteY6" fmla="*/ 75912 h 696742"/>
              <a:gd name="connsiteX7" fmla="*/ 1626615 w 1626729"/>
              <a:gd name="connsiteY7" fmla="*/ 141257 h 696742"/>
              <a:gd name="connsiteX8" fmla="*/ 1568622 w 1626729"/>
              <a:gd name="connsiteY8" fmla="*/ 141638 h 696742"/>
              <a:gd name="connsiteX9" fmla="*/ 1568652 w 1626729"/>
              <a:gd name="connsiteY9" fmla="*/ 0 h 696742"/>
              <a:gd name="connsiteX0" fmla="*/ 0 w 1626729"/>
              <a:gd name="connsiteY0" fmla="*/ 133485 h 696742"/>
              <a:gd name="connsiteX1" fmla="*/ 1213834 w 1626729"/>
              <a:gd name="connsiteY1" fmla="*/ 136943 h 696742"/>
              <a:gd name="connsiteX2" fmla="*/ 1307332 w 1626729"/>
              <a:gd name="connsiteY2" fmla="*/ 415753 h 696742"/>
              <a:gd name="connsiteX3" fmla="*/ 1215657 w 1626729"/>
              <a:gd name="connsiteY3" fmla="*/ 695549 h 696742"/>
              <a:gd name="connsiteX4" fmla="*/ 900151 w 1626729"/>
              <a:gd name="connsiteY4" fmla="*/ 696742 h 696742"/>
              <a:gd name="connsiteX5" fmla="*/ 897756 w 1626729"/>
              <a:gd name="connsiteY5" fmla="*/ 25091 h 696742"/>
              <a:gd name="connsiteX6" fmla="*/ 1626563 w 1626729"/>
              <a:gd name="connsiteY6" fmla="*/ 75912 h 696742"/>
              <a:gd name="connsiteX7" fmla="*/ 1626615 w 1626729"/>
              <a:gd name="connsiteY7" fmla="*/ 141257 h 696742"/>
              <a:gd name="connsiteX8" fmla="*/ 1568622 w 1626729"/>
              <a:gd name="connsiteY8" fmla="*/ 141638 h 696742"/>
              <a:gd name="connsiteX9" fmla="*/ 1568652 w 1626729"/>
              <a:gd name="connsiteY9" fmla="*/ 0 h 696742"/>
              <a:gd name="connsiteX0" fmla="*/ 0 w 1626615"/>
              <a:gd name="connsiteY0" fmla="*/ 133485 h 696742"/>
              <a:gd name="connsiteX1" fmla="*/ 1213834 w 1626615"/>
              <a:gd name="connsiteY1" fmla="*/ 136943 h 696742"/>
              <a:gd name="connsiteX2" fmla="*/ 1307332 w 1626615"/>
              <a:gd name="connsiteY2" fmla="*/ 415753 h 696742"/>
              <a:gd name="connsiteX3" fmla="*/ 1215657 w 1626615"/>
              <a:gd name="connsiteY3" fmla="*/ 695549 h 696742"/>
              <a:gd name="connsiteX4" fmla="*/ 900151 w 1626615"/>
              <a:gd name="connsiteY4" fmla="*/ 696742 h 696742"/>
              <a:gd name="connsiteX5" fmla="*/ 897756 w 1626615"/>
              <a:gd name="connsiteY5" fmla="*/ 25091 h 696742"/>
              <a:gd name="connsiteX6" fmla="*/ 1508472 w 1626615"/>
              <a:gd name="connsiteY6" fmla="*/ 27284 h 696742"/>
              <a:gd name="connsiteX7" fmla="*/ 1626615 w 1626615"/>
              <a:gd name="connsiteY7" fmla="*/ 141257 h 696742"/>
              <a:gd name="connsiteX8" fmla="*/ 1568622 w 1626615"/>
              <a:gd name="connsiteY8" fmla="*/ 141638 h 696742"/>
              <a:gd name="connsiteX9" fmla="*/ 1568652 w 1626615"/>
              <a:gd name="connsiteY9" fmla="*/ 0 h 696742"/>
              <a:gd name="connsiteX0" fmla="*/ 0 w 1571298"/>
              <a:gd name="connsiteY0" fmla="*/ 286313 h 849570"/>
              <a:gd name="connsiteX1" fmla="*/ 1213834 w 1571298"/>
              <a:gd name="connsiteY1" fmla="*/ 289771 h 849570"/>
              <a:gd name="connsiteX2" fmla="*/ 1307332 w 1571298"/>
              <a:gd name="connsiteY2" fmla="*/ 568581 h 849570"/>
              <a:gd name="connsiteX3" fmla="*/ 1215657 w 1571298"/>
              <a:gd name="connsiteY3" fmla="*/ 848377 h 849570"/>
              <a:gd name="connsiteX4" fmla="*/ 900151 w 1571298"/>
              <a:gd name="connsiteY4" fmla="*/ 849570 h 849570"/>
              <a:gd name="connsiteX5" fmla="*/ 897756 w 1571298"/>
              <a:gd name="connsiteY5" fmla="*/ 177919 h 849570"/>
              <a:gd name="connsiteX6" fmla="*/ 1508472 w 1571298"/>
              <a:gd name="connsiteY6" fmla="*/ 180112 h 849570"/>
              <a:gd name="connsiteX7" fmla="*/ 1508525 w 1571298"/>
              <a:gd name="connsiteY7" fmla="*/ 0 h 849570"/>
              <a:gd name="connsiteX8" fmla="*/ 1568622 w 1571298"/>
              <a:gd name="connsiteY8" fmla="*/ 294466 h 849570"/>
              <a:gd name="connsiteX9" fmla="*/ 1568652 w 1571298"/>
              <a:gd name="connsiteY9" fmla="*/ 152828 h 849570"/>
              <a:gd name="connsiteX0" fmla="*/ 0 w 1568652"/>
              <a:gd name="connsiteY0" fmla="*/ 286433 h 849690"/>
              <a:gd name="connsiteX1" fmla="*/ 1213834 w 1568652"/>
              <a:gd name="connsiteY1" fmla="*/ 289891 h 849690"/>
              <a:gd name="connsiteX2" fmla="*/ 1307332 w 1568652"/>
              <a:gd name="connsiteY2" fmla="*/ 568701 h 849690"/>
              <a:gd name="connsiteX3" fmla="*/ 1215657 w 1568652"/>
              <a:gd name="connsiteY3" fmla="*/ 848497 h 849690"/>
              <a:gd name="connsiteX4" fmla="*/ 900151 w 1568652"/>
              <a:gd name="connsiteY4" fmla="*/ 849690 h 849690"/>
              <a:gd name="connsiteX5" fmla="*/ 897756 w 1568652"/>
              <a:gd name="connsiteY5" fmla="*/ 178039 h 849690"/>
              <a:gd name="connsiteX6" fmla="*/ 1508472 w 1568652"/>
              <a:gd name="connsiteY6" fmla="*/ 180232 h 849690"/>
              <a:gd name="connsiteX7" fmla="*/ 1508525 w 1568652"/>
              <a:gd name="connsiteY7" fmla="*/ 120 h 849690"/>
              <a:gd name="connsiteX8" fmla="*/ 1568652 w 1568652"/>
              <a:gd name="connsiteY8" fmla="*/ 152948 h 84969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897756 w 1508638"/>
              <a:gd name="connsiteY5" fmla="*/ 177919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901441 w 1508638"/>
              <a:gd name="connsiteY5" fmla="*/ 176980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898677 w 1508638"/>
              <a:gd name="connsiteY5" fmla="*/ 176980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898677 w 1508638"/>
              <a:gd name="connsiteY5" fmla="*/ 176980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907889 w 1508638"/>
              <a:gd name="connsiteY5" fmla="*/ 172284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907889 w 1508638"/>
              <a:gd name="connsiteY5" fmla="*/ 172284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907889 w 1508638"/>
              <a:gd name="connsiteY5" fmla="*/ 172284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901441 w 1508638"/>
              <a:gd name="connsiteY5" fmla="*/ 180738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901441 w 1508638"/>
              <a:gd name="connsiteY5" fmla="*/ 180738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901441 w 1508638"/>
              <a:gd name="connsiteY5" fmla="*/ 180738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7717"/>
              <a:gd name="connsiteY0" fmla="*/ 290072 h 850509"/>
              <a:gd name="connsiteX1" fmla="*/ 1212913 w 1507717"/>
              <a:gd name="connsiteY1" fmla="*/ 289771 h 850509"/>
              <a:gd name="connsiteX2" fmla="*/ 1306411 w 1507717"/>
              <a:gd name="connsiteY2" fmla="*/ 568581 h 850509"/>
              <a:gd name="connsiteX3" fmla="*/ 1214736 w 1507717"/>
              <a:gd name="connsiteY3" fmla="*/ 848377 h 850509"/>
              <a:gd name="connsiteX4" fmla="*/ 901072 w 1507717"/>
              <a:gd name="connsiteY4" fmla="*/ 850509 h 850509"/>
              <a:gd name="connsiteX5" fmla="*/ 900520 w 1507717"/>
              <a:gd name="connsiteY5" fmla="*/ 180738 h 850509"/>
              <a:gd name="connsiteX6" fmla="*/ 1507551 w 1507717"/>
              <a:gd name="connsiteY6" fmla="*/ 180112 h 850509"/>
              <a:gd name="connsiteX7" fmla="*/ 1507604 w 1507717"/>
              <a:gd name="connsiteY7" fmla="*/ 0 h 850509"/>
              <a:gd name="connsiteX0" fmla="*/ 0 w 1508638"/>
              <a:gd name="connsiteY0" fmla="*/ 292890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9559"/>
              <a:gd name="connsiteY0" fmla="*/ 291951 h 850509"/>
              <a:gd name="connsiteX1" fmla="*/ 1214755 w 1509559"/>
              <a:gd name="connsiteY1" fmla="*/ 289771 h 850509"/>
              <a:gd name="connsiteX2" fmla="*/ 1308253 w 1509559"/>
              <a:gd name="connsiteY2" fmla="*/ 568581 h 850509"/>
              <a:gd name="connsiteX3" fmla="*/ 1216578 w 1509559"/>
              <a:gd name="connsiteY3" fmla="*/ 848377 h 850509"/>
              <a:gd name="connsiteX4" fmla="*/ 902914 w 1509559"/>
              <a:gd name="connsiteY4" fmla="*/ 850509 h 850509"/>
              <a:gd name="connsiteX5" fmla="*/ 902362 w 1509559"/>
              <a:gd name="connsiteY5" fmla="*/ 180738 h 850509"/>
              <a:gd name="connsiteX6" fmla="*/ 1509393 w 1509559"/>
              <a:gd name="connsiteY6" fmla="*/ 180112 h 850509"/>
              <a:gd name="connsiteX7" fmla="*/ 1509446 w 1509559"/>
              <a:gd name="connsiteY7" fmla="*/ 0 h 850509"/>
              <a:gd name="connsiteX0" fmla="*/ 0 w 1509446"/>
              <a:gd name="connsiteY0" fmla="*/ 291951 h 850509"/>
              <a:gd name="connsiteX1" fmla="*/ 1214755 w 1509446"/>
              <a:gd name="connsiteY1" fmla="*/ 289771 h 850509"/>
              <a:gd name="connsiteX2" fmla="*/ 1308253 w 1509446"/>
              <a:gd name="connsiteY2" fmla="*/ 568581 h 850509"/>
              <a:gd name="connsiteX3" fmla="*/ 1216578 w 1509446"/>
              <a:gd name="connsiteY3" fmla="*/ 848377 h 850509"/>
              <a:gd name="connsiteX4" fmla="*/ 902914 w 1509446"/>
              <a:gd name="connsiteY4" fmla="*/ 850509 h 850509"/>
              <a:gd name="connsiteX5" fmla="*/ 902362 w 1509446"/>
              <a:gd name="connsiteY5" fmla="*/ 180738 h 850509"/>
              <a:gd name="connsiteX6" fmla="*/ 1509393 w 1509446"/>
              <a:gd name="connsiteY6" fmla="*/ 180112 h 850509"/>
              <a:gd name="connsiteX7" fmla="*/ 1509446 w 1509446"/>
              <a:gd name="connsiteY7" fmla="*/ 0 h 850509"/>
              <a:gd name="connsiteX0" fmla="*/ 0 w 1507827"/>
              <a:gd name="connsiteY0" fmla="*/ 286998 h 850509"/>
              <a:gd name="connsiteX1" fmla="*/ 1213136 w 1507827"/>
              <a:gd name="connsiteY1" fmla="*/ 289771 h 850509"/>
              <a:gd name="connsiteX2" fmla="*/ 1306634 w 1507827"/>
              <a:gd name="connsiteY2" fmla="*/ 568581 h 850509"/>
              <a:gd name="connsiteX3" fmla="*/ 1214959 w 1507827"/>
              <a:gd name="connsiteY3" fmla="*/ 848377 h 850509"/>
              <a:gd name="connsiteX4" fmla="*/ 901295 w 1507827"/>
              <a:gd name="connsiteY4" fmla="*/ 850509 h 850509"/>
              <a:gd name="connsiteX5" fmla="*/ 900743 w 1507827"/>
              <a:gd name="connsiteY5" fmla="*/ 180738 h 850509"/>
              <a:gd name="connsiteX6" fmla="*/ 1507774 w 1507827"/>
              <a:gd name="connsiteY6" fmla="*/ 180112 h 850509"/>
              <a:gd name="connsiteX7" fmla="*/ 1507827 w 1507827"/>
              <a:gd name="connsiteY7" fmla="*/ 0 h 850509"/>
              <a:gd name="connsiteX0" fmla="*/ 0 w 1504589"/>
              <a:gd name="connsiteY0" fmla="*/ 290301 h 850509"/>
              <a:gd name="connsiteX1" fmla="*/ 1209898 w 1504589"/>
              <a:gd name="connsiteY1" fmla="*/ 289771 h 850509"/>
              <a:gd name="connsiteX2" fmla="*/ 1303396 w 1504589"/>
              <a:gd name="connsiteY2" fmla="*/ 568581 h 850509"/>
              <a:gd name="connsiteX3" fmla="*/ 1211721 w 1504589"/>
              <a:gd name="connsiteY3" fmla="*/ 848377 h 850509"/>
              <a:gd name="connsiteX4" fmla="*/ 898057 w 1504589"/>
              <a:gd name="connsiteY4" fmla="*/ 850509 h 850509"/>
              <a:gd name="connsiteX5" fmla="*/ 897505 w 1504589"/>
              <a:gd name="connsiteY5" fmla="*/ 180738 h 850509"/>
              <a:gd name="connsiteX6" fmla="*/ 1504536 w 1504589"/>
              <a:gd name="connsiteY6" fmla="*/ 180112 h 850509"/>
              <a:gd name="connsiteX7" fmla="*/ 1504589 w 1504589"/>
              <a:gd name="connsiteY7" fmla="*/ 0 h 850509"/>
              <a:gd name="connsiteX0" fmla="*/ 0 w 1502970"/>
              <a:gd name="connsiteY0" fmla="*/ 287000 h 850509"/>
              <a:gd name="connsiteX1" fmla="*/ 1208279 w 1502970"/>
              <a:gd name="connsiteY1" fmla="*/ 289771 h 850509"/>
              <a:gd name="connsiteX2" fmla="*/ 1301777 w 1502970"/>
              <a:gd name="connsiteY2" fmla="*/ 568581 h 850509"/>
              <a:gd name="connsiteX3" fmla="*/ 1210102 w 1502970"/>
              <a:gd name="connsiteY3" fmla="*/ 848377 h 850509"/>
              <a:gd name="connsiteX4" fmla="*/ 896438 w 1502970"/>
              <a:gd name="connsiteY4" fmla="*/ 850509 h 850509"/>
              <a:gd name="connsiteX5" fmla="*/ 895886 w 1502970"/>
              <a:gd name="connsiteY5" fmla="*/ 180738 h 850509"/>
              <a:gd name="connsiteX6" fmla="*/ 1502917 w 1502970"/>
              <a:gd name="connsiteY6" fmla="*/ 180112 h 850509"/>
              <a:gd name="connsiteX7" fmla="*/ 1502970 w 1502970"/>
              <a:gd name="connsiteY7" fmla="*/ 0 h 850509"/>
              <a:gd name="connsiteX0" fmla="*/ 0 w 1297367"/>
              <a:gd name="connsiteY0" fmla="*/ 288651 h 850509"/>
              <a:gd name="connsiteX1" fmla="*/ 1002676 w 1297367"/>
              <a:gd name="connsiteY1" fmla="*/ 289771 h 850509"/>
              <a:gd name="connsiteX2" fmla="*/ 1096174 w 1297367"/>
              <a:gd name="connsiteY2" fmla="*/ 568581 h 850509"/>
              <a:gd name="connsiteX3" fmla="*/ 1004499 w 1297367"/>
              <a:gd name="connsiteY3" fmla="*/ 848377 h 850509"/>
              <a:gd name="connsiteX4" fmla="*/ 690835 w 1297367"/>
              <a:gd name="connsiteY4" fmla="*/ 850509 h 850509"/>
              <a:gd name="connsiteX5" fmla="*/ 690283 w 1297367"/>
              <a:gd name="connsiteY5" fmla="*/ 180738 h 850509"/>
              <a:gd name="connsiteX6" fmla="*/ 1297314 w 1297367"/>
              <a:gd name="connsiteY6" fmla="*/ 180112 h 850509"/>
              <a:gd name="connsiteX7" fmla="*/ 1297367 w 1297367"/>
              <a:gd name="connsiteY7" fmla="*/ 0 h 850509"/>
              <a:gd name="connsiteX0" fmla="*/ 0 w 1297367"/>
              <a:gd name="connsiteY0" fmla="*/ 288651 h 850509"/>
              <a:gd name="connsiteX1" fmla="*/ 512749 w 1297367"/>
              <a:gd name="connsiteY1" fmla="*/ 285154 h 850509"/>
              <a:gd name="connsiteX2" fmla="*/ 1002676 w 1297367"/>
              <a:gd name="connsiteY2" fmla="*/ 289771 h 850509"/>
              <a:gd name="connsiteX3" fmla="*/ 1096174 w 1297367"/>
              <a:gd name="connsiteY3" fmla="*/ 568581 h 850509"/>
              <a:gd name="connsiteX4" fmla="*/ 1004499 w 1297367"/>
              <a:gd name="connsiteY4" fmla="*/ 848377 h 850509"/>
              <a:gd name="connsiteX5" fmla="*/ 690835 w 1297367"/>
              <a:gd name="connsiteY5" fmla="*/ 850509 h 850509"/>
              <a:gd name="connsiteX6" fmla="*/ 690283 w 1297367"/>
              <a:gd name="connsiteY6" fmla="*/ 180738 h 850509"/>
              <a:gd name="connsiteX7" fmla="*/ 1297314 w 1297367"/>
              <a:gd name="connsiteY7" fmla="*/ 180112 h 850509"/>
              <a:gd name="connsiteX8" fmla="*/ 1297367 w 1297367"/>
              <a:gd name="connsiteY8" fmla="*/ 0 h 850509"/>
              <a:gd name="connsiteX0" fmla="*/ 3744 w 784618"/>
              <a:gd name="connsiteY0" fmla="*/ 1284702 h 1284702"/>
              <a:gd name="connsiteX1" fmla="*/ 0 w 784618"/>
              <a:gd name="connsiteY1" fmla="*/ 285154 h 1284702"/>
              <a:gd name="connsiteX2" fmla="*/ 489927 w 784618"/>
              <a:gd name="connsiteY2" fmla="*/ 289771 h 1284702"/>
              <a:gd name="connsiteX3" fmla="*/ 583425 w 784618"/>
              <a:gd name="connsiteY3" fmla="*/ 568581 h 1284702"/>
              <a:gd name="connsiteX4" fmla="*/ 491750 w 784618"/>
              <a:gd name="connsiteY4" fmla="*/ 848377 h 1284702"/>
              <a:gd name="connsiteX5" fmla="*/ 178086 w 784618"/>
              <a:gd name="connsiteY5" fmla="*/ 850509 h 1284702"/>
              <a:gd name="connsiteX6" fmla="*/ 177534 w 784618"/>
              <a:gd name="connsiteY6" fmla="*/ 180738 h 1284702"/>
              <a:gd name="connsiteX7" fmla="*/ 784565 w 784618"/>
              <a:gd name="connsiteY7" fmla="*/ 180112 h 1284702"/>
              <a:gd name="connsiteX8" fmla="*/ 784618 w 784618"/>
              <a:gd name="connsiteY8" fmla="*/ 0 h 1284702"/>
              <a:gd name="connsiteX0" fmla="*/ 3744 w 784618"/>
              <a:gd name="connsiteY0" fmla="*/ 1303784 h 1303784"/>
              <a:gd name="connsiteX1" fmla="*/ 0 w 784618"/>
              <a:gd name="connsiteY1" fmla="*/ 285154 h 1303784"/>
              <a:gd name="connsiteX2" fmla="*/ 489927 w 784618"/>
              <a:gd name="connsiteY2" fmla="*/ 289771 h 1303784"/>
              <a:gd name="connsiteX3" fmla="*/ 583425 w 784618"/>
              <a:gd name="connsiteY3" fmla="*/ 568581 h 1303784"/>
              <a:gd name="connsiteX4" fmla="*/ 491750 w 784618"/>
              <a:gd name="connsiteY4" fmla="*/ 848377 h 1303784"/>
              <a:gd name="connsiteX5" fmla="*/ 178086 w 784618"/>
              <a:gd name="connsiteY5" fmla="*/ 850509 h 1303784"/>
              <a:gd name="connsiteX6" fmla="*/ 177534 w 784618"/>
              <a:gd name="connsiteY6" fmla="*/ 180738 h 1303784"/>
              <a:gd name="connsiteX7" fmla="*/ 784565 w 784618"/>
              <a:gd name="connsiteY7" fmla="*/ 180112 h 1303784"/>
              <a:gd name="connsiteX8" fmla="*/ 784618 w 784618"/>
              <a:gd name="connsiteY8" fmla="*/ 0 h 1303784"/>
              <a:gd name="connsiteX0" fmla="*/ 3744 w 784565"/>
              <a:gd name="connsiteY0" fmla="*/ 1123672 h 1123672"/>
              <a:gd name="connsiteX1" fmla="*/ 0 w 784565"/>
              <a:gd name="connsiteY1" fmla="*/ 105042 h 1123672"/>
              <a:gd name="connsiteX2" fmla="*/ 489927 w 784565"/>
              <a:gd name="connsiteY2" fmla="*/ 109659 h 1123672"/>
              <a:gd name="connsiteX3" fmla="*/ 583425 w 784565"/>
              <a:gd name="connsiteY3" fmla="*/ 388469 h 1123672"/>
              <a:gd name="connsiteX4" fmla="*/ 491750 w 784565"/>
              <a:gd name="connsiteY4" fmla="*/ 668265 h 1123672"/>
              <a:gd name="connsiteX5" fmla="*/ 178086 w 784565"/>
              <a:gd name="connsiteY5" fmla="*/ 670397 h 1123672"/>
              <a:gd name="connsiteX6" fmla="*/ 177534 w 784565"/>
              <a:gd name="connsiteY6" fmla="*/ 626 h 1123672"/>
              <a:gd name="connsiteX7" fmla="*/ 784565 w 784565"/>
              <a:gd name="connsiteY7" fmla="*/ 0 h 1123672"/>
              <a:gd name="connsiteX0" fmla="*/ 3744 w 583425"/>
              <a:gd name="connsiteY0" fmla="*/ 4894164 h 4894164"/>
              <a:gd name="connsiteX1" fmla="*/ 0 w 583425"/>
              <a:gd name="connsiteY1" fmla="*/ 3875534 h 4894164"/>
              <a:gd name="connsiteX2" fmla="*/ 489927 w 583425"/>
              <a:gd name="connsiteY2" fmla="*/ 3880151 h 4894164"/>
              <a:gd name="connsiteX3" fmla="*/ 583425 w 583425"/>
              <a:gd name="connsiteY3" fmla="*/ 4158961 h 4894164"/>
              <a:gd name="connsiteX4" fmla="*/ 491750 w 583425"/>
              <a:gd name="connsiteY4" fmla="*/ 4438757 h 4894164"/>
              <a:gd name="connsiteX5" fmla="*/ 178086 w 583425"/>
              <a:gd name="connsiteY5" fmla="*/ 4440889 h 4894164"/>
              <a:gd name="connsiteX6" fmla="*/ 177534 w 583425"/>
              <a:gd name="connsiteY6" fmla="*/ 3771118 h 4894164"/>
              <a:gd name="connsiteX7" fmla="*/ 174506 w 583425"/>
              <a:gd name="connsiteY7" fmla="*/ 0 h 4894164"/>
              <a:gd name="connsiteX0" fmla="*/ 3744 w 583425"/>
              <a:gd name="connsiteY0" fmla="*/ 4894164 h 4894164"/>
              <a:gd name="connsiteX1" fmla="*/ 0 w 583425"/>
              <a:gd name="connsiteY1" fmla="*/ 3883441 h 4894164"/>
              <a:gd name="connsiteX2" fmla="*/ 489927 w 583425"/>
              <a:gd name="connsiteY2" fmla="*/ 3880151 h 4894164"/>
              <a:gd name="connsiteX3" fmla="*/ 583425 w 583425"/>
              <a:gd name="connsiteY3" fmla="*/ 4158961 h 4894164"/>
              <a:gd name="connsiteX4" fmla="*/ 491750 w 583425"/>
              <a:gd name="connsiteY4" fmla="*/ 4438757 h 4894164"/>
              <a:gd name="connsiteX5" fmla="*/ 178086 w 583425"/>
              <a:gd name="connsiteY5" fmla="*/ 4440889 h 4894164"/>
              <a:gd name="connsiteX6" fmla="*/ 177534 w 583425"/>
              <a:gd name="connsiteY6" fmla="*/ 3771118 h 4894164"/>
              <a:gd name="connsiteX7" fmla="*/ 174506 w 583425"/>
              <a:gd name="connsiteY7" fmla="*/ 0 h 4894164"/>
              <a:gd name="connsiteX0" fmla="*/ 1158 w 580839"/>
              <a:gd name="connsiteY0" fmla="*/ 4894164 h 4894164"/>
              <a:gd name="connsiteX1" fmla="*/ 0 w 580839"/>
              <a:gd name="connsiteY1" fmla="*/ 3878170 h 4894164"/>
              <a:gd name="connsiteX2" fmla="*/ 487341 w 580839"/>
              <a:gd name="connsiteY2" fmla="*/ 3880151 h 4894164"/>
              <a:gd name="connsiteX3" fmla="*/ 580839 w 580839"/>
              <a:gd name="connsiteY3" fmla="*/ 4158961 h 4894164"/>
              <a:gd name="connsiteX4" fmla="*/ 489164 w 580839"/>
              <a:gd name="connsiteY4" fmla="*/ 4438757 h 4894164"/>
              <a:gd name="connsiteX5" fmla="*/ 175500 w 580839"/>
              <a:gd name="connsiteY5" fmla="*/ 4440889 h 4894164"/>
              <a:gd name="connsiteX6" fmla="*/ 174948 w 580839"/>
              <a:gd name="connsiteY6" fmla="*/ 3771118 h 4894164"/>
              <a:gd name="connsiteX7" fmla="*/ 171920 w 580839"/>
              <a:gd name="connsiteY7" fmla="*/ 0 h 4894164"/>
              <a:gd name="connsiteX0" fmla="*/ 1156 w 580837"/>
              <a:gd name="connsiteY0" fmla="*/ 4894164 h 4894164"/>
              <a:gd name="connsiteX1" fmla="*/ 0 w 580837"/>
              <a:gd name="connsiteY1" fmla="*/ 3880808 h 4894164"/>
              <a:gd name="connsiteX2" fmla="*/ 487339 w 580837"/>
              <a:gd name="connsiteY2" fmla="*/ 3880151 h 4894164"/>
              <a:gd name="connsiteX3" fmla="*/ 580837 w 580837"/>
              <a:gd name="connsiteY3" fmla="*/ 4158961 h 4894164"/>
              <a:gd name="connsiteX4" fmla="*/ 489162 w 580837"/>
              <a:gd name="connsiteY4" fmla="*/ 4438757 h 4894164"/>
              <a:gd name="connsiteX5" fmla="*/ 175498 w 580837"/>
              <a:gd name="connsiteY5" fmla="*/ 4440889 h 4894164"/>
              <a:gd name="connsiteX6" fmla="*/ 174946 w 580837"/>
              <a:gd name="connsiteY6" fmla="*/ 3771118 h 4894164"/>
              <a:gd name="connsiteX7" fmla="*/ 171918 w 580837"/>
              <a:gd name="connsiteY7" fmla="*/ 0 h 4894164"/>
              <a:gd name="connsiteX0" fmla="*/ 1156 w 580837"/>
              <a:gd name="connsiteY0" fmla="*/ 7329561 h 7329561"/>
              <a:gd name="connsiteX1" fmla="*/ 0 w 580837"/>
              <a:gd name="connsiteY1" fmla="*/ 6316205 h 7329561"/>
              <a:gd name="connsiteX2" fmla="*/ 487339 w 580837"/>
              <a:gd name="connsiteY2" fmla="*/ 6315548 h 7329561"/>
              <a:gd name="connsiteX3" fmla="*/ 580837 w 580837"/>
              <a:gd name="connsiteY3" fmla="*/ 6594358 h 7329561"/>
              <a:gd name="connsiteX4" fmla="*/ 489162 w 580837"/>
              <a:gd name="connsiteY4" fmla="*/ 6874154 h 7329561"/>
              <a:gd name="connsiteX5" fmla="*/ 175498 w 580837"/>
              <a:gd name="connsiteY5" fmla="*/ 6876286 h 7329561"/>
              <a:gd name="connsiteX6" fmla="*/ 174946 w 580837"/>
              <a:gd name="connsiteY6" fmla="*/ 6206515 h 7329561"/>
              <a:gd name="connsiteX7" fmla="*/ 174503 w 580837"/>
              <a:gd name="connsiteY7" fmla="*/ 0 h 7329561"/>
              <a:gd name="connsiteX0" fmla="*/ 1156 w 580837"/>
              <a:gd name="connsiteY0" fmla="*/ 20215308 h 20215308"/>
              <a:gd name="connsiteX1" fmla="*/ 0 w 580837"/>
              <a:gd name="connsiteY1" fmla="*/ 19201952 h 20215308"/>
              <a:gd name="connsiteX2" fmla="*/ 487339 w 580837"/>
              <a:gd name="connsiteY2" fmla="*/ 19201295 h 20215308"/>
              <a:gd name="connsiteX3" fmla="*/ 580837 w 580837"/>
              <a:gd name="connsiteY3" fmla="*/ 19480105 h 20215308"/>
              <a:gd name="connsiteX4" fmla="*/ 489162 w 580837"/>
              <a:gd name="connsiteY4" fmla="*/ 19759901 h 20215308"/>
              <a:gd name="connsiteX5" fmla="*/ 175498 w 580837"/>
              <a:gd name="connsiteY5" fmla="*/ 19762033 h 20215308"/>
              <a:gd name="connsiteX6" fmla="*/ 174946 w 580837"/>
              <a:gd name="connsiteY6" fmla="*/ 19092262 h 20215308"/>
              <a:gd name="connsiteX7" fmla="*/ 174503 w 580837"/>
              <a:gd name="connsiteY7" fmla="*/ 0 h 20215308"/>
              <a:gd name="connsiteX0" fmla="*/ 1156 w 580837"/>
              <a:gd name="connsiteY0" fmla="*/ 20215308 h 20215308"/>
              <a:gd name="connsiteX1" fmla="*/ 0 w 580837"/>
              <a:gd name="connsiteY1" fmla="*/ 19201952 h 20215308"/>
              <a:gd name="connsiteX2" fmla="*/ 487339 w 580837"/>
              <a:gd name="connsiteY2" fmla="*/ 19201295 h 20215308"/>
              <a:gd name="connsiteX3" fmla="*/ 580837 w 580837"/>
              <a:gd name="connsiteY3" fmla="*/ 19480105 h 20215308"/>
              <a:gd name="connsiteX4" fmla="*/ 489162 w 580837"/>
              <a:gd name="connsiteY4" fmla="*/ 19759901 h 20215308"/>
              <a:gd name="connsiteX5" fmla="*/ 175498 w 580837"/>
              <a:gd name="connsiteY5" fmla="*/ 19762033 h 20215308"/>
              <a:gd name="connsiteX6" fmla="*/ 174946 w 580837"/>
              <a:gd name="connsiteY6" fmla="*/ 19092262 h 20215308"/>
              <a:gd name="connsiteX7" fmla="*/ 174503 w 580837"/>
              <a:gd name="connsiteY7" fmla="*/ 0 h 20215308"/>
              <a:gd name="connsiteX0" fmla="*/ 1156 w 580837"/>
              <a:gd name="connsiteY0" fmla="*/ 20215308 h 20215308"/>
              <a:gd name="connsiteX1" fmla="*/ 0 w 580837"/>
              <a:gd name="connsiteY1" fmla="*/ 19201952 h 20215308"/>
              <a:gd name="connsiteX2" fmla="*/ 487339 w 580837"/>
              <a:gd name="connsiteY2" fmla="*/ 19201295 h 20215308"/>
              <a:gd name="connsiteX3" fmla="*/ 580837 w 580837"/>
              <a:gd name="connsiteY3" fmla="*/ 19480105 h 20215308"/>
              <a:gd name="connsiteX4" fmla="*/ 489162 w 580837"/>
              <a:gd name="connsiteY4" fmla="*/ 19759901 h 20215308"/>
              <a:gd name="connsiteX5" fmla="*/ 175498 w 580837"/>
              <a:gd name="connsiteY5" fmla="*/ 19762033 h 20215308"/>
              <a:gd name="connsiteX6" fmla="*/ 174946 w 580837"/>
              <a:gd name="connsiteY6" fmla="*/ 19092262 h 20215308"/>
              <a:gd name="connsiteX7" fmla="*/ 174503 w 580837"/>
              <a:gd name="connsiteY7" fmla="*/ 0 h 20215308"/>
              <a:gd name="connsiteX0" fmla="*/ 1156 w 580837"/>
              <a:gd name="connsiteY0" fmla="*/ 21422754 h 21422754"/>
              <a:gd name="connsiteX1" fmla="*/ 0 w 580837"/>
              <a:gd name="connsiteY1" fmla="*/ 20409398 h 21422754"/>
              <a:gd name="connsiteX2" fmla="*/ 487339 w 580837"/>
              <a:gd name="connsiteY2" fmla="*/ 20408741 h 21422754"/>
              <a:gd name="connsiteX3" fmla="*/ 580837 w 580837"/>
              <a:gd name="connsiteY3" fmla="*/ 20687551 h 21422754"/>
              <a:gd name="connsiteX4" fmla="*/ 489162 w 580837"/>
              <a:gd name="connsiteY4" fmla="*/ 20967347 h 21422754"/>
              <a:gd name="connsiteX5" fmla="*/ 175498 w 580837"/>
              <a:gd name="connsiteY5" fmla="*/ 20969479 h 21422754"/>
              <a:gd name="connsiteX6" fmla="*/ 174946 w 580837"/>
              <a:gd name="connsiteY6" fmla="*/ 20299708 h 21422754"/>
              <a:gd name="connsiteX7" fmla="*/ 174504 w 580837"/>
              <a:gd name="connsiteY7" fmla="*/ 1 h 21422754"/>
              <a:gd name="connsiteX0" fmla="*/ 1156 w 580837"/>
              <a:gd name="connsiteY0" fmla="*/ 21422754 h 21422754"/>
              <a:gd name="connsiteX1" fmla="*/ 0 w 580837"/>
              <a:gd name="connsiteY1" fmla="*/ 20409398 h 21422754"/>
              <a:gd name="connsiteX2" fmla="*/ 487339 w 580837"/>
              <a:gd name="connsiteY2" fmla="*/ 20408741 h 21422754"/>
              <a:gd name="connsiteX3" fmla="*/ 580837 w 580837"/>
              <a:gd name="connsiteY3" fmla="*/ 20687551 h 21422754"/>
              <a:gd name="connsiteX4" fmla="*/ 489162 w 580837"/>
              <a:gd name="connsiteY4" fmla="*/ 20967347 h 21422754"/>
              <a:gd name="connsiteX5" fmla="*/ 175498 w 580837"/>
              <a:gd name="connsiteY5" fmla="*/ 20969479 h 21422754"/>
              <a:gd name="connsiteX6" fmla="*/ 174946 w 580837"/>
              <a:gd name="connsiteY6" fmla="*/ 20299708 h 21422754"/>
              <a:gd name="connsiteX7" fmla="*/ 174504 w 580837"/>
              <a:gd name="connsiteY7" fmla="*/ 1 h 21422754"/>
              <a:gd name="connsiteX0" fmla="*/ 1156 w 580837"/>
              <a:gd name="connsiteY0" fmla="*/ 21422754 h 21429455"/>
              <a:gd name="connsiteX1" fmla="*/ 0 w 580837"/>
              <a:gd name="connsiteY1" fmla="*/ 20409398 h 21429455"/>
              <a:gd name="connsiteX2" fmla="*/ 487339 w 580837"/>
              <a:gd name="connsiteY2" fmla="*/ 20408741 h 21429455"/>
              <a:gd name="connsiteX3" fmla="*/ 580837 w 580837"/>
              <a:gd name="connsiteY3" fmla="*/ 20687551 h 21429455"/>
              <a:gd name="connsiteX4" fmla="*/ 489162 w 580837"/>
              <a:gd name="connsiteY4" fmla="*/ 20967347 h 21429455"/>
              <a:gd name="connsiteX5" fmla="*/ 175498 w 580837"/>
              <a:gd name="connsiteY5" fmla="*/ 20969479 h 21429455"/>
              <a:gd name="connsiteX6" fmla="*/ 174946 w 580837"/>
              <a:gd name="connsiteY6" fmla="*/ 20299708 h 21429455"/>
              <a:gd name="connsiteX7" fmla="*/ 174504 w 580837"/>
              <a:gd name="connsiteY7" fmla="*/ 1 h 21429455"/>
              <a:gd name="connsiteX0" fmla="*/ 1156 w 580837"/>
              <a:gd name="connsiteY0" fmla="*/ 21536810 h 21542702"/>
              <a:gd name="connsiteX1" fmla="*/ 0 w 580837"/>
              <a:gd name="connsiteY1" fmla="*/ 20409398 h 21542702"/>
              <a:gd name="connsiteX2" fmla="*/ 487339 w 580837"/>
              <a:gd name="connsiteY2" fmla="*/ 20408741 h 21542702"/>
              <a:gd name="connsiteX3" fmla="*/ 580837 w 580837"/>
              <a:gd name="connsiteY3" fmla="*/ 20687551 h 21542702"/>
              <a:gd name="connsiteX4" fmla="*/ 489162 w 580837"/>
              <a:gd name="connsiteY4" fmla="*/ 20967347 h 21542702"/>
              <a:gd name="connsiteX5" fmla="*/ 175498 w 580837"/>
              <a:gd name="connsiteY5" fmla="*/ 20969479 h 21542702"/>
              <a:gd name="connsiteX6" fmla="*/ 174946 w 580837"/>
              <a:gd name="connsiteY6" fmla="*/ 20299708 h 21542702"/>
              <a:gd name="connsiteX7" fmla="*/ 174504 w 580837"/>
              <a:gd name="connsiteY7" fmla="*/ 1 h 21542702"/>
              <a:gd name="connsiteX0" fmla="*/ 0 w 580837"/>
              <a:gd name="connsiteY0" fmla="*/ 20409397 h 20969478"/>
              <a:gd name="connsiteX1" fmla="*/ 487339 w 580837"/>
              <a:gd name="connsiteY1" fmla="*/ 20408740 h 20969478"/>
              <a:gd name="connsiteX2" fmla="*/ 580837 w 580837"/>
              <a:gd name="connsiteY2" fmla="*/ 20687550 h 20969478"/>
              <a:gd name="connsiteX3" fmla="*/ 489162 w 580837"/>
              <a:gd name="connsiteY3" fmla="*/ 20967346 h 20969478"/>
              <a:gd name="connsiteX4" fmla="*/ 175498 w 580837"/>
              <a:gd name="connsiteY4" fmla="*/ 20969478 h 20969478"/>
              <a:gd name="connsiteX5" fmla="*/ 174946 w 580837"/>
              <a:gd name="connsiteY5" fmla="*/ 20299707 h 20969478"/>
              <a:gd name="connsiteX6" fmla="*/ 174504 w 580837"/>
              <a:gd name="connsiteY6" fmla="*/ 0 h 20969478"/>
              <a:gd name="connsiteX0" fmla="*/ 0 w 884170"/>
              <a:gd name="connsiteY0" fmla="*/ 20409397 h 20969478"/>
              <a:gd name="connsiteX1" fmla="*/ 790672 w 884170"/>
              <a:gd name="connsiteY1" fmla="*/ 20408740 h 20969478"/>
              <a:gd name="connsiteX2" fmla="*/ 884170 w 884170"/>
              <a:gd name="connsiteY2" fmla="*/ 20687550 h 20969478"/>
              <a:gd name="connsiteX3" fmla="*/ 792495 w 884170"/>
              <a:gd name="connsiteY3" fmla="*/ 20967346 h 20969478"/>
              <a:gd name="connsiteX4" fmla="*/ 478831 w 884170"/>
              <a:gd name="connsiteY4" fmla="*/ 20969478 h 20969478"/>
              <a:gd name="connsiteX5" fmla="*/ 478279 w 884170"/>
              <a:gd name="connsiteY5" fmla="*/ 20299707 h 20969478"/>
              <a:gd name="connsiteX6" fmla="*/ 477837 w 884170"/>
              <a:gd name="connsiteY6" fmla="*/ 0 h 20969478"/>
              <a:gd name="connsiteX0" fmla="*/ 0 w 884170"/>
              <a:gd name="connsiteY0" fmla="*/ 16890324 h 17450405"/>
              <a:gd name="connsiteX1" fmla="*/ 790672 w 884170"/>
              <a:gd name="connsiteY1" fmla="*/ 16889667 h 17450405"/>
              <a:gd name="connsiteX2" fmla="*/ 884170 w 884170"/>
              <a:gd name="connsiteY2" fmla="*/ 17168477 h 17450405"/>
              <a:gd name="connsiteX3" fmla="*/ 792495 w 884170"/>
              <a:gd name="connsiteY3" fmla="*/ 17448273 h 17450405"/>
              <a:gd name="connsiteX4" fmla="*/ 478831 w 884170"/>
              <a:gd name="connsiteY4" fmla="*/ 17450405 h 17450405"/>
              <a:gd name="connsiteX5" fmla="*/ 478279 w 884170"/>
              <a:gd name="connsiteY5" fmla="*/ 16780634 h 17450405"/>
              <a:gd name="connsiteX6" fmla="*/ 473595 w 884170"/>
              <a:gd name="connsiteY6" fmla="*/ 0 h 17450405"/>
              <a:gd name="connsiteX0" fmla="*/ 0 w 884170"/>
              <a:gd name="connsiteY0" fmla="*/ 13475070 h 14035151"/>
              <a:gd name="connsiteX1" fmla="*/ 790672 w 884170"/>
              <a:gd name="connsiteY1" fmla="*/ 13474413 h 14035151"/>
              <a:gd name="connsiteX2" fmla="*/ 884170 w 884170"/>
              <a:gd name="connsiteY2" fmla="*/ 13753223 h 14035151"/>
              <a:gd name="connsiteX3" fmla="*/ 792495 w 884170"/>
              <a:gd name="connsiteY3" fmla="*/ 14033019 h 14035151"/>
              <a:gd name="connsiteX4" fmla="*/ 478831 w 884170"/>
              <a:gd name="connsiteY4" fmla="*/ 14035151 h 14035151"/>
              <a:gd name="connsiteX5" fmla="*/ 478279 w 884170"/>
              <a:gd name="connsiteY5" fmla="*/ 13365380 h 14035151"/>
              <a:gd name="connsiteX6" fmla="*/ 479959 w 884170"/>
              <a:gd name="connsiteY6" fmla="*/ 0 h 14035151"/>
              <a:gd name="connsiteX0" fmla="*/ 0 w 884170"/>
              <a:gd name="connsiteY0" fmla="*/ 13475070 h 14035151"/>
              <a:gd name="connsiteX1" fmla="*/ 790672 w 884170"/>
              <a:gd name="connsiteY1" fmla="*/ 13474413 h 14035151"/>
              <a:gd name="connsiteX2" fmla="*/ 884170 w 884170"/>
              <a:gd name="connsiteY2" fmla="*/ 13753223 h 14035151"/>
              <a:gd name="connsiteX3" fmla="*/ 792495 w 884170"/>
              <a:gd name="connsiteY3" fmla="*/ 14033019 h 14035151"/>
              <a:gd name="connsiteX4" fmla="*/ 478831 w 884170"/>
              <a:gd name="connsiteY4" fmla="*/ 14035151 h 14035151"/>
              <a:gd name="connsiteX5" fmla="*/ 478279 w 884170"/>
              <a:gd name="connsiteY5" fmla="*/ 13365380 h 14035151"/>
              <a:gd name="connsiteX6" fmla="*/ 479959 w 884170"/>
              <a:gd name="connsiteY6" fmla="*/ 0 h 14035151"/>
              <a:gd name="connsiteX0" fmla="*/ 0 w 884170"/>
              <a:gd name="connsiteY0" fmla="*/ 10747626 h 11307707"/>
              <a:gd name="connsiteX1" fmla="*/ 790672 w 884170"/>
              <a:gd name="connsiteY1" fmla="*/ 10746969 h 11307707"/>
              <a:gd name="connsiteX2" fmla="*/ 884170 w 884170"/>
              <a:gd name="connsiteY2" fmla="*/ 11025779 h 11307707"/>
              <a:gd name="connsiteX3" fmla="*/ 792495 w 884170"/>
              <a:gd name="connsiteY3" fmla="*/ 11305575 h 11307707"/>
              <a:gd name="connsiteX4" fmla="*/ 478831 w 884170"/>
              <a:gd name="connsiteY4" fmla="*/ 11307707 h 11307707"/>
              <a:gd name="connsiteX5" fmla="*/ 478279 w 884170"/>
              <a:gd name="connsiteY5" fmla="*/ 10637936 h 11307707"/>
              <a:gd name="connsiteX6" fmla="*/ 499050 w 884170"/>
              <a:gd name="connsiteY6" fmla="*/ 0 h 11307707"/>
              <a:gd name="connsiteX0" fmla="*/ 0 w 884170"/>
              <a:gd name="connsiteY0" fmla="*/ 10747626 h 11307707"/>
              <a:gd name="connsiteX1" fmla="*/ 790672 w 884170"/>
              <a:gd name="connsiteY1" fmla="*/ 10746969 h 11307707"/>
              <a:gd name="connsiteX2" fmla="*/ 884170 w 884170"/>
              <a:gd name="connsiteY2" fmla="*/ 11025779 h 11307707"/>
              <a:gd name="connsiteX3" fmla="*/ 792495 w 884170"/>
              <a:gd name="connsiteY3" fmla="*/ 11305575 h 11307707"/>
              <a:gd name="connsiteX4" fmla="*/ 478831 w 884170"/>
              <a:gd name="connsiteY4" fmla="*/ 11307707 h 11307707"/>
              <a:gd name="connsiteX5" fmla="*/ 478279 w 884170"/>
              <a:gd name="connsiteY5" fmla="*/ 10637936 h 11307707"/>
              <a:gd name="connsiteX6" fmla="*/ 499050 w 884170"/>
              <a:gd name="connsiteY6" fmla="*/ 0 h 11307707"/>
              <a:gd name="connsiteX0" fmla="*/ 0 w 884170"/>
              <a:gd name="connsiteY0" fmla="*/ 10747626 h 11307707"/>
              <a:gd name="connsiteX1" fmla="*/ 790672 w 884170"/>
              <a:gd name="connsiteY1" fmla="*/ 10746969 h 11307707"/>
              <a:gd name="connsiteX2" fmla="*/ 884170 w 884170"/>
              <a:gd name="connsiteY2" fmla="*/ 11025779 h 11307707"/>
              <a:gd name="connsiteX3" fmla="*/ 792495 w 884170"/>
              <a:gd name="connsiteY3" fmla="*/ 11305575 h 11307707"/>
              <a:gd name="connsiteX4" fmla="*/ 478831 w 884170"/>
              <a:gd name="connsiteY4" fmla="*/ 11307707 h 11307707"/>
              <a:gd name="connsiteX5" fmla="*/ 478279 w 884170"/>
              <a:gd name="connsiteY5" fmla="*/ 10637936 h 11307707"/>
              <a:gd name="connsiteX6" fmla="*/ 499050 w 884170"/>
              <a:gd name="connsiteY6" fmla="*/ 0 h 11307707"/>
              <a:gd name="connsiteX0" fmla="*/ 0 w 884170"/>
              <a:gd name="connsiteY0" fmla="*/ 7483778 h 8043859"/>
              <a:gd name="connsiteX1" fmla="*/ 790672 w 884170"/>
              <a:gd name="connsiteY1" fmla="*/ 7483121 h 8043859"/>
              <a:gd name="connsiteX2" fmla="*/ 884170 w 884170"/>
              <a:gd name="connsiteY2" fmla="*/ 7761931 h 8043859"/>
              <a:gd name="connsiteX3" fmla="*/ 792495 w 884170"/>
              <a:gd name="connsiteY3" fmla="*/ 8041727 h 8043859"/>
              <a:gd name="connsiteX4" fmla="*/ 478831 w 884170"/>
              <a:gd name="connsiteY4" fmla="*/ 8043859 h 8043859"/>
              <a:gd name="connsiteX5" fmla="*/ 478279 w 884170"/>
              <a:gd name="connsiteY5" fmla="*/ 7374088 h 8043859"/>
              <a:gd name="connsiteX6" fmla="*/ 528747 w 884170"/>
              <a:gd name="connsiteY6" fmla="*/ 0 h 8043859"/>
              <a:gd name="connsiteX0" fmla="*/ 0 w 884170"/>
              <a:gd name="connsiteY0" fmla="*/ 4209115 h 4769196"/>
              <a:gd name="connsiteX1" fmla="*/ 790672 w 884170"/>
              <a:gd name="connsiteY1" fmla="*/ 4208458 h 4769196"/>
              <a:gd name="connsiteX2" fmla="*/ 884170 w 884170"/>
              <a:gd name="connsiteY2" fmla="*/ 4487268 h 4769196"/>
              <a:gd name="connsiteX3" fmla="*/ 792495 w 884170"/>
              <a:gd name="connsiteY3" fmla="*/ 4767064 h 4769196"/>
              <a:gd name="connsiteX4" fmla="*/ 478831 w 884170"/>
              <a:gd name="connsiteY4" fmla="*/ 4769196 h 4769196"/>
              <a:gd name="connsiteX5" fmla="*/ 478279 w 884170"/>
              <a:gd name="connsiteY5" fmla="*/ 4099425 h 4769196"/>
              <a:gd name="connsiteX6" fmla="*/ 592384 w 884170"/>
              <a:gd name="connsiteY6" fmla="*/ 0 h 4769196"/>
              <a:gd name="connsiteX0" fmla="*/ 0 w 884170"/>
              <a:gd name="connsiteY0" fmla="*/ 707344 h 1272545"/>
              <a:gd name="connsiteX1" fmla="*/ 790672 w 884170"/>
              <a:gd name="connsiteY1" fmla="*/ 706687 h 1272545"/>
              <a:gd name="connsiteX2" fmla="*/ 884170 w 884170"/>
              <a:gd name="connsiteY2" fmla="*/ 985497 h 1272545"/>
              <a:gd name="connsiteX3" fmla="*/ 792495 w 884170"/>
              <a:gd name="connsiteY3" fmla="*/ 1265293 h 1272545"/>
              <a:gd name="connsiteX4" fmla="*/ 478831 w 884170"/>
              <a:gd name="connsiteY4" fmla="*/ 1267425 h 1272545"/>
              <a:gd name="connsiteX5" fmla="*/ 478279 w 884170"/>
              <a:gd name="connsiteY5" fmla="*/ 597654 h 1272545"/>
              <a:gd name="connsiteX6" fmla="*/ 634808 w 884170"/>
              <a:gd name="connsiteY6" fmla="*/ 0 h 1272545"/>
              <a:gd name="connsiteX0" fmla="*/ 0 w 884170"/>
              <a:gd name="connsiteY0" fmla="*/ 109690 h 669771"/>
              <a:gd name="connsiteX1" fmla="*/ 790672 w 884170"/>
              <a:gd name="connsiteY1" fmla="*/ 109033 h 669771"/>
              <a:gd name="connsiteX2" fmla="*/ 884170 w 884170"/>
              <a:gd name="connsiteY2" fmla="*/ 387843 h 669771"/>
              <a:gd name="connsiteX3" fmla="*/ 792495 w 884170"/>
              <a:gd name="connsiteY3" fmla="*/ 667639 h 669771"/>
              <a:gd name="connsiteX4" fmla="*/ 478831 w 884170"/>
              <a:gd name="connsiteY4" fmla="*/ 669771 h 669771"/>
              <a:gd name="connsiteX5" fmla="*/ 478279 w 884170"/>
              <a:gd name="connsiteY5" fmla="*/ 0 h 669771"/>
              <a:gd name="connsiteX0" fmla="*/ 0 w 884170"/>
              <a:gd name="connsiteY0" fmla="*/ 160765 h 720846"/>
              <a:gd name="connsiteX1" fmla="*/ 790672 w 884170"/>
              <a:gd name="connsiteY1" fmla="*/ 160108 h 720846"/>
              <a:gd name="connsiteX2" fmla="*/ 884170 w 884170"/>
              <a:gd name="connsiteY2" fmla="*/ 438918 h 720846"/>
              <a:gd name="connsiteX3" fmla="*/ 792495 w 884170"/>
              <a:gd name="connsiteY3" fmla="*/ 718714 h 720846"/>
              <a:gd name="connsiteX4" fmla="*/ 478831 w 884170"/>
              <a:gd name="connsiteY4" fmla="*/ 720846 h 720846"/>
              <a:gd name="connsiteX5" fmla="*/ 478279 w 884170"/>
              <a:gd name="connsiteY5" fmla="*/ 51075 h 720846"/>
              <a:gd name="connsiteX6" fmla="*/ 475150 w 884170"/>
              <a:gd name="connsiteY6" fmla="*/ 46063 h 720846"/>
              <a:gd name="connsiteX0" fmla="*/ 0 w 1635452"/>
              <a:gd name="connsiteY0" fmla="*/ 158524 h 718605"/>
              <a:gd name="connsiteX1" fmla="*/ 790672 w 1635452"/>
              <a:gd name="connsiteY1" fmla="*/ 157867 h 718605"/>
              <a:gd name="connsiteX2" fmla="*/ 884170 w 1635452"/>
              <a:gd name="connsiteY2" fmla="*/ 436677 h 718605"/>
              <a:gd name="connsiteX3" fmla="*/ 792495 w 1635452"/>
              <a:gd name="connsiteY3" fmla="*/ 716473 h 718605"/>
              <a:gd name="connsiteX4" fmla="*/ 478831 w 1635452"/>
              <a:gd name="connsiteY4" fmla="*/ 718605 h 718605"/>
              <a:gd name="connsiteX5" fmla="*/ 478279 w 1635452"/>
              <a:gd name="connsiteY5" fmla="*/ 48834 h 718605"/>
              <a:gd name="connsiteX6" fmla="*/ 1635452 w 1635452"/>
              <a:gd name="connsiteY6" fmla="*/ 52474 h 718605"/>
              <a:gd name="connsiteX0" fmla="*/ 0 w 884170"/>
              <a:gd name="connsiteY0" fmla="*/ 109690 h 669771"/>
              <a:gd name="connsiteX1" fmla="*/ 790672 w 884170"/>
              <a:gd name="connsiteY1" fmla="*/ 109033 h 669771"/>
              <a:gd name="connsiteX2" fmla="*/ 884170 w 884170"/>
              <a:gd name="connsiteY2" fmla="*/ 387843 h 669771"/>
              <a:gd name="connsiteX3" fmla="*/ 792495 w 884170"/>
              <a:gd name="connsiteY3" fmla="*/ 667639 h 669771"/>
              <a:gd name="connsiteX4" fmla="*/ 478831 w 884170"/>
              <a:gd name="connsiteY4" fmla="*/ 669771 h 669771"/>
              <a:gd name="connsiteX5" fmla="*/ 478279 w 884170"/>
              <a:gd name="connsiteY5" fmla="*/ 0 h 669771"/>
              <a:gd name="connsiteX0" fmla="*/ 0 w 884170"/>
              <a:gd name="connsiteY0" fmla="*/ 109690 h 667639"/>
              <a:gd name="connsiteX1" fmla="*/ 790672 w 884170"/>
              <a:gd name="connsiteY1" fmla="*/ 109033 h 667639"/>
              <a:gd name="connsiteX2" fmla="*/ 884170 w 884170"/>
              <a:gd name="connsiteY2" fmla="*/ 387843 h 667639"/>
              <a:gd name="connsiteX3" fmla="*/ 792495 w 884170"/>
              <a:gd name="connsiteY3" fmla="*/ 667639 h 667639"/>
              <a:gd name="connsiteX4" fmla="*/ 478831 w 884170"/>
              <a:gd name="connsiteY4" fmla="*/ 667608 h 667639"/>
              <a:gd name="connsiteX5" fmla="*/ 478279 w 884170"/>
              <a:gd name="connsiteY5" fmla="*/ 0 h 667639"/>
              <a:gd name="connsiteX0" fmla="*/ 0 w 884170"/>
              <a:gd name="connsiteY0" fmla="*/ 158881 h 716830"/>
              <a:gd name="connsiteX1" fmla="*/ 790672 w 884170"/>
              <a:gd name="connsiteY1" fmla="*/ 158224 h 716830"/>
              <a:gd name="connsiteX2" fmla="*/ 884170 w 884170"/>
              <a:gd name="connsiteY2" fmla="*/ 437034 h 716830"/>
              <a:gd name="connsiteX3" fmla="*/ 792495 w 884170"/>
              <a:gd name="connsiteY3" fmla="*/ 716830 h 716830"/>
              <a:gd name="connsiteX4" fmla="*/ 478831 w 884170"/>
              <a:gd name="connsiteY4" fmla="*/ 716799 h 716830"/>
              <a:gd name="connsiteX5" fmla="*/ 478279 w 884170"/>
              <a:gd name="connsiteY5" fmla="*/ 49191 h 716830"/>
              <a:gd name="connsiteX6" fmla="*/ 474915 w 884170"/>
              <a:gd name="connsiteY6" fmla="*/ 50104 h 716830"/>
              <a:gd name="connsiteX0" fmla="*/ 0 w 1628854"/>
              <a:gd name="connsiteY0" fmla="*/ 169685 h 727634"/>
              <a:gd name="connsiteX1" fmla="*/ 790672 w 1628854"/>
              <a:gd name="connsiteY1" fmla="*/ 169028 h 727634"/>
              <a:gd name="connsiteX2" fmla="*/ 884170 w 1628854"/>
              <a:gd name="connsiteY2" fmla="*/ 447838 h 727634"/>
              <a:gd name="connsiteX3" fmla="*/ 792495 w 1628854"/>
              <a:gd name="connsiteY3" fmla="*/ 727634 h 727634"/>
              <a:gd name="connsiteX4" fmla="*/ 478831 w 1628854"/>
              <a:gd name="connsiteY4" fmla="*/ 727603 h 727634"/>
              <a:gd name="connsiteX5" fmla="*/ 478279 w 1628854"/>
              <a:gd name="connsiteY5" fmla="*/ 59995 h 727634"/>
              <a:gd name="connsiteX6" fmla="*/ 1628854 w 1628854"/>
              <a:gd name="connsiteY6" fmla="*/ 26301 h 727634"/>
              <a:gd name="connsiteX0" fmla="*/ 0 w 1628854"/>
              <a:gd name="connsiteY0" fmla="*/ 169685 h 727634"/>
              <a:gd name="connsiteX1" fmla="*/ 790672 w 1628854"/>
              <a:gd name="connsiteY1" fmla="*/ 169028 h 727634"/>
              <a:gd name="connsiteX2" fmla="*/ 884170 w 1628854"/>
              <a:gd name="connsiteY2" fmla="*/ 447838 h 727634"/>
              <a:gd name="connsiteX3" fmla="*/ 792495 w 1628854"/>
              <a:gd name="connsiteY3" fmla="*/ 727634 h 727634"/>
              <a:gd name="connsiteX4" fmla="*/ 478831 w 1628854"/>
              <a:gd name="connsiteY4" fmla="*/ 727603 h 727634"/>
              <a:gd name="connsiteX5" fmla="*/ 478279 w 1628854"/>
              <a:gd name="connsiteY5" fmla="*/ 59995 h 727634"/>
              <a:gd name="connsiteX6" fmla="*/ 1628854 w 1628854"/>
              <a:gd name="connsiteY6" fmla="*/ 26301 h 727634"/>
              <a:gd name="connsiteX0" fmla="*/ 0 w 1628854"/>
              <a:gd name="connsiteY0" fmla="*/ 169685 h 727634"/>
              <a:gd name="connsiteX1" fmla="*/ 790672 w 1628854"/>
              <a:gd name="connsiteY1" fmla="*/ 169028 h 727634"/>
              <a:gd name="connsiteX2" fmla="*/ 884170 w 1628854"/>
              <a:gd name="connsiteY2" fmla="*/ 447838 h 727634"/>
              <a:gd name="connsiteX3" fmla="*/ 792495 w 1628854"/>
              <a:gd name="connsiteY3" fmla="*/ 727634 h 727634"/>
              <a:gd name="connsiteX4" fmla="*/ 478831 w 1628854"/>
              <a:gd name="connsiteY4" fmla="*/ 727603 h 727634"/>
              <a:gd name="connsiteX5" fmla="*/ 478279 w 1628854"/>
              <a:gd name="connsiteY5" fmla="*/ 59995 h 727634"/>
              <a:gd name="connsiteX6" fmla="*/ 1628854 w 1628854"/>
              <a:gd name="connsiteY6" fmla="*/ 26301 h 727634"/>
              <a:gd name="connsiteX0" fmla="*/ 0 w 1637339"/>
              <a:gd name="connsiteY0" fmla="*/ 301277 h 859226"/>
              <a:gd name="connsiteX1" fmla="*/ 790672 w 1637339"/>
              <a:gd name="connsiteY1" fmla="*/ 300620 h 859226"/>
              <a:gd name="connsiteX2" fmla="*/ 884170 w 1637339"/>
              <a:gd name="connsiteY2" fmla="*/ 579430 h 859226"/>
              <a:gd name="connsiteX3" fmla="*/ 792495 w 1637339"/>
              <a:gd name="connsiteY3" fmla="*/ 859226 h 859226"/>
              <a:gd name="connsiteX4" fmla="*/ 478831 w 1637339"/>
              <a:gd name="connsiteY4" fmla="*/ 859195 h 859226"/>
              <a:gd name="connsiteX5" fmla="*/ 478279 w 1637339"/>
              <a:gd name="connsiteY5" fmla="*/ 191587 h 859226"/>
              <a:gd name="connsiteX6" fmla="*/ 1637339 w 1637339"/>
              <a:gd name="connsiteY6" fmla="*/ 0 h 859226"/>
              <a:gd name="connsiteX0" fmla="*/ 0 w 1721986"/>
              <a:gd name="connsiteY0" fmla="*/ 316105 h 874054"/>
              <a:gd name="connsiteX1" fmla="*/ 790672 w 1721986"/>
              <a:gd name="connsiteY1" fmla="*/ 315448 h 874054"/>
              <a:gd name="connsiteX2" fmla="*/ 884170 w 1721986"/>
              <a:gd name="connsiteY2" fmla="*/ 594258 h 874054"/>
              <a:gd name="connsiteX3" fmla="*/ 792495 w 1721986"/>
              <a:gd name="connsiteY3" fmla="*/ 874054 h 874054"/>
              <a:gd name="connsiteX4" fmla="*/ 478831 w 1721986"/>
              <a:gd name="connsiteY4" fmla="*/ 874023 h 874054"/>
              <a:gd name="connsiteX5" fmla="*/ 478279 w 1721986"/>
              <a:gd name="connsiteY5" fmla="*/ 206415 h 874054"/>
              <a:gd name="connsiteX6" fmla="*/ 1637339 w 1721986"/>
              <a:gd name="connsiteY6" fmla="*/ 14828 h 874054"/>
              <a:gd name="connsiteX7" fmla="*/ 1633095 w 1721986"/>
              <a:gd name="connsiteY7" fmla="*/ 12665 h 874054"/>
              <a:gd name="connsiteX0" fmla="*/ 0 w 1723632"/>
              <a:gd name="connsiteY0" fmla="*/ 774957 h 1332906"/>
              <a:gd name="connsiteX1" fmla="*/ 790672 w 1723632"/>
              <a:gd name="connsiteY1" fmla="*/ 774300 h 1332906"/>
              <a:gd name="connsiteX2" fmla="*/ 884170 w 1723632"/>
              <a:gd name="connsiteY2" fmla="*/ 1053110 h 1332906"/>
              <a:gd name="connsiteX3" fmla="*/ 792495 w 1723632"/>
              <a:gd name="connsiteY3" fmla="*/ 1332906 h 1332906"/>
              <a:gd name="connsiteX4" fmla="*/ 478831 w 1723632"/>
              <a:gd name="connsiteY4" fmla="*/ 1332875 h 1332906"/>
              <a:gd name="connsiteX5" fmla="*/ 478279 w 1723632"/>
              <a:gd name="connsiteY5" fmla="*/ 665267 h 1332906"/>
              <a:gd name="connsiteX6" fmla="*/ 1637339 w 1723632"/>
              <a:gd name="connsiteY6" fmla="*/ 473680 h 1332906"/>
              <a:gd name="connsiteX7" fmla="*/ 1639459 w 1723632"/>
              <a:gd name="connsiteY7" fmla="*/ 0 h 1332906"/>
              <a:gd name="connsiteX0" fmla="*/ 0 w 1637339"/>
              <a:gd name="connsiteY0" fmla="*/ 301278 h 859227"/>
              <a:gd name="connsiteX1" fmla="*/ 790672 w 1637339"/>
              <a:gd name="connsiteY1" fmla="*/ 300621 h 859227"/>
              <a:gd name="connsiteX2" fmla="*/ 884170 w 1637339"/>
              <a:gd name="connsiteY2" fmla="*/ 579431 h 859227"/>
              <a:gd name="connsiteX3" fmla="*/ 792495 w 1637339"/>
              <a:gd name="connsiteY3" fmla="*/ 859227 h 859227"/>
              <a:gd name="connsiteX4" fmla="*/ 478831 w 1637339"/>
              <a:gd name="connsiteY4" fmla="*/ 859196 h 859227"/>
              <a:gd name="connsiteX5" fmla="*/ 478279 w 1637339"/>
              <a:gd name="connsiteY5" fmla="*/ 191588 h 859227"/>
              <a:gd name="connsiteX6" fmla="*/ 1637339 w 1637339"/>
              <a:gd name="connsiteY6" fmla="*/ 1 h 859227"/>
              <a:gd name="connsiteX0" fmla="*/ 0 w 884170"/>
              <a:gd name="connsiteY0" fmla="*/ 109690 h 667639"/>
              <a:gd name="connsiteX1" fmla="*/ 790672 w 884170"/>
              <a:gd name="connsiteY1" fmla="*/ 109033 h 667639"/>
              <a:gd name="connsiteX2" fmla="*/ 884170 w 884170"/>
              <a:gd name="connsiteY2" fmla="*/ 387843 h 667639"/>
              <a:gd name="connsiteX3" fmla="*/ 792495 w 884170"/>
              <a:gd name="connsiteY3" fmla="*/ 667639 h 667639"/>
              <a:gd name="connsiteX4" fmla="*/ 478831 w 884170"/>
              <a:gd name="connsiteY4" fmla="*/ 667608 h 667639"/>
              <a:gd name="connsiteX5" fmla="*/ 478279 w 884170"/>
              <a:gd name="connsiteY5" fmla="*/ 0 h 667639"/>
              <a:gd name="connsiteX0" fmla="*/ 0 w 884170"/>
              <a:gd name="connsiteY0" fmla="*/ 109690 h 667639"/>
              <a:gd name="connsiteX1" fmla="*/ 790672 w 884170"/>
              <a:gd name="connsiteY1" fmla="*/ 109033 h 667639"/>
              <a:gd name="connsiteX2" fmla="*/ 884170 w 884170"/>
              <a:gd name="connsiteY2" fmla="*/ 387843 h 667639"/>
              <a:gd name="connsiteX3" fmla="*/ 792495 w 884170"/>
              <a:gd name="connsiteY3" fmla="*/ 667639 h 667639"/>
              <a:gd name="connsiteX4" fmla="*/ 478831 w 884170"/>
              <a:gd name="connsiteY4" fmla="*/ 667608 h 667639"/>
              <a:gd name="connsiteX5" fmla="*/ 478279 w 884170"/>
              <a:gd name="connsiteY5" fmla="*/ 0 h 667639"/>
              <a:gd name="connsiteX0" fmla="*/ 0 w 896897"/>
              <a:gd name="connsiteY0" fmla="*/ 107527 h 667639"/>
              <a:gd name="connsiteX1" fmla="*/ 803399 w 896897"/>
              <a:gd name="connsiteY1" fmla="*/ 109033 h 667639"/>
              <a:gd name="connsiteX2" fmla="*/ 896897 w 896897"/>
              <a:gd name="connsiteY2" fmla="*/ 387843 h 667639"/>
              <a:gd name="connsiteX3" fmla="*/ 805222 w 896897"/>
              <a:gd name="connsiteY3" fmla="*/ 667639 h 667639"/>
              <a:gd name="connsiteX4" fmla="*/ 491558 w 896897"/>
              <a:gd name="connsiteY4" fmla="*/ 667608 h 667639"/>
              <a:gd name="connsiteX5" fmla="*/ 491006 w 896897"/>
              <a:gd name="connsiteY5" fmla="*/ 0 h 667639"/>
              <a:gd name="connsiteX0" fmla="*/ 0 w 3302162"/>
              <a:gd name="connsiteY0" fmla="*/ 95140 h 667639"/>
              <a:gd name="connsiteX1" fmla="*/ 3208664 w 3302162"/>
              <a:gd name="connsiteY1" fmla="*/ 109033 h 667639"/>
              <a:gd name="connsiteX2" fmla="*/ 3302162 w 3302162"/>
              <a:gd name="connsiteY2" fmla="*/ 387843 h 667639"/>
              <a:gd name="connsiteX3" fmla="*/ 3210487 w 3302162"/>
              <a:gd name="connsiteY3" fmla="*/ 667639 h 667639"/>
              <a:gd name="connsiteX4" fmla="*/ 2896823 w 3302162"/>
              <a:gd name="connsiteY4" fmla="*/ 667608 h 667639"/>
              <a:gd name="connsiteX5" fmla="*/ 2896271 w 3302162"/>
              <a:gd name="connsiteY5" fmla="*/ 0 h 667639"/>
              <a:gd name="connsiteX0" fmla="*/ 0 w 3302162"/>
              <a:gd name="connsiteY0" fmla="*/ 5086973 h 5659472"/>
              <a:gd name="connsiteX1" fmla="*/ 3208664 w 3302162"/>
              <a:gd name="connsiteY1" fmla="*/ 5100866 h 5659472"/>
              <a:gd name="connsiteX2" fmla="*/ 3302162 w 3302162"/>
              <a:gd name="connsiteY2" fmla="*/ 5379676 h 5659472"/>
              <a:gd name="connsiteX3" fmla="*/ 3210487 w 3302162"/>
              <a:gd name="connsiteY3" fmla="*/ 5659472 h 5659472"/>
              <a:gd name="connsiteX4" fmla="*/ 2896823 w 3302162"/>
              <a:gd name="connsiteY4" fmla="*/ 5659441 h 5659472"/>
              <a:gd name="connsiteX5" fmla="*/ 2890197 w 3302162"/>
              <a:gd name="connsiteY5" fmla="*/ 0 h 5659472"/>
              <a:gd name="connsiteX0" fmla="*/ 0 w 3302162"/>
              <a:gd name="connsiteY0" fmla="*/ 5086973 h 5659472"/>
              <a:gd name="connsiteX1" fmla="*/ 3208664 w 3302162"/>
              <a:gd name="connsiteY1" fmla="*/ 5100866 h 5659472"/>
              <a:gd name="connsiteX2" fmla="*/ 3302162 w 3302162"/>
              <a:gd name="connsiteY2" fmla="*/ 5379676 h 5659472"/>
              <a:gd name="connsiteX3" fmla="*/ 3210487 w 3302162"/>
              <a:gd name="connsiteY3" fmla="*/ 5659472 h 5659472"/>
              <a:gd name="connsiteX4" fmla="*/ 2896823 w 3302162"/>
              <a:gd name="connsiteY4" fmla="*/ 5659441 h 5659472"/>
              <a:gd name="connsiteX5" fmla="*/ 2890197 w 3302162"/>
              <a:gd name="connsiteY5" fmla="*/ 0 h 5659472"/>
              <a:gd name="connsiteX0" fmla="*/ 0 w 3302162"/>
              <a:gd name="connsiteY0" fmla="*/ 5086973 h 5659472"/>
              <a:gd name="connsiteX1" fmla="*/ 3208664 w 3302162"/>
              <a:gd name="connsiteY1" fmla="*/ 5100866 h 5659472"/>
              <a:gd name="connsiteX2" fmla="*/ 3302162 w 3302162"/>
              <a:gd name="connsiteY2" fmla="*/ 5379676 h 5659472"/>
              <a:gd name="connsiteX3" fmla="*/ 3210487 w 3302162"/>
              <a:gd name="connsiteY3" fmla="*/ 5659472 h 5659472"/>
              <a:gd name="connsiteX4" fmla="*/ 2896823 w 3302162"/>
              <a:gd name="connsiteY4" fmla="*/ 5659441 h 5659472"/>
              <a:gd name="connsiteX5" fmla="*/ 2902345 w 3302162"/>
              <a:gd name="connsiteY5" fmla="*/ 0 h 5659472"/>
              <a:gd name="connsiteX0" fmla="*/ 0 w 3302162"/>
              <a:gd name="connsiteY0" fmla="*/ 5105553 h 5678052"/>
              <a:gd name="connsiteX1" fmla="*/ 3208664 w 3302162"/>
              <a:gd name="connsiteY1" fmla="*/ 5119446 h 5678052"/>
              <a:gd name="connsiteX2" fmla="*/ 3302162 w 3302162"/>
              <a:gd name="connsiteY2" fmla="*/ 5398256 h 5678052"/>
              <a:gd name="connsiteX3" fmla="*/ 3210487 w 3302162"/>
              <a:gd name="connsiteY3" fmla="*/ 5678052 h 5678052"/>
              <a:gd name="connsiteX4" fmla="*/ 2896823 w 3302162"/>
              <a:gd name="connsiteY4" fmla="*/ 5678021 h 5678052"/>
              <a:gd name="connsiteX5" fmla="*/ 2914493 w 3302162"/>
              <a:gd name="connsiteY5" fmla="*/ 0 h 5678052"/>
              <a:gd name="connsiteX0" fmla="*/ 0 w 3302162"/>
              <a:gd name="connsiteY0" fmla="*/ 5086975 h 5659474"/>
              <a:gd name="connsiteX1" fmla="*/ 3208664 w 3302162"/>
              <a:gd name="connsiteY1" fmla="*/ 5100868 h 5659474"/>
              <a:gd name="connsiteX2" fmla="*/ 3302162 w 3302162"/>
              <a:gd name="connsiteY2" fmla="*/ 5379678 h 5659474"/>
              <a:gd name="connsiteX3" fmla="*/ 3210487 w 3302162"/>
              <a:gd name="connsiteY3" fmla="*/ 5659474 h 5659474"/>
              <a:gd name="connsiteX4" fmla="*/ 2896823 w 3302162"/>
              <a:gd name="connsiteY4" fmla="*/ 5659443 h 5659474"/>
              <a:gd name="connsiteX5" fmla="*/ 2896272 w 3302162"/>
              <a:gd name="connsiteY5" fmla="*/ 0 h 565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02162" h="5659474">
                <a:moveTo>
                  <a:pt x="0" y="5086975"/>
                </a:moveTo>
                <a:lnTo>
                  <a:pt x="3208664" y="5100868"/>
                </a:lnTo>
                <a:lnTo>
                  <a:pt x="3302162" y="5379678"/>
                </a:lnTo>
                <a:lnTo>
                  <a:pt x="3210487" y="5659474"/>
                </a:lnTo>
                <a:lnTo>
                  <a:pt x="2896823" y="5659443"/>
                </a:lnTo>
                <a:cubicBezTo>
                  <a:pt x="2894614" y="3772963"/>
                  <a:pt x="2904555" y="9898"/>
                  <a:pt x="2896272" y="0"/>
                </a:cubicBezTo>
              </a:path>
            </a:pathLst>
          </a:custGeom>
          <a:noFill/>
          <a:ln w="63500">
            <a:solidFill>
              <a:srgbClr val="0C207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n w="38100">
                <a:solidFill>
                  <a:schemeClr val="tx1"/>
                </a:solidFill>
              </a:ln>
            </a:endParaRPr>
          </a:p>
        </p:txBody>
      </p:sp>
      <p:pic>
        <p:nvPicPr>
          <p:cNvPr id="6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86513"/>
            <a:ext cx="11430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4604658"/>
            <a:ext cx="7315200" cy="957942"/>
          </a:xfrm>
        </p:spPr>
        <p:txBody>
          <a:bodyPr>
            <a:noAutofit/>
          </a:bodyPr>
          <a:lstStyle>
            <a:lvl1pPr algn="l">
              <a:defRPr sz="32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57200" y="5640389"/>
            <a:ext cx="7315200" cy="674686"/>
          </a:xfr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772400" cy="4505325"/>
          </a:xfrm>
        </p:spPr>
        <p:txBody>
          <a:bodyPr lIns="274320" tIns="548640" rtlCol="0">
            <a:noAutofit/>
          </a:bodyPr>
          <a:lstStyle>
            <a:lvl1pPr marL="9144" indent="0">
              <a:buFontTx/>
              <a:buNone/>
              <a:defRPr sz="28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487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 userDrawn="1"/>
        </p:nvGrpSpPr>
        <p:grpSpPr bwMode="auto">
          <a:xfrm>
            <a:off x="0" y="-22225"/>
            <a:ext cx="1443038" cy="2765425"/>
            <a:chOff x="0" y="-22043"/>
            <a:chExt cx="3116640" cy="5974110"/>
          </a:xfrm>
        </p:grpSpPr>
        <p:cxnSp>
          <p:nvCxnSpPr>
            <p:cNvPr id="5" name="Straight Connector 4"/>
            <p:cNvCxnSpPr/>
            <p:nvPr userDrawn="1"/>
          </p:nvCxnSpPr>
          <p:spPr>
            <a:xfrm>
              <a:off x="788589" y="1716692"/>
              <a:ext cx="0" cy="4235375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 userDrawn="1"/>
          </p:nvCxnSpPr>
          <p:spPr>
            <a:xfrm flipH="1">
              <a:off x="771446" y="5921203"/>
              <a:ext cx="318863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 userDrawn="1"/>
          </p:nvCxnSpPr>
          <p:spPr>
            <a:xfrm rot="16200000" flipH="1">
              <a:off x="910267" y="5782310"/>
              <a:ext cx="31894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 flipH="1">
              <a:off x="0" y="5653706"/>
              <a:ext cx="1090309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ight Arrow Callout 12"/>
            <p:cNvSpPr/>
            <p:nvPr userDrawn="1"/>
          </p:nvSpPr>
          <p:spPr>
            <a:xfrm rot="16200000" flipH="1">
              <a:off x="330485" y="412061"/>
              <a:ext cx="3220259" cy="2352051"/>
            </a:xfrm>
            <a:custGeom>
              <a:avLst/>
              <a:gdLst>
                <a:gd name="connsiteX0" fmla="*/ 0 w 595311"/>
                <a:gd name="connsiteY0" fmla="*/ 0 h 990600"/>
                <a:gd name="connsiteX1" fmla="*/ 386815 w 595311"/>
                <a:gd name="connsiteY1" fmla="*/ 0 h 990600"/>
                <a:gd name="connsiteX2" fmla="*/ 386815 w 595311"/>
                <a:gd name="connsiteY2" fmla="*/ 420886 h 990600"/>
                <a:gd name="connsiteX3" fmla="*/ 446483 w 595311"/>
                <a:gd name="connsiteY3" fmla="*/ 420886 h 990600"/>
                <a:gd name="connsiteX4" fmla="*/ 446483 w 595311"/>
                <a:gd name="connsiteY4" fmla="*/ 346472 h 990600"/>
                <a:gd name="connsiteX5" fmla="*/ 595311 w 595311"/>
                <a:gd name="connsiteY5" fmla="*/ 495300 h 990600"/>
                <a:gd name="connsiteX6" fmla="*/ 446483 w 595311"/>
                <a:gd name="connsiteY6" fmla="*/ 644128 h 990600"/>
                <a:gd name="connsiteX7" fmla="*/ 446483 w 595311"/>
                <a:gd name="connsiteY7" fmla="*/ 569714 h 990600"/>
                <a:gd name="connsiteX8" fmla="*/ 386815 w 595311"/>
                <a:gd name="connsiteY8" fmla="*/ 569714 h 990600"/>
                <a:gd name="connsiteX9" fmla="*/ 386815 w 595311"/>
                <a:gd name="connsiteY9" fmla="*/ 990600 h 990600"/>
                <a:gd name="connsiteX10" fmla="*/ 0 w 595311"/>
                <a:gd name="connsiteY10" fmla="*/ 990600 h 990600"/>
                <a:gd name="connsiteX11" fmla="*/ 0 w 595311"/>
                <a:gd name="connsiteY11" fmla="*/ 0 h 990600"/>
                <a:gd name="connsiteX0" fmla="*/ 386815 w 595311"/>
                <a:gd name="connsiteY0" fmla="*/ 990600 h 1082040"/>
                <a:gd name="connsiteX1" fmla="*/ 0 w 595311"/>
                <a:gd name="connsiteY1" fmla="*/ 990600 h 1082040"/>
                <a:gd name="connsiteX2" fmla="*/ 0 w 595311"/>
                <a:gd name="connsiteY2" fmla="*/ 0 h 1082040"/>
                <a:gd name="connsiteX3" fmla="*/ 386815 w 595311"/>
                <a:gd name="connsiteY3" fmla="*/ 0 h 1082040"/>
                <a:gd name="connsiteX4" fmla="*/ 386815 w 595311"/>
                <a:gd name="connsiteY4" fmla="*/ 420886 h 1082040"/>
                <a:gd name="connsiteX5" fmla="*/ 446483 w 595311"/>
                <a:gd name="connsiteY5" fmla="*/ 420886 h 1082040"/>
                <a:gd name="connsiteX6" fmla="*/ 446483 w 595311"/>
                <a:gd name="connsiteY6" fmla="*/ 346472 h 1082040"/>
                <a:gd name="connsiteX7" fmla="*/ 595311 w 595311"/>
                <a:gd name="connsiteY7" fmla="*/ 495300 h 1082040"/>
                <a:gd name="connsiteX8" fmla="*/ 446483 w 595311"/>
                <a:gd name="connsiteY8" fmla="*/ 644128 h 1082040"/>
                <a:gd name="connsiteX9" fmla="*/ 446483 w 595311"/>
                <a:gd name="connsiteY9" fmla="*/ 569714 h 1082040"/>
                <a:gd name="connsiteX10" fmla="*/ 386815 w 595311"/>
                <a:gd name="connsiteY10" fmla="*/ 569714 h 1082040"/>
                <a:gd name="connsiteX11" fmla="*/ 478255 w 595311"/>
                <a:gd name="connsiteY11" fmla="*/ 1082040 h 1082040"/>
                <a:gd name="connsiteX0" fmla="*/ 386815 w 595311"/>
                <a:gd name="connsiteY0" fmla="*/ 990600 h 1082040"/>
                <a:gd name="connsiteX1" fmla="*/ 0 w 595311"/>
                <a:gd name="connsiteY1" fmla="*/ 990600 h 1082040"/>
                <a:gd name="connsiteX2" fmla="*/ 0 w 595311"/>
                <a:gd name="connsiteY2" fmla="*/ 0 h 1082040"/>
                <a:gd name="connsiteX3" fmla="*/ 386815 w 595311"/>
                <a:gd name="connsiteY3" fmla="*/ 0 h 1082040"/>
                <a:gd name="connsiteX4" fmla="*/ 386815 w 595311"/>
                <a:gd name="connsiteY4" fmla="*/ 420886 h 1082040"/>
                <a:gd name="connsiteX5" fmla="*/ 446483 w 595311"/>
                <a:gd name="connsiteY5" fmla="*/ 420886 h 1082040"/>
                <a:gd name="connsiteX6" fmla="*/ 446483 w 595311"/>
                <a:gd name="connsiteY6" fmla="*/ 346472 h 1082040"/>
                <a:gd name="connsiteX7" fmla="*/ 595311 w 595311"/>
                <a:gd name="connsiteY7" fmla="*/ 495300 h 1082040"/>
                <a:gd name="connsiteX8" fmla="*/ 503636 w 595311"/>
                <a:gd name="connsiteY8" fmla="*/ 775096 h 1082040"/>
                <a:gd name="connsiteX9" fmla="*/ 446483 w 595311"/>
                <a:gd name="connsiteY9" fmla="*/ 569714 h 1082040"/>
                <a:gd name="connsiteX10" fmla="*/ 386815 w 595311"/>
                <a:gd name="connsiteY10" fmla="*/ 569714 h 1082040"/>
                <a:gd name="connsiteX11" fmla="*/ 478255 w 595311"/>
                <a:gd name="connsiteY11" fmla="*/ 1082040 h 1082040"/>
                <a:gd name="connsiteX0" fmla="*/ 386815 w 595311"/>
                <a:gd name="connsiteY0" fmla="*/ 990600 h 1082040"/>
                <a:gd name="connsiteX1" fmla="*/ 0 w 595311"/>
                <a:gd name="connsiteY1" fmla="*/ 990600 h 1082040"/>
                <a:gd name="connsiteX2" fmla="*/ 0 w 595311"/>
                <a:gd name="connsiteY2" fmla="*/ 0 h 1082040"/>
                <a:gd name="connsiteX3" fmla="*/ 386815 w 595311"/>
                <a:gd name="connsiteY3" fmla="*/ 0 h 1082040"/>
                <a:gd name="connsiteX4" fmla="*/ 386815 w 595311"/>
                <a:gd name="connsiteY4" fmla="*/ 420886 h 1082040"/>
                <a:gd name="connsiteX5" fmla="*/ 446483 w 595311"/>
                <a:gd name="connsiteY5" fmla="*/ 420886 h 1082040"/>
                <a:gd name="connsiteX6" fmla="*/ 503636 w 595311"/>
                <a:gd name="connsiteY6" fmla="*/ 217885 h 1082040"/>
                <a:gd name="connsiteX7" fmla="*/ 595311 w 595311"/>
                <a:gd name="connsiteY7" fmla="*/ 495300 h 1082040"/>
                <a:gd name="connsiteX8" fmla="*/ 503636 w 595311"/>
                <a:gd name="connsiteY8" fmla="*/ 775096 h 1082040"/>
                <a:gd name="connsiteX9" fmla="*/ 446483 w 595311"/>
                <a:gd name="connsiteY9" fmla="*/ 569714 h 1082040"/>
                <a:gd name="connsiteX10" fmla="*/ 386815 w 595311"/>
                <a:gd name="connsiteY10" fmla="*/ 569714 h 1082040"/>
                <a:gd name="connsiteX11" fmla="*/ 478255 w 595311"/>
                <a:gd name="connsiteY11" fmla="*/ 1082040 h 1082040"/>
                <a:gd name="connsiteX0" fmla="*/ 386815 w 595311"/>
                <a:gd name="connsiteY0" fmla="*/ 990600 h 1082040"/>
                <a:gd name="connsiteX1" fmla="*/ 0 w 595311"/>
                <a:gd name="connsiteY1" fmla="*/ 990600 h 1082040"/>
                <a:gd name="connsiteX2" fmla="*/ 0 w 595311"/>
                <a:gd name="connsiteY2" fmla="*/ 0 h 1082040"/>
                <a:gd name="connsiteX3" fmla="*/ 386815 w 595311"/>
                <a:gd name="connsiteY3" fmla="*/ 0 h 1082040"/>
                <a:gd name="connsiteX4" fmla="*/ 386815 w 595311"/>
                <a:gd name="connsiteY4" fmla="*/ 420886 h 1082040"/>
                <a:gd name="connsiteX5" fmla="*/ 503636 w 595311"/>
                <a:gd name="connsiteY5" fmla="*/ 217885 h 1082040"/>
                <a:gd name="connsiteX6" fmla="*/ 595311 w 595311"/>
                <a:gd name="connsiteY6" fmla="*/ 495300 h 1082040"/>
                <a:gd name="connsiteX7" fmla="*/ 503636 w 595311"/>
                <a:gd name="connsiteY7" fmla="*/ 775096 h 1082040"/>
                <a:gd name="connsiteX8" fmla="*/ 446483 w 595311"/>
                <a:gd name="connsiteY8" fmla="*/ 569714 h 1082040"/>
                <a:gd name="connsiteX9" fmla="*/ 386815 w 595311"/>
                <a:gd name="connsiteY9" fmla="*/ 569714 h 1082040"/>
                <a:gd name="connsiteX10" fmla="*/ 478255 w 595311"/>
                <a:gd name="connsiteY10" fmla="*/ 1082040 h 1082040"/>
                <a:gd name="connsiteX0" fmla="*/ 386815 w 595311"/>
                <a:gd name="connsiteY0" fmla="*/ 990600 h 1082040"/>
                <a:gd name="connsiteX1" fmla="*/ 0 w 595311"/>
                <a:gd name="connsiteY1" fmla="*/ 990600 h 1082040"/>
                <a:gd name="connsiteX2" fmla="*/ 0 w 595311"/>
                <a:gd name="connsiteY2" fmla="*/ 0 h 1082040"/>
                <a:gd name="connsiteX3" fmla="*/ 386815 w 595311"/>
                <a:gd name="connsiteY3" fmla="*/ 0 h 1082040"/>
                <a:gd name="connsiteX4" fmla="*/ 386815 w 595311"/>
                <a:gd name="connsiteY4" fmla="*/ 420886 h 1082040"/>
                <a:gd name="connsiteX5" fmla="*/ 503636 w 595311"/>
                <a:gd name="connsiteY5" fmla="*/ 217885 h 1082040"/>
                <a:gd name="connsiteX6" fmla="*/ 595311 w 595311"/>
                <a:gd name="connsiteY6" fmla="*/ 495300 h 1082040"/>
                <a:gd name="connsiteX7" fmla="*/ 503636 w 595311"/>
                <a:gd name="connsiteY7" fmla="*/ 775096 h 1082040"/>
                <a:gd name="connsiteX8" fmla="*/ 386815 w 595311"/>
                <a:gd name="connsiteY8" fmla="*/ 569714 h 1082040"/>
                <a:gd name="connsiteX9" fmla="*/ 478255 w 595311"/>
                <a:gd name="connsiteY9" fmla="*/ 1082040 h 1082040"/>
                <a:gd name="connsiteX0" fmla="*/ 386815 w 595311"/>
                <a:gd name="connsiteY0" fmla="*/ 990600 h 1082040"/>
                <a:gd name="connsiteX1" fmla="*/ 0 w 595311"/>
                <a:gd name="connsiteY1" fmla="*/ 990600 h 1082040"/>
                <a:gd name="connsiteX2" fmla="*/ 0 w 595311"/>
                <a:gd name="connsiteY2" fmla="*/ 0 h 1082040"/>
                <a:gd name="connsiteX3" fmla="*/ 386815 w 595311"/>
                <a:gd name="connsiteY3" fmla="*/ 0 h 1082040"/>
                <a:gd name="connsiteX4" fmla="*/ 386815 w 595311"/>
                <a:gd name="connsiteY4" fmla="*/ 420886 h 1082040"/>
                <a:gd name="connsiteX5" fmla="*/ 503636 w 595311"/>
                <a:gd name="connsiteY5" fmla="*/ 217885 h 1082040"/>
                <a:gd name="connsiteX6" fmla="*/ 595311 w 595311"/>
                <a:gd name="connsiteY6" fmla="*/ 495300 h 1082040"/>
                <a:gd name="connsiteX7" fmla="*/ 503636 w 595311"/>
                <a:gd name="connsiteY7" fmla="*/ 775096 h 1082040"/>
                <a:gd name="connsiteX8" fmla="*/ 184411 w 595311"/>
                <a:gd name="connsiteY8" fmla="*/ 772120 h 1082040"/>
                <a:gd name="connsiteX9" fmla="*/ 478255 w 595311"/>
                <a:gd name="connsiteY9" fmla="*/ 1082040 h 1082040"/>
                <a:gd name="connsiteX0" fmla="*/ 386815 w 595311"/>
                <a:gd name="connsiteY0" fmla="*/ 990600 h 990600"/>
                <a:gd name="connsiteX1" fmla="*/ 0 w 595311"/>
                <a:gd name="connsiteY1" fmla="*/ 990600 h 990600"/>
                <a:gd name="connsiteX2" fmla="*/ 0 w 595311"/>
                <a:gd name="connsiteY2" fmla="*/ 0 h 990600"/>
                <a:gd name="connsiteX3" fmla="*/ 386815 w 595311"/>
                <a:gd name="connsiteY3" fmla="*/ 0 h 990600"/>
                <a:gd name="connsiteX4" fmla="*/ 386815 w 595311"/>
                <a:gd name="connsiteY4" fmla="*/ 420886 h 990600"/>
                <a:gd name="connsiteX5" fmla="*/ 503636 w 595311"/>
                <a:gd name="connsiteY5" fmla="*/ 217885 h 990600"/>
                <a:gd name="connsiteX6" fmla="*/ 595311 w 595311"/>
                <a:gd name="connsiteY6" fmla="*/ 495300 h 990600"/>
                <a:gd name="connsiteX7" fmla="*/ 503636 w 595311"/>
                <a:gd name="connsiteY7" fmla="*/ 775096 h 990600"/>
                <a:gd name="connsiteX8" fmla="*/ 184411 w 595311"/>
                <a:gd name="connsiteY8" fmla="*/ 772120 h 990600"/>
                <a:gd name="connsiteX0" fmla="*/ 386815 w 595311"/>
                <a:gd name="connsiteY0" fmla="*/ 990600 h 990600"/>
                <a:gd name="connsiteX1" fmla="*/ 0 w 595311"/>
                <a:gd name="connsiteY1" fmla="*/ 990600 h 990600"/>
                <a:gd name="connsiteX2" fmla="*/ 0 w 595311"/>
                <a:gd name="connsiteY2" fmla="*/ 0 h 990600"/>
                <a:gd name="connsiteX3" fmla="*/ 386815 w 595311"/>
                <a:gd name="connsiteY3" fmla="*/ 0 h 990600"/>
                <a:gd name="connsiteX4" fmla="*/ 503636 w 595311"/>
                <a:gd name="connsiteY4" fmla="*/ 217885 h 990600"/>
                <a:gd name="connsiteX5" fmla="*/ 595311 w 595311"/>
                <a:gd name="connsiteY5" fmla="*/ 495300 h 990600"/>
                <a:gd name="connsiteX6" fmla="*/ 503636 w 595311"/>
                <a:gd name="connsiteY6" fmla="*/ 775096 h 990600"/>
                <a:gd name="connsiteX7" fmla="*/ 184411 w 595311"/>
                <a:gd name="connsiteY7" fmla="*/ 772120 h 990600"/>
                <a:gd name="connsiteX0" fmla="*/ 386815 w 595311"/>
                <a:gd name="connsiteY0" fmla="*/ 990600 h 990600"/>
                <a:gd name="connsiteX1" fmla="*/ 0 w 595311"/>
                <a:gd name="connsiteY1" fmla="*/ 990600 h 990600"/>
                <a:gd name="connsiteX2" fmla="*/ 2 w 595311"/>
                <a:gd name="connsiteY2" fmla="*/ 531019 h 990600"/>
                <a:gd name="connsiteX3" fmla="*/ 386815 w 595311"/>
                <a:gd name="connsiteY3" fmla="*/ 0 h 990600"/>
                <a:gd name="connsiteX4" fmla="*/ 503636 w 595311"/>
                <a:gd name="connsiteY4" fmla="*/ 217885 h 990600"/>
                <a:gd name="connsiteX5" fmla="*/ 595311 w 595311"/>
                <a:gd name="connsiteY5" fmla="*/ 495300 h 990600"/>
                <a:gd name="connsiteX6" fmla="*/ 503636 w 595311"/>
                <a:gd name="connsiteY6" fmla="*/ 775096 h 990600"/>
                <a:gd name="connsiteX7" fmla="*/ 184411 w 595311"/>
                <a:gd name="connsiteY7" fmla="*/ 772120 h 990600"/>
                <a:gd name="connsiteX0" fmla="*/ 388144 w 596640"/>
                <a:gd name="connsiteY0" fmla="*/ 773906 h 773906"/>
                <a:gd name="connsiteX1" fmla="*/ 1329 w 596640"/>
                <a:gd name="connsiteY1" fmla="*/ 773906 h 773906"/>
                <a:gd name="connsiteX2" fmla="*/ 1331 w 596640"/>
                <a:gd name="connsiteY2" fmla="*/ 314325 h 773906"/>
                <a:gd name="connsiteX3" fmla="*/ 0 w 596640"/>
                <a:gd name="connsiteY3" fmla="*/ 0 h 773906"/>
                <a:gd name="connsiteX4" fmla="*/ 504965 w 596640"/>
                <a:gd name="connsiteY4" fmla="*/ 1191 h 773906"/>
                <a:gd name="connsiteX5" fmla="*/ 596640 w 596640"/>
                <a:gd name="connsiteY5" fmla="*/ 278606 h 773906"/>
                <a:gd name="connsiteX6" fmla="*/ 504965 w 596640"/>
                <a:gd name="connsiteY6" fmla="*/ 558402 h 773906"/>
                <a:gd name="connsiteX7" fmla="*/ 185740 w 596640"/>
                <a:gd name="connsiteY7" fmla="*/ 555426 h 773906"/>
                <a:gd name="connsiteX0" fmla="*/ 389197 w 597693"/>
                <a:gd name="connsiteY0" fmla="*/ 773906 h 1840706"/>
                <a:gd name="connsiteX1" fmla="*/ 0 w 597693"/>
                <a:gd name="connsiteY1" fmla="*/ 1840706 h 1840706"/>
                <a:gd name="connsiteX2" fmla="*/ 2384 w 597693"/>
                <a:gd name="connsiteY2" fmla="*/ 314325 h 1840706"/>
                <a:gd name="connsiteX3" fmla="*/ 1053 w 597693"/>
                <a:gd name="connsiteY3" fmla="*/ 0 h 1840706"/>
                <a:gd name="connsiteX4" fmla="*/ 506018 w 597693"/>
                <a:gd name="connsiteY4" fmla="*/ 1191 h 1840706"/>
                <a:gd name="connsiteX5" fmla="*/ 597693 w 597693"/>
                <a:gd name="connsiteY5" fmla="*/ 278606 h 1840706"/>
                <a:gd name="connsiteX6" fmla="*/ 506018 w 597693"/>
                <a:gd name="connsiteY6" fmla="*/ 558402 h 1840706"/>
                <a:gd name="connsiteX7" fmla="*/ 186793 w 597693"/>
                <a:gd name="connsiteY7" fmla="*/ 555426 h 1840706"/>
                <a:gd name="connsiteX0" fmla="*/ 0 w 856194"/>
                <a:gd name="connsiteY0" fmla="*/ 1843087 h 1843087"/>
                <a:gd name="connsiteX1" fmla="*/ 258501 w 856194"/>
                <a:gd name="connsiteY1" fmla="*/ 1840706 h 1843087"/>
                <a:gd name="connsiteX2" fmla="*/ 260885 w 856194"/>
                <a:gd name="connsiteY2" fmla="*/ 314325 h 1843087"/>
                <a:gd name="connsiteX3" fmla="*/ 259554 w 856194"/>
                <a:gd name="connsiteY3" fmla="*/ 0 h 1843087"/>
                <a:gd name="connsiteX4" fmla="*/ 764519 w 856194"/>
                <a:gd name="connsiteY4" fmla="*/ 1191 h 1843087"/>
                <a:gd name="connsiteX5" fmla="*/ 856194 w 856194"/>
                <a:gd name="connsiteY5" fmla="*/ 278606 h 1843087"/>
                <a:gd name="connsiteX6" fmla="*/ 764519 w 856194"/>
                <a:gd name="connsiteY6" fmla="*/ 558402 h 1843087"/>
                <a:gd name="connsiteX7" fmla="*/ 445294 w 856194"/>
                <a:gd name="connsiteY7" fmla="*/ 555426 h 1843087"/>
                <a:gd name="connsiteX0" fmla="*/ 0 w 868098"/>
                <a:gd name="connsiteY0" fmla="*/ 1843087 h 1843087"/>
                <a:gd name="connsiteX1" fmla="*/ 270405 w 868098"/>
                <a:gd name="connsiteY1" fmla="*/ 1840706 h 1843087"/>
                <a:gd name="connsiteX2" fmla="*/ 272789 w 868098"/>
                <a:gd name="connsiteY2" fmla="*/ 314325 h 1843087"/>
                <a:gd name="connsiteX3" fmla="*/ 271458 w 868098"/>
                <a:gd name="connsiteY3" fmla="*/ 0 h 1843087"/>
                <a:gd name="connsiteX4" fmla="*/ 776423 w 868098"/>
                <a:gd name="connsiteY4" fmla="*/ 1191 h 1843087"/>
                <a:gd name="connsiteX5" fmla="*/ 868098 w 868098"/>
                <a:gd name="connsiteY5" fmla="*/ 278606 h 1843087"/>
                <a:gd name="connsiteX6" fmla="*/ 776423 w 868098"/>
                <a:gd name="connsiteY6" fmla="*/ 558402 h 1843087"/>
                <a:gd name="connsiteX7" fmla="*/ 457198 w 868098"/>
                <a:gd name="connsiteY7" fmla="*/ 555426 h 1843087"/>
                <a:gd name="connsiteX0" fmla="*/ 0 w 868098"/>
                <a:gd name="connsiteY0" fmla="*/ 1843087 h 1847850"/>
                <a:gd name="connsiteX1" fmla="*/ 272789 w 868098"/>
                <a:gd name="connsiteY1" fmla="*/ 1847850 h 1847850"/>
                <a:gd name="connsiteX2" fmla="*/ 272789 w 868098"/>
                <a:gd name="connsiteY2" fmla="*/ 314325 h 1847850"/>
                <a:gd name="connsiteX3" fmla="*/ 271458 w 868098"/>
                <a:gd name="connsiteY3" fmla="*/ 0 h 1847850"/>
                <a:gd name="connsiteX4" fmla="*/ 776423 w 868098"/>
                <a:gd name="connsiteY4" fmla="*/ 1191 h 1847850"/>
                <a:gd name="connsiteX5" fmla="*/ 868098 w 868098"/>
                <a:gd name="connsiteY5" fmla="*/ 278606 h 1847850"/>
                <a:gd name="connsiteX6" fmla="*/ 776423 w 868098"/>
                <a:gd name="connsiteY6" fmla="*/ 558402 h 1847850"/>
                <a:gd name="connsiteX7" fmla="*/ 457198 w 868098"/>
                <a:gd name="connsiteY7" fmla="*/ 555426 h 1847850"/>
                <a:gd name="connsiteX0" fmla="*/ 0 w 872861"/>
                <a:gd name="connsiteY0" fmla="*/ 1845468 h 1847850"/>
                <a:gd name="connsiteX1" fmla="*/ 277552 w 872861"/>
                <a:gd name="connsiteY1" fmla="*/ 1847850 h 1847850"/>
                <a:gd name="connsiteX2" fmla="*/ 277552 w 872861"/>
                <a:gd name="connsiteY2" fmla="*/ 314325 h 1847850"/>
                <a:gd name="connsiteX3" fmla="*/ 276221 w 872861"/>
                <a:gd name="connsiteY3" fmla="*/ 0 h 1847850"/>
                <a:gd name="connsiteX4" fmla="*/ 781186 w 872861"/>
                <a:gd name="connsiteY4" fmla="*/ 1191 h 1847850"/>
                <a:gd name="connsiteX5" fmla="*/ 872861 w 872861"/>
                <a:gd name="connsiteY5" fmla="*/ 278606 h 1847850"/>
                <a:gd name="connsiteX6" fmla="*/ 781186 w 872861"/>
                <a:gd name="connsiteY6" fmla="*/ 558402 h 1847850"/>
                <a:gd name="connsiteX7" fmla="*/ 461961 w 872861"/>
                <a:gd name="connsiteY7" fmla="*/ 555426 h 1847850"/>
                <a:gd name="connsiteX0" fmla="*/ 0 w 860952"/>
                <a:gd name="connsiteY0" fmla="*/ 1845468 h 1847850"/>
                <a:gd name="connsiteX1" fmla="*/ 265643 w 860952"/>
                <a:gd name="connsiteY1" fmla="*/ 1847850 h 1847850"/>
                <a:gd name="connsiteX2" fmla="*/ 265643 w 860952"/>
                <a:gd name="connsiteY2" fmla="*/ 314325 h 1847850"/>
                <a:gd name="connsiteX3" fmla="*/ 264312 w 860952"/>
                <a:gd name="connsiteY3" fmla="*/ 0 h 1847850"/>
                <a:gd name="connsiteX4" fmla="*/ 769277 w 860952"/>
                <a:gd name="connsiteY4" fmla="*/ 1191 h 1847850"/>
                <a:gd name="connsiteX5" fmla="*/ 860952 w 860952"/>
                <a:gd name="connsiteY5" fmla="*/ 278606 h 1847850"/>
                <a:gd name="connsiteX6" fmla="*/ 769277 w 860952"/>
                <a:gd name="connsiteY6" fmla="*/ 558402 h 1847850"/>
                <a:gd name="connsiteX7" fmla="*/ 450052 w 860952"/>
                <a:gd name="connsiteY7" fmla="*/ 555426 h 1847850"/>
                <a:gd name="connsiteX0" fmla="*/ 0 w 870477"/>
                <a:gd name="connsiteY0" fmla="*/ 1847849 h 1847850"/>
                <a:gd name="connsiteX1" fmla="*/ 275168 w 870477"/>
                <a:gd name="connsiteY1" fmla="*/ 1847850 h 1847850"/>
                <a:gd name="connsiteX2" fmla="*/ 275168 w 870477"/>
                <a:gd name="connsiteY2" fmla="*/ 314325 h 1847850"/>
                <a:gd name="connsiteX3" fmla="*/ 273837 w 870477"/>
                <a:gd name="connsiteY3" fmla="*/ 0 h 1847850"/>
                <a:gd name="connsiteX4" fmla="*/ 778802 w 870477"/>
                <a:gd name="connsiteY4" fmla="*/ 1191 h 1847850"/>
                <a:gd name="connsiteX5" fmla="*/ 870477 w 870477"/>
                <a:gd name="connsiteY5" fmla="*/ 278606 h 1847850"/>
                <a:gd name="connsiteX6" fmla="*/ 778802 w 870477"/>
                <a:gd name="connsiteY6" fmla="*/ 558402 h 1847850"/>
                <a:gd name="connsiteX7" fmla="*/ 459577 w 870477"/>
                <a:gd name="connsiteY7" fmla="*/ 555426 h 1847850"/>
                <a:gd name="connsiteX0" fmla="*/ 0 w 870477"/>
                <a:gd name="connsiteY0" fmla="*/ 1847849 h 1847850"/>
                <a:gd name="connsiteX1" fmla="*/ 275168 w 870477"/>
                <a:gd name="connsiteY1" fmla="*/ 1847850 h 1847850"/>
                <a:gd name="connsiteX2" fmla="*/ 275168 w 870477"/>
                <a:gd name="connsiteY2" fmla="*/ 314325 h 1847850"/>
                <a:gd name="connsiteX3" fmla="*/ 273837 w 870477"/>
                <a:gd name="connsiteY3" fmla="*/ 0 h 1847850"/>
                <a:gd name="connsiteX4" fmla="*/ 778802 w 870477"/>
                <a:gd name="connsiteY4" fmla="*/ 1191 h 1847850"/>
                <a:gd name="connsiteX5" fmla="*/ 870477 w 870477"/>
                <a:gd name="connsiteY5" fmla="*/ 278606 h 1847850"/>
                <a:gd name="connsiteX6" fmla="*/ 778802 w 870477"/>
                <a:gd name="connsiteY6" fmla="*/ 558402 h 1847850"/>
                <a:gd name="connsiteX7" fmla="*/ 459577 w 870477"/>
                <a:gd name="connsiteY7" fmla="*/ 555426 h 1847850"/>
                <a:gd name="connsiteX8" fmla="*/ 458523 w 870477"/>
                <a:gd name="connsiteY8" fmla="*/ 559595 h 1847850"/>
                <a:gd name="connsiteX0" fmla="*/ 0 w 870477"/>
                <a:gd name="connsiteY0" fmla="*/ 2166939 h 2166940"/>
                <a:gd name="connsiteX1" fmla="*/ 275168 w 870477"/>
                <a:gd name="connsiteY1" fmla="*/ 2166940 h 2166940"/>
                <a:gd name="connsiteX2" fmla="*/ 275168 w 870477"/>
                <a:gd name="connsiteY2" fmla="*/ 633415 h 2166940"/>
                <a:gd name="connsiteX3" fmla="*/ 273837 w 870477"/>
                <a:gd name="connsiteY3" fmla="*/ 319090 h 2166940"/>
                <a:gd name="connsiteX4" fmla="*/ 778802 w 870477"/>
                <a:gd name="connsiteY4" fmla="*/ 320281 h 2166940"/>
                <a:gd name="connsiteX5" fmla="*/ 870477 w 870477"/>
                <a:gd name="connsiteY5" fmla="*/ 597696 h 2166940"/>
                <a:gd name="connsiteX6" fmla="*/ 778802 w 870477"/>
                <a:gd name="connsiteY6" fmla="*/ 877492 h 2166940"/>
                <a:gd name="connsiteX7" fmla="*/ 459577 w 870477"/>
                <a:gd name="connsiteY7" fmla="*/ 874516 h 2166940"/>
                <a:gd name="connsiteX8" fmla="*/ 460904 w 870477"/>
                <a:gd name="connsiteY8" fmla="*/ 0 h 2166940"/>
                <a:gd name="connsiteX0" fmla="*/ 0 w 870477"/>
                <a:gd name="connsiteY0" fmla="*/ 2166939 h 2166940"/>
                <a:gd name="connsiteX1" fmla="*/ 275168 w 870477"/>
                <a:gd name="connsiteY1" fmla="*/ 2166940 h 2166940"/>
                <a:gd name="connsiteX2" fmla="*/ 275168 w 870477"/>
                <a:gd name="connsiteY2" fmla="*/ 633415 h 2166940"/>
                <a:gd name="connsiteX3" fmla="*/ 273837 w 870477"/>
                <a:gd name="connsiteY3" fmla="*/ 319090 h 2166940"/>
                <a:gd name="connsiteX4" fmla="*/ 778802 w 870477"/>
                <a:gd name="connsiteY4" fmla="*/ 320281 h 2166940"/>
                <a:gd name="connsiteX5" fmla="*/ 870477 w 870477"/>
                <a:gd name="connsiteY5" fmla="*/ 597696 h 2166940"/>
                <a:gd name="connsiteX6" fmla="*/ 778802 w 870477"/>
                <a:gd name="connsiteY6" fmla="*/ 877492 h 2166940"/>
                <a:gd name="connsiteX7" fmla="*/ 459577 w 870477"/>
                <a:gd name="connsiteY7" fmla="*/ 874516 h 2166940"/>
                <a:gd name="connsiteX8" fmla="*/ 460904 w 870477"/>
                <a:gd name="connsiteY8" fmla="*/ 0 h 2166940"/>
                <a:gd name="connsiteX0" fmla="*/ 0 w 870477"/>
                <a:gd name="connsiteY0" fmla="*/ 2162180 h 2162181"/>
                <a:gd name="connsiteX1" fmla="*/ 275168 w 870477"/>
                <a:gd name="connsiteY1" fmla="*/ 2162181 h 2162181"/>
                <a:gd name="connsiteX2" fmla="*/ 275168 w 870477"/>
                <a:gd name="connsiteY2" fmla="*/ 628656 h 2162181"/>
                <a:gd name="connsiteX3" fmla="*/ 273837 w 870477"/>
                <a:gd name="connsiteY3" fmla="*/ 314331 h 2162181"/>
                <a:gd name="connsiteX4" fmla="*/ 778802 w 870477"/>
                <a:gd name="connsiteY4" fmla="*/ 315522 h 2162181"/>
                <a:gd name="connsiteX5" fmla="*/ 870477 w 870477"/>
                <a:gd name="connsiteY5" fmla="*/ 592937 h 2162181"/>
                <a:gd name="connsiteX6" fmla="*/ 778802 w 870477"/>
                <a:gd name="connsiteY6" fmla="*/ 872733 h 2162181"/>
                <a:gd name="connsiteX7" fmla="*/ 459577 w 870477"/>
                <a:gd name="connsiteY7" fmla="*/ 869757 h 2162181"/>
                <a:gd name="connsiteX8" fmla="*/ 458523 w 870477"/>
                <a:gd name="connsiteY8" fmla="*/ 1 h 2162181"/>
                <a:gd name="connsiteX0" fmla="*/ 0 w 870477"/>
                <a:gd name="connsiteY0" fmla="*/ 2166941 h 2166942"/>
                <a:gd name="connsiteX1" fmla="*/ 275168 w 870477"/>
                <a:gd name="connsiteY1" fmla="*/ 2166942 h 2166942"/>
                <a:gd name="connsiteX2" fmla="*/ 275168 w 870477"/>
                <a:gd name="connsiteY2" fmla="*/ 633417 h 2166942"/>
                <a:gd name="connsiteX3" fmla="*/ 273837 w 870477"/>
                <a:gd name="connsiteY3" fmla="*/ 319092 h 2166942"/>
                <a:gd name="connsiteX4" fmla="*/ 778802 w 870477"/>
                <a:gd name="connsiteY4" fmla="*/ 320283 h 2166942"/>
                <a:gd name="connsiteX5" fmla="*/ 870477 w 870477"/>
                <a:gd name="connsiteY5" fmla="*/ 597698 h 2166942"/>
                <a:gd name="connsiteX6" fmla="*/ 778802 w 870477"/>
                <a:gd name="connsiteY6" fmla="*/ 877494 h 2166942"/>
                <a:gd name="connsiteX7" fmla="*/ 459577 w 870477"/>
                <a:gd name="connsiteY7" fmla="*/ 874518 h 2166942"/>
                <a:gd name="connsiteX8" fmla="*/ 456142 w 870477"/>
                <a:gd name="connsiteY8" fmla="*/ 0 h 2166942"/>
                <a:gd name="connsiteX0" fmla="*/ 0 w 870477"/>
                <a:gd name="connsiteY0" fmla="*/ 2166943 h 2166944"/>
                <a:gd name="connsiteX1" fmla="*/ 275168 w 870477"/>
                <a:gd name="connsiteY1" fmla="*/ 2166944 h 2166944"/>
                <a:gd name="connsiteX2" fmla="*/ 275168 w 870477"/>
                <a:gd name="connsiteY2" fmla="*/ 633419 h 2166944"/>
                <a:gd name="connsiteX3" fmla="*/ 273837 w 870477"/>
                <a:gd name="connsiteY3" fmla="*/ 319094 h 2166944"/>
                <a:gd name="connsiteX4" fmla="*/ 778802 w 870477"/>
                <a:gd name="connsiteY4" fmla="*/ 320285 h 2166944"/>
                <a:gd name="connsiteX5" fmla="*/ 870477 w 870477"/>
                <a:gd name="connsiteY5" fmla="*/ 597700 h 2166944"/>
                <a:gd name="connsiteX6" fmla="*/ 778802 w 870477"/>
                <a:gd name="connsiteY6" fmla="*/ 877496 h 2166944"/>
                <a:gd name="connsiteX7" fmla="*/ 459577 w 870477"/>
                <a:gd name="connsiteY7" fmla="*/ 874520 h 2166944"/>
                <a:gd name="connsiteX8" fmla="*/ 460905 w 870477"/>
                <a:gd name="connsiteY8" fmla="*/ 0 h 2166944"/>
                <a:gd name="connsiteX0" fmla="*/ 0 w 870477"/>
                <a:gd name="connsiteY0" fmla="*/ 2169326 h 2169327"/>
                <a:gd name="connsiteX1" fmla="*/ 275168 w 870477"/>
                <a:gd name="connsiteY1" fmla="*/ 2169327 h 2169327"/>
                <a:gd name="connsiteX2" fmla="*/ 275168 w 870477"/>
                <a:gd name="connsiteY2" fmla="*/ 635802 h 2169327"/>
                <a:gd name="connsiteX3" fmla="*/ 273837 w 870477"/>
                <a:gd name="connsiteY3" fmla="*/ 321477 h 2169327"/>
                <a:gd name="connsiteX4" fmla="*/ 778802 w 870477"/>
                <a:gd name="connsiteY4" fmla="*/ 322668 h 2169327"/>
                <a:gd name="connsiteX5" fmla="*/ 870477 w 870477"/>
                <a:gd name="connsiteY5" fmla="*/ 600083 h 2169327"/>
                <a:gd name="connsiteX6" fmla="*/ 778802 w 870477"/>
                <a:gd name="connsiteY6" fmla="*/ 879879 h 2169327"/>
                <a:gd name="connsiteX7" fmla="*/ 459577 w 870477"/>
                <a:gd name="connsiteY7" fmla="*/ 876903 h 2169327"/>
                <a:gd name="connsiteX8" fmla="*/ 456142 w 870477"/>
                <a:gd name="connsiteY8" fmla="*/ 0 h 216932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59577 w 870477"/>
                <a:gd name="connsiteY7" fmla="*/ 874523 h 2166947"/>
                <a:gd name="connsiteX8" fmla="*/ 458523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59577 w 870477"/>
                <a:gd name="connsiteY7" fmla="*/ 874523 h 2166947"/>
                <a:gd name="connsiteX8" fmla="*/ 458523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519108 w 870477"/>
                <a:gd name="connsiteY7" fmla="*/ 869760 h 2166947"/>
                <a:gd name="connsiteX8" fmla="*/ 458523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64339 w 870477"/>
                <a:gd name="connsiteY7" fmla="*/ 879285 h 2166947"/>
                <a:gd name="connsiteX8" fmla="*/ 458523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64339 w 870477"/>
                <a:gd name="connsiteY7" fmla="*/ 879285 h 2166947"/>
                <a:gd name="connsiteX8" fmla="*/ 463286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57196 w 870477"/>
                <a:gd name="connsiteY7" fmla="*/ 879285 h 2166947"/>
                <a:gd name="connsiteX8" fmla="*/ 463286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59577 w 870477"/>
                <a:gd name="connsiteY7" fmla="*/ 884047 h 2166947"/>
                <a:gd name="connsiteX8" fmla="*/ 463286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66721 w 870477"/>
                <a:gd name="connsiteY7" fmla="*/ 876904 h 2166947"/>
                <a:gd name="connsiteX8" fmla="*/ 463286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61959 w 870477"/>
                <a:gd name="connsiteY7" fmla="*/ 876904 h 2166947"/>
                <a:gd name="connsiteX8" fmla="*/ 463286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388140 w 870477"/>
                <a:gd name="connsiteY7" fmla="*/ 874523 h 2166947"/>
                <a:gd name="connsiteX8" fmla="*/ 463286 w 870477"/>
                <a:gd name="connsiteY8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560917 w 870477"/>
                <a:gd name="connsiteY7" fmla="*/ 876311 h 2166947"/>
                <a:gd name="connsiteX8" fmla="*/ 388140 w 870477"/>
                <a:gd name="connsiteY8" fmla="*/ 874523 h 2166947"/>
                <a:gd name="connsiteX9" fmla="*/ 463286 w 870477"/>
                <a:gd name="connsiteY9" fmla="*/ 1 h 2166947"/>
                <a:gd name="connsiteX0" fmla="*/ 0 w 870477"/>
                <a:gd name="connsiteY0" fmla="*/ 2166946 h 2166947"/>
                <a:gd name="connsiteX1" fmla="*/ 275168 w 870477"/>
                <a:gd name="connsiteY1" fmla="*/ 2166947 h 2166947"/>
                <a:gd name="connsiteX2" fmla="*/ 275168 w 870477"/>
                <a:gd name="connsiteY2" fmla="*/ 633422 h 2166947"/>
                <a:gd name="connsiteX3" fmla="*/ 273837 w 870477"/>
                <a:gd name="connsiteY3" fmla="*/ 319097 h 2166947"/>
                <a:gd name="connsiteX4" fmla="*/ 778802 w 870477"/>
                <a:gd name="connsiteY4" fmla="*/ 320288 h 2166947"/>
                <a:gd name="connsiteX5" fmla="*/ 870477 w 870477"/>
                <a:gd name="connsiteY5" fmla="*/ 597703 h 2166947"/>
                <a:gd name="connsiteX6" fmla="*/ 778802 w 870477"/>
                <a:gd name="connsiteY6" fmla="*/ 877499 h 2166947"/>
                <a:gd name="connsiteX7" fmla="*/ 468049 w 870477"/>
                <a:gd name="connsiteY7" fmla="*/ 878692 h 2166947"/>
                <a:gd name="connsiteX8" fmla="*/ 388140 w 870477"/>
                <a:gd name="connsiteY8" fmla="*/ 874523 h 2166947"/>
                <a:gd name="connsiteX9" fmla="*/ 463286 w 870477"/>
                <a:gd name="connsiteY9" fmla="*/ 1 h 2166947"/>
                <a:gd name="connsiteX0" fmla="*/ 0 w 870477"/>
                <a:gd name="connsiteY0" fmla="*/ 1847849 h 1847850"/>
                <a:gd name="connsiteX1" fmla="*/ 275168 w 870477"/>
                <a:gd name="connsiteY1" fmla="*/ 1847850 h 1847850"/>
                <a:gd name="connsiteX2" fmla="*/ 275168 w 870477"/>
                <a:gd name="connsiteY2" fmla="*/ 314325 h 1847850"/>
                <a:gd name="connsiteX3" fmla="*/ 273837 w 870477"/>
                <a:gd name="connsiteY3" fmla="*/ 0 h 1847850"/>
                <a:gd name="connsiteX4" fmla="*/ 778802 w 870477"/>
                <a:gd name="connsiteY4" fmla="*/ 1191 h 1847850"/>
                <a:gd name="connsiteX5" fmla="*/ 870477 w 870477"/>
                <a:gd name="connsiteY5" fmla="*/ 278606 h 1847850"/>
                <a:gd name="connsiteX6" fmla="*/ 778802 w 870477"/>
                <a:gd name="connsiteY6" fmla="*/ 558402 h 1847850"/>
                <a:gd name="connsiteX7" fmla="*/ 468049 w 870477"/>
                <a:gd name="connsiteY7" fmla="*/ 559595 h 1847850"/>
                <a:gd name="connsiteX8" fmla="*/ 388140 w 870477"/>
                <a:gd name="connsiteY8" fmla="*/ 555426 h 1847850"/>
                <a:gd name="connsiteX0" fmla="*/ 0 w 870477"/>
                <a:gd name="connsiteY0" fmla="*/ 2163965 h 2163966"/>
                <a:gd name="connsiteX1" fmla="*/ 275168 w 870477"/>
                <a:gd name="connsiteY1" fmla="*/ 2163966 h 2163966"/>
                <a:gd name="connsiteX2" fmla="*/ 275168 w 870477"/>
                <a:gd name="connsiteY2" fmla="*/ 630441 h 2163966"/>
                <a:gd name="connsiteX3" fmla="*/ 273837 w 870477"/>
                <a:gd name="connsiteY3" fmla="*/ 316116 h 2163966"/>
                <a:gd name="connsiteX4" fmla="*/ 778802 w 870477"/>
                <a:gd name="connsiteY4" fmla="*/ 317307 h 2163966"/>
                <a:gd name="connsiteX5" fmla="*/ 870477 w 870477"/>
                <a:gd name="connsiteY5" fmla="*/ 594722 h 2163966"/>
                <a:gd name="connsiteX6" fmla="*/ 778802 w 870477"/>
                <a:gd name="connsiteY6" fmla="*/ 874518 h 2163966"/>
                <a:gd name="connsiteX7" fmla="*/ 468049 w 870477"/>
                <a:gd name="connsiteY7" fmla="*/ 875711 h 2163966"/>
                <a:gd name="connsiteX8" fmla="*/ 464340 w 870477"/>
                <a:gd name="connsiteY8" fmla="*/ 0 h 2163966"/>
                <a:gd name="connsiteX0" fmla="*/ 0 w 870477"/>
                <a:gd name="connsiteY0" fmla="*/ 2163965 h 2163966"/>
                <a:gd name="connsiteX1" fmla="*/ 275168 w 870477"/>
                <a:gd name="connsiteY1" fmla="*/ 2163966 h 2163966"/>
                <a:gd name="connsiteX2" fmla="*/ 275168 w 870477"/>
                <a:gd name="connsiteY2" fmla="*/ 630441 h 2163966"/>
                <a:gd name="connsiteX3" fmla="*/ 273837 w 870477"/>
                <a:gd name="connsiteY3" fmla="*/ 316116 h 2163966"/>
                <a:gd name="connsiteX4" fmla="*/ 778802 w 870477"/>
                <a:gd name="connsiteY4" fmla="*/ 317307 h 2163966"/>
                <a:gd name="connsiteX5" fmla="*/ 870477 w 870477"/>
                <a:gd name="connsiteY5" fmla="*/ 594722 h 2163966"/>
                <a:gd name="connsiteX6" fmla="*/ 778802 w 870477"/>
                <a:gd name="connsiteY6" fmla="*/ 874518 h 2163966"/>
                <a:gd name="connsiteX7" fmla="*/ 463290 w 870477"/>
                <a:gd name="connsiteY7" fmla="*/ 870949 h 2163966"/>
                <a:gd name="connsiteX8" fmla="*/ 464340 w 870477"/>
                <a:gd name="connsiteY8" fmla="*/ 0 h 2163966"/>
                <a:gd name="connsiteX0" fmla="*/ 0 w 870477"/>
                <a:gd name="connsiteY0" fmla="*/ 2163965 h 2163966"/>
                <a:gd name="connsiteX1" fmla="*/ 275168 w 870477"/>
                <a:gd name="connsiteY1" fmla="*/ 2163966 h 2163966"/>
                <a:gd name="connsiteX2" fmla="*/ 275168 w 870477"/>
                <a:gd name="connsiteY2" fmla="*/ 630441 h 2163966"/>
                <a:gd name="connsiteX3" fmla="*/ 273837 w 870477"/>
                <a:gd name="connsiteY3" fmla="*/ 316116 h 2163966"/>
                <a:gd name="connsiteX4" fmla="*/ 778802 w 870477"/>
                <a:gd name="connsiteY4" fmla="*/ 317307 h 2163966"/>
                <a:gd name="connsiteX5" fmla="*/ 870477 w 870477"/>
                <a:gd name="connsiteY5" fmla="*/ 594722 h 2163966"/>
                <a:gd name="connsiteX6" fmla="*/ 778802 w 870477"/>
                <a:gd name="connsiteY6" fmla="*/ 874518 h 2163966"/>
                <a:gd name="connsiteX7" fmla="*/ 463293 w 870477"/>
                <a:gd name="connsiteY7" fmla="*/ 878093 h 2163966"/>
                <a:gd name="connsiteX8" fmla="*/ 464340 w 870477"/>
                <a:gd name="connsiteY8" fmla="*/ 0 h 2163966"/>
                <a:gd name="connsiteX0" fmla="*/ 0 w 870477"/>
                <a:gd name="connsiteY0" fmla="*/ 2163965 h 2163966"/>
                <a:gd name="connsiteX1" fmla="*/ 275168 w 870477"/>
                <a:gd name="connsiteY1" fmla="*/ 2163966 h 2163966"/>
                <a:gd name="connsiteX2" fmla="*/ 275168 w 870477"/>
                <a:gd name="connsiteY2" fmla="*/ 630441 h 2163966"/>
                <a:gd name="connsiteX3" fmla="*/ 273837 w 870477"/>
                <a:gd name="connsiteY3" fmla="*/ 316116 h 2163966"/>
                <a:gd name="connsiteX4" fmla="*/ 778802 w 870477"/>
                <a:gd name="connsiteY4" fmla="*/ 317307 h 2163966"/>
                <a:gd name="connsiteX5" fmla="*/ 870477 w 870477"/>
                <a:gd name="connsiteY5" fmla="*/ 594722 h 2163966"/>
                <a:gd name="connsiteX6" fmla="*/ 778802 w 870477"/>
                <a:gd name="connsiteY6" fmla="*/ 874518 h 2163966"/>
                <a:gd name="connsiteX7" fmla="*/ 463296 w 870477"/>
                <a:gd name="connsiteY7" fmla="*/ 875711 h 2163966"/>
                <a:gd name="connsiteX8" fmla="*/ 464340 w 870477"/>
                <a:gd name="connsiteY8" fmla="*/ 0 h 2163966"/>
                <a:gd name="connsiteX0" fmla="*/ 0 w 870477"/>
                <a:gd name="connsiteY0" fmla="*/ 1937126 h 1937127"/>
                <a:gd name="connsiteX1" fmla="*/ 275168 w 870477"/>
                <a:gd name="connsiteY1" fmla="*/ 1937127 h 1937127"/>
                <a:gd name="connsiteX2" fmla="*/ 275168 w 870477"/>
                <a:gd name="connsiteY2" fmla="*/ 403602 h 1937127"/>
                <a:gd name="connsiteX3" fmla="*/ 273837 w 870477"/>
                <a:gd name="connsiteY3" fmla="*/ 89277 h 1937127"/>
                <a:gd name="connsiteX4" fmla="*/ 778802 w 870477"/>
                <a:gd name="connsiteY4" fmla="*/ 90468 h 1937127"/>
                <a:gd name="connsiteX5" fmla="*/ 870477 w 870477"/>
                <a:gd name="connsiteY5" fmla="*/ 367883 h 1937127"/>
                <a:gd name="connsiteX6" fmla="*/ 778802 w 870477"/>
                <a:gd name="connsiteY6" fmla="*/ 647679 h 1937127"/>
                <a:gd name="connsiteX7" fmla="*/ 463296 w 870477"/>
                <a:gd name="connsiteY7" fmla="*/ 648872 h 1937127"/>
                <a:gd name="connsiteX8" fmla="*/ 465556 w 870477"/>
                <a:gd name="connsiteY8" fmla="*/ 0 h 1937127"/>
                <a:gd name="connsiteX0" fmla="*/ 0 w 870477"/>
                <a:gd name="connsiteY0" fmla="*/ 1934647 h 1934648"/>
                <a:gd name="connsiteX1" fmla="*/ 275168 w 870477"/>
                <a:gd name="connsiteY1" fmla="*/ 1934648 h 1934648"/>
                <a:gd name="connsiteX2" fmla="*/ 275168 w 870477"/>
                <a:gd name="connsiteY2" fmla="*/ 401123 h 1934648"/>
                <a:gd name="connsiteX3" fmla="*/ 273837 w 870477"/>
                <a:gd name="connsiteY3" fmla="*/ 86798 h 1934648"/>
                <a:gd name="connsiteX4" fmla="*/ 778802 w 870477"/>
                <a:gd name="connsiteY4" fmla="*/ 87989 h 1934648"/>
                <a:gd name="connsiteX5" fmla="*/ 870477 w 870477"/>
                <a:gd name="connsiteY5" fmla="*/ 365404 h 1934648"/>
                <a:gd name="connsiteX6" fmla="*/ 778802 w 870477"/>
                <a:gd name="connsiteY6" fmla="*/ 645200 h 1934648"/>
                <a:gd name="connsiteX7" fmla="*/ 463296 w 870477"/>
                <a:gd name="connsiteY7" fmla="*/ 646393 h 1934648"/>
                <a:gd name="connsiteX8" fmla="*/ 461909 w 870477"/>
                <a:gd name="connsiteY8" fmla="*/ 0 h 1934648"/>
                <a:gd name="connsiteX0" fmla="*/ 0 w 870477"/>
                <a:gd name="connsiteY0" fmla="*/ 1934647 h 1934647"/>
                <a:gd name="connsiteX1" fmla="*/ 276991 w 870477"/>
                <a:gd name="connsiteY1" fmla="*/ 597782 h 1934647"/>
                <a:gd name="connsiteX2" fmla="*/ 275168 w 870477"/>
                <a:gd name="connsiteY2" fmla="*/ 401123 h 1934647"/>
                <a:gd name="connsiteX3" fmla="*/ 273837 w 870477"/>
                <a:gd name="connsiteY3" fmla="*/ 86798 h 1934647"/>
                <a:gd name="connsiteX4" fmla="*/ 778802 w 870477"/>
                <a:gd name="connsiteY4" fmla="*/ 87989 h 1934647"/>
                <a:gd name="connsiteX5" fmla="*/ 870477 w 870477"/>
                <a:gd name="connsiteY5" fmla="*/ 365404 h 1934647"/>
                <a:gd name="connsiteX6" fmla="*/ 778802 w 870477"/>
                <a:gd name="connsiteY6" fmla="*/ 645200 h 1934647"/>
                <a:gd name="connsiteX7" fmla="*/ 463296 w 870477"/>
                <a:gd name="connsiteY7" fmla="*/ 646393 h 1934647"/>
                <a:gd name="connsiteX8" fmla="*/ 461909 w 870477"/>
                <a:gd name="connsiteY8" fmla="*/ 0 h 1934647"/>
                <a:gd name="connsiteX0" fmla="*/ 0 w 813949"/>
                <a:gd name="connsiteY0" fmla="*/ 64152 h 646393"/>
                <a:gd name="connsiteX1" fmla="*/ 220463 w 813949"/>
                <a:gd name="connsiteY1" fmla="*/ 597782 h 646393"/>
                <a:gd name="connsiteX2" fmla="*/ 218640 w 813949"/>
                <a:gd name="connsiteY2" fmla="*/ 401123 h 646393"/>
                <a:gd name="connsiteX3" fmla="*/ 217309 w 813949"/>
                <a:gd name="connsiteY3" fmla="*/ 86798 h 646393"/>
                <a:gd name="connsiteX4" fmla="*/ 722274 w 813949"/>
                <a:gd name="connsiteY4" fmla="*/ 87989 h 646393"/>
                <a:gd name="connsiteX5" fmla="*/ 813949 w 813949"/>
                <a:gd name="connsiteY5" fmla="*/ 365404 h 646393"/>
                <a:gd name="connsiteX6" fmla="*/ 722274 w 813949"/>
                <a:gd name="connsiteY6" fmla="*/ 645200 h 646393"/>
                <a:gd name="connsiteX7" fmla="*/ 406768 w 813949"/>
                <a:gd name="connsiteY7" fmla="*/ 646393 h 646393"/>
                <a:gd name="connsiteX8" fmla="*/ 405381 w 813949"/>
                <a:gd name="connsiteY8" fmla="*/ 0 h 646393"/>
                <a:gd name="connsiteX0" fmla="*/ 0 w 813949"/>
                <a:gd name="connsiteY0" fmla="*/ 64152 h 646393"/>
                <a:gd name="connsiteX1" fmla="*/ 220463 w 813949"/>
                <a:gd name="connsiteY1" fmla="*/ 597782 h 646393"/>
                <a:gd name="connsiteX2" fmla="*/ 218640 w 813949"/>
                <a:gd name="connsiteY2" fmla="*/ 401123 h 646393"/>
                <a:gd name="connsiteX3" fmla="*/ 278852 w 813949"/>
                <a:gd name="connsiteY3" fmla="*/ 85404 h 646393"/>
                <a:gd name="connsiteX4" fmla="*/ 722274 w 813949"/>
                <a:gd name="connsiteY4" fmla="*/ 87989 h 646393"/>
                <a:gd name="connsiteX5" fmla="*/ 813949 w 813949"/>
                <a:gd name="connsiteY5" fmla="*/ 365404 h 646393"/>
                <a:gd name="connsiteX6" fmla="*/ 722274 w 813949"/>
                <a:gd name="connsiteY6" fmla="*/ 645200 h 646393"/>
                <a:gd name="connsiteX7" fmla="*/ 406768 w 813949"/>
                <a:gd name="connsiteY7" fmla="*/ 646393 h 646393"/>
                <a:gd name="connsiteX8" fmla="*/ 405381 w 813949"/>
                <a:gd name="connsiteY8" fmla="*/ 0 h 646393"/>
                <a:gd name="connsiteX0" fmla="*/ 0 w 813949"/>
                <a:gd name="connsiteY0" fmla="*/ 64152 h 646393"/>
                <a:gd name="connsiteX1" fmla="*/ 220463 w 813949"/>
                <a:gd name="connsiteY1" fmla="*/ 597782 h 646393"/>
                <a:gd name="connsiteX2" fmla="*/ 278815 w 813949"/>
                <a:gd name="connsiteY2" fmla="*/ 202638 h 646393"/>
                <a:gd name="connsiteX3" fmla="*/ 278852 w 813949"/>
                <a:gd name="connsiteY3" fmla="*/ 85404 h 646393"/>
                <a:gd name="connsiteX4" fmla="*/ 722274 w 813949"/>
                <a:gd name="connsiteY4" fmla="*/ 87989 h 646393"/>
                <a:gd name="connsiteX5" fmla="*/ 813949 w 813949"/>
                <a:gd name="connsiteY5" fmla="*/ 365404 h 646393"/>
                <a:gd name="connsiteX6" fmla="*/ 722274 w 813949"/>
                <a:gd name="connsiteY6" fmla="*/ 645200 h 646393"/>
                <a:gd name="connsiteX7" fmla="*/ 406768 w 813949"/>
                <a:gd name="connsiteY7" fmla="*/ 646393 h 646393"/>
                <a:gd name="connsiteX8" fmla="*/ 405381 w 813949"/>
                <a:gd name="connsiteY8" fmla="*/ 0 h 646393"/>
                <a:gd name="connsiteX0" fmla="*/ 0 w 813949"/>
                <a:gd name="connsiteY0" fmla="*/ 64152 h 646393"/>
                <a:gd name="connsiteX1" fmla="*/ 220463 w 813949"/>
                <a:gd name="connsiteY1" fmla="*/ 597782 h 646393"/>
                <a:gd name="connsiteX2" fmla="*/ 278815 w 813949"/>
                <a:gd name="connsiteY2" fmla="*/ 202638 h 646393"/>
                <a:gd name="connsiteX3" fmla="*/ 278396 w 813949"/>
                <a:gd name="connsiteY3" fmla="*/ 86334 h 646393"/>
                <a:gd name="connsiteX4" fmla="*/ 722274 w 813949"/>
                <a:gd name="connsiteY4" fmla="*/ 87989 h 646393"/>
                <a:gd name="connsiteX5" fmla="*/ 813949 w 813949"/>
                <a:gd name="connsiteY5" fmla="*/ 365404 h 646393"/>
                <a:gd name="connsiteX6" fmla="*/ 722274 w 813949"/>
                <a:gd name="connsiteY6" fmla="*/ 645200 h 646393"/>
                <a:gd name="connsiteX7" fmla="*/ 406768 w 813949"/>
                <a:gd name="connsiteY7" fmla="*/ 646393 h 646393"/>
                <a:gd name="connsiteX8" fmla="*/ 405381 w 813949"/>
                <a:gd name="connsiteY8" fmla="*/ 0 h 646393"/>
                <a:gd name="connsiteX0" fmla="*/ 0 w 813949"/>
                <a:gd name="connsiteY0" fmla="*/ 64152 h 646393"/>
                <a:gd name="connsiteX1" fmla="*/ 220463 w 813949"/>
                <a:gd name="connsiteY1" fmla="*/ 597782 h 646393"/>
                <a:gd name="connsiteX2" fmla="*/ 278815 w 813949"/>
                <a:gd name="connsiteY2" fmla="*/ 202638 h 646393"/>
                <a:gd name="connsiteX3" fmla="*/ 278396 w 813949"/>
                <a:gd name="connsiteY3" fmla="*/ 86334 h 646393"/>
                <a:gd name="connsiteX4" fmla="*/ 720451 w 813949"/>
                <a:gd name="connsiteY4" fmla="*/ 86594 h 646393"/>
                <a:gd name="connsiteX5" fmla="*/ 813949 w 813949"/>
                <a:gd name="connsiteY5" fmla="*/ 365404 h 646393"/>
                <a:gd name="connsiteX6" fmla="*/ 722274 w 813949"/>
                <a:gd name="connsiteY6" fmla="*/ 645200 h 646393"/>
                <a:gd name="connsiteX7" fmla="*/ 406768 w 813949"/>
                <a:gd name="connsiteY7" fmla="*/ 646393 h 646393"/>
                <a:gd name="connsiteX8" fmla="*/ 405381 w 813949"/>
                <a:gd name="connsiteY8" fmla="*/ 0 h 646393"/>
                <a:gd name="connsiteX0" fmla="*/ 0 w 813949"/>
                <a:gd name="connsiteY0" fmla="*/ 66476 h 648717"/>
                <a:gd name="connsiteX1" fmla="*/ 220463 w 813949"/>
                <a:gd name="connsiteY1" fmla="*/ 600106 h 648717"/>
                <a:gd name="connsiteX2" fmla="*/ 278815 w 813949"/>
                <a:gd name="connsiteY2" fmla="*/ 204962 h 648717"/>
                <a:gd name="connsiteX3" fmla="*/ 278396 w 813949"/>
                <a:gd name="connsiteY3" fmla="*/ 88658 h 648717"/>
                <a:gd name="connsiteX4" fmla="*/ 720451 w 813949"/>
                <a:gd name="connsiteY4" fmla="*/ 88918 h 648717"/>
                <a:gd name="connsiteX5" fmla="*/ 813949 w 813949"/>
                <a:gd name="connsiteY5" fmla="*/ 367728 h 648717"/>
                <a:gd name="connsiteX6" fmla="*/ 722274 w 813949"/>
                <a:gd name="connsiteY6" fmla="*/ 647524 h 648717"/>
                <a:gd name="connsiteX7" fmla="*/ 406768 w 813949"/>
                <a:gd name="connsiteY7" fmla="*/ 648717 h 648717"/>
                <a:gd name="connsiteX8" fmla="*/ 406749 w 813949"/>
                <a:gd name="connsiteY8" fmla="*/ 0 h 648717"/>
                <a:gd name="connsiteX0" fmla="*/ 0 w 813949"/>
                <a:gd name="connsiteY0" fmla="*/ 66476 h 648717"/>
                <a:gd name="connsiteX1" fmla="*/ 220463 w 813949"/>
                <a:gd name="connsiteY1" fmla="*/ 600106 h 648717"/>
                <a:gd name="connsiteX2" fmla="*/ 278815 w 813949"/>
                <a:gd name="connsiteY2" fmla="*/ 204962 h 648717"/>
                <a:gd name="connsiteX3" fmla="*/ 278396 w 813949"/>
                <a:gd name="connsiteY3" fmla="*/ 88658 h 648717"/>
                <a:gd name="connsiteX4" fmla="*/ 720451 w 813949"/>
                <a:gd name="connsiteY4" fmla="*/ 88918 h 648717"/>
                <a:gd name="connsiteX5" fmla="*/ 813949 w 813949"/>
                <a:gd name="connsiteY5" fmla="*/ 367728 h 648717"/>
                <a:gd name="connsiteX6" fmla="*/ 722274 w 813949"/>
                <a:gd name="connsiteY6" fmla="*/ 647524 h 648717"/>
                <a:gd name="connsiteX7" fmla="*/ 406768 w 813949"/>
                <a:gd name="connsiteY7" fmla="*/ 648717 h 648717"/>
                <a:gd name="connsiteX8" fmla="*/ 405381 w 813949"/>
                <a:gd name="connsiteY8" fmla="*/ 0 h 648717"/>
                <a:gd name="connsiteX0" fmla="*/ 0 w 813949"/>
                <a:gd name="connsiteY0" fmla="*/ 66011 h 648252"/>
                <a:gd name="connsiteX1" fmla="*/ 220463 w 813949"/>
                <a:gd name="connsiteY1" fmla="*/ 599641 h 648252"/>
                <a:gd name="connsiteX2" fmla="*/ 278815 w 813949"/>
                <a:gd name="connsiteY2" fmla="*/ 204497 h 648252"/>
                <a:gd name="connsiteX3" fmla="*/ 278396 w 813949"/>
                <a:gd name="connsiteY3" fmla="*/ 88193 h 648252"/>
                <a:gd name="connsiteX4" fmla="*/ 720451 w 813949"/>
                <a:gd name="connsiteY4" fmla="*/ 88453 h 648252"/>
                <a:gd name="connsiteX5" fmla="*/ 813949 w 813949"/>
                <a:gd name="connsiteY5" fmla="*/ 367263 h 648252"/>
                <a:gd name="connsiteX6" fmla="*/ 722274 w 813949"/>
                <a:gd name="connsiteY6" fmla="*/ 647059 h 648252"/>
                <a:gd name="connsiteX7" fmla="*/ 406768 w 813949"/>
                <a:gd name="connsiteY7" fmla="*/ 648252 h 648252"/>
                <a:gd name="connsiteX8" fmla="*/ 406749 w 813949"/>
                <a:gd name="connsiteY8" fmla="*/ 0 h 648252"/>
                <a:gd name="connsiteX0" fmla="*/ 0 w 813949"/>
                <a:gd name="connsiteY0" fmla="*/ 66011 h 648252"/>
                <a:gd name="connsiteX1" fmla="*/ 336558 w 813949"/>
                <a:gd name="connsiteY1" fmla="*/ 208560 h 648252"/>
                <a:gd name="connsiteX2" fmla="*/ 278815 w 813949"/>
                <a:gd name="connsiteY2" fmla="*/ 204497 h 648252"/>
                <a:gd name="connsiteX3" fmla="*/ 278396 w 813949"/>
                <a:gd name="connsiteY3" fmla="*/ 88193 h 648252"/>
                <a:gd name="connsiteX4" fmla="*/ 720451 w 813949"/>
                <a:gd name="connsiteY4" fmla="*/ 88453 h 648252"/>
                <a:gd name="connsiteX5" fmla="*/ 813949 w 813949"/>
                <a:gd name="connsiteY5" fmla="*/ 367263 h 648252"/>
                <a:gd name="connsiteX6" fmla="*/ 722274 w 813949"/>
                <a:gd name="connsiteY6" fmla="*/ 647059 h 648252"/>
                <a:gd name="connsiteX7" fmla="*/ 406768 w 813949"/>
                <a:gd name="connsiteY7" fmla="*/ 648252 h 648252"/>
                <a:gd name="connsiteX8" fmla="*/ 406749 w 813949"/>
                <a:gd name="connsiteY8" fmla="*/ 0 h 648252"/>
                <a:gd name="connsiteX0" fmla="*/ 0 w 684482"/>
                <a:gd name="connsiteY0" fmla="*/ 142244 h 648252"/>
                <a:gd name="connsiteX1" fmla="*/ 207091 w 684482"/>
                <a:gd name="connsiteY1" fmla="*/ 208560 h 648252"/>
                <a:gd name="connsiteX2" fmla="*/ 149348 w 684482"/>
                <a:gd name="connsiteY2" fmla="*/ 204497 h 648252"/>
                <a:gd name="connsiteX3" fmla="*/ 148929 w 684482"/>
                <a:gd name="connsiteY3" fmla="*/ 88193 h 648252"/>
                <a:gd name="connsiteX4" fmla="*/ 590984 w 684482"/>
                <a:gd name="connsiteY4" fmla="*/ 88453 h 648252"/>
                <a:gd name="connsiteX5" fmla="*/ 684482 w 684482"/>
                <a:gd name="connsiteY5" fmla="*/ 367263 h 648252"/>
                <a:gd name="connsiteX6" fmla="*/ 592807 w 684482"/>
                <a:gd name="connsiteY6" fmla="*/ 647059 h 648252"/>
                <a:gd name="connsiteX7" fmla="*/ 277301 w 684482"/>
                <a:gd name="connsiteY7" fmla="*/ 648252 h 648252"/>
                <a:gd name="connsiteX8" fmla="*/ 277282 w 684482"/>
                <a:gd name="connsiteY8" fmla="*/ 0 h 648252"/>
                <a:gd name="connsiteX0" fmla="*/ 0 w 684482"/>
                <a:gd name="connsiteY0" fmla="*/ 142244 h 648252"/>
                <a:gd name="connsiteX1" fmla="*/ 208459 w 684482"/>
                <a:gd name="connsiteY1" fmla="*/ 207165 h 648252"/>
                <a:gd name="connsiteX2" fmla="*/ 149348 w 684482"/>
                <a:gd name="connsiteY2" fmla="*/ 204497 h 648252"/>
                <a:gd name="connsiteX3" fmla="*/ 148929 w 684482"/>
                <a:gd name="connsiteY3" fmla="*/ 88193 h 648252"/>
                <a:gd name="connsiteX4" fmla="*/ 590984 w 684482"/>
                <a:gd name="connsiteY4" fmla="*/ 88453 h 648252"/>
                <a:gd name="connsiteX5" fmla="*/ 684482 w 684482"/>
                <a:gd name="connsiteY5" fmla="*/ 367263 h 648252"/>
                <a:gd name="connsiteX6" fmla="*/ 592807 w 684482"/>
                <a:gd name="connsiteY6" fmla="*/ 647059 h 648252"/>
                <a:gd name="connsiteX7" fmla="*/ 277301 w 684482"/>
                <a:gd name="connsiteY7" fmla="*/ 648252 h 648252"/>
                <a:gd name="connsiteX8" fmla="*/ 277282 w 684482"/>
                <a:gd name="connsiteY8" fmla="*/ 0 h 648252"/>
                <a:gd name="connsiteX0" fmla="*/ 0 w 684482"/>
                <a:gd name="connsiteY0" fmla="*/ 142244 h 648252"/>
                <a:gd name="connsiteX1" fmla="*/ 208459 w 684482"/>
                <a:gd name="connsiteY1" fmla="*/ 207165 h 648252"/>
                <a:gd name="connsiteX2" fmla="*/ 149348 w 684482"/>
                <a:gd name="connsiteY2" fmla="*/ 204497 h 648252"/>
                <a:gd name="connsiteX3" fmla="*/ 148929 w 684482"/>
                <a:gd name="connsiteY3" fmla="*/ 88193 h 648252"/>
                <a:gd name="connsiteX4" fmla="*/ 590984 w 684482"/>
                <a:gd name="connsiteY4" fmla="*/ 88453 h 648252"/>
                <a:gd name="connsiteX5" fmla="*/ 684482 w 684482"/>
                <a:gd name="connsiteY5" fmla="*/ 367263 h 648252"/>
                <a:gd name="connsiteX6" fmla="*/ 592807 w 684482"/>
                <a:gd name="connsiteY6" fmla="*/ 647059 h 648252"/>
                <a:gd name="connsiteX7" fmla="*/ 277301 w 684482"/>
                <a:gd name="connsiteY7" fmla="*/ 648252 h 648252"/>
                <a:gd name="connsiteX8" fmla="*/ 277282 w 684482"/>
                <a:gd name="connsiteY8" fmla="*/ 0 h 648252"/>
                <a:gd name="connsiteX0" fmla="*/ 0 w 684482"/>
                <a:gd name="connsiteY0" fmla="*/ 142244 h 648252"/>
                <a:gd name="connsiteX1" fmla="*/ 208459 w 684482"/>
                <a:gd name="connsiteY1" fmla="*/ 207165 h 648252"/>
                <a:gd name="connsiteX2" fmla="*/ 149348 w 684482"/>
                <a:gd name="connsiteY2" fmla="*/ 204497 h 648252"/>
                <a:gd name="connsiteX3" fmla="*/ 148929 w 684482"/>
                <a:gd name="connsiteY3" fmla="*/ 88193 h 648252"/>
                <a:gd name="connsiteX4" fmla="*/ 590984 w 684482"/>
                <a:gd name="connsiteY4" fmla="*/ 88453 h 648252"/>
                <a:gd name="connsiteX5" fmla="*/ 684482 w 684482"/>
                <a:gd name="connsiteY5" fmla="*/ 367263 h 648252"/>
                <a:gd name="connsiteX6" fmla="*/ 592807 w 684482"/>
                <a:gd name="connsiteY6" fmla="*/ 647059 h 648252"/>
                <a:gd name="connsiteX7" fmla="*/ 277301 w 684482"/>
                <a:gd name="connsiteY7" fmla="*/ 648252 h 648252"/>
                <a:gd name="connsiteX8" fmla="*/ 277282 w 684482"/>
                <a:gd name="connsiteY8" fmla="*/ 0 h 648252"/>
                <a:gd name="connsiteX0" fmla="*/ 0 w 684482"/>
                <a:gd name="connsiteY0" fmla="*/ 142244 h 648252"/>
                <a:gd name="connsiteX1" fmla="*/ 109475 w 684482"/>
                <a:gd name="connsiteY1" fmla="*/ 176579 h 648252"/>
                <a:gd name="connsiteX2" fmla="*/ 208459 w 684482"/>
                <a:gd name="connsiteY2" fmla="*/ 207165 h 648252"/>
                <a:gd name="connsiteX3" fmla="*/ 149348 w 684482"/>
                <a:gd name="connsiteY3" fmla="*/ 204497 h 648252"/>
                <a:gd name="connsiteX4" fmla="*/ 148929 w 684482"/>
                <a:gd name="connsiteY4" fmla="*/ 88193 h 648252"/>
                <a:gd name="connsiteX5" fmla="*/ 590984 w 684482"/>
                <a:gd name="connsiteY5" fmla="*/ 88453 h 648252"/>
                <a:gd name="connsiteX6" fmla="*/ 684482 w 684482"/>
                <a:gd name="connsiteY6" fmla="*/ 367263 h 648252"/>
                <a:gd name="connsiteX7" fmla="*/ 592807 w 684482"/>
                <a:gd name="connsiteY7" fmla="*/ 647059 h 648252"/>
                <a:gd name="connsiteX8" fmla="*/ 277301 w 684482"/>
                <a:gd name="connsiteY8" fmla="*/ 648252 h 648252"/>
                <a:gd name="connsiteX9" fmla="*/ 277282 w 684482"/>
                <a:gd name="connsiteY9" fmla="*/ 0 h 648252"/>
                <a:gd name="connsiteX0" fmla="*/ 0 w 684482"/>
                <a:gd name="connsiteY0" fmla="*/ 142244 h 648252"/>
                <a:gd name="connsiteX1" fmla="*/ 207944 w 684482"/>
                <a:gd name="connsiteY1" fmla="*/ 140787 h 648252"/>
                <a:gd name="connsiteX2" fmla="*/ 208459 w 684482"/>
                <a:gd name="connsiteY2" fmla="*/ 207165 h 648252"/>
                <a:gd name="connsiteX3" fmla="*/ 149348 w 684482"/>
                <a:gd name="connsiteY3" fmla="*/ 204497 h 648252"/>
                <a:gd name="connsiteX4" fmla="*/ 148929 w 684482"/>
                <a:gd name="connsiteY4" fmla="*/ 88193 h 648252"/>
                <a:gd name="connsiteX5" fmla="*/ 590984 w 684482"/>
                <a:gd name="connsiteY5" fmla="*/ 88453 h 648252"/>
                <a:gd name="connsiteX6" fmla="*/ 684482 w 684482"/>
                <a:gd name="connsiteY6" fmla="*/ 367263 h 648252"/>
                <a:gd name="connsiteX7" fmla="*/ 592807 w 684482"/>
                <a:gd name="connsiteY7" fmla="*/ 647059 h 648252"/>
                <a:gd name="connsiteX8" fmla="*/ 277301 w 684482"/>
                <a:gd name="connsiteY8" fmla="*/ 648252 h 648252"/>
                <a:gd name="connsiteX9" fmla="*/ 277282 w 684482"/>
                <a:gd name="connsiteY9" fmla="*/ 0 h 648252"/>
                <a:gd name="connsiteX0" fmla="*/ 0 w 701349"/>
                <a:gd name="connsiteY0" fmla="*/ 140850 h 648252"/>
                <a:gd name="connsiteX1" fmla="*/ 224811 w 701349"/>
                <a:gd name="connsiteY1" fmla="*/ 140787 h 648252"/>
                <a:gd name="connsiteX2" fmla="*/ 225326 w 701349"/>
                <a:gd name="connsiteY2" fmla="*/ 207165 h 648252"/>
                <a:gd name="connsiteX3" fmla="*/ 166215 w 701349"/>
                <a:gd name="connsiteY3" fmla="*/ 204497 h 648252"/>
                <a:gd name="connsiteX4" fmla="*/ 165796 w 701349"/>
                <a:gd name="connsiteY4" fmla="*/ 88193 h 648252"/>
                <a:gd name="connsiteX5" fmla="*/ 607851 w 701349"/>
                <a:gd name="connsiteY5" fmla="*/ 88453 h 648252"/>
                <a:gd name="connsiteX6" fmla="*/ 701349 w 701349"/>
                <a:gd name="connsiteY6" fmla="*/ 367263 h 648252"/>
                <a:gd name="connsiteX7" fmla="*/ 609674 w 701349"/>
                <a:gd name="connsiteY7" fmla="*/ 647059 h 648252"/>
                <a:gd name="connsiteX8" fmla="*/ 294168 w 701349"/>
                <a:gd name="connsiteY8" fmla="*/ 648252 h 648252"/>
                <a:gd name="connsiteX9" fmla="*/ 294149 w 701349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7149 w 703172"/>
                <a:gd name="connsiteY2" fmla="*/ 207165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168038 w 703172"/>
                <a:gd name="connsiteY2" fmla="*/ 204497 h 648252"/>
                <a:gd name="connsiteX3" fmla="*/ 167619 w 703172"/>
                <a:gd name="connsiteY3" fmla="*/ 88193 h 648252"/>
                <a:gd name="connsiteX4" fmla="*/ 609674 w 703172"/>
                <a:gd name="connsiteY4" fmla="*/ 88453 h 648252"/>
                <a:gd name="connsiteX5" fmla="*/ 703172 w 703172"/>
                <a:gd name="connsiteY5" fmla="*/ 367263 h 648252"/>
                <a:gd name="connsiteX6" fmla="*/ 611497 w 703172"/>
                <a:gd name="connsiteY6" fmla="*/ 647059 h 648252"/>
                <a:gd name="connsiteX7" fmla="*/ 295991 w 703172"/>
                <a:gd name="connsiteY7" fmla="*/ 648252 h 648252"/>
                <a:gd name="connsiteX8" fmla="*/ 295972 w 703172"/>
                <a:gd name="connsiteY8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04296 w 703172"/>
                <a:gd name="connsiteY2" fmla="*/ 186805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3539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3539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3539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7090 w 703172"/>
                <a:gd name="connsiteY2" fmla="*/ 204934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7090 w 703172"/>
                <a:gd name="connsiteY2" fmla="*/ 204934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5722 w 703172"/>
                <a:gd name="connsiteY2" fmla="*/ 204469 h 648252"/>
                <a:gd name="connsiteX3" fmla="*/ 168038 w 703172"/>
                <a:gd name="connsiteY3" fmla="*/ 20449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5722 w 703172"/>
                <a:gd name="connsiteY2" fmla="*/ 204469 h 648252"/>
                <a:gd name="connsiteX3" fmla="*/ 167582 w 703172"/>
                <a:gd name="connsiteY3" fmla="*/ 20403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5722 w 703172"/>
                <a:gd name="connsiteY2" fmla="*/ 204469 h 648252"/>
                <a:gd name="connsiteX3" fmla="*/ 167582 w 703172"/>
                <a:gd name="connsiteY3" fmla="*/ 20403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5722 w 703172"/>
                <a:gd name="connsiteY2" fmla="*/ 20446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5722 w 703172"/>
                <a:gd name="connsiteY2" fmla="*/ 20446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5722 w 703172"/>
                <a:gd name="connsiteY2" fmla="*/ 20446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5722 w 703172"/>
                <a:gd name="connsiteY2" fmla="*/ 20446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178 w 703172"/>
                <a:gd name="connsiteY2" fmla="*/ 20539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7546 w 703172"/>
                <a:gd name="connsiteY2" fmla="*/ 204934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46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46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539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5399 h 648252"/>
                <a:gd name="connsiteX3" fmla="*/ 167126 w 703172"/>
                <a:gd name="connsiteY3" fmla="*/ 20635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539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5399 h 648252"/>
                <a:gd name="connsiteX3" fmla="*/ 167126 w 703172"/>
                <a:gd name="connsiteY3" fmla="*/ 205427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5399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934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934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934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934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934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5972 w 703172"/>
                <a:gd name="connsiteY9" fmla="*/ 0 h 648252"/>
                <a:gd name="connsiteX0" fmla="*/ 0 w 703172"/>
                <a:gd name="connsiteY0" fmla="*/ 140385 h 648252"/>
                <a:gd name="connsiteX1" fmla="*/ 226634 w 703172"/>
                <a:gd name="connsiteY1" fmla="*/ 140787 h 648252"/>
                <a:gd name="connsiteX2" fmla="*/ 226634 w 703172"/>
                <a:gd name="connsiteY2" fmla="*/ 204934 h 648252"/>
                <a:gd name="connsiteX3" fmla="*/ 167582 w 703172"/>
                <a:gd name="connsiteY3" fmla="*/ 204962 h 648252"/>
                <a:gd name="connsiteX4" fmla="*/ 167619 w 703172"/>
                <a:gd name="connsiteY4" fmla="*/ 88193 h 648252"/>
                <a:gd name="connsiteX5" fmla="*/ 609674 w 703172"/>
                <a:gd name="connsiteY5" fmla="*/ 88453 h 648252"/>
                <a:gd name="connsiteX6" fmla="*/ 703172 w 703172"/>
                <a:gd name="connsiteY6" fmla="*/ 367263 h 648252"/>
                <a:gd name="connsiteX7" fmla="*/ 611497 w 703172"/>
                <a:gd name="connsiteY7" fmla="*/ 647059 h 648252"/>
                <a:gd name="connsiteX8" fmla="*/ 295991 w 703172"/>
                <a:gd name="connsiteY8" fmla="*/ 648252 h 648252"/>
                <a:gd name="connsiteX9" fmla="*/ 297188 w 703172"/>
                <a:gd name="connsiteY9" fmla="*/ 0 h 648252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6214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8038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6670 w 703172"/>
                <a:gd name="connsiteY3" fmla="*/ 206394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7582 w 703172"/>
                <a:gd name="connsiteY3" fmla="*/ 206859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8038 w 703172"/>
                <a:gd name="connsiteY3" fmla="*/ 205929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8038 w 703172"/>
                <a:gd name="connsiteY3" fmla="*/ 205929 h 649684"/>
                <a:gd name="connsiteX4" fmla="*/ 168075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8038 w 703172"/>
                <a:gd name="connsiteY3" fmla="*/ 205929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8038 w 703172"/>
                <a:gd name="connsiteY3" fmla="*/ 205929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8038 w 703172"/>
                <a:gd name="connsiteY3" fmla="*/ 205929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1817 h 649684"/>
                <a:gd name="connsiteX1" fmla="*/ 226634 w 703172"/>
                <a:gd name="connsiteY1" fmla="*/ 142219 h 649684"/>
                <a:gd name="connsiteX2" fmla="*/ 226634 w 703172"/>
                <a:gd name="connsiteY2" fmla="*/ 206366 h 649684"/>
                <a:gd name="connsiteX3" fmla="*/ 168038 w 703172"/>
                <a:gd name="connsiteY3" fmla="*/ 205929 h 649684"/>
                <a:gd name="connsiteX4" fmla="*/ 167619 w 703172"/>
                <a:gd name="connsiteY4" fmla="*/ 89625 h 649684"/>
                <a:gd name="connsiteX5" fmla="*/ 609674 w 703172"/>
                <a:gd name="connsiteY5" fmla="*/ 89885 h 649684"/>
                <a:gd name="connsiteX6" fmla="*/ 703172 w 703172"/>
                <a:gd name="connsiteY6" fmla="*/ 368695 h 649684"/>
                <a:gd name="connsiteX7" fmla="*/ 611497 w 703172"/>
                <a:gd name="connsiteY7" fmla="*/ 648491 h 649684"/>
                <a:gd name="connsiteX8" fmla="*/ 295991 w 703172"/>
                <a:gd name="connsiteY8" fmla="*/ 649684 h 649684"/>
                <a:gd name="connsiteX9" fmla="*/ 296252 w 703172"/>
                <a:gd name="connsiteY9" fmla="*/ 0 h 649684"/>
                <a:gd name="connsiteX0" fmla="*/ 0 w 703172"/>
                <a:gd name="connsiteY0" fmla="*/ 142437 h 650304"/>
                <a:gd name="connsiteX1" fmla="*/ 226634 w 703172"/>
                <a:gd name="connsiteY1" fmla="*/ 142839 h 650304"/>
                <a:gd name="connsiteX2" fmla="*/ 226634 w 703172"/>
                <a:gd name="connsiteY2" fmla="*/ 206986 h 650304"/>
                <a:gd name="connsiteX3" fmla="*/ 168038 w 703172"/>
                <a:gd name="connsiteY3" fmla="*/ 206549 h 650304"/>
                <a:gd name="connsiteX4" fmla="*/ 167619 w 703172"/>
                <a:gd name="connsiteY4" fmla="*/ 90245 h 650304"/>
                <a:gd name="connsiteX5" fmla="*/ 609674 w 703172"/>
                <a:gd name="connsiteY5" fmla="*/ 90505 h 650304"/>
                <a:gd name="connsiteX6" fmla="*/ 703172 w 703172"/>
                <a:gd name="connsiteY6" fmla="*/ 369315 h 650304"/>
                <a:gd name="connsiteX7" fmla="*/ 611497 w 703172"/>
                <a:gd name="connsiteY7" fmla="*/ 649111 h 650304"/>
                <a:gd name="connsiteX8" fmla="*/ 295991 w 703172"/>
                <a:gd name="connsiteY8" fmla="*/ 650304 h 650304"/>
                <a:gd name="connsiteX9" fmla="*/ 295036 w 703172"/>
                <a:gd name="connsiteY9" fmla="*/ 0 h 650304"/>
                <a:gd name="connsiteX0" fmla="*/ 0 w 703172"/>
                <a:gd name="connsiteY0" fmla="*/ 143677 h 651544"/>
                <a:gd name="connsiteX1" fmla="*/ 226634 w 703172"/>
                <a:gd name="connsiteY1" fmla="*/ 144079 h 651544"/>
                <a:gd name="connsiteX2" fmla="*/ 226634 w 703172"/>
                <a:gd name="connsiteY2" fmla="*/ 208226 h 651544"/>
                <a:gd name="connsiteX3" fmla="*/ 168038 w 703172"/>
                <a:gd name="connsiteY3" fmla="*/ 207789 h 651544"/>
                <a:gd name="connsiteX4" fmla="*/ 167619 w 703172"/>
                <a:gd name="connsiteY4" fmla="*/ 91485 h 651544"/>
                <a:gd name="connsiteX5" fmla="*/ 609674 w 703172"/>
                <a:gd name="connsiteY5" fmla="*/ 91745 h 651544"/>
                <a:gd name="connsiteX6" fmla="*/ 703172 w 703172"/>
                <a:gd name="connsiteY6" fmla="*/ 370555 h 651544"/>
                <a:gd name="connsiteX7" fmla="*/ 611497 w 703172"/>
                <a:gd name="connsiteY7" fmla="*/ 650351 h 651544"/>
                <a:gd name="connsiteX8" fmla="*/ 295991 w 703172"/>
                <a:gd name="connsiteY8" fmla="*/ 651544 h 651544"/>
                <a:gd name="connsiteX9" fmla="*/ 295644 w 703172"/>
                <a:gd name="connsiteY9" fmla="*/ 0 h 651544"/>
                <a:gd name="connsiteX0" fmla="*/ 0 w 703172"/>
                <a:gd name="connsiteY0" fmla="*/ 137882 h 645749"/>
                <a:gd name="connsiteX1" fmla="*/ 226634 w 703172"/>
                <a:gd name="connsiteY1" fmla="*/ 138284 h 645749"/>
                <a:gd name="connsiteX2" fmla="*/ 226634 w 703172"/>
                <a:gd name="connsiteY2" fmla="*/ 202431 h 645749"/>
                <a:gd name="connsiteX3" fmla="*/ 168038 w 703172"/>
                <a:gd name="connsiteY3" fmla="*/ 201994 h 645749"/>
                <a:gd name="connsiteX4" fmla="*/ 167619 w 703172"/>
                <a:gd name="connsiteY4" fmla="*/ 85690 h 645749"/>
                <a:gd name="connsiteX5" fmla="*/ 609674 w 703172"/>
                <a:gd name="connsiteY5" fmla="*/ 85950 h 645749"/>
                <a:gd name="connsiteX6" fmla="*/ 703172 w 703172"/>
                <a:gd name="connsiteY6" fmla="*/ 364760 h 645749"/>
                <a:gd name="connsiteX7" fmla="*/ 611497 w 703172"/>
                <a:gd name="connsiteY7" fmla="*/ 644556 h 645749"/>
                <a:gd name="connsiteX8" fmla="*/ 295991 w 703172"/>
                <a:gd name="connsiteY8" fmla="*/ 645749 h 645749"/>
                <a:gd name="connsiteX9" fmla="*/ 296781 w 703172"/>
                <a:gd name="connsiteY9" fmla="*/ 0 h 645749"/>
                <a:gd name="connsiteX0" fmla="*/ 0 w 703172"/>
                <a:gd name="connsiteY0" fmla="*/ 140977 h 648844"/>
                <a:gd name="connsiteX1" fmla="*/ 226634 w 703172"/>
                <a:gd name="connsiteY1" fmla="*/ 141379 h 648844"/>
                <a:gd name="connsiteX2" fmla="*/ 226634 w 703172"/>
                <a:gd name="connsiteY2" fmla="*/ 205526 h 648844"/>
                <a:gd name="connsiteX3" fmla="*/ 168038 w 703172"/>
                <a:gd name="connsiteY3" fmla="*/ 205089 h 648844"/>
                <a:gd name="connsiteX4" fmla="*/ 167619 w 703172"/>
                <a:gd name="connsiteY4" fmla="*/ 88785 h 648844"/>
                <a:gd name="connsiteX5" fmla="*/ 609674 w 703172"/>
                <a:gd name="connsiteY5" fmla="*/ 89045 h 648844"/>
                <a:gd name="connsiteX6" fmla="*/ 703172 w 703172"/>
                <a:gd name="connsiteY6" fmla="*/ 367855 h 648844"/>
                <a:gd name="connsiteX7" fmla="*/ 611497 w 703172"/>
                <a:gd name="connsiteY7" fmla="*/ 647651 h 648844"/>
                <a:gd name="connsiteX8" fmla="*/ 295991 w 703172"/>
                <a:gd name="connsiteY8" fmla="*/ 648844 h 648844"/>
                <a:gd name="connsiteX9" fmla="*/ 295770 w 703172"/>
                <a:gd name="connsiteY9" fmla="*/ 0 h 648844"/>
                <a:gd name="connsiteX0" fmla="*/ 59015 w 535553"/>
                <a:gd name="connsiteY0" fmla="*/ 141379 h 648844"/>
                <a:gd name="connsiteX1" fmla="*/ 59015 w 535553"/>
                <a:gd name="connsiteY1" fmla="*/ 205526 h 648844"/>
                <a:gd name="connsiteX2" fmla="*/ 419 w 535553"/>
                <a:gd name="connsiteY2" fmla="*/ 205089 h 648844"/>
                <a:gd name="connsiteX3" fmla="*/ 0 w 535553"/>
                <a:gd name="connsiteY3" fmla="*/ 88785 h 648844"/>
                <a:gd name="connsiteX4" fmla="*/ 442055 w 535553"/>
                <a:gd name="connsiteY4" fmla="*/ 89045 h 648844"/>
                <a:gd name="connsiteX5" fmla="*/ 535553 w 535553"/>
                <a:gd name="connsiteY5" fmla="*/ 367855 h 648844"/>
                <a:gd name="connsiteX6" fmla="*/ 443878 w 535553"/>
                <a:gd name="connsiteY6" fmla="*/ 647651 h 648844"/>
                <a:gd name="connsiteX7" fmla="*/ 128372 w 535553"/>
                <a:gd name="connsiteY7" fmla="*/ 648844 h 648844"/>
                <a:gd name="connsiteX8" fmla="*/ 128151 w 535553"/>
                <a:gd name="connsiteY8" fmla="*/ 0 h 648844"/>
                <a:gd name="connsiteX0" fmla="*/ 59015 w 535553"/>
                <a:gd name="connsiteY0" fmla="*/ 205526 h 648844"/>
                <a:gd name="connsiteX1" fmla="*/ 419 w 535553"/>
                <a:gd name="connsiteY1" fmla="*/ 205089 h 648844"/>
                <a:gd name="connsiteX2" fmla="*/ 0 w 535553"/>
                <a:gd name="connsiteY2" fmla="*/ 88785 h 648844"/>
                <a:gd name="connsiteX3" fmla="*/ 442055 w 535553"/>
                <a:gd name="connsiteY3" fmla="*/ 89045 h 648844"/>
                <a:gd name="connsiteX4" fmla="*/ 535553 w 535553"/>
                <a:gd name="connsiteY4" fmla="*/ 367855 h 648844"/>
                <a:gd name="connsiteX5" fmla="*/ 443878 w 535553"/>
                <a:gd name="connsiteY5" fmla="*/ 647651 h 648844"/>
                <a:gd name="connsiteX6" fmla="*/ 128372 w 535553"/>
                <a:gd name="connsiteY6" fmla="*/ 648844 h 648844"/>
                <a:gd name="connsiteX7" fmla="*/ 128151 w 535553"/>
                <a:gd name="connsiteY7" fmla="*/ 0 h 648844"/>
                <a:gd name="connsiteX0" fmla="*/ 419 w 535553"/>
                <a:gd name="connsiteY0" fmla="*/ 205089 h 648844"/>
                <a:gd name="connsiteX1" fmla="*/ 0 w 535553"/>
                <a:gd name="connsiteY1" fmla="*/ 88785 h 648844"/>
                <a:gd name="connsiteX2" fmla="*/ 442055 w 535553"/>
                <a:gd name="connsiteY2" fmla="*/ 89045 h 648844"/>
                <a:gd name="connsiteX3" fmla="*/ 535553 w 535553"/>
                <a:gd name="connsiteY3" fmla="*/ 367855 h 648844"/>
                <a:gd name="connsiteX4" fmla="*/ 443878 w 535553"/>
                <a:gd name="connsiteY4" fmla="*/ 647651 h 648844"/>
                <a:gd name="connsiteX5" fmla="*/ 128372 w 535553"/>
                <a:gd name="connsiteY5" fmla="*/ 648844 h 648844"/>
                <a:gd name="connsiteX6" fmla="*/ 128151 w 535553"/>
                <a:gd name="connsiteY6" fmla="*/ 0 h 648844"/>
                <a:gd name="connsiteX0" fmla="*/ 0 w 535553"/>
                <a:gd name="connsiteY0" fmla="*/ 88785 h 648844"/>
                <a:gd name="connsiteX1" fmla="*/ 442055 w 535553"/>
                <a:gd name="connsiteY1" fmla="*/ 89045 h 648844"/>
                <a:gd name="connsiteX2" fmla="*/ 535553 w 535553"/>
                <a:gd name="connsiteY2" fmla="*/ 367855 h 648844"/>
                <a:gd name="connsiteX3" fmla="*/ 443878 w 535553"/>
                <a:gd name="connsiteY3" fmla="*/ 647651 h 648844"/>
                <a:gd name="connsiteX4" fmla="*/ 128372 w 535553"/>
                <a:gd name="connsiteY4" fmla="*/ 648844 h 648844"/>
                <a:gd name="connsiteX5" fmla="*/ 128151 w 535553"/>
                <a:gd name="connsiteY5" fmla="*/ 0 h 648844"/>
                <a:gd name="connsiteX0" fmla="*/ 0 w 646478"/>
                <a:gd name="connsiteY0" fmla="*/ 87901 h 648844"/>
                <a:gd name="connsiteX1" fmla="*/ 552980 w 646478"/>
                <a:gd name="connsiteY1" fmla="*/ 89045 h 648844"/>
                <a:gd name="connsiteX2" fmla="*/ 646478 w 646478"/>
                <a:gd name="connsiteY2" fmla="*/ 367855 h 648844"/>
                <a:gd name="connsiteX3" fmla="*/ 554803 w 646478"/>
                <a:gd name="connsiteY3" fmla="*/ 647651 h 648844"/>
                <a:gd name="connsiteX4" fmla="*/ 239297 w 646478"/>
                <a:gd name="connsiteY4" fmla="*/ 648844 h 648844"/>
                <a:gd name="connsiteX5" fmla="*/ 239076 w 646478"/>
                <a:gd name="connsiteY5" fmla="*/ 0 h 648844"/>
                <a:gd name="connsiteX0" fmla="*/ 0 w 646478"/>
                <a:gd name="connsiteY0" fmla="*/ 115043 h 675986"/>
                <a:gd name="connsiteX1" fmla="*/ 552980 w 646478"/>
                <a:gd name="connsiteY1" fmla="*/ 116187 h 675986"/>
                <a:gd name="connsiteX2" fmla="*/ 646478 w 646478"/>
                <a:gd name="connsiteY2" fmla="*/ 394997 h 675986"/>
                <a:gd name="connsiteX3" fmla="*/ 554803 w 646478"/>
                <a:gd name="connsiteY3" fmla="*/ 674793 h 675986"/>
                <a:gd name="connsiteX4" fmla="*/ 239297 w 646478"/>
                <a:gd name="connsiteY4" fmla="*/ 675986 h 675986"/>
                <a:gd name="connsiteX5" fmla="*/ 239173 w 646478"/>
                <a:gd name="connsiteY5" fmla="*/ 55279 h 675986"/>
                <a:gd name="connsiteX6" fmla="*/ 239076 w 646478"/>
                <a:gd name="connsiteY6" fmla="*/ 27142 h 675986"/>
                <a:gd name="connsiteX0" fmla="*/ 0 w 646478"/>
                <a:gd name="connsiteY0" fmla="*/ 115043 h 675986"/>
                <a:gd name="connsiteX1" fmla="*/ 552980 w 646478"/>
                <a:gd name="connsiteY1" fmla="*/ 116187 h 675986"/>
                <a:gd name="connsiteX2" fmla="*/ 646478 w 646478"/>
                <a:gd name="connsiteY2" fmla="*/ 394997 h 675986"/>
                <a:gd name="connsiteX3" fmla="*/ 554803 w 646478"/>
                <a:gd name="connsiteY3" fmla="*/ 674793 h 675986"/>
                <a:gd name="connsiteX4" fmla="*/ 239297 w 646478"/>
                <a:gd name="connsiteY4" fmla="*/ 675986 h 675986"/>
                <a:gd name="connsiteX5" fmla="*/ 239173 w 646478"/>
                <a:gd name="connsiteY5" fmla="*/ 55279 h 675986"/>
                <a:gd name="connsiteX6" fmla="*/ 239076 w 646478"/>
                <a:gd name="connsiteY6" fmla="*/ 27142 h 675986"/>
                <a:gd name="connsiteX0" fmla="*/ 0 w 646478"/>
                <a:gd name="connsiteY0" fmla="*/ 115043 h 675986"/>
                <a:gd name="connsiteX1" fmla="*/ 552980 w 646478"/>
                <a:gd name="connsiteY1" fmla="*/ 116187 h 675986"/>
                <a:gd name="connsiteX2" fmla="*/ 646478 w 646478"/>
                <a:gd name="connsiteY2" fmla="*/ 394997 h 675986"/>
                <a:gd name="connsiteX3" fmla="*/ 554803 w 646478"/>
                <a:gd name="connsiteY3" fmla="*/ 674793 h 675986"/>
                <a:gd name="connsiteX4" fmla="*/ 239297 w 646478"/>
                <a:gd name="connsiteY4" fmla="*/ 675986 h 675986"/>
                <a:gd name="connsiteX5" fmla="*/ 239173 w 646478"/>
                <a:gd name="connsiteY5" fmla="*/ 55279 h 675986"/>
                <a:gd name="connsiteX6" fmla="*/ 239076 w 646478"/>
                <a:gd name="connsiteY6" fmla="*/ 27142 h 675986"/>
                <a:gd name="connsiteX0" fmla="*/ 0 w 646478"/>
                <a:gd name="connsiteY0" fmla="*/ 115043 h 675986"/>
                <a:gd name="connsiteX1" fmla="*/ 552980 w 646478"/>
                <a:gd name="connsiteY1" fmla="*/ 116187 h 675986"/>
                <a:gd name="connsiteX2" fmla="*/ 646478 w 646478"/>
                <a:gd name="connsiteY2" fmla="*/ 394997 h 675986"/>
                <a:gd name="connsiteX3" fmla="*/ 554803 w 646478"/>
                <a:gd name="connsiteY3" fmla="*/ 674793 h 675986"/>
                <a:gd name="connsiteX4" fmla="*/ 239297 w 646478"/>
                <a:gd name="connsiteY4" fmla="*/ 675986 h 675986"/>
                <a:gd name="connsiteX5" fmla="*/ 239173 w 646478"/>
                <a:gd name="connsiteY5" fmla="*/ 55279 h 675986"/>
                <a:gd name="connsiteX6" fmla="*/ 239076 w 646478"/>
                <a:gd name="connsiteY6" fmla="*/ 27142 h 675986"/>
                <a:gd name="connsiteX0" fmla="*/ 0 w 963608"/>
                <a:gd name="connsiteY0" fmla="*/ 107020 h 667963"/>
                <a:gd name="connsiteX1" fmla="*/ 552980 w 963608"/>
                <a:gd name="connsiteY1" fmla="*/ 108164 h 667963"/>
                <a:gd name="connsiteX2" fmla="*/ 646478 w 963608"/>
                <a:gd name="connsiteY2" fmla="*/ 386974 h 667963"/>
                <a:gd name="connsiteX3" fmla="*/ 554803 w 963608"/>
                <a:gd name="connsiteY3" fmla="*/ 666770 h 667963"/>
                <a:gd name="connsiteX4" fmla="*/ 239297 w 963608"/>
                <a:gd name="connsiteY4" fmla="*/ 667963 h 667963"/>
                <a:gd name="connsiteX5" fmla="*/ 239173 w 963608"/>
                <a:gd name="connsiteY5" fmla="*/ 47256 h 667963"/>
                <a:gd name="connsiteX6" fmla="*/ 963608 w 963608"/>
                <a:gd name="connsiteY6" fmla="*/ 46389 h 667963"/>
                <a:gd name="connsiteX0" fmla="*/ 0 w 963608"/>
                <a:gd name="connsiteY0" fmla="*/ 60631 h 621574"/>
                <a:gd name="connsiteX1" fmla="*/ 552980 w 963608"/>
                <a:gd name="connsiteY1" fmla="*/ 61775 h 621574"/>
                <a:gd name="connsiteX2" fmla="*/ 646478 w 963608"/>
                <a:gd name="connsiteY2" fmla="*/ 340585 h 621574"/>
                <a:gd name="connsiteX3" fmla="*/ 554803 w 963608"/>
                <a:gd name="connsiteY3" fmla="*/ 620381 h 621574"/>
                <a:gd name="connsiteX4" fmla="*/ 239297 w 963608"/>
                <a:gd name="connsiteY4" fmla="*/ 621574 h 621574"/>
                <a:gd name="connsiteX5" fmla="*/ 239173 w 963608"/>
                <a:gd name="connsiteY5" fmla="*/ 867 h 621574"/>
                <a:gd name="connsiteX6" fmla="*/ 963608 w 963608"/>
                <a:gd name="connsiteY6" fmla="*/ 0 h 621574"/>
                <a:gd name="connsiteX0" fmla="*/ 0 w 963608"/>
                <a:gd name="connsiteY0" fmla="*/ 60631 h 621574"/>
                <a:gd name="connsiteX1" fmla="*/ 552980 w 963608"/>
                <a:gd name="connsiteY1" fmla="*/ 61775 h 621574"/>
                <a:gd name="connsiteX2" fmla="*/ 646478 w 963608"/>
                <a:gd name="connsiteY2" fmla="*/ 340585 h 621574"/>
                <a:gd name="connsiteX3" fmla="*/ 554803 w 963608"/>
                <a:gd name="connsiteY3" fmla="*/ 620381 h 621574"/>
                <a:gd name="connsiteX4" fmla="*/ 239297 w 963608"/>
                <a:gd name="connsiteY4" fmla="*/ 621574 h 621574"/>
                <a:gd name="connsiteX5" fmla="*/ 239173 w 963608"/>
                <a:gd name="connsiteY5" fmla="*/ 867 h 621574"/>
                <a:gd name="connsiteX6" fmla="*/ 963608 w 963608"/>
                <a:gd name="connsiteY6" fmla="*/ 0 h 621574"/>
                <a:gd name="connsiteX0" fmla="*/ 0 w 1017378"/>
                <a:gd name="connsiteY0" fmla="*/ 61293 h 622236"/>
                <a:gd name="connsiteX1" fmla="*/ 552980 w 1017378"/>
                <a:gd name="connsiteY1" fmla="*/ 62437 h 622236"/>
                <a:gd name="connsiteX2" fmla="*/ 646478 w 1017378"/>
                <a:gd name="connsiteY2" fmla="*/ 341247 h 622236"/>
                <a:gd name="connsiteX3" fmla="*/ 554803 w 1017378"/>
                <a:gd name="connsiteY3" fmla="*/ 621043 h 622236"/>
                <a:gd name="connsiteX4" fmla="*/ 239297 w 1017378"/>
                <a:gd name="connsiteY4" fmla="*/ 622236 h 622236"/>
                <a:gd name="connsiteX5" fmla="*/ 239173 w 1017378"/>
                <a:gd name="connsiteY5" fmla="*/ 1529 h 622236"/>
                <a:gd name="connsiteX6" fmla="*/ 963608 w 1017378"/>
                <a:gd name="connsiteY6" fmla="*/ 662 h 622236"/>
                <a:gd name="connsiteX7" fmla="*/ 963986 w 1017378"/>
                <a:gd name="connsiteY7" fmla="*/ 0 h 622236"/>
                <a:gd name="connsiteX0" fmla="*/ 0 w 1017951"/>
                <a:gd name="connsiteY0" fmla="*/ 61293 h 622236"/>
                <a:gd name="connsiteX1" fmla="*/ 552980 w 1017951"/>
                <a:gd name="connsiteY1" fmla="*/ 62437 h 622236"/>
                <a:gd name="connsiteX2" fmla="*/ 646478 w 1017951"/>
                <a:gd name="connsiteY2" fmla="*/ 341247 h 622236"/>
                <a:gd name="connsiteX3" fmla="*/ 554803 w 1017951"/>
                <a:gd name="connsiteY3" fmla="*/ 621043 h 622236"/>
                <a:gd name="connsiteX4" fmla="*/ 239297 w 1017951"/>
                <a:gd name="connsiteY4" fmla="*/ 622236 h 622236"/>
                <a:gd name="connsiteX5" fmla="*/ 239173 w 1017951"/>
                <a:gd name="connsiteY5" fmla="*/ 1529 h 622236"/>
                <a:gd name="connsiteX6" fmla="*/ 963608 w 1017951"/>
                <a:gd name="connsiteY6" fmla="*/ 662 h 622236"/>
                <a:gd name="connsiteX7" fmla="*/ 951098 w 1017951"/>
                <a:gd name="connsiteY7" fmla="*/ 135789 h 622236"/>
                <a:gd name="connsiteX8" fmla="*/ 963986 w 1017951"/>
                <a:gd name="connsiteY8" fmla="*/ 0 h 622236"/>
                <a:gd name="connsiteX0" fmla="*/ 0 w 1017951"/>
                <a:gd name="connsiteY0" fmla="*/ 61293 h 622236"/>
                <a:gd name="connsiteX1" fmla="*/ 552980 w 1017951"/>
                <a:gd name="connsiteY1" fmla="*/ 62437 h 622236"/>
                <a:gd name="connsiteX2" fmla="*/ 646478 w 1017951"/>
                <a:gd name="connsiteY2" fmla="*/ 341247 h 622236"/>
                <a:gd name="connsiteX3" fmla="*/ 554803 w 1017951"/>
                <a:gd name="connsiteY3" fmla="*/ 621043 h 622236"/>
                <a:gd name="connsiteX4" fmla="*/ 239297 w 1017951"/>
                <a:gd name="connsiteY4" fmla="*/ 622236 h 622236"/>
                <a:gd name="connsiteX5" fmla="*/ 239173 w 1017951"/>
                <a:gd name="connsiteY5" fmla="*/ 1529 h 622236"/>
                <a:gd name="connsiteX6" fmla="*/ 963608 w 1017951"/>
                <a:gd name="connsiteY6" fmla="*/ 662 h 622236"/>
                <a:gd name="connsiteX7" fmla="*/ 951098 w 1017951"/>
                <a:gd name="connsiteY7" fmla="*/ 135789 h 622236"/>
                <a:gd name="connsiteX8" fmla="*/ 966134 w 1017951"/>
                <a:gd name="connsiteY8" fmla="*/ 77750 h 622236"/>
                <a:gd name="connsiteX9" fmla="*/ 963986 w 1017951"/>
                <a:gd name="connsiteY9" fmla="*/ 0 h 622236"/>
                <a:gd name="connsiteX0" fmla="*/ 0 w 1017951"/>
                <a:gd name="connsiteY0" fmla="*/ 61293 h 622236"/>
                <a:gd name="connsiteX1" fmla="*/ 552980 w 1017951"/>
                <a:gd name="connsiteY1" fmla="*/ 62437 h 622236"/>
                <a:gd name="connsiteX2" fmla="*/ 646478 w 1017951"/>
                <a:gd name="connsiteY2" fmla="*/ 341247 h 622236"/>
                <a:gd name="connsiteX3" fmla="*/ 554803 w 1017951"/>
                <a:gd name="connsiteY3" fmla="*/ 621043 h 622236"/>
                <a:gd name="connsiteX4" fmla="*/ 239297 w 1017951"/>
                <a:gd name="connsiteY4" fmla="*/ 622236 h 622236"/>
                <a:gd name="connsiteX5" fmla="*/ 239173 w 1017951"/>
                <a:gd name="connsiteY5" fmla="*/ 1529 h 622236"/>
                <a:gd name="connsiteX6" fmla="*/ 963608 w 1017951"/>
                <a:gd name="connsiteY6" fmla="*/ 662 h 622236"/>
                <a:gd name="connsiteX7" fmla="*/ 951098 w 1017951"/>
                <a:gd name="connsiteY7" fmla="*/ 135789 h 622236"/>
                <a:gd name="connsiteX8" fmla="*/ 866257 w 1017951"/>
                <a:gd name="connsiteY8" fmla="*/ 165356 h 622236"/>
                <a:gd name="connsiteX9" fmla="*/ 963986 w 1017951"/>
                <a:gd name="connsiteY9" fmla="*/ 0 h 622236"/>
                <a:gd name="connsiteX0" fmla="*/ 0 w 1017951"/>
                <a:gd name="connsiteY0" fmla="*/ 60632 h 621575"/>
                <a:gd name="connsiteX1" fmla="*/ 552980 w 1017951"/>
                <a:gd name="connsiteY1" fmla="*/ 61776 h 621575"/>
                <a:gd name="connsiteX2" fmla="*/ 646478 w 1017951"/>
                <a:gd name="connsiteY2" fmla="*/ 340586 h 621575"/>
                <a:gd name="connsiteX3" fmla="*/ 554803 w 1017951"/>
                <a:gd name="connsiteY3" fmla="*/ 620382 h 621575"/>
                <a:gd name="connsiteX4" fmla="*/ 239297 w 1017951"/>
                <a:gd name="connsiteY4" fmla="*/ 621575 h 621575"/>
                <a:gd name="connsiteX5" fmla="*/ 239173 w 1017951"/>
                <a:gd name="connsiteY5" fmla="*/ 868 h 621575"/>
                <a:gd name="connsiteX6" fmla="*/ 963608 w 1017951"/>
                <a:gd name="connsiteY6" fmla="*/ 1 h 621575"/>
                <a:gd name="connsiteX7" fmla="*/ 951098 w 1017951"/>
                <a:gd name="connsiteY7" fmla="*/ 135128 h 621575"/>
                <a:gd name="connsiteX8" fmla="*/ 866257 w 1017951"/>
                <a:gd name="connsiteY8" fmla="*/ 164695 h 621575"/>
                <a:gd name="connsiteX9" fmla="*/ 844778 w 1017951"/>
                <a:gd name="connsiteY9" fmla="*/ 94610 h 621575"/>
                <a:gd name="connsiteX0" fmla="*/ 0 w 1021401"/>
                <a:gd name="connsiteY0" fmla="*/ 60632 h 621575"/>
                <a:gd name="connsiteX1" fmla="*/ 552980 w 1021401"/>
                <a:gd name="connsiteY1" fmla="*/ 61776 h 621575"/>
                <a:gd name="connsiteX2" fmla="*/ 646478 w 1021401"/>
                <a:gd name="connsiteY2" fmla="*/ 340586 h 621575"/>
                <a:gd name="connsiteX3" fmla="*/ 554803 w 1021401"/>
                <a:gd name="connsiteY3" fmla="*/ 620382 h 621575"/>
                <a:gd name="connsiteX4" fmla="*/ 239297 w 1021401"/>
                <a:gd name="connsiteY4" fmla="*/ 621575 h 621575"/>
                <a:gd name="connsiteX5" fmla="*/ 239173 w 1021401"/>
                <a:gd name="connsiteY5" fmla="*/ 868 h 621575"/>
                <a:gd name="connsiteX6" fmla="*/ 963608 w 1021401"/>
                <a:gd name="connsiteY6" fmla="*/ 1 h 621575"/>
                <a:gd name="connsiteX7" fmla="*/ 965060 w 1021401"/>
                <a:gd name="connsiteY7" fmla="*/ 63948 h 621575"/>
                <a:gd name="connsiteX8" fmla="*/ 866257 w 1021401"/>
                <a:gd name="connsiteY8" fmla="*/ 164695 h 621575"/>
                <a:gd name="connsiteX9" fmla="*/ 844778 w 1021401"/>
                <a:gd name="connsiteY9" fmla="*/ 94610 h 621575"/>
                <a:gd name="connsiteX0" fmla="*/ 0 w 1021401"/>
                <a:gd name="connsiteY0" fmla="*/ 60632 h 621575"/>
                <a:gd name="connsiteX1" fmla="*/ 552980 w 1021401"/>
                <a:gd name="connsiteY1" fmla="*/ 61776 h 621575"/>
                <a:gd name="connsiteX2" fmla="*/ 646478 w 1021401"/>
                <a:gd name="connsiteY2" fmla="*/ 340586 h 621575"/>
                <a:gd name="connsiteX3" fmla="*/ 554803 w 1021401"/>
                <a:gd name="connsiteY3" fmla="*/ 620382 h 621575"/>
                <a:gd name="connsiteX4" fmla="*/ 239297 w 1021401"/>
                <a:gd name="connsiteY4" fmla="*/ 621575 h 621575"/>
                <a:gd name="connsiteX5" fmla="*/ 239173 w 1021401"/>
                <a:gd name="connsiteY5" fmla="*/ 868 h 621575"/>
                <a:gd name="connsiteX6" fmla="*/ 963608 w 1021401"/>
                <a:gd name="connsiteY6" fmla="*/ 1 h 621575"/>
                <a:gd name="connsiteX7" fmla="*/ 965060 w 1021401"/>
                <a:gd name="connsiteY7" fmla="*/ 63948 h 621575"/>
                <a:gd name="connsiteX8" fmla="*/ 907067 w 1021401"/>
                <a:gd name="connsiteY8" fmla="*/ 65043 h 621575"/>
                <a:gd name="connsiteX9" fmla="*/ 844778 w 1021401"/>
                <a:gd name="connsiteY9" fmla="*/ 94610 h 621575"/>
                <a:gd name="connsiteX0" fmla="*/ 0 w 1021401"/>
                <a:gd name="connsiteY0" fmla="*/ 134663 h 695606"/>
                <a:gd name="connsiteX1" fmla="*/ 552980 w 1021401"/>
                <a:gd name="connsiteY1" fmla="*/ 135807 h 695606"/>
                <a:gd name="connsiteX2" fmla="*/ 646478 w 1021401"/>
                <a:gd name="connsiteY2" fmla="*/ 414617 h 695606"/>
                <a:gd name="connsiteX3" fmla="*/ 554803 w 1021401"/>
                <a:gd name="connsiteY3" fmla="*/ 694413 h 695606"/>
                <a:gd name="connsiteX4" fmla="*/ 239297 w 1021401"/>
                <a:gd name="connsiteY4" fmla="*/ 695606 h 695606"/>
                <a:gd name="connsiteX5" fmla="*/ 239173 w 1021401"/>
                <a:gd name="connsiteY5" fmla="*/ 74899 h 695606"/>
                <a:gd name="connsiteX6" fmla="*/ 963608 w 1021401"/>
                <a:gd name="connsiteY6" fmla="*/ 74032 h 695606"/>
                <a:gd name="connsiteX7" fmla="*/ 965060 w 1021401"/>
                <a:gd name="connsiteY7" fmla="*/ 137979 h 695606"/>
                <a:gd name="connsiteX8" fmla="*/ 907067 w 1021401"/>
                <a:gd name="connsiteY8" fmla="*/ 139074 h 695606"/>
                <a:gd name="connsiteX9" fmla="*/ 905993 w 1021401"/>
                <a:gd name="connsiteY9" fmla="*/ 0 h 695606"/>
                <a:gd name="connsiteX0" fmla="*/ 0 w 1021401"/>
                <a:gd name="connsiteY0" fmla="*/ 133568 h 694511"/>
                <a:gd name="connsiteX1" fmla="*/ 552980 w 1021401"/>
                <a:gd name="connsiteY1" fmla="*/ 134712 h 694511"/>
                <a:gd name="connsiteX2" fmla="*/ 646478 w 1021401"/>
                <a:gd name="connsiteY2" fmla="*/ 413522 h 694511"/>
                <a:gd name="connsiteX3" fmla="*/ 554803 w 1021401"/>
                <a:gd name="connsiteY3" fmla="*/ 693318 h 694511"/>
                <a:gd name="connsiteX4" fmla="*/ 239297 w 1021401"/>
                <a:gd name="connsiteY4" fmla="*/ 694511 h 694511"/>
                <a:gd name="connsiteX5" fmla="*/ 239173 w 1021401"/>
                <a:gd name="connsiteY5" fmla="*/ 73804 h 694511"/>
                <a:gd name="connsiteX6" fmla="*/ 963608 w 1021401"/>
                <a:gd name="connsiteY6" fmla="*/ 72937 h 694511"/>
                <a:gd name="connsiteX7" fmla="*/ 965060 w 1021401"/>
                <a:gd name="connsiteY7" fmla="*/ 136884 h 694511"/>
                <a:gd name="connsiteX8" fmla="*/ 907067 w 1021401"/>
                <a:gd name="connsiteY8" fmla="*/ 137979 h 694511"/>
                <a:gd name="connsiteX9" fmla="*/ 907067 w 1021401"/>
                <a:gd name="connsiteY9" fmla="*/ 0 h 694511"/>
                <a:gd name="connsiteX0" fmla="*/ 0 w 1021401"/>
                <a:gd name="connsiteY0" fmla="*/ 133568 h 694511"/>
                <a:gd name="connsiteX1" fmla="*/ 552980 w 1021401"/>
                <a:gd name="connsiteY1" fmla="*/ 134712 h 694511"/>
                <a:gd name="connsiteX2" fmla="*/ 646478 w 1021401"/>
                <a:gd name="connsiteY2" fmla="*/ 413522 h 694511"/>
                <a:gd name="connsiteX3" fmla="*/ 554803 w 1021401"/>
                <a:gd name="connsiteY3" fmla="*/ 693318 h 694511"/>
                <a:gd name="connsiteX4" fmla="*/ 239297 w 1021401"/>
                <a:gd name="connsiteY4" fmla="*/ 694511 h 694511"/>
                <a:gd name="connsiteX5" fmla="*/ 239173 w 1021401"/>
                <a:gd name="connsiteY5" fmla="*/ 73804 h 694511"/>
                <a:gd name="connsiteX6" fmla="*/ 963608 w 1021401"/>
                <a:gd name="connsiteY6" fmla="*/ 72937 h 694511"/>
                <a:gd name="connsiteX7" fmla="*/ 965060 w 1021401"/>
                <a:gd name="connsiteY7" fmla="*/ 136884 h 694511"/>
                <a:gd name="connsiteX8" fmla="*/ 907067 w 1021401"/>
                <a:gd name="connsiteY8" fmla="*/ 137979 h 694511"/>
                <a:gd name="connsiteX9" fmla="*/ 907067 w 1021401"/>
                <a:gd name="connsiteY9" fmla="*/ 0 h 694511"/>
                <a:gd name="connsiteX0" fmla="*/ 0 w 1021401"/>
                <a:gd name="connsiteY0" fmla="*/ 133568 h 694511"/>
                <a:gd name="connsiteX1" fmla="*/ 552980 w 1021401"/>
                <a:gd name="connsiteY1" fmla="*/ 134712 h 694511"/>
                <a:gd name="connsiteX2" fmla="*/ 646478 w 1021401"/>
                <a:gd name="connsiteY2" fmla="*/ 413522 h 694511"/>
                <a:gd name="connsiteX3" fmla="*/ 554803 w 1021401"/>
                <a:gd name="connsiteY3" fmla="*/ 693318 h 694511"/>
                <a:gd name="connsiteX4" fmla="*/ 239297 w 1021401"/>
                <a:gd name="connsiteY4" fmla="*/ 694511 h 694511"/>
                <a:gd name="connsiteX5" fmla="*/ 239173 w 1021401"/>
                <a:gd name="connsiteY5" fmla="*/ 73804 h 694511"/>
                <a:gd name="connsiteX6" fmla="*/ 963608 w 1021401"/>
                <a:gd name="connsiteY6" fmla="*/ 72937 h 694511"/>
                <a:gd name="connsiteX7" fmla="*/ 965060 w 1021401"/>
                <a:gd name="connsiteY7" fmla="*/ 136884 h 694511"/>
                <a:gd name="connsiteX8" fmla="*/ 907067 w 1021401"/>
                <a:gd name="connsiteY8" fmla="*/ 137979 h 694511"/>
                <a:gd name="connsiteX9" fmla="*/ 907067 w 1021401"/>
                <a:gd name="connsiteY9" fmla="*/ 0 h 694511"/>
                <a:gd name="connsiteX0" fmla="*/ 0 w 1021401"/>
                <a:gd name="connsiteY0" fmla="*/ 133568 h 694511"/>
                <a:gd name="connsiteX1" fmla="*/ 552980 w 1021401"/>
                <a:gd name="connsiteY1" fmla="*/ 134712 h 694511"/>
                <a:gd name="connsiteX2" fmla="*/ 646478 w 1021401"/>
                <a:gd name="connsiteY2" fmla="*/ 413522 h 694511"/>
                <a:gd name="connsiteX3" fmla="*/ 554803 w 1021401"/>
                <a:gd name="connsiteY3" fmla="*/ 693318 h 694511"/>
                <a:gd name="connsiteX4" fmla="*/ 239297 w 1021401"/>
                <a:gd name="connsiteY4" fmla="*/ 694511 h 694511"/>
                <a:gd name="connsiteX5" fmla="*/ 239173 w 1021401"/>
                <a:gd name="connsiteY5" fmla="*/ 73804 h 694511"/>
                <a:gd name="connsiteX6" fmla="*/ 963608 w 1021401"/>
                <a:gd name="connsiteY6" fmla="*/ 72937 h 694511"/>
                <a:gd name="connsiteX7" fmla="*/ 965060 w 1021401"/>
                <a:gd name="connsiteY7" fmla="*/ 136884 h 694511"/>
                <a:gd name="connsiteX8" fmla="*/ 907067 w 1021401"/>
                <a:gd name="connsiteY8" fmla="*/ 137979 h 694511"/>
                <a:gd name="connsiteX9" fmla="*/ 907067 w 1021401"/>
                <a:gd name="connsiteY9" fmla="*/ 0 h 694511"/>
                <a:gd name="connsiteX0" fmla="*/ 0 w 1021401"/>
                <a:gd name="connsiteY0" fmla="*/ 133568 h 694511"/>
                <a:gd name="connsiteX1" fmla="*/ 552980 w 1021401"/>
                <a:gd name="connsiteY1" fmla="*/ 134712 h 694511"/>
                <a:gd name="connsiteX2" fmla="*/ 646478 w 1021401"/>
                <a:gd name="connsiteY2" fmla="*/ 413522 h 694511"/>
                <a:gd name="connsiteX3" fmla="*/ 554803 w 1021401"/>
                <a:gd name="connsiteY3" fmla="*/ 693318 h 694511"/>
                <a:gd name="connsiteX4" fmla="*/ 239297 w 1021401"/>
                <a:gd name="connsiteY4" fmla="*/ 694511 h 694511"/>
                <a:gd name="connsiteX5" fmla="*/ 239173 w 1021401"/>
                <a:gd name="connsiteY5" fmla="*/ 73804 h 694511"/>
                <a:gd name="connsiteX6" fmla="*/ 963608 w 1021401"/>
                <a:gd name="connsiteY6" fmla="*/ 72937 h 694511"/>
                <a:gd name="connsiteX7" fmla="*/ 965060 w 1021401"/>
                <a:gd name="connsiteY7" fmla="*/ 136884 h 694511"/>
                <a:gd name="connsiteX8" fmla="*/ 907067 w 1021401"/>
                <a:gd name="connsiteY8" fmla="*/ 138693 h 694511"/>
                <a:gd name="connsiteX9" fmla="*/ 907067 w 1021401"/>
                <a:gd name="connsiteY9" fmla="*/ 0 h 694511"/>
                <a:gd name="connsiteX0" fmla="*/ 0 w 1021401"/>
                <a:gd name="connsiteY0" fmla="*/ 133568 h 694511"/>
                <a:gd name="connsiteX1" fmla="*/ 552980 w 1021401"/>
                <a:gd name="connsiteY1" fmla="*/ 134712 h 694511"/>
                <a:gd name="connsiteX2" fmla="*/ 646478 w 1021401"/>
                <a:gd name="connsiteY2" fmla="*/ 413522 h 694511"/>
                <a:gd name="connsiteX3" fmla="*/ 554803 w 1021401"/>
                <a:gd name="connsiteY3" fmla="*/ 693318 h 694511"/>
                <a:gd name="connsiteX4" fmla="*/ 239297 w 1021401"/>
                <a:gd name="connsiteY4" fmla="*/ 694511 h 694511"/>
                <a:gd name="connsiteX5" fmla="*/ 239173 w 1021401"/>
                <a:gd name="connsiteY5" fmla="*/ 73804 h 694511"/>
                <a:gd name="connsiteX6" fmla="*/ 963608 w 1021401"/>
                <a:gd name="connsiteY6" fmla="*/ 72937 h 694511"/>
                <a:gd name="connsiteX7" fmla="*/ 965060 w 1021401"/>
                <a:gd name="connsiteY7" fmla="*/ 136884 h 694511"/>
                <a:gd name="connsiteX8" fmla="*/ 907067 w 1021401"/>
                <a:gd name="connsiteY8" fmla="*/ 138693 h 694511"/>
                <a:gd name="connsiteX9" fmla="*/ 907067 w 1021401"/>
                <a:gd name="connsiteY9" fmla="*/ 0 h 694511"/>
                <a:gd name="connsiteX0" fmla="*/ 0 w 1021585"/>
                <a:gd name="connsiteY0" fmla="*/ 133568 h 694511"/>
                <a:gd name="connsiteX1" fmla="*/ 552980 w 1021585"/>
                <a:gd name="connsiteY1" fmla="*/ 134712 h 694511"/>
                <a:gd name="connsiteX2" fmla="*/ 646478 w 1021585"/>
                <a:gd name="connsiteY2" fmla="*/ 413522 h 694511"/>
                <a:gd name="connsiteX3" fmla="*/ 554803 w 1021585"/>
                <a:gd name="connsiteY3" fmla="*/ 693318 h 694511"/>
                <a:gd name="connsiteX4" fmla="*/ 239297 w 1021585"/>
                <a:gd name="connsiteY4" fmla="*/ 694511 h 694511"/>
                <a:gd name="connsiteX5" fmla="*/ 239173 w 1021585"/>
                <a:gd name="connsiteY5" fmla="*/ 73804 h 694511"/>
                <a:gd name="connsiteX6" fmla="*/ 963608 w 1021585"/>
                <a:gd name="connsiteY6" fmla="*/ 72937 h 694511"/>
                <a:gd name="connsiteX7" fmla="*/ 965760 w 1021585"/>
                <a:gd name="connsiteY7" fmla="*/ 146166 h 694511"/>
                <a:gd name="connsiteX8" fmla="*/ 907067 w 1021585"/>
                <a:gd name="connsiteY8" fmla="*/ 138693 h 694511"/>
                <a:gd name="connsiteX9" fmla="*/ 907067 w 1021585"/>
                <a:gd name="connsiteY9" fmla="*/ 0 h 694511"/>
                <a:gd name="connsiteX0" fmla="*/ 0 w 1021771"/>
                <a:gd name="connsiteY0" fmla="*/ 133568 h 694511"/>
                <a:gd name="connsiteX1" fmla="*/ 552980 w 1021771"/>
                <a:gd name="connsiteY1" fmla="*/ 134712 h 694511"/>
                <a:gd name="connsiteX2" fmla="*/ 646478 w 1021771"/>
                <a:gd name="connsiteY2" fmla="*/ 413522 h 694511"/>
                <a:gd name="connsiteX3" fmla="*/ 554803 w 1021771"/>
                <a:gd name="connsiteY3" fmla="*/ 693318 h 694511"/>
                <a:gd name="connsiteX4" fmla="*/ 239297 w 1021771"/>
                <a:gd name="connsiteY4" fmla="*/ 694511 h 694511"/>
                <a:gd name="connsiteX5" fmla="*/ 239173 w 1021771"/>
                <a:gd name="connsiteY5" fmla="*/ 73804 h 694511"/>
                <a:gd name="connsiteX6" fmla="*/ 963608 w 1021771"/>
                <a:gd name="connsiteY6" fmla="*/ 72937 h 694511"/>
                <a:gd name="connsiteX7" fmla="*/ 966461 w 1021771"/>
                <a:gd name="connsiteY7" fmla="*/ 136884 h 694511"/>
                <a:gd name="connsiteX8" fmla="*/ 907067 w 1021771"/>
                <a:gd name="connsiteY8" fmla="*/ 138693 h 694511"/>
                <a:gd name="connsiteX9" fmla="*/ 907067 w 1021771"/>
                <a:gd name="connsiteY9" fmla="*/ 0 h 694511"/>
                <a:gd name="connsiteX0" fmla="*/ 0 w 966461"/>
                <a:gd name="connsiteY0" fmla="*/ 133568 h 694511"/>
                <a:gd name="connsiteX1" fmla="*/ 552980 w 966461"/>
                <a:gd name="connsiteY1" fmla="*/ 134712 h 694511"/>
                <a:gd name="connsiteX2" fmla="*/ 646478 w 966461"/>
                <a:gd name="connsiteY2" fmla="*/ 413522 h 694511"/>
                <a:gd name="connsiteX3" fmla="*/ 554803 w 966461"/>
                <a:gd name="connsiteY3" fmla="*/ 693318 h 694511"/>
                <a:gd name="connsiteX4" fmla="*/ 239297 w 966461"/>
                <a:gd name="connsiteY4" fmla="*/ 694511 h 694511"/>
                <a:gd name="connsiteX5" fmla="*/ 239173 w 966461"/>
                <a:gd name="connsiteY5" fmla="*/ 73804 h 694511"/>
                <a:gd name="connsiteX6" fmla="*/ 963608 w 966461"/>
                <a:gd name="connsiteY6" fmla="*/ 72937 h 694511"/>
                <a:gd name="connsiteX7" fmla="*/ 966461 w 966461"/>
                <a:gd name="connsiteY7" fmla="*/ 136884 h 694511"/>
                <a:gd name="connsiteX8" fmla="*/ 907067 w 966461"/>
                <a:gd name="connsiteY8" fmla="*/ 138693 h 694511"/>
                <a:gd name="connsiteX9" fmla="*/ 907067 w 966461"/>
                <a:gd name="connsiteY9" fmla="*/ 0 h 694511"/>
                <a:gd name="connsiteX0" fmla="*/ 0 w 967328"/>
                <a:gd name="connsiteY0" fmla="*/ 133568 h 694511"/>
                <a:gd name="connsiteX1" fmla="*/ 552980 w 967328"/>
                <a:gd name="connsiteY1" fmla="*/ 134712 h 694511"/>
                <a:gd name="connsiteX2" fmla="*/ 646478 w 967328"/>
                <a:gd name="connsiteY2" fmla="*/ 413522 h 694511"/>
                <a:gd name="connsiteX3" fmla="*/ 554803 w 967328"/>
                <a:gd name="connsiteY3" fmla="*/ 693318 h 694511"/>
                <a:gd name="connsiteX4" fmla="*/ 239297 w 967328"/>
                <a:gd name="connsiteY4" fmla="*/ 694511 h 694511"/>
                <a:gd name="connsiteX5" fmla="*/ 239173 w 967328"/>
                <a:gd name="connsiteY5" fmla="*/ 73804 h 694511"/>
                <a:gd name="connsiteX6" fmla="*/ 965709 w 967328"/>
                <a:gd name="connsiteY6" fmla="*/ 72937 h 694511"/>
                <a:gd name="connsiteX7" fmla="*/ 966461 w 967328"/>
                <a:gd name="connsiteY7" fmla="*/ 136884 h 694511"/>
                <a:gd name="connsiteX8" fmla="*/ 907067 w 967328"/>
                <a:gd name="connsiteY8" fmla="*/ 138693 h 694511"/>
                <a:gd name="connsiteX9" fmla="*/ 907067 w 967328"/>
                <a:gd name="connsiteY9" fmla="*/ 0 h 694511"/>
                <a:gd name="connsiteX0" fmla="*/ 0 w 966461"/>
                <a:gd name="connsiteY0" fmla="*/ 133568 h 694511"/>
                <a:gd name="connsiteX1" fmla="*/ 552980 w 966461"/>
                <a:gd name="connsiteY1" fmla="*/ 134712 h 694511"/>
                <a:gd name="connsiteX2" fmla="*/ 646478 w 966461"/>
                <a:gd name="connsiteY2" fmla="*/ 413522 h 694511"/>
                <a:gd name="connsiteX3" fmla="*/ 554803 w 966461"/>
                <a:gd name="connsiteY3" fmla="*/ 693318 h 694511"/>
                <a:gd name="connsiteX4" fmla="*/ 239297 w 966461"/>
                <a:gd name="connsiteY4" fmla="*/ 694511 h 694511"/>
                <a:gd name="connsiteX5" fmla="*/ 239173 w 966461"/>
                <a:gd name="connsiteY5" fmla="*/ 73804 h 694511"/>
                <a:gd name="connsiteX6" fmla="*/ 965709 w 966461"/>
                <a:gd name="connsiteY6" fmla="*/ 72937 h 694511"/>
                <a:gd name="connsiteX7" fmla="*/ 966461 w 966461"/>
                <a:gd name="connsiteY7" fmla="*/ 136884 h 694511"/>
                <a:gd name="connsiteX8" fmla="*/ 907067 w 966461"/>
                <a:gd name="connsiteY8" fmla="*/ 138693 h 694511"/>
                <a:gd name="connsiteX9" fmla="*/ 907067 w 966461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7067 w 965875"/>
                <a:gd name="connsiteY8" fmla="*/ 138693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6367 w 965875"/>
                <a:gd name="connsiteY8" fmla="*/ 155115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2866 w 965875"/>
                <a:gd name="connsiteY8" fmla="*/ 157257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8468 w 965875"/>
                <a:gd name="connsiteY8" fmla="*/ 140835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8468 w 965875"/>
                <a:gd name="connsiteY8" fmla="*/ 140835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8468 w 965875"/>
                <a:gd name="connsiteY8" fmla="*/ 140835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8468 w 965875"/>
                <a:gd name="connsiteY8" fmla="*/ 140835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8468 w 965875"/>
                <a:gd name="connsiteY8" fmla="*/ 140835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8468 w 965875"/>
                <a:gd name="connsiteY8" fmla="*/ 140835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2937 h 694511"/>
                <a:gd name="connsiteX7" fmla="*/ 965761 w 965875"/>
                <a:gd name="connsiteY7" fmla="*/ 139026 h 694511"/>
                <a:gd name="connsiteX8" fmla="*/ 907768 w 965875"/>
                <a:gd name="connsiteY8" fmla="*/ 139407 h 694511"/>
                <a:gd name="connsiteX9" fmla="*/ 907067 w 965875"/>
                <a:gd name="connsiteY9" fmla="*/ 0 h 694511"/>
                <a:gd name="connsiteX0" fmla="*/ 0 w 965875"/>
                <a:gd name="connsiteY0" fmla="*/ 133568 h 694511"/>
                <a:gd name="connsiteX1" fmla="*/ 552980 w 965875"/>
                <a:gd name="connsiteY1" fmla="*/ 134712 h 694511"/>
                <a:gd name="connsiteX2" fmla="*/ 646478 w 965875"/>
                <a:gd name="connsiteY2" fmla="*/ 413522 h 694511"/>
                <a:gd name="connsiteX3" fmla="*/ 554803 w 965875"/>
                <a:gd name="connsiteY3" fmla="*/ 693318 h 694511"/>
                <a:gd name="connsiteX4" fmla="*/ 239297 w 965875"/>
                <a:gd name="connsiteY4" fmla="*/ 694511 h 694511"/>
                <a:gd name="connsiteX5" fmla="*/ 239173 w 965875"/>
                <a:gd name="connsiteY5" fmla="*/ 73804 h 694511"/>
                <a:gd name="connsiteX6" fmla="*/ 965709 w 965875"/>
                <a:gd name="connsiteY6" fmla="*/ 73681 h 694511"/>
                <a:gd name="connsiteX7" fmla="*/ 965761 w 965875"/>
                <a:gd name="connsiteY7" fmla="*/ 139026 h 694511"/>
                <a:gd name="connsiteX8" fmla="*/ 907768 w 965875"/>
                <a:gd name="connsiteY8" fmla="*/ 139407 h 694511"/>
                <a:gd name="connsiteX9" fmla="*/ 907067 w 965875"/>
                <a:gd name="connsiteY9" fmla="*/ 0 h 694511"/>
                <a:gd name="connsiteX0" fmla="*/ 0 w 965875"/>
                <a:gd name="connsiteY0" fmla="*/ 132824 h 693767"/>
                <a:gd name="connsiteX1" fmla="*/ 552980 w 965875"/>
                <a:gd name="connsiteY1" fmla="*/ 133968 h 693767"/>
                <a:gd name="connsiteX2" fmla="*/ 646478 w 965875"/>
                <a:gd name="connsiteY2" fmla="*/ 412778 h 693767"/>
                <a:gd name="connsiteX3" fmla="*/ 554803 w 965875"/>
                <a:gd name="connsiteY3" fmla="*/ 692574 h 693767"/>
                <a:gd name="connsiteX4" fmla="*/ 239297 w 965875"/>
                <a:gd name="connsiteY4" fmla="*/ 693767 h 693767"/>
                <a:gd name="connsiteX5" fmla="*/ 239173 w 965875"/>
                <a:gd name="connsiteY5" fmla="*/ 73060 h 693767"/>
                <a:gd name="connsiteX6" fmla="*/ 965709 w 965875"/>
                <a:gd name="connsiteY6" fmla="*/ 72937 h 693767"/>
                <a:gd name="connsiteX7" fmla="*/ 965761 w 965875"/>
                <a:gd name="connsiteY7" fmla="*/ 138282 h 693767"/>
                <a:gd name="connsiteX8" fmla="*/ 907768 w 965875"/>
                <a:gd name="connsiteY8" fmla="*/ 138663 h 693767"/>
                <a:gd name="connsiteX9" fmla="*/ 908527 w 965875"/>
                <a:gd name="connsiteY9" fmla="*/ 0 h 693767"/>
                <a:gd name="connsiteX0" fmla="*/ 0 w 965875"/>
                <a:gd name="connsiteY0" fmla="*/ 135799 h 696742"/>
                <a:gd name="connsiteX1" fmla="*/ 552980 w 965875"/>
                <a:gd name="connsiteY1" fmla="*/ 136943 h 696742"/>
                <a:gd name="connsiteX2" fmla="*/ 646478 w 965875"/>
                <a:gd name="connsiteY2" fmla="*/ 415753 h 696742"/>
                <a:gd name="connsiteX3" fmla="*/ 554803 w 965875"/>
                <a:gd name="connsiteY3" fmla="*/ 695549 h 696742"/>
                <a:gd name="connsiteX4" fmla="*/ 239297 w 965875"/>
                <a:gd name="connsiteY4" fmla="*/ 696742 h 696742"/>
                <a:gd name="connsiteX5" fmla="*/ 239173 w 965875"/>
                <a:gd name="connsiteY5" fmla="*/ 76035 h 696742"/>
                <a:gd name="connsiteX6" fmla="*/ 965709 w 965875"/>
                <a:gd name="connsiteY6" fmla="*/ 75912 h 696742"/>
                <a:gd name="connsiteX7" fmla="*/ 965761 w 965875"/>
                <a:gd name="connsiteY7" fmla="*/ 141257 h 696742"/>
                <a:gd name="connsiteX8" fmla="*/ 907768 w 965875"/>
                <a:gd name="connsiteY8" fmla="*/ 141638 h 696742"/>
                <a:gd name="connsiteX9" fmla="*/ 907798 w 965875"/>
                <a:gd name="connsiteY9" fmla="*/ 0 h 696742"/>
                <a:gd name="connsiteX0" fmla="*/ 0 w 1626729"/>
                <a:gd name="connsiteY0" fmla="*/ 133485 h 696742"/>
                <a:gd name="connsiteX1" fmla="*/ 1213834 w 1626729"/>
                <a:gd name="connsiteY1" fmla="*/ 136943 h 696742"/>
                <a:gd name="connsiteX2" fmla="*/ 1307332 w 1626729"/>
                <a:gd name="connsiteY2" fmla="*/ 415753 h 696742"/>
                <a:gd name="connsiteX3" fmla="*/ 1215657 w 1626729"/>
                <a:gd name="connsiteY3" fmla="*/ 695549 h 696742"/>
                <a:gd name="connsiteX4" fmla="*/ 900151 w 1626729"/>
                <a:gd name="connsiteY4" fmla="*/ 696742 h 696742"/>
                <a:gd name="connsiteX5" fmla="*/ 900027 w 1626729"/>
                <a:gd name="connsiteY5" fmla="*/ 76035 h 696742"/>
                <a:gd name="connsiteX6" fmla="*/ 1626563 w 1626729"/>
                <a:gd name="connsiteY6" fmla="*/ 75912 h 696742"/>
                <a:gd name="connsiteX7" fmla="*/ 1626615 w 1626729"/>
                <a:gd name="connsiteY7" fmla="*/ 141257 h 696742"/>
                <a:gd name="connsiteX8" fmla="*/ 1568622 w 1626729"/>
                <a:gd name="connsiteY8" fmla="*/ 141638 h 696742"/>
                <a:gd name="connsiteX9" fmla="*/ 1568652 w 1626729"/>
                <a:gd name="connsiteY9" fmla="*/ 0 h 696742"/>
                <a:gd name="connsiteX0" fmla="*/ 0 w 1626729"/>
                <a:gd name="connsiteY0" fmla="*/ 133485 h 696742"/>
                <a:gd name="connsiteX1" fmla="*/ 1213834 w 1626729"/>
                <a:gd name="connsiteY1" fmla="*/ 136943 h 696742"/>
                <a:gd name="connsiteX2" fmla="*/ 1307332 w 1626729"/>
                <a:gd name="connsiteY2" fmla="*/ 415753 h 696742"/>
                <a:gd name="connsiteX3" fmla="*/ 1215657 w 1626729"/>
                <a:gd name="connsiteY3" fmla="*/ 695549 h 696742"/>
                <a:gd name="connsiteX4" fmla="*/ 900151 w 1626729"/>
                <a:gd name="connsiteY4" fmla="*/ 696742 h 696742"/>
                <a:gd name="connsiteX5" fmla="*/ 897756 w 1626729"/>
                <a:gd name="connsiteY5" fmla="*/ 27407 h 696742"/>
                <a:gd name="connsiteX6" fmla="*/ 1626563 w 1626729"/>
                <a:gd name="connsiteY6" fmla="*/ 75912 h 696742"/>
                <a:gd name="connsiteX7" fmla="*/ 1626615 w 1626729"/>
                <a:gd name="connsiteY7" fmla="*/ 141257 h 696742"/>
                <a:gd name="connsiteX8" fmla="*/ 1568622 w 1626729"/>
                <a:gd name="connsiteY8" fmla="*/ 141638 h 696742"/>
                <a:gd name="connsiteX9" fmla="*/ 1568652 w 1626729"/>
                <a:gd name="connsiteY9" fmla="*/ 0 h 696742"/>
                <a:gd name="connsiteX0" fmla="*/ 0 w 1626729"/>
                <a:gd name="connsiteY0" fmla="*/ 133485 h 696742"/>
                <a:gd name="connsiteX1" fmla="*/ 1213834 w 1626729"/>
                <a:gd name="connsiteY1" fmla="*/ 136943 h 696742"/>
                <a:gd name="connsiteX2" fmla="*/ 1307332 w 1626729"/>
                <a:gd name="connsiteY2" fmla="*/ 415753 h 696742"/>
                <a:gd name="connsiteX3" fmla="*/ 1215657 w 1626729"/>
                <a:gd name="connsiteY3" fmla="*/ 695549 h 696742"/>
                <a:gd name="connsiteX4" fmla="*/ 900151 w 1626729"/>
                <a:gd name="connsiteY4" fmla="*/ 696742 h 696742"/>
                <a:gd name="connsiteX5" fmla="*/ 902298 w 1626729"/>
                <a:gd name="connsiteY5" fmla="*/ 25091 h 696742"/>
                <a:gd name="connsiteX6" fmla="*/ 1626563 w 1626729"/>
                <a:gd name="connsiteY6" fmla="*/ 75912 h 696742"/>
                <a:gd name="connsiteX7" fmla="*/ 1626615 w 1626729"/>
                <a:gd name="connsiteY7" fmla="*/ 141257 h 696742"/>
                <a:gd name="connsiteX8" fmla="*/ 1568622 w 1626729"/>
                <a:gd name="connsiteY8" fmla="*/ 141638 h 696742"/>
                <a:gd name="connsiteX9" fmla="*/ 1568652 w 1626729"/>
                <a:gd name="connsiteY9" fmla="*/ 0 h 696742"/>
                <a:gd name="connsiteX0" fmla="*/ 0 w 1626729"/>
                <a:gd name="connsiteY0" fmla="*/ 133485 h 696742"/>
                <a:gd name="connsiteX1" fmla="*/ 1213834 w 1626729"/>
                <a:gd name="connsiteY1" fmla="*/ 136943 h 696742"/>
                <a:gd name="connsiteX2" fmla="*/ 1307332 w 1626729"/>
                <a:gd name="connsiteY2" fmla="*/ 415753 h 696742"/>
                <a:gd name="connsiteX3" fmla="*/ 1215657 w 1626729"/>
                <a:gd name="connsiteY3" fmla="*/ 695549 h 696742"/>
                <a:gd name="connsiteX4" fmla="*/ 900151 w 1626729"/>
                <a:gd name="connsiteY4" fmla="*/ 696742 h 696742"/>
                <a:gd name="connsiteX5" fmla="*/ 897756 w 1626729"/>
                <a:gd name="connsiteY5" fmla="*/ 25091 h 696742"/>
                <a:gd name="connsiteX6" fmla="*/ 1626563 w 1626729"/>
                <a:gd name="connsiteY6" fmla="*/ 75912 h 696742"/>
                <a:gd name="connsiteX7" fmla="*/ 1626615 w 1626729"/>
                <a:gd name="connsiteY7" fmla="*/ 141257 h 696742"/>
                <a:gd name="connsiteX8" fmla="*/ 1568622 w 1626729"/>
                <a:gd name="connsiteY8" fmla="*/ 141638 h 696742"/>
                <a:gd name="connsiteX9" fmla="*/ 1568652 w 1626729"/>
                <a:gd name="connsiteY9" fmla="*/ 0 h 696742"/>
                <a:gd name="connsiteX0" fmla="*/ 0 w 1626615"/>
                <a:gd name="connsiteY0" fmla="*/ 133485 h 696742"/>
                <a:gd name="connsiteX1" fmla="*/ 1213834 w 1626615"/>
                <a:gd name="connsiteY1" fmla="*/ 136943 h 696742"/>
                <a:gd name="connsiteX2" fmla="*/ 1307332 w 1626615"/>
                <a:gd name="connsiteY2" fmla="*/ 415753 h 696742"/>
                <a:gd name="connsiteX3" fmla="*/ 1215657 w 1626615"/>
                <a:gd name="connsiteY3" fmla="*/ 695549 h 696742"/>
                <a:gd name="connsiteX4" fmla="*/ 900151 w 1626615"/>
                <a:gd name="connsiteY4" fmla="*/ 696742 h 696742"/>
                <a:gd name="connsiteX5" fmla="*/ 897756 w 1626615"/>
                <a:gd name="connsiteY5" fmla="*/ 25091 h 696742"/>
                <a:gd name="connsiteX6" fmla="*/ 1508472 w 1626615"/>
                <a:gd name="connsiteY6" fmla="*/ 27284 h 696742"/>
                <a:gd name="connsiteX7" fmla="*/ 1626615 w 1626615"/>
                <a:gd name="connsiteY7" fmla="*/ 141257 h 696742"/>
                <a:gd name="connsiteX8" fmla="*/ 1568622 w 1626615"/>
                <a:gd name="connsiteY8" fmla="*/ 141638 h 696742"/>
                <a:gd name="connsiteX9" fmla="*/ 1568652 w 1626615"/>
                <a:gd name="connsiteY9" fmla="*/ 0 h 696742"/>
                <a:gd name="connsiteX0" fmla="*/ 0 w 1571298"/>
                <a:gd name="connsiteY0" fmla="*/ 286313 h 849570"/>
                <a:gd name="connsiteX1" fmla="*/ 1213834 w 1571298"/>
                <a:gd name="connsiteY1" fmla="*/ 289771 h 849570"/>
                <a:gd name="connsiteX2" fmla="*/ 1307332 w 1571298"/>
                <a:gd name="connsiteY2" fmla="*/ 568581 h 849570"/>
                <a:gd name="connsiteX3" fmla="*/ 1215657 w 1571298"/>
                <a:gd name="connsiteY3" fmla="*/ 848377 h 849570"/>
                <a:gd name="connsiteX4" fmla="*/ 900151 w 1571298"/>
                <a:gd name="connsiteY4" fmla="*/ 849570 h 849570"/>
                <a:gd name="connsiteX5" fmla="*/ 897756 w 1571298"/>
                <a:gd name="connsiteY5" fmla="*/ 177919 h 849570"/>
                <a:gd name="connsiteX6" fmla="*/ 1508472 w 1571298"/>
                <a:gd name="connsiteY6" fmla="*/ 180112 h 849570"/>
                <a:gd name="connsiteX7" fmla="*/ 1508525 w 1571298"/>
                <a:gd name="connsiteY7" fmla="*/ 0 h 849570"/>
                <a:gd name="connsiteX8" fmla="*/ 1568622 w 1571298"/>
                <a:gd name="connsiteY8" fmla="*/ 294466 h 849570"/>
                <a:gd name="connsiteX9" fmla="*/ 1568652 w 1571298"/>
                <a:gd name="connsiteY9" fmla="*/ 152828 h 849570"/>
                <a:gd name="connsiteX0" fmla="*/ 0 w 1568652"/>
                <a:gd name="connsiteY0" fmla="*/ 286433 h 849690"/>
                <a:gd name="connsiteX1" fmla="*/ 1213834 w 1568652"/>
                <a:gd name="connsiteY1" fmla="*/ 289891 h 849690"/>
                <a:gd name="connsiteX2" fmla="*/ 1307332 w 1568652"/>
                <a:gd name="connsiteY2" fmla="*/ 568701 h 849690"/>
                <a:gd name="connsiteX3" fmla="*/ 1215657 w 1568652"/>
                <a:gd name="connsiteY3" fmla="*/ 848497 h 849690"/>
                <a:gd name="connsiteX4" fmla="*/ 900151 w 1568652"/>
                <a:gd name="connsiteY4" fmla="*/ 849690 h 849690"/>
                <a:gd name="connsiteX5" fmla="*/ 897756 w 1568652"/>
                <a:gd name="connsiteY5" fmla="*/ 178039 h 849690"/>
                <a:gd name="connsiteX6" fmla="*/ 1508472 w 1568652"/>
                <a:gd name="connsiteY6" fmla="*/ 180232 h 849690"/>
                <a:gd name="connsiteX7" fmla="*/ 1508525 w 1568652"/>
                <a:gd name="connsiteY7" fmla="*/ 120 h 849690"/>
                <a:gd name="connsiteX8" fmla="*/ 1568652 w 1568652"/>
                <a:gd name="connsiteY8" fmla="*/ 152948 h 84969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897756 w 1508638"/>
                <a:gd name="connsiteY5" fmla="*/ 177919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901441 w 1508638"/>
                <a:gd name="connsiteY5" fmla="*/ 176980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898677 w 1508638"/>
                <a:gd name="connsiteY5" fmla="*/ 176980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898677 w 1508638"/>
                <a:gd name="connsiteY5" fmla="*/ 176980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907889 w 1508638"/>
                <a:gd name="connsiteY5" fmla="*/ 172284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907889 w 1508638"/>
                <a:gd name="connsiteY5" fmla="*/ 172284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907889 w 1508638"/>
                <a:gd name="connsiteY5" fmla="*/ 172284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901441 w 1508638"/>
                <a:gd name="connsiteY5" fmla="*/ 180738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901441 w 1508638"/>
                <a:gd name="connsiteY5" fmla="*/ 180738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49570"/>
                <a:gd name="connsiteX1" fmla="*/ 1213834 w 1508638"/>
                <a:gd name="connsiteY1" fmla="*/ 289771 h 849570"/>
                <a:gd name="connsiteX2" fmla="*/ 1307332 w 1508638"/>
                <a:gd name="connsiteY2" fmla="*/ 568581 h 849570"/>
                <a:gd name="connsiteX3" fmla="*/ 1215657 w 1508638"/>
                <a:gd name="connsiteY3" fmla="*/ 848377 h 849570"/>
                <a:gd name="connsiteX4" fmla="*/ 900151 w 1508638"/>
                <a:gd name="connsiteY4" fmla="*/ 849570 h 849570"/>
                <a:gd name="connsiteX5" fmla="*/ 901441 w 1508638"/>
                <a:gd name="connsiteY5" fmla="*/ 180738 h 849570"/>
                <a:gd name="connsiteX6" fmla="*/ 1508472 w 1508638"/>
                <a:gd name="connsiteY6" fmla="*/ 180112 h 849570"/>
                <a:gd name="connsiteX7" fmla="*/ 1508525 w 1508638"/>
                <a:gd name="connsiteY7" fmla="*/ 0 h 849570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8638"/>
                <a:gd name="connsiteY0" fmla="*/ 286313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7717"/>
                <a:gd name="connsiteY0" fmla="*/ 290072 h 850509"/>
                <a:gd name="connsiteX1" fmla="*/ 1212913 w 1507717"/>
                <a:gd name="connsiteY1" fmla="*/ 289771 h 850509"/>
                <a:gd name="connsiteX2" fmla="*/ 1306411 w 1507717"/>
                <a:gd name="connsiteY2" fmla="*/ 568581 h 850509"/>
                <a:gd name="connsiteX3" fmla="*/ 1214736 w 1507717"/>
                <a:gd name="connsiteY3" fmla="*/ 848377 h 850509"/>
                <a:gd name="connsiteX4" fmla="*/ 901072 w 1507717"/>
                <a:gd name="connsiteY4" fmla="*/ 850509 h 850509"/>
                <a:gd name="connsiteX5" fmla="*/ 900520 w 1507717"/>
                <a:gd name="connsiteY5" fmla="*/ 180738 h 850509"/>
                <a:gd name="connsiteX6" fmla="*/ 1507551 w 1507717"/>
                <a:gd name="connsiteY6" fmla="*/ 180112 h 850509"/>
                <a:gd name="connsiteX7" fmla="*/ 1507604 w 1507717"/>
                <a:gd name="connsiteY7" fmla="*/ 0 h 850509"/>
                <a:gd name="connsiteX0" fmla="*/ 0 w 1508638"/>
                <a:gd name="connsiteY0" fmla="*/ 292890 h 850509"/>
                <a:gd name="connsiteX1" fmla="*/ 1213834 w 1508638"/>
                <a:gd name="connsiteY1" fmla="*/ 289771 h 850509"/>
                <a:gd name="connsiteX2" fmla="*/ 1307332 w 1508638"/>
                <a:gd name="connsiteY2" fmla="*/ 568581 h 850509"/>
                <a:gd name="connsiteX3" fmla="*/ 1215657 w 1508638"/>
                <a:gd name="connsiteY3" fmla="*/ 848377 h 850509"/>
                <a:gd name="connsiteX4" fmla="*/ 901993 w 1508638"/>
                <a:gd name="connsiteY4" fmla="*/ 850509 h 850509"/>
                <a:gd name="connsiteX5" fmla="*/ 901441 w 1508638"/>
                <a:gd name="connsiteY5" fmla="*/ 180738 h 850509"/>
                <a:gd name="connsiteX6" fmla="*/ 1508472 w 1508638"/>
                <a:gd name="connsiteY6" fmla="*/ 180112 h 850509"/>
                <a:gd name="connsiteX7" fmla="*/ 1508525 w 1508638"/>
                <a:gd name="connsiteY7" fmla="*/ 0 h 850509"/>
                <a:gd name="connsiteX0" fmla="*/ 0 w 1509559"/>
                <a:gd name="connsiteY0" fmla="*/ 291951 h 850509"/>
                <a:gd name="connsiteX1" fmla="*/ 1214755 w 1509559"/>
                <a:gd name="connsiteY1" fmla="*/ 289771 h 850509"/>
                <a:gd name="connsiteX2" fmla="*/ 1308253 w 1509559"/>
                <a:gd name="connsiteY2" fmla="*/ 568581 h 850509"/>
                <a:gd name="connsiteX3" fmla="*/ 1216578 w 1509559"/>
                <a:gd name="connsiteY3" fmla="*/ 848377 h 850509"/>
                <a:gd name="connsiteX4" fmla="*/ 902914 w 1509559"/>
                <a:gd name="connsiteY4" fmla="*/ 850509 h 850509"/>
                <a:gd name="connsiteX5" fmla="*/ 902362 w 1509559"/>
                <a:gd name="connsiteY5" fmla="*/ 180738 h 850509"/>
                <a:gd name="connsiteX6" fmla="*/ 1509393 w 1509559"/>
                <a:gd name="connsiteY6" fmla="*/ 180112 h 850509"/>
                <a:gd name="connsiteX7" fmla="*/ 1509446 w 1509559"/>
                <a:gd name="connsiteY7" fmla="*/ 0 h 850509"/>
                <a:gd name="connsiteX0" fmla="*/ 0 w 1509446"/>
                <a:gd name="connsiteY0" fmla="*/ 291951 h 850509"/>
                <a:gd name="connsiteX1" fmla="*/ 1214755 w 1509446"/>
                <a:gd name="connsiteY1" fmla="*/ 289771 h 850509"/>
                <a:gd name="connsiteX2" fmla="*/ 1308253 w 1509446"/>
                <a:gd name="connsiteY2" fmla="*/ 568581 h 850509"/>
                <a:gd name="connsiteX3" fmla="*/ 1216578 w 1509446"/>
                <a:gd name="connsiteY3" fmla="*/ 848377 h 850509"/>
                <a:gd name="connsiteX4" fmla="*/ 902914 w 1509446"/>
                <a:gd name="connsiteY4" fmla="*/ 850509 h 850509"/>
                <a:gd name="connsiteX5" fmla="*/ 902362 w 1509446"/>
                <a:gd name="connsiteY5" fmla="*/ 180738 h 850509"/>
                <a:gd name="connsiteX6" fmla="*/ 1509393 w 1509446"/>
                <a:gd name="connsiteY6" fmla="*/ 180112 h 850509"/>
                <a:gd name="connsiteX7" fmla="*/ 1509446 w 1509446"/>
                <a:gd name="connsiteY7" fmla="*/ 0 h 850509"/>
                <a:gd name="connsiteX0" fmla="*/ 0 w 1507827"/>
                <a:gd name="connsiteY0" fmla="*/ 286998 h 850509"/>
                <a:gd name="connsiteX1" fmla="*/ 1213136 w 1507827"/>
                <a:gd name="connsiteY1" fmla="*/ 289771 h 850509"/>
                <a:gd name="connsiteX2" fmla="*/ 1306634 w 1507827"/>
                <a:gd name="connsiteY2" fmla="*/ 568581 h 850509"/>
                <a:gd name="connsiteX3" fmla="*/ 1214959 w 1507827"/>
                <a:gd name="connsiteY3" fmla="*/ 848377 h 850509"/>
                <a:gd name="connsiteX4" fmla="*/ 901295 w 1507827"/>
                <a:gd name="connsiteY4" fmla="*/ 850509 h 850509"/>
                <a:gd name="connsiteX5" fmla="*/ 900743 w 1507827"/>
                <a:gd name="connsiteY5" fmla="*/ 180738 h 850509"/>
                <a:gd name="connsiteX6" fmla="*/ 1507774 w 1507827"/>
                <a:gd name="connsiteY6" fmla="*/ 180112 h 850509"/>
                <a:gd name="connsiteX7" fmla="*/ 1507827 w 1507827"/>
                <a:gd name="connsiteY7" fmla="*/ 0 h 850509"/>
                <a:gd name="connsiteX0" fmla="*/ 0 w 1504589"/>
                <a:gd name="connsiteY0" fmla="*/ 290301 h 850509"/>
                <a:gd name="connsiteX1" fmla="*/ 1209898 w 1504589"/>
                <a:gd name="connsiteY1" fmla="*/ 289771 h 850509"/>
                <a:gd name="connsiteX2" fmla="*/ 1303396 w 1504589"/>
                <a:gd name="connsiteY2" fmla="*/ 568581 h 850509"/>
                <a:gd name="connsiteX3" fmla="*/ 1211721 w 1504589"/>
                <a:gd name="connsiteY3" fmla="*/ 848377 h 850509"/>
                <a:gd name="connsiteX4" fmla="*/ 898057 w 1504589"/>
                <a:gd name="connsiteY4" fmla="*/ 850509 h 850509"/>
                <a:gd name="connsiteX5" fmla="*/ 897505 w 1504589"/>
                <a:gd name="connsiteY5" fmla="*/ 180738 h 850509"/>
                <a:gd name="connsiteX6" fmla="*/ 1504536 w 1504589"/>
                <a:gd name="connsiteY6" fmla="*/ 180112 h 850509"/>
                <a:gd name="connsiteX7" fmla="*/ 1504589 w 1504589"/>
                <a:gd name="connsiteY7" fmla="*/ 0 h 850509"/>
                <a:gd name="connsiteX0" fmla="*/ 0 w 1502970"/>
                <a:gd name="connsiteY0" fmla="*/ 287000 h 850509"/>
                <a:gd name="connsiteX1" fmla="*/ 1208279 w 1502970"/>
                <a:gd name="connsiteY1" fmla="*/ 289771 h 850509"/>
                <a:gd name="connsiteX2" fmla="*/ 1301777 w 1502970"/>
                <a:gd name="connsiteY2" fmla="*/ 568581 h 850509"/>
                <a:gd name="connsiteX3" fmla="*/ 1210102 w 1502970"/>
                <a:gd name="connsiteY3" fmla="*/ 848377 h 850509"/>
                <a:gd name="connsiteX4" fmla="*/ 896438 w 1502970"/>
                <a:gd name="connsiteY4" fmla="*/ 850509 h 850509"/>
                <a:gd name="connsiteX5" fmla="*/ 895886 w 1502970"/>
                <a:gd name="connsiteY5" fmla="*/ 180738 h 850509"/>
                <a:gd name="connsiteX6" fmla="*/ 1502917 w 1502970"/>
                <a:gd name="connsiteY6" fmla="*/ 180112 h 850509"/>
                <a:gd name="connsiteX7" fmla="*/ 1502970 w 1502970"/>
                <a:gd name="connsiteY7" fmla="*/ 0 h 850509"/>
                <a:gd name="connsiteX0" fmla="*/ 0 w 1297367"/>
                <a:gd name="connsiteY0" fmla="*/ 288651 h 850509"/>
                <a:gd name="connsiteX1" fmla="*/ 1002676 w 1297367"/>
                <a:gd name="connsiteY1" fmla="*/ 289771 h 850509"/>
                <a:gd name="connsiteX2" fmla="*/ 1096174 w 1297367"/>
                <a:gd name="connsiteY2" fmla="*/ 568581 h 850509"/>
                <a:gd name="connsiteX3" fmla="*/ 1004499 w 1297367"/>
                <a:gd name="connsiteY3" fmla="*/ 848377 h 850509"/>
                <a:gd name="connsiteX4" fmla="*/ 690835 w 1297367"/>
                <a:gd name="connsiteY4" fmla="*/ 850509 h 850509"/>
                <a:gd name="connsiteX5" fmla="*/ 690283 w 1297367"/>
                <a:gd name="connsiteY5" fmla="*/ 180738 h 850509"/>
                <a:gd name="connsiteX6" fmla="*/ 1297314 w 1297367"/>
                <a:gd name="connsiteY6" fmla="*/ 180112 h 850509"/>
                <a:gd name="connsiteX7" fmla="*/ 1297367 w 1297367"/>
                <a:gd name="connsiteY7" fmla="*/ 0 h 850509"/>
                <a:gd name="connsiteX0" fmla="*/ 0 w 1297367"/>
                <a:gd name="connsiteY0" fmla="*/ 288651 h 850509"/>
                <a:gd name="connsiteX1" fmla="*/ 512749 w 1297367"/>
                <a:gd name="connsiteY1" fmla="*/ 285154 h 850509"/>
                <a:gd name="connsiteX2" fmla="*/ 1002676 w 1297367"/>
                <a:gd name="connsiteY2" fmla="*/ 289771 h 850509"/>
                <a:gd name="connsiteX3" fmla="*/ 1096174 w 1297367"/>
                <a:gd name="connsiteY3" fmla="*/ 568581 h 850509"/>
                <a:gd name="connsiteX4" fmla="*/ 1004499 w 1297367"/>
                <a:gd name="connsiteY4" fmla="*/ 848377 h 850509"/>
                <a:gd name="connsiteX5" fmla="*/ 690835 w 1297367"/>
                <a:gd name="connsiteY5" fmla="*/ 850509 h 850509"/>
                <a:gd name="connsiteX6" fmla="*/ 690283 w 1297367"/>
                <a:gd name="connsiteY6" fmla="*/ 180738 h 850509"/>
                <a:gd name="connsiteX7" fmla="*/ 1297314 w 1297367"/>
                <a:gd name="connsiteY7" fmla="*/ 180112 h 850509"/>
                <a:gd name="connsiteX8" fmla="*/ 1297367 w 1297367"/>
                <a:gd name="connsiteY8" fmla="*/ 0 h 850509"/>
                <a:gd name="connsiteX0" fmla="*/ 3744 w 784618"/>
                <a:gd name="connsiteY0" fmla="*/ 1284702 h 1284702"/>
                <a:gd name="connsiteX1" fmla="*/ 0 w 784618"/>
                <a:gd name="connsiteY1" fmla="*/ 285154 h 1284702"/>
                <a:gd name="connsiteX2" fmla="*/ 489927 w 784618"/>
                <a:gd name="connsiteY2" fmla="*/ 289771 h 1284702"/>
                <a:gd name="connsiteX3" fmla="*/ 583425 w 784618"/>
                <a:gd name="connsiteY3" fmla="*/ 568581 h 1284702"/>
                <a:gd name="connsiteX4" fmla="*/ 491750 w 784618"/>
                <a:gd name="connsiteY4" fmla="*/ 848377 h 1284702"/>
                <a:gd name="connsiteX5" fmla="*/ 178086 w 784618"/>
                <a:gd name="connsiteY5" fmla="*/ 850509 h 1284702"/>
                <a:gd name="connsiteX6" fmla="*/ 177534 w 784618"/>
                <a:gd name="connsiteY6" fmla="*/ 180738 h 1284702"/>
                <a:gd name="connsiteX7" fmla="*/ 784565 w 784618"/>
                <a:gd name="connsiteY7" fmla="*/ 180112 h 1284702"/>
                <a:gd name="connsiteX8" fmla="*/ 784618 w 784618"/>
                <a:gd name="connsiteY8" fmla="*/ 0 h 1284702"/>
                <a:gd name="connsiteX0" fmla="*/ 3744 w 784618"/>
                <a:gd name="connsiteY0" fmla="*/ 1303784 h 1303784"/>
                <a:gd name="connsiteX1" fmla="*/ 0 w 784618"/>
                <a:gd name="connsiteY1" fmla="*/ 285154 h 1303784"/>
                <a:gd name="connsiteX2" fmla="*/ 489927 w 784618"/>
                <a:gd name="connsiteY2" fmla="*/ 289771 h 1303784"/>
                <a:gd name="connsiteX3" fmla="*/ 583425 w 784618"/>
                <a:gd name="connsiteY3" fmla="*/ 568581 h 1303784"/>
                <a:gd name="connsiteX4" fmla="*/ 491750 w 784618"/>
                <a:gd name="connsiteY4" fmla="*/ 848377 h 1303784"/>
                <a:gd name="connsiteX5" fmla="*/ 178086 w 784618"/>
                <a:gd name="connsiteY5" fmla="*/ 850509 h 1303784"/>
                <a:gd name="connsiteX6" fmla="*/ 177534 w 784618"/>
                <a:gd name="connsiteY6" fmla="*/ 180738 h 1303784"/>
                <a:gd name="connsiteX7" fmla="*/ 784565 w 784618"/>
                <a:gd name="connsiteY7" fmla="*/ 180112 h 1303784"/>
                <a:gd name="connsiteX8" fmla="*/ 784618 w 784618"/>
                <a:gd name="connsiteY8" fmla="*/ 0 h 1303784"/>
                <a:gd name="connsiteX0" fmla="*/ 3744 w 784565"/>
                <a:gd name="connsiteY0" fmla="*/ 1123672 h 1123672"/>
                <a:gd name="connsiteX1" fmla="*/ 0 w 784565"/>
                <a:gd name="connsiteY1" fmla="*/ 105042 h 1123672"/>
                <a:gd name="connsiteX2" fmla="*/ 489927 w 784565"/>
                <a:gd name="connsiteY2" fmla="*/ 109659 h 1123672"/>
                <a:gd name="connsiteX3" fmla="*/ 583425 w 784565"/>
                <a:gd name="connsiteY3" fmla="*/ 388469 h 1123672"/>
                <a:gd name="connsiteX4" fmla="*/ 491750 w 784565"/>
                <a:gd name="connsiteY4" fmla="*/ 668265 h 1123672"/>
                <a:gd name="connsiteX5" fmla="*/ 178086 w 784565"/>
                <a:gd name="connsiteY5" fmla="*/ 670397 h 1123672"/>
                <a:gd name="connsiteX6" fmla="*/ 177534 w 784565"/>
                <a:gd name="connsiteY6" fmla="*/ 626 h 1123672"/>
                <a:gd name="connsiteX7" fmla="*/ 784565 w 784565"/>
                <a:gd name="connsiteY7" fmla="*/ 0 h 1123672"/>
                <a:gd name="connsiteX0" fmla="*/ 3744 w 583425"/>
                <a:gd name="connsiteY0" fmla="*/ 4894164 h 4894164"/>
                <a:gd name="connsiteX1" fmla="*/ 0 w 583425"/>
                <a:gd name="connsiteY1" fmla="*/ 3875534 h 4894164"/>
                <a:gd name="connsiteX2" fmla="*/ 489927 w 583425"/>
                <a:gd name="connsiteY2" fmla="*/ 3880151 h 4894164"/>
                <a:gd name="connsiteX3" fmla="*/ 583425 w 583425"/>
                <a:gd name="connsiteY3" fmla="*/ 4158961 h 4894164"/>
                <a:gd name="connsiteX4" fmla="*/ 491750 w 583425"/>
                <a:gd name="connsiteY4" fmla="*/ 4438757 h 4894164"/>
                <a:gd name="connsiteX5" fmla="*/ 178086 w 583425"/>
                <a:gd name="connsiteY5" fmla="*/ 4440889 h 4894164"/>
                <a:gd name="connsiteX6" fmla="*/ 177534 w 583425"/>
                <a:gd name="connsiteY6" fmla="*/ 3771118 h 4894164"/>
                <a:gd name="connsiteX7" fmla="*/ 174506 w 583425"/>
                <a:gd name="connsiteY7" fmla="*/ 0 h 4894164"/>
                <a:gd name="connsiteX0" fmla="*/ 3744 w 583425"/>
                <a:gd name="connsiteY0" fmla="*/ 4894164 h 4894164"/>
                <a:gd name="connsiteX1" fmla="*/ 0 w 583425"/>
                <a:gd name="connsiteY1" fmla="*/ 3883441 h 4894164"/>
                <a:gd name="connsiteX2" fmla="*/ 489927 w 583425"/>
                <a:gd name="connsiteY2" fmla="*/ 3880151 h 4894164"/>
                <a:gd name="connsiteX3" fmla="*/ 583425 w 583425"/>
                <a:gd name="connsiteY3" fmla="*/ 4158961 h 4894164"/>
                <a:gd name="connsiteX4" fmla="*/ 491750 w 583425"/>
                <a:gd name="connsiteY4" fmla="*/ 4438757 h 4894164"/>
                <a:gd name="connsiteX5" fmla="*/ 178086 w 583425"/>
                <a:gd name="connsiteY5" fmla="*/ 4440889 h 4894164"/>
                <a:gd name="connsiteX6" fmla="*/ 177534 w 583425"/>
                <a:gd name="connsiteY6" fmla="*/ 3771118 h 4894164"/>
                <a:gd name="connsiteX7" fmla="*/ 174506 w 583425"/>
                <a:gd name="connsiteY7" fmla="*/ 0 h 4894164"/>
                <a:gd name="connsiteX0" fmla="*/ 1158 w 580839"/>
                <a:gd name="connsiteY0" fmla="*/ 4894164 h 4894164"/>
                <a:gd name="connsiteX1" fmla="*/ 0 w 580839"/>
                <a:gd name="connsiteY1" fmla="*/ 3878170 h 4894164"/>
                <a:gd name="connsiteX2" fmla="*/ 487341 w 580839"/>
                <a:gd name="connsiteY2" fmla="*/ 3880151 h 4894164"/>
                <a:gd name="connsiteX3" fmla="*/ 580839 w 580839"/>
                <a:gd name="connsiteY3" fmla="*/ 4158961 h 4894164"/>
                <a:gd name="connsiteX4" fmla="*/ 489164 w 580839"/>
                <a:gd name="connsiteY4" fmla="*/ 4438757 h 4894164"/>
                <a:gd name="connsiteX5" fmla="*/ 175500 w 580839"/>
                <a:gd name="connsiteY5" fmla="*/ 4440889 h 4894164"/>
                <a:gd name="connsiteX6" fmla="*/ 174948 w 580839"/>
                <a:gd name="connsiteY6" fmla="*/ 3771118 h 4894164"/>
                <a:gd name="connsiteX7" fmla="*/ 171920 w 580839"/>
                <a:gd name="connsiteY7" fmla="*/ 0 h 4894164"/>
                <a:gd name="connsiteX0" fmla="*/ 1156 w 580837"/>
                <a:gd name="connsiteY0" fmla="*/ 4894164 h 4894164"/>
                <a:gd name="connsiteX1" fmla="*/ 0 w 580837"/>
                <a:gd name="connsiteY1" fmla="*/ 3880808 h 4894164"/>
                <a:gd name="connsiteX2" fmla="*/ 487339 w 580837"/>
                <a:gd name="connsiteY2" fmla="*/ 3880151 h 4894164"/>
                <a:gd name="connsiteX3" fmla="*/ 580837 w 580837"/>
                <a:gd name="connsiteY3" fmla="*/ 4158961 h 4894164"/>
                <a:gd name="connsiteX4" fmla="*/ 489162 w 580837"/>
                <a:gd name="connsiteY4" fmla="*/ 4438757 h 4894164"/>
                <a:gd name="connsiteX5" fmla="*/ 175498 w 580837"/>
                <a:gd name="connsiteY5" fmla="*/ 4440889 h 4894164"/>
                <a:gd name="connsiteX6" fmla="*/ 174946 w 580837"/>
                <a:gd name="connsiteY6" fmla="*/ 3771118 h 4894164"/>
                <a:gd name="connsiteX7" fmla="*/ 171918 w 580837"/>
                <a:gd name="connsiteY7" fmla="*/ 0 h 4894164"/>
                <a:gd name="connsiteX0" fmla="*/ 1156 w 580837"/>
                <a:gd name="connsiteY0" fmla="*/ 7329561 h 7329561"/>
                <a:gd name="connsiteX1" fmla="*/ 0 w 580837"/>
                <a:gd name="connsiteY1" fmla="*/ 6316205 h 7329561"/>
                <a:gd name="connsiteX2" fmla="*/ 487339 w 580837"/>
                <a:gd name="connsiteY2" fmla="*/ 6315548 h 7329561"/>
                <a:gd name="connsiteX3" fmla="*/ 580837 w 580837"/>
                <a:gd name="connsiteY3" fmla="*/ 6594358 h 7329561"/>
                <a:gd name="connsiteX4" fmla="*/ 489162 w 580837"/>
                <a:gd name="connsiteY4" fmla="*/ 6874154 h 7329561"/>
                <a:gd name="connsiteX5" fmla="*/ 175498 w 580837"/>
                <a:gd name="connsiteY5" fmla="*/ 6876286 h 7329561"/>
                <a:gd name="connsiteX6" fmla="*/ 174946 w 580837"/>
                <a:gd name="connsiteY6" fmla="*/ 6206515 h 7329561"/>
                <a:gd name="connsiteX7" fmla="*/ 174503 w 580837"/>
                <a:gd name="connsiteY7" fmla="*/ 0 h 7329561"/>
                <a:gd name="connsiteX0" fmla="*/ 1156 w 580837"/>
                <a:gd name="connsiteY0" fmla="*/ 20215308 h 20215308"/>
                <a:gd name="connsiteX1" fmla="*/ 0 w 580837"/>
                <a:gd name="connsiteY1" fmla="*/ 19201952 h 20215308"/>
                <a:gd name="connsiteX2" fmla="*/ 487339 w 580837"/>
                <a:gd name="connsiteY2" fmla="*/ 19201295 h 20215308"/>
                <a:gd name="connsiteX3" fmla="*/ 580837 w 580837"/>
                <a:gd name="connsiteY3" fmla="*/ 19480105 h 20215308"/>
                <a:gd name="connsiteX4" fmla="*/ 489162 w 580837"/>
                <a:gd name="connsiteY4" fmla="*/ 19759901 h 20215308"/>
                <a:gd name="connsiteX5" fmla="*/ 175498 w 580837"/>
                <a:gd name="connsiteY5" fmla="*/ 19762033 h 20215308"/>
                <a:gd name="connsiteX6" fmla="*/ 174946 w 580837"/>
                <a:gd name="connsiteY6" fmla="*/ 19092262 h 20215308"/>
                <a:gd name="connsiteX7" fmla="*/ 174503 w 580837"/>
                <a:gd name="connsiteY7" fmla="*/ 0 h 20215308"/>
                <a:gd name="connsiteX0" fmla="*/ 1156 w 580837"/>
                <a:gd name="connsiteY0" fmla="*/ 20215308 h 20215308"/>
                <a:gd name="connsiteX1" fmla="*/ 0 w 580837"/>
                <a:gd name="connsiteY1" fmla="*/ 19201952 h 20215308"/>
                <a:gd name="connsiteX2" fmla="*/ 487339 w 580837"/>
                <a:gd name="connsiteY2" fmla="*/ 19201295 h 20215308"/>
                <a:gd name="connsiteX3" fmla="*/ 580837 w 580837"/>
                <a:gd name="connsiteY3" fmla="*/ 19480105 h 20215308"/>
                <a:gd name="connsiteX4" fmla="*/ 489162 w 580837"/>
                <a:gd name="connsiteY4" fmla="*/ 19759901 h 20215308"/>
                <a:gd name="connsiteX5" fmla="*/ 175498 w 580837"/>
                <a:gd name="connsiteY5" fmla="*/ 19762033 h 20215308"/>
                <a:gd name="connsiteX6" fmla="*/ 174946 w 580837"/>
                <a:gd name="connsiteY6" fmla="*/ 19092262 h 20215308"/>
                <a:gd name="connsiteX7" fmla="*/ 174503 w 580837"/>
                <a:gd name="connsiteY7" fmla="*/ 0 h 20215308"/>
                <a:gd name="connsiteX0" fmla="*/ 1156 w 580837"/>
                <a:gd name="connsiteY0" fmla="*/ 20215308 h 20215308"/>
                <a:gd name="connsiteX1" fmla="*/ 0 w 580837"/>
                <a:gd name="connsiteY1" fmla="*/ 19201952 h 20215308"/>
                <a:gd name="connsiteX2" fmla="*/ 487339 w 580837"/>
                <a:gd name="connsiteY2" fmla="*/ 19201295 h 20215308"/>
                <a:gd name="connsiteX3" fmla="*/ 580837 w 580837"/>
                <a:gd name="connsiteY3" fmla="*/ 19480105 h 20215308"/>
                <a:gd name="connsiteX4" fmla="*/ 489162 w 580837"/>
                <a:gd name="connsiteY4" fmla="*/ 19759901 h 20215308"/>
                <a:gd name="connsiteX5" fmla="*/ 175498 w 580837"/>
                <a:gd name="connsiteY5" fmla="*/ 19762033 h 20215308"/>
                <a:gd name="connsiteX6" fmla="*/ 174946 w 580837"/>
                <a:gd name="connsiteY6" fmla="*/ 19092262 h 20215308"/>
                <a:gd name="connsiteX7" fmla="*/ 174503 w 580837"/>
                <a:gd name="connsiteY7" fmla="*/ 0 h 20215308"/>
                <a:gd name="connsiteX0" fmla="*/ 1156 w 580837"/>
                <a:gd name="connsiteY0" fmla="*/ 21422754 h 21422754"/>
                <a:gd name="connsiteX1" fmla="*/ 0 w 580837"/>
                <a:gd name="connsiteY1" fmla="*/ 20409398 h 21422754"/>
                <a:gd name="connsiteX2" fmla="*/ 487339 w 580837"/>
                <a:gd name="connsiteY2" fmla="*/ 20408741 h 21422754"/>
                <a:gd name="connsiteX3" fmla="*/ 580837 w 580837"/>
                <a:gd name="connsiteY3" fmla="*/ 20687551 h 21422754"/>
                <a:gd name="connsiteX4" fmla="*/ 489162 w 580837"/>
                <a:gd name="connsiteY4" fmla="*/ 20967347 h 21422754"/>
                <a:gd name="connsiteX5" fmla="*/ 175498 w 580837"/>
                <a:gd name="connsiteY5" fmla="*/ 20969479 h 21422754"/>
                <a:gd name="connsiteX6" fmla="*/ 174946 w 580837"/>
                <a:gd name="connsiteY6" fmla="*/ 20299708 h 21422754"/>
                <a:gd name="connsiteX7" fmla="*/ 174504 w 580837"/>
                <a:gd name="connsiteY7" fmla="*/ 1 h 21422754"/>
                <a:gd name="connsiteX0" fmla="*/ 1156 w 580837"/>
                <a:gd name="connsiteY0" fmla="*/ 21422754 h 21422754"/>
                <a:gd name="connsiteX1" fmla="*/ 0 w 580837"/>
                <a:gd name="connsiteY1" fmla="*/ 20409398 h 21422754"/>
                <a:gd name="connsiteX2" fmla="*/ 487339 w 580837"/>
                <a:gd name="connsiteY2" fmla="*/ 20408741 h 21422754"/>
                <a:gd name="connsiteX3" fmla="*/ 580837 w 580837"/>
                <a:gd name="connsiteY3" fmla="*/ 20687551 h 21422754"/>
                <a:gd name="connsiteX4" fmla="*/ 489162 w 580837"/>
                <a:gd name="connsiteY4" fmla="*/ 20967347 h 21422754"/>
                <a:gd name="connsiteX5" fmla="*/ 175498 w 580837"/>
                <a:gd name="connsiteY5" fmla="*/ 20969479 h 21422754"/>
                <a:gd name="connsiteX6" fmla="*/ 174946 w 580837"/>
                <a:gd name="connsiteY6" fmla="*/ 20299708 h 21422754"/>
                <a:gd name="connsiteX7" fmla="*/ 174504 w 580837"/>
                <a:gd name="connsiteY7" fmla="*/ 1 h 21422754"/>
                <a:gd name="connsiteX0" fmla="*/ 1156 w 580837"/>
                <a:gd name="connsiteY0" fmla="*/ 21422754 h 21429455"/>
                <a:gd name="connsiteX1" fmla="*/ 0 w 580837"/>
                <a:gd name="connsiteY1" fmla="*/ 20409398 h 21429455"/>
                <a:gd name="connsiteX2" fmla="*/ 487339 w 580837"/>
                <a:gd name="connsiteY2" fmla="*/ 20408741 h 21429455"/>
                <a:gd name="connsiteX3" fmla="*/ 580837 w 580837"/>
                <a:gd name="connsiteY3" fmla="*/ 20687551 h 21429455"/>
                <a:gd name="connsiteX4" fmla="*/ 489162 w 580837"/>
                <a:gd name="connsiteY4" fmla="*/ 20967347 h 21429455"/>
                <a:gd name="connsiteX5" fmla="*/ 175498 w 580837"/>
                <a:gd name="connsiteY5" fmla="*/ 20969479 h 21429455"/>
                <a:gd name="connsiteX6" fmla="*/ 174946 w 580837"/>
                <a:gd name="connsiteY6" fmla="*/ 20299708 h 21429455"/>
                <a:gd name="connsiteX7" fmla="*/ 174504 w 580837"/>
                <a:gd name="connsiteY7" fmla="*/ 1 h 21429455"/>
                <a:gd name="connsiteX0" fmla="*/ 1156 w 580837"/>
                <a:gd name="connsiteY0" fmla="*/ 21536810 h 21542702"/>
                <a:gd name="connsiteX1" fmla="*/ 0 w 580837"/>
                <a:gd name="connsiteY1" fmla="*/ 20409398 h 21542702"/>
                <a:gd name="connsiteX2" fmla="*/ 487339 w 580837"/>
                <a:gd name="connsiteY2" fmla="*/ 20408741 h 21542702"/>
                <a:gd name="connsiteX3" fmla="*/ 580837 w 580837"/>
                <a:gd name="connsiteY3" fmla="*/ 20687551 h 21542702"/>
                <a:gd name="connsiteX4" fmla="*/ 489162 w 580837"/>
                <a:gd name="connsiteY4" fmla="*/ 20967347 h 21542702"/>
                <a:gd name="connsiteX5" fmla="*/ 175498 w 580837"/>
                <a:gd name="connsiteY5" fmla="*/ 20969479 h 21542702"/>
                <a:gd name="connsiteX6" fmla="*/ 174946 w 580837"/>
                <a:gd name="connsiteY6" fmla="*/ 20299708 h 21542702"/>
                <a:gd name="connsiteX7" fmla="*/ 174504 w 580837"/>
                <a:gd name="connsiteY7" fmla="*/ 1 h 21542702"/>
                <a:gd name="connsiteX0" fmla="*/ 0 w 580837"/>
                <a:gd name="connsiteY0" fmla="*/ 20409397 h 20969478"/>
                <a:gd name="connsiteX1" fmla="*/ 487339 w 580837"/>
                <a:gd name="connsiteY1" fmla="*/ 20408740 h 20969478"/>
                <a:gd name="connsiteX2" fmla="*/ 580837 w 580837"/>
                <a:gd name="connsiteY2" fmla="*/ 20687550 h 20969478"/>
                <a:gd name="connsiteX3" fmla="*/ 489162 w 580837"/>
                <a:gd name="connsiteY3" fmla="*/ 20967346 h 20969478"/>
                <a:gd name="connsiteX4" fmla="*/ 175498 w 580837"/>
                <a:gd name="connsiteY4" fmla="*/ 20969478 h 20969478"/>
                <a:gd name="connsiteX5" fmla="*/ 174946 w 580837"/>
                <a:gd name="connsiteY5" fmla="*/ 20299707 h 20969478"/>
                <a:gd name="connsiteX6" fmla="*/ 174504 w 580837"/>
                <a:gd name="connsiteY6" fmla="*/ 0 h 20969478"/>
                <a:gd name="connsiteX0" fmla="*/ 0 w 884170"/>
                <a:gd name="connsiteY0" fmla="*/ 20409397 h 20969478"/>
                <a:gd name="connsiteX1" fmla="*/ 790672 w 884170"/>
                <a:gd name="connsiteY1" fmla="*/ 20408740 h 20969478"/>
                <a:gd name="connsiteX2" fmla="*/ 884170 w 884170"/>
                <a:gd name="connsiteY2" fmla="*/ 20687550 h 20969478"/>
                <a:gd name="connsiteX3" fmla="*/ 792495 w 884170"/>
                <a:gd name="connsiteY3" fmla="*/ 20967346 h 20969478"/>
                <a:gd name="connsiteX4" fmla="*/ 478831 w 884170"/>
                <a:gd name="connsiteY4" fmla="*/ 20969478 h 20969478"/>
                <a:gd name="connsiteX5" fmla="*/ 478279 w 884170"/>
                <a:gd name="connsiteY5" fmla="*/ 20299707 h 20969478"/>
                <a:gd name="connsiteX6" fmla="*/ 477837 w 884170"/>
                <a:gd name="connsiteY6" fmla="*/ 0 h 20969478"/>
                <a:gd name="connsiteX0" fmla="*/ 0 w 884170"/>
                <a:gd name="connsiteY0" fmla="*/ 16890324 h 17450405"/>
                <a:gd name="connsiteX1" fmla="*/ 790672 w 884170"/>
                <a:gd name="connsiteY1" fmla="*/ 16889667 h 17450405"/>
                <a:gd name="connsiteX2" fmla="*/ 884170 w 884170"/>
                <a:gd name="connsiteY2" fmla="*/ 17168477 h 17450405"/>
                <a:gd name="connsiteX3" fmla="*/ 792495 w 884170"/>
                <a:gd name="connsiteY3" fmla="*/ 17448273 h 17450405"/>
                <a:gd name="connsiteX4" fmla="*/ 478831 w 884170"/>
                <a:gd name="connsiteY4" fmla="*/ 17450405 h 17450405"/>
                <a:gd name="connsiteX5" fmla="*/ 478279 w 884170"/>
                <a:gd name="connsiteY5" fmla="*/ 16780634 h 17450405"/>
                <a:gd name="connsiteX6" fmla="*/ 473595 w 884170"/>
                <a:gd name="connsiteY6" fmla="*/ 0 h 17450405"/>
                <a:gd name="connsiteX0" fmla="*/ 0 w 884170"/>
                <a:gd name="connsiteY0" fmla="*/ 13475070 h 14035151"/>
                <a:gd name="connsiteX1" fmla="*/ 790672 w 884170"/>
                <a:gd name="connsiteY1" fmla="*/ 13474413 h 14035151"/>
                <a:gd name="connsiteX2" fmla="*/ 884170 w 884170"/>
                <a:gd name="connsiteY2" fmla="*/ 13753223 h 14035151"/>
                <a:gd name="connsiteX3" fmla="*/ 792495 w 884170"/>
                <a:gd name="connsiteY3" fmla="*/ 14033019 h 14035151"/>
                <a:gd name="connsiteX4" fmla="*/ 478831 w 884170"/>
                <a:gd name="connsiteY4" fmla="*/ 14035151 h 14035151"/>
                <a:gd name="connsiteX5" fmla="*/ 478279 w 884170"/>
                <a:gd name="connsiteY5" fmla="*/ 13365380 h 14035151"/>
                <a:gd name="connsiteX6" fmla="*/ 479959 w 884170"/>
                <a:gd name="connsiteY6" fmla="*/ 0 h 14035151"/>
                <a:gd name="connsiteX0" fmla="*/ 0 w 884170"/>
                <a:gd name="connsiteY0" fmla="*/ 13475070 h 14035151"/>
                <a:gd name="connsiteX1" fmla="*/ 790672 w 884170"/>
                <a:gd name="connsiteY1" fmla="*/ 13474413 h 14035151"/>
                <a:gd name="connsiteX2" fmla="*/ 884170 w 884170"/>
                <a:gd name="connsiteY2" fmla="*/ 13753223 h 14035151"/>
                <a:gd name="connsiteX3" fmla="*/ 792495 w 884170"/>
                <a:gd name="connsiteY3" fmla="*/ 14033019 h 14035151"/>
                <a:gd name="connsiteX4" fmla="*/ 478831 w 884170"/>
                <a:gd name="connsiteY4" fmla="*/ 14035151 h 14035151"/>
                <a:gd name="connsiteX5" fmla="*/ 478279 w 884170"/>
                <a:gd name="connsiteY5" fmla="*/ 13365380 h 14035151"/>
                <a:gd name="connsiteX6" fmla="*/ 479959 w 884170"/>
                <a:gd name="connsiteY6" fmla="*/ 0 h 14035151"/>
                <a:gd name="connsiteX0" fmla="*/ 0 w 884170"/>
                <a:gd name="connsiteY0" fmla="*/ 10747626 h 11307707"/>
                <a:gd name="connsiteX1" fmla="*/ 790672 w 884170"/>
                <a:gd name="connsiteY1" fmla="*/ 10746969 h 11307707"/>
                <a:gd name="connsiteX2" fmla="*/ 884170 w 884170"/>
                <a:gd name="connsiteY2" fmla="*/ 11025779 h 11307707"/>
                <a:gd name="connsiteX3" fmla="*/ 792495 w 884170"/>
                <a:gd name="connsiteY3" fmla="*/ 11305575 h 11307707"/>
                <a:gd name="connsiteX4" fmla="*/ 478831 w 884170"/>
                <a:gd name="connsiteY4" fmla="*/ 11307707 h 11307707"/>
                <a:gd name="connsiteX5" fmla="*/ 478279 w 884170"/>
                <a:gd name="connsiteY5" fmla="*/ 10637936 h 11307707"/>
                <a:gd name="connsiteX6" fmla="*/ 499050 w 884170"/>
                <a:gd name="connsiteY6" fmla="*/ 0 h 11307707"/>
                <a:gd name="connsiteX0" fmla="*/ 0 w 884170"/>
                <a:gd name="connsiteY0" fmla="*/ 10747626 h 11307707"/>
                <a:gd name="connsiteX1" fmla="*/ 790672 w 884170"/>
                <a:gd name="connsiteY1" fmla="*/ 10746969 h 11307707"/>
                <a:gd name="connsiteX2" fmla="*/ 884170 w 884170"/>
                <a:gd name="connsiteY2" fmla="*/ 11025779 h 11307707"/>
                <a:gd name="connsiteX3" fmla="*/ 792495 w 884170"/>
                <a:gd name="connsiteY3" fmla="*/ 11305575 h 11307707"/>
                <a:gd name="connsiteX4" fmla="*/ 478831 w 884170"/>
                <a:gd name="connsiteY4" fmla="*/ 11307707 h 11307707"/>
                <a:gd name="connsiteX5" fmla="*/ 478279 w 884170"/>
                <a:gd name="connsiteY5" fmla="*/ 10637936 h 11307707"/>
                <a:gd name="connsiteX6" fmla="*/ 499050 w 884170"/>
                <a:gd name="connsiteY6" fmla="*/ 0 h 11307707"/>
                <a:gd name="connsiteX0" fmla="*/ 0 w 884170"/>
                <a:gd name="connsiteY0" fmla="*/ 10747626 h 11307707"/>
                <a:gd name="connsiteX1" fmla="*/ 790672 w 884170"/>
                <a:gd name="connsiteY1" fmla="*/ 10746969 h 11307707"/>
                <a:gd name="connsiteX2" fmla="*/ 884170 w 884170"/>
                <a:gd name="connsiteY2" fmla="*/ 11025779 h 11307707"/>
                <a:gd name="connsiteX3" fmla="*/ 792495 w 884170"/>
                <a:gd name="connsiteY3" fmla="*/ 11305575 h 11307707"/>
                <a:gd name="connsiteX4" fmla="*/ 478831 w 884170"/>
                <a:gd name="connsiteY4" fmla="*/ 11307707 h 11307707"/>
                <a:gd name="connsiteX5" fmla="*/ 478279 w 884170"/>
                <a:gd name="connsiteY5" fmla="*/ 10637936 h 11307707"/>
                <a:gd name="connsiteX6" fmla="*/ 499050 w 884170"/>
                <a:gd name="connsiteY6" fmla="*/ 0 h 11307707"/>
                <a:gd name="connsiteX0" fmla="*/ 0 w 884170"/>
                <a:gd name="connsiteY0" fmla="*/ 7483778 h 8043859"/>
                <a:gd name="connsiteX1" fmla="*/ 790672 w 884170"/>
                <a:gd name="connsiteY1" fmla="*/ 7483121 h 8043859"/>
                <a:gd name="connsiteX2" fmla="*/ 884170 w 884170"/>
                <a:gd name="connsiteY2" fmla="*/ 7761931 h 8043859"/>
                <a:gd name="connsiteX3" fmla="*/ 792495 w 884170"/>
                <a:gd name="connsiteY3" fmla="*/ 8041727 h 8043859"/>
                <a:gd name="connsiteX4" fmla="*/ 478831 w 884170"/>
                <a:gd name="connsiteY4" fmla="*/ 8043859 h 8043859"/>
                <a:gd name="connsiteX5" fmla="*/ 478279 w 884170"/>
                <a:gd name="connsiteY5" fmla="*/ 7374088 h 8043859"/>
                <a:gd name="connsiteX6" fmla="*/ 528747 w 884170"/>
                <a:gd name="connsiteY6" fmla="*/ 0 h 8043859"/>
                <a:gd name="connsiteX0" fmla="*/ 0 w 884170"/>
                <a:gd name="connsiteY0" fmla="*/ 4209115 h 4769196"/>
                <a:gd name="connsiteX1" fmla="*/ 790672 w 884170"/>
                <a:gd name="connsiteY1" fmla="*/ 4208458 h 4769196"/>
                <a:gd name="connsiteX2" fmla="*/ 884170 w 884170"/>
                <a:gd name="connsiteY2" fmla="*/ 4487268 h 4769196"/>
                <a:gd name="connsiteX3" fmla="*/ 792495 w 884170"/>
                <a:gd name="connsiteY3" fmla="*/ 4767064 h 4769196"/>
                <a:gd name="connsiteX4" fmla="*/ 478831 w 884170"/>
                <a:gd name="connsiteY4" fmla="*/ 4769196 h 4769196"/>
                <a:gd name="connsiteX5" fmla="*/ 478279 w 884170"/>
                <a:gd name="connsiteY5" fmla="*/ 4099425 h 4769196"/>
                <a:gd name="connsiteX6" fmla="*/ 592384 w 884170"/>
                <a:gd name="connsiteY6" fmla="*/ 0 h 4769196"/>
                <a:gd name="connsiteX0" fmla="*/ 0 w 884170"/>
                <a:gd name="connsiteY0" fmla="*/ 707344 h 1272545"/>
                <a:gd name="connsiteX1" fmla="*/ 790672 w 884170"/>
                <a:gd name="connsiteY1" fmla="*/ 706687 h 1272545"/>
                <a:gd name="connsiteX2" fmla="*/ 884170 w 884170"/>
                <a:gd name="connsiteY2" fmla="*/ 985497 h 1272545"/>
                <a:gd name="connsiteX3" fmla="*/ 792495 w 884170"/>
                <a:gd name="connsiteY3" fmla="*/ 1265293 h 1272545"/>
                <a:gd name="connsiteX4" fmla="*/ 478831 w 884170"/>
                <a:gd name="connsiteY4" fmla="*/ 1267425 h 1272545"/>
                <a:gd name="connsiteX5" fmla="*/ 478279 w 884170"/>
                <a:gd name="connsiteY5" fmla="*/ 597654 h 1272545"/>
                <a:gd name="connsiteX6" fmla="*/ 634808 w 884170"/>
                <a:gd name="connsiteY6" fmla="*/ 0 h 1272545"/>
                <a:gd name="connsiteX0" fmla="*/ 0 w 884170"/>
                <a:gd name="connsiteY0" fmla="*/ 109690 h 669771"/>
                <a:gd name="connsiteX1" fmla="*/ 790672 w 884170"/>
                <a:gd name="connsiteY1" fmla="*/ 109033 h 669771"/>
                <a:gd name="connsiteX2" fmla="*/ 884170 w 884170"/>
                <a:gd name="connsiteY2" fmla="*/ 387843 h 669771"/>
                <a:gd name="connsiteX3" fmla="*/ 792495 w 884170"/>
                <a:gd name="connsiteY3" fmla="*/ 667639 h 669771"/>
                <a:gd name="connsiteX4" fmla="*/ 478831 w 884170"/>
                <a:gd name="connsiteY4" fmla="*/ 669771 h 669771"/>
                <a:gd name="connsiteX5" fmla="*/ 478279 w 884170"/>
                <a:gd name="connsiteY5" fmla="*/ 0 h 669771"/>
                <a:gd name="connsiteX0" fmla="*/ 0 w 884170"/>
                <a:gd name="connsiteY0" fmla="*/ 160765 h 720846"/>
                <a:gd name="connsiteX1" fmla="*/ 790672 w 884170"/>
                <a:gd name="connsiteY1" fmla="*/ 160108 h 720846"/>
                <a:gd name="connsiteX2" fmla="*/ 884170 w 884170"/>
                <a:gd name="connsiteY2" fmla="*/ 438918 h 720846"/>
                <a:gd name="connsiteX3" fmla="*/ 792495 w 884170"/>
                <a:gd name="connsiteY3" fmla="*/ 718714 h 720846"/>
                <a:gd name="connsiteX4" fmla="*/ 478831 w 884170"/>
                <a:gd name="connsiteY4" fmla="*/ 720846 h 720846"/>
                <a:gd name="connsiteX5" fmla="*/ 478279 w 884170"/>
                <a:gd name="connsiteY5" fmla="*/ 51075 h 720846"/>
                <a:gd name="connsiteX6" fmla="*/ 475150 w 884170"/>
                <a:gd name="connsiteY6" fmla="*/ 46063 h 720846"/>
                <a:gd name="connsiteX0" fmla="*/ 0 w 1635452"/>
                <a:gd name="connsiteY0" fmla="*/ 158524 h 718605"/>
                <a:gd name="connsiteX1" fmla="*/ 790672 w 1635452"/>
                <a:gd name="connsiteY1" fmla="*/ 157867 h 718605"/>
                <a:gd name="connsiteX2" fmla="*/ 884170 w 1635452"/>
                <a:gd name="connsiteY2" fmla="*/ 436677 h 718605"/>
                <a:gd name="connsiteX3" fmla="*/ 792495 w 1635452"/>
                <a:gd name="connsiteY3" fmla="*/ 716473 h 718605"/>
                <a:gd name="connsiteX4" fmla="*/ 478831 w 1635452"/>
                <a:gd name="connsiteY4" fmla="*/ 718605 h 718605"/>
                <a:gd name="connsiteX5" fmla="*/ 478279 w 1635452"/>
                <a:gd name="connsiteY5" fmla="*/ 48834 h 718605"/>
                <a:gd name="connsiteX6" fmla="*/ 1635452 w 1635452"/>
                <a:gd name="connsiteY6" fmla="*/ 52474 h 718605"/>
                <a:gd name="connsiteX0" fmla="*/ 0 w 884170"/>
                <a:gd name="connsiteY0" fmla="*/ 109690 h 669771"/>
                <a:gd name="connsiteX1" fmla="*/ 790672 w 884170"/>
                <a:gd name="connsiteY1" fmla="*/ 109033 h 669771"/>
                <a:gd name="connsiteX2" fmla="*/ 884170 w 884170"/>
                <a:gd name="connsiteY2" fmla="*/ 387843 h 669771"/>
                <a:gd name="connsiteX3" fmla="*/ 792495 w 884170"/>
                <a:gd name="connsiteY3" fmla="*/ 667639 h 669771"/>
                <a:gd name="connsiteX4" fmla="*/ 478831 w 884170"/>
                <a:gd name="connsiteY4" fmla="*/ 669771 h 669771"/>
                <a:gd name="connsiteX5" fmla="*/ 478279 w 884170"/>
                <a:gd name="connsiteY5" fmla="*/ 0 h 669771"/>
                <a:gd name="connsiteX0" fmla="*/ 0 w 884170"/>
                <a:gd name="connsiteY0" fmla="*/ 109690 h 667639"/>
                <a:gd name="connsiteX1" fmla="*/ 790672 w 884170"/>
                <a:gd name="connsiteY1" fmla="*/ 109033 h 667639"/>
                <a:gd name="connsiteX2" fmla="*/ 884170 w 884170"/>
                <a:gd name="connsiteY2" fmla="*/ 387843 h 667639"/>
                <a:gd name="connsiteX3" fmla="*/ 792495 w 884170"/>
                <a:gd name="connsiteY3" fmla="*/ 667639 h 667639"/>
                <a:gd name="connsiteX4" fmla="*/ 478831 w 884170"/>
                <a:gd name="connsiteY4" fmla="*/ 667608 h 667639"/>
                <a:gd name="connsiteX5" fmla="*/ 478279 w 884170"/>
                <a:gd name="connsiteY5" fmla="*/ 0 h 667639"/>
                <a:gd name="connsiteX0" fmla="*/ 0 w 884170"/>
                <a:gd name="connsiteY0" fmla="*/ 158881 h 716830"/>
                <a:gd name="connsiteX1" fmla="*/ 790672 w 884170"/>
                <a:gd name="connsiteY1" fmla="*/ 158224 h 716830"/>
                <a:gd name="connsiteX2" fmla="*/ 884170 w 884170"/>
                <a:gd name="connsiteY2" fmla="*/ 437034 h 716830"/>
                <a:gd name="connsiteX3" fmla="*/ 792495 w 884170"/>
                <a:gd name="connsiteY3" fmla="*/ 716830 h 716830"/>
                <a:gd name="connsiteX4" fmla="*/ 478831 w 884170"/>
                <a:gd name="connsiteY4" fmla="*/ 716799 h 716830"/>
                <a:gd name="connsiteX5" fmla="*/ 478279 w 884170"/>
                <a:gd name="connsiteY5" fmla="*/ 49191 h 716830"/>
                <a:gd name="connsiteX6" fmla="*/ 474915 w 884170"/>
                <a:gd name="connsiteY6" fmla="*/ 50104 h 716830"/>
                <a:gd name="connsiteX0" fmla="*/ 0 w 1628854"/>
                <a:gd name="connsiteY0" fmla="*/ 169685 h 727634"/>
                <a:gd name="connsiteX1" fmla="*/ 790672 w 1628854"/>
                <a:gd name="connsiteY1" fmla="*/ 169028 h 727634"/>
                <a:gd name="connsiteX2" fmla="*/ 884170 w 1628854"/>
                <a:gd name="connsiteY2" fmla="*/ 447838 h 727634"/>
                <a:gd name="connsiteX3" fmla="*/ 792495 w 1628854"/>
                <a:gd name="connsiteY3" fmla="*/ 727634 h 727634"/>
                <a:gd name="connsiteX4" fmla="*/ 478831 w 1628854"/>
                <a:gd name="connsiteY4" fmla="*/ 727603 h 727634"/>
                <a:gd name="connsiteX5" fmla="*/ 478279 w 1628854"/>
                <a:gd name="connsiteY5" fmla="*/ 59995 h 727634"/>
                <a:gd name="connsiteX6" fmla="*/ 1628854 w 1628854"/>
                <a:gd name="connsiteY6" fmla="*/ 26301 h 727634"/>
                <a:gd name="connsiteX0" fmla="*/ 0 w 1628854"/>
                <a:gd name="connsiteY0" fmla="*/ 169685 h 727634"/>
                <a:gd name="connsiteX1" fmla="*/ 790672 w 1628854"/>
                <a:gd name="connsiteY1" fmla="*/ 169028 h 727634"/>
                <a:gd name="connsiteX2" fmla="*/ 884170 w 1628854"/>
                <a:gd name="connsiteY2" fmla="*/ 447838 h 727634"/>
                <a:gd name="connsiteX3" fmla="*/ 792495 w 1628854"/>
                <a:gd name="connsiteY3" fmla="*/ 727634 h 727634"/>
                <a:gd name="connsiteX4" fmla="*/ 478831 w 1628854"/>
                <a:gd name="connsiteY4" fmla="*/ 727603 h 727634"/>
                <a:gd name="connsiteX5" fmla="*/ 478279 w 1628854"/>
                <a:gd name="connsiteY5" fmla="*/ 59995 h 727634"/>
                <a:gd name="connsiteX6" fmla="*/ 1628854 w 1628854"/>
                <a:gd name="connsiteY6" fmla="*/ 26301 h 727634"/>
                <a:gd name="connsiteX0" fmla="*/ 0 w 1628854"/>
                <a:gd name="connsiteY0" fmla="*/ 169685 h 727634"/>
                <a:gd name="connsiteX1" fmla="*/ 790672 w 1628854"/>
                <a:gd name="connsiteY1" fmla="*/ 169028 h 727634"/>
                <a:gd name="connsiteX2" fmla="*/ 884170 w 1628854"/>
                <a:gd name="connsiteY2" fmla="*/ 447838 h 727634"/>
                <a:gd name="connsiteX3" fmla="*/ 792495 w 1628854"/>
                <a:gd name="connsiteY3" fmla="*/ 727634 h 727634"/>
                <a:gd name="connsiteX4" fmla="*/ 478831 w 1628854"/>
                <a:gd name="connsiteY4" fmla="*/ 727603 h 727634"/>
                <a:gd name="connsiteX5" fmla="*/ 478279 w 1628854"/>
                <a:gd name="connsiteY5" fmla="*/ 59995 h 727634"/>
                <a:gd name="connsiteX6" fmla="*/ 1628854 w 1628854"/>
                <a:gd name="connsiteY6" fmla="*/ 26301 h 727634"/>
                <a:gd name="connsiteX0" fmla="*/ 0 w 1637339"/>
                <a:gd name="connsiteY0" fmla="*/ 301277 h 859226"/>
                <a:gd name="connsiteX1" fmla="*/ 790672 w 1637339"/>
                <a:gd name="connsiteY1" fmla="*/ 300620 h 859226"/>
                <a:gd name="connsiteX2" fmla="*/ 884170 w 1637339"/>
                <a:gd name="connsiteY2" fmla="*/ 579430 h 859226"/>
                <a:gd name="connsiteX3" fmla="*/ 792495 w 1637339"/>
                <a:gd name="connsiteY3" fmla="*/ 859226 h 859226"/>
                <a:gd name="connsiteX4" fmla="*/ 478831 w 1637339"/>
                <a:gd name="connsiteY4" fmla="*/ 859195 h 859226"/>
                <a:gd name="connsiteX5" fmla="*/ 478279 w 1637339"/>
                <a:gd name="connsiteY5" fmla="*/ 191587 h 859226"/>
                <a:gd name="connsiteX6" fmla="*/ 1637339 w 1637339"/>
                <a:gd name="connsiteY6" fmla="*/ 0 h 859226"/>
                <a:gd name="connsiteX0" fmla="*/ 0 w 1721986"/>
                <a:gd name="connsiteY0" fmla="*/ 316105 h 874054"/>
                <a:gd name="connsiteX1" fmla="*/ 790672 w 1721986"/>
                <a:gd name="connsiteY1" fmla="*/ 315448 h 874054"/>
                <a:gd name="connsiteX2" fmla="*/ 884170 w 1721986"/>
                <a:gd name="connsiteY2" fmla="*/ 594258 h 874054"/>
                <a:gd name="connsiteX3" fmla="*/ 792495 w 1721986"/>
                <a:gd name="connsiteY3" fmla="*/ 874054 h 874054"/>
                <a:gd name="connsiteX4" fmla="*/ 478831 w 1721986"/>
                <a:gd name="connsiteY4" fmla="*/ 874023 h 874054"/>
                <a:gd name="connsiteX5" fmla="*/ 478279 w 1721986"/>
                <a:gd name="connsiteY5" fmla="*/ 206415 h 874054"/>
                <a:gd name="connsiteX6" fmla="*/ 1637339 w 1721986"/>
                <a:gd name="connsiteY6" fmla="*/ 14828 h 874054"/>
                <a:gd name="connsiteX7" fmla="*/ 1633095 w 1721986"/>
                <a:gd name="connsiteY7" fmla="*/ 12665 h 874054"/>
                <a:gd name="connsiteX0" fmla="*/ 0 w 1723632"/>
                <a:gd name="connsiteY0" fmla="*/ 774957 h 1332906"/>
                <a:gd name="connsiteX1" fmla="*/ 790672 w 1723632"/>
                <a:gd name="connsiteY1" fmla="*/ 774300 h 1332906"/>
                <a:gd name="connsiteX2" fmla="*/ 884170 w 1723632"/>
                <a:gd name="connsiteY2" fmla="*/ 1053110 h 1332906"/>
                <a:gd name="connsiteX3" fmla="*/ 792495 w 1723632"/>
                <a:gd name="connsiteY3" fmla="*/ 1332906 h 1332906"/>
                <a:gd name="connsiteX4" fmla="*/ 478831 w 1723632"/>
                <a:gd name="connsiteY4" fmla="*/ 1332875 h 1332906"/>
                <a:gd name="connsiteX5" fmla="*/ 478279 w 1723632"/>
                <a:gd name="connsiteY5" fmla="*/ 665267 h 1332906"/>
                <a:gd name="connsiteX6" fmla="*/ 1637339 w 1723632"/>
                <a:gd name="connsiteY6" fmla="*/ 473680 h 1332906"/>
                <a:gd name="connsiteX7" fmla="*/ 1639459 w 1723632"/>
                <a:gd name="connsiteY7" fmla="*/ 0 h 1332906"/>
                <a:gd name="connsiteX0" fmla="*/ 0 w 1637339"/>
                <a:gd name="connsiteY0" fmla="*/ 301278 h 859227"/>
                <a:gd name="connsiteX1" fmla="*/ 790672 w 1637339"/>
                <a:gd name="connsiteY1" fmla="*/ 300621 h 859227"/>
                <a:gd name="connsiteX2" fmla="*/ 884170 w 1637339"/>
                <a:gd name="connsiteY2" fmla="*/ 579431 h 859227"/>
                <a:gd name="connsiteX3" fmla="*/ 792495 w 1637339"/>
                <a:gd name="connsiteY3" fmla="*/ 859227 h 859227"/>
                <a:gd name="connsiteX4" fmla="*/ 478831 w 1637339"/>
                <a:gd name="connsiteY4" fmla="*/ 859196 h 859227"/>
                <a:gd name="connsiteX5" fmla="*/ 478279 w 1637339"/>
                <a:gd name="connsiteY5" fmla="*/ 191588 h 859227"/>
                <a:gd name="connsiteX6" fmla="*/ 1637339 w 1637339"/>
                <a:gd name="connsiteY6" fmla="*/ 1 h 859227"/>
                <a:gd name="connsiteX0" fmla="*/ 0 w 884170"/>
                <a:gd name="connsiteY0" fmla="*/ 109690 h 667639"/>
                <a:gd name="connsiteX1" fmla="*/ 790672 w 884170"/>
                <a:gd name="connsiteY1" fmla="*/ 109033 h 667639"/>
                <a:gd name="connsiteX2" fmla="*/ 884170 w 884170"/>
                <a:gd name="connsiteY2" fmla="*/ 387843 h 667639"/>
                <a:gd name="connsiteX3" fmla="*/ 792495 w 884170"/>
                <a:gd name="connsiteY3" fmla="*/ 667639 h 667639"/>
                <a:gd name="connsiteX4" fmla="*/ 478831 w 884170"/>
                <a:gd name="connsiteY4" fmla="*/ 667608 h 667639"/>
                <a:gd name="connsiteX5" fmla="*/ 478279 w 884170"/>
                <a:gd name="connsiteY5" fmla="*/ 0 h 667639"/>
                <a:gd name="connsiteX0" fmla="*/ 0 w 884170"/>
                <a:gd name="connsiteY0" fmla="*/ 109690 h 667639"/>
                <a:gd name="connsiteX1" fmla="*/ 790672 w 884170"/>
                <a:gd name="connsiteY1" fmla="*/ 109033 h 667639"/>
                <a:gd name="connsiteX2" fmla="*/ 884170 w 884170"/>
                <a:gd name="connsiteY2" fmla="*/ 387843 h 667639"/>
                <a:gd name="connsiteX3" fmla="*/ 792495 w 884170"/>
                <a:gd name="connsiteY3" fmla="*/ 667639 h 667639"/>
                <a:gd name="connsiteX4" fmla="*/ 478831 w 884170"/>
                <a:gd name="connsiteY4" fmla="*/ 667608 h 667639"/>
                <a:gd name="connsiteX5" fmla="*/ 478279 w 884170"/>
                <a:gd name="connsiteY5" fmla="*/ 0 h 667639"/>
                <a:gd name="connsiteX0" fmla="*/ 0 w 896897"/>
                <a:gd name="connsiteY0" fmla="*/ 107527 h 667639"/>
                <a:gd name="connsiteX1" fmla="*/ 803399 w 896897"/>
                <a:gd name="connsiteY1" fmla="*/ 109033 h 667639"/>
                <a:gd name="connsiteX2" fmla="*/ 896897 w 896897"/>
                <a:gd name="connsiteY2" fmla="*/ 387843 h 667639"/>
                <a:gd name="connsiteX3" fmla="*/ 805222 w 896897"/>
                <a:gd name="connsiteY3" fmla="*/ 667639 h 667639"/>
                <a:gd name="connsiteX4" fmla="*/ 491558 w 896897"/>
                <a:gd name="connsiteY4" fmla="*/ 667608 h 667639"/>
                <a:gd name="connsiteX5" fmla="*/ 491006 w 896897"/>
                <a:gd name="connsiteY5" fmla="*/ 0 h 667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6897" h="667639">
                  <a:moveTo>
                    <a:pt x="0" y="107527"/>
                  </a:moveTo>
                  <a:lnTo>
                    <a:pt x="803399" y="109033"/>
                  </a:lnTo>
                  <a:lnTo>
                    <a:pt x="896897" y="387843"/>
                  </a:lnTo>
                  <a:lnTo>
                    <a:pt x="805222" y="667639"/>
                  </a:lnTo>
                  <a:lnTo>
                    <a:pt x="491558" y="667608"/>
                  </a:lnTo>
                  <a:lnTo>
                    <a:pt x="491006" y="0"/>
                  </a:lnTo>
                </a:path>
              </a:pathLst>
            </a:custGeom>
            <a:noFill/>
            <a:ln w="25400">
              <a:solidFill>
                <a:srgbClr val="67B2E8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n w="12700" cmpd="sng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1219200" y="2870410"/>
            <a:ext cx="5334000" cy="674686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219200" y="1905000"/>
            <a:ext cx="5334000" cy="982662"/>
          </a:xfrm>
        </p:spPr>
        <p:txBody>
          <a:bodyPr>
            <a:normAutofit/>
          </a:bodyPr>
          <a:lstStyle>
            <a:lvl1pPr algn="l">
              <a:defRPr sz="32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1552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/>
        </p:nvSpPr>
        <p:spPr>
          <a:xfrm flipV="1">
            <a:off x="285750" y="698316"/>
            <a:ext cx="8572500" cy="185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5719" tIns="35719" rIns="35719" bIns="35719" anchor="ctr"/>
          <a:lstStyle/>
          <a:p>
            <a:pPr algn="l" defTabSz="321457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18" name="Shape 118"/>
          <p:cNvSpPr>
            <a:spLocks noGrp="1"/>
          </p:cNvSpPr>
          <p:nvPr>
            <p:ph type="body" sz="quarter" idx="13"/>
          </p:nvPr>
        </p:nvSpPr>
        <p:spPr>
          <a:xfrm>
            <a:off x="285750" y="342919"/>
            <a:ext cx="7858125" cy="300019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321457">
              <a:lnSpc>
                <a:spcPct val="80000"/>
              </a:lnSpc>
              <a:spcBef>
                <a:spcPts val="0"/>
              </a:spcBef>
              <a:buSzTx/>
              <a:buNone/>
              <a:defRPr sz="1687" cap="all" spc="84">
                <a:solidFill>
                  <a:srgbClr val="838787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</a:t>
            </a:r>
          </a:p>
        </p:txBody>
      </p:sp>
      <p:sp>
        <p:nvSpPr>
          <p:cNvPr id="119" name="Shape 119"/>
          <p:cNvSpPr>
            <a:spLocks noGrp="1"/>
          </p:cNvSpPr>
          <p:nvPr>
            <p:ph type="title"/>
          </p:nvPr>
        </p:nvSpPr>
        <p:spPr>
          <a:xfrm>
            <a:off x="285750" y="1080492"/>
            <a:ext cx="8572500" cy="508992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spcBef>
                <a:spcPts val="1969"/>
              </a:spcBef>
              <a:defRPr sz="4219" cap="all">
                <a:solidFill>
                  <a:srgbClr val="34A5DA"/>
                </a:solidFill>
                <a:latin typeface="DIN Condensed"/>
                <a:ea typeface="DIN Condensed"/>
                <a:cs typeface="DIN Condensed"/>
                <a:sym typeface="DIN Condensed"/>
              </a:defRPr>
            </a:lvl1pPr>
          </a:lstStyle>
          <a:p>
            <a:r>
              <a:t>Title Text</a:t>
            </a:r>
          </a:p>
        </p:txBody>
      </p:sp>
      <p:sp>
        <p:nvSpPr>
          <p:cNvPr id="120" name="Shape 120"/>
          <p:cNvSpPr>
            <a:spLocks noGrp="1"/>
          </p:cNvSpPr>
          <p:nvPr>
            <p:ph type="sldNum" sz="quarter" idx="2"/>
          </p:nvPr>
        </p:nvSpPr>
        <p:spPr>
          <a:xfrm>
            <a:off x="8568719" y="303609"/>
            <a:ext cx="286099" cy="321469"/>
          </a:xfrm>
          <a:prstGeom prst="rect">
            <a:avLst/>
          </a:prstGeom>
        </p:spPr>
        <p:txBody>
          <a:bodyPr/>
          <a:lstStyle>
            <a:lvl1pPr algn="r">
              <a:lnSpc>
                <a:spcPct val="80000"/>
              </a:lnSpc>
              <a:defRPr sz="1687">
                <a:solidFill>
                  <a:srgbClr val="838787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076859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8570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 title/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7700"/>
            <a:ext cx="8229600" cy="40258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57200" y="1143000"/>
            <a:ext cx="8229600" cy="639762"/>
          </a:xfrm>
        </p:spPr>
        <p:txBody>
          <a:bodyPr anchor="b"/>
          <a:lstStyle>
            <a:lvl1pPr marL="0" indent="0">
              <a:spcAft>
                <a:spcPts val="200"/>
              </a:spcAft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8981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/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80744"/>
            <a:ext cx="4038600" cy="45628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80744"/>
            <a:ext cx="4038600" cy="45628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8516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1 sub title/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639762"/>
          </a:xfrm>
        </p:spPr>
        <p:txBody>
          <a:bodyPr anchor="b"/>
          <a:lstStyle>
            <a:lvl1pPr marL="0" indent="0">
              <a:spcAft>
                <a:spcPts val="200"/>
              </a:spcAft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16113"/>
            <a:ext cx="4040188" cy="40274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16113"/>
            <a:ext cx="4041775" cy="40274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5228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itle/ 2 sub titles/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4040188" cy="639762"/>
          </a:xfrm>
        </p:spPr>
        <p:txBody>
          <a:bodyPr anchor="b"/>
          <a:lstStyle>
            <a:lvl1pPr marL="0" indent="0">
              <a:spcAft>
                <a:spcPts val="200"/>
              </a:spcAft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16113"/>
            <a:ext cx="4040188" cy="40274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43000"/>
            <a:ext cx="4041775" cy="639762"/>
          </a:xfrm>
        </p:spPr>
        <p:txBody>
          <a:bodyPr anchor="b"/>
          <a:lstStyle>
            <a:lvl1pPr marL="0" indent="0">
              <a:spcAft>
                <a:spcPts val="200"/>
              </a:spcAft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16113"/>
            <a:ext cx="4041775" cy="40274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9804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2 col w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57200" y="1380744"/>
            <a:ext cx="4041648" cy="1554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4645152" y="1380744"/>
            <a:ext cx="4041648" cy="1554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457200" y="3124200"/>
            <a:ext cx="8229600" cy="2910840"/>
          </a:xfrm>
        </p:spPr>
        <p:txBody>
          <a:bodyPr rtlCol="0">
            <a:noAutofit/>
          </a:bodyPr>
          <a:lstStyle>
            <a:lvl1pPr marL="9144" indent="0">
              <a:buFontTx/>
              <a:buNone/>
              <a:defRPr/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94834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6707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37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left content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80744"/>
            <a:ext cx="4038600" cy="45628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648200" y="1371600"/>
            <a:ext cx="4038600" cy="4572000"/>
          </a:xfrm>
        </p:spPr>
        <p:txBody>
          <a:bodyPr rtlCol="0">
            <a:noAutofit/>
          </a:bodyPr>
          <a:lstStyle>
            <a:lvl1pPr marL="9144" indent="0">
              <a:buFontTx/>
              <a:buNone/>
              <a:defRPr/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6187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right content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80744"/>
            <a:ext cx="4038600" cy="45628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7200" y="1371600"/>
            <a:ext cx="4038600" cy="4572000"/>
          </a:xfrm>
        </p:spPr>
        <p:txBody>
          <a:bodyPr rtlCol="0">
            <a:noAutofit/>
          </a:bodyPr>
          <a:lstStyle>
            <a:lvl1pPr marL="9144" indent="0">
              <a:buFontTx/>
              <a:buNone/>
              <a:defRPr/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03296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1 sub title/2 column content/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639762"/>
          </a:xfrm>
        </p:spPr>
        <p:txBody>
          <a:bodyPr anchor="b"/>
          <a:lstStyle>
            <a:lvl1pPr marL="0" indent="0">
              <a:spcAft>
                <a:spcPts val="200"/>
              </a:spcAft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16113"/>
            <a:ext cx="4040188" cy="212248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16113"/>
            <a:ext cx="4041775" cy="212248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1"/>
          </p:nvPr>
        </p:nvSpPr>
        <p:spPr>
          <a:xfrm>
            <a:off x="446049" y="4049713"/>
            <a:ext cx="8240751" cy="189388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5942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2 sub titles/2 column content/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4040188" cy="639762"/>
          </a:xfrm>
        </p:spPr>
        <p:txBody>
          <a:bodyPr anchor="b"/>
          <a:lstStyle>
            <a:lvl1pPr marL="0" indent="0">
              <a:spcAft>
                <a:spcPts val="200"/>
              </a:spcAft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16113"/>
            <a:ext cx="4040188" cy="212248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43000"/>
            <a:ext cx="4041775" cy="639762"/>
          </a:xfrm>
        </p:spPr>
        <p:txBody>
          <a:bodyPr anchor="b"/>
          <a:lstStyle>
            <a:lvl1pPr marL="0" indent="0">
              <a:spcAft>
                <a:spcPts val="200"/>
              </a:spcAft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16113"/>
            <a:ext cx="4041775" cy="212248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1"/>
          </p:nvPr>
        </p:nvSpPr>
        <p:spPr>
          <a:xfrm>
            <a:off x="446049" y="4049713"/>
            <a:ext cx="8240751" cy="189388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394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2 row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80744"/>
            <a:ext cx="8229600" cy="2057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0"/>
          </p:nvPr>
        </p:nvSpPr>
        <p:spPr>
          <a:xfrm>
            <a:off x="457200" y="3646449"/>
            <a:ext cx="8229600" cy="2057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9068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2 sub titles/2 row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16151"/>
            <a:ext cx="8229600" cy="16002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0"/>
          </p:nvPr>
        </p:nvSpPr>
        <p:spPr>
          <a:xfrm>
            <a:off x="457200" y="4332249"/>
            <a:ext cx="8229600" cy="16002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1"/>
          </p:nvPr>
        </p:nvSpPr>
        <p:spPr>
          <a:xfrm>
            <a:off x="457200" y="1143000"/>
            <a:ext cx="8229600" cy="639762"/>
          </a:xfrm>
        </p:spPr>
        <p:txBody>
          <a:bodyPr anchor="b"/>
          <a:lstStyle>
            <a:lvl1pPr marL="0" indent="0">
              <a:spcAft>
                <a:spcPts val="200"/>
              </a:spcAft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2"/>
          </p:nvPr>
        </p:nvSpPr>
        <p:spPr>
          <a:xfrm>
            <a:off x="457200" y="3584691"/>
            <a:ext cx="8229600" cy="639762"/>
          </a:xfrm>
        </p:spPr>
        <p:txBody>
          <a:bodyPr anchor="b"/>
          <a:lstStyle>
            <a:lvl1pPr marL="0" indent="0">
              <a:spcAft>
                <a:spcPts val="200"/>
              </a:spcAft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563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82713"/>
            <a:ext cx="8229600" cy="456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182563" indent="-173038" algn="l" rtl="0" eaLnBrk="0" fontAlgn="base" hangingPunct="0">
        <a:spcBef>
          <a:spcPct val="0"/>
        </a:spcBef>
        <a:spcAft>
          <a:spcPts val="600"/>
        </a:spcAft>
        <a:buFont typeface="Arial" charset="0"/>
        <a:buChar char="•"/>
        <a:defRPr sz="200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547688" indent="-228600" algn="l" rtl="0" eaLnBrk="0" fontAlgn="base" hangingPunct="0">
        <a:spcBef>
          <a:spcPct val="0"/>
        </a:spcBef>
        <a:spcAft>
          <a:spcPts val="600"/>
        </a:spcAft>
        <a:buFont typeface="Arial" charset="0"/>
        <a:buChar char="–"/>
        <a:defRPr kern="1200">
          <a:solidFill>
            <a:schemeClr val="tx2"/>
          </a:solidFill>
          <a:latin typeface="+mn-lt"/>
          <a:ea typeface="ＭＳ Ｐゴシック" charset="0"/>
          <a:cs typeface="+mn-cs"/>
        </a:defRPr>
      </a:lvl2pPr>
      <a:lvl3pPr marL="914400" indent="-173038" algn="l" rtl="0" eaLnBrk="0" fontAlgn="base" hangingPunct="0">
        <a:spcBef>
          <a:spcPct val="0"/>
        </a:spcBef>
        <a:spcAft>
          <a:spcPts val="600"/>
        </a:spcAft>
        <a:buFont typeface="Arial" charset="0"/>
        <a:buChar char="•"/>
        <a:defRPr sz="1600" kern="1200">
          <a:solidFill>
            <a:schemeClr val="tx2"/>
          </a:solidFill>
          <a:latin typeface="+mn-lt"/>
          <a:ea typeface="ＭＳ Ｐゴシック" charset="0"/>
          <a:cs typeface="+mn-cs"/>
        </a:defRPr>
      </a:lvl3pPr>
      <a:lvl4pPr marL="1279525" indent="-173038" algn="l" rtl="0" eaLnBrk="0" fontAlgn="base" hangingPunct="0">
        <a:spcBef>
          <a:spcPct val="0"/>
        </a:spcBef>
        <a:spcAft>
          <a:spcPts val="600"/>
        </a:spcAft>
        <a:buFont typeface="Arial" charset="0"/>
        <a:buChar char="–"/>
        <a:defRPr sz="1400" kern="1200">
          <a:solidFill>
            <a:schemeClr val="tx2"/>
          </a:solidFill>
          <a:latin typeface="+mn-lt"/>
          <a:ea typeface="ＭＳ Ｐゴシック" charset="0"/>
          <a:cs typeface="+mn-cs"/>
        </a:defRPr>
      </a:lvl4pPr>
      <a:lvl5pPr marL="1644650" indent="-173038" algn="l" rtl="0" eaLnBrk="0" fontAlgn="base" hangingPunct="0">
        <a:spcBef>
          <a:spcPct val="0"/>
        </a:spcBef>
        <a:spcAft>
          <a:spcPts val="600"/>
        </a:spcAft>
        <a:buFont typeface="Arial" charset="0"/>
        <a:buChar char="•"/>
        <a:defRPr sz="1200" kern="1200">
          <a:solidFill>
            <a:schemeClr val="tx2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82713"/>
            <a:ext cx="8229600" cy="456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Slide Number Placeholder 6"/>
          <p:cNvSpPr txBox="1">
            <a:spLocks/>
          </p:cNvSpPr>
          <p:nvPr/>
        </p:nvSpPr>
        <p:spPr>
          <a:xfrm>
            <a:off x="8786813" y="6497638"/>
            <a:ext cx="357187" cy="174625"/>
          </a:xfrm>
          <a:prstGeom prst="rect">
            <a:avLst/>
          </a:prstGeom>
        </p:spPr>
        <p:txBody>
          <a:bodyPr lIns="0" tIns="0" rIns="0" bIns="0" anchor="b"/>
          <a:lstStyle>
            <a:lvl1pPr defTabSz="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057BE2D5-0DA1-E347-9E3E-FBE0ADD6EEE5}" type="slidenum">
              <a:rPr lang="en-US" altLang="en-US" sz="900">
                <a:solidFill>
                  <a:schemeClr val="tx2"/>
                </a:solidFill>
              </a:rPr>
              <a:pPr eaLnBrk="1" hangingPunct="1"/>
              <a:t>‹#›</a:t>
            </a:fld>
            <a:endParaRPr lang="en-US" altLang="en-US" sz="900">
              <a:solidFill>
                <a:schemeClr val="tx2"/>
              </a:solidFill>
            </a:endParaRPr>
          </a:p>
        </p:txBody>
      </p:sp>
      <p:sp>
        <p:nvSpPr>
          <p:cNvPr id="6" name="Footer Placeholder 6"/>
          <p:cNvSpPr txBox="1">
            <a:spLocks/>
          </p:cNvSpPr>
          <p:nvPr/>
        </p:nvSpPr>
        <p:spPr>
          <a:xfrm>
            <a:off x="7186613" y="6497638"/>
            <a:ext cx="1531937" cy="185737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l" defTabSz="457200" rtl="0" eaLnBrk="1" latinLnBrk="0" hangingPunct="1">
              <a:defRPr sz="900" b="1" kern="1200">
                <a:solidFill>
                  <a:srgbClr val="0C207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spc="60" dirty="0">
                <a:solidFill>
                  <a:schemeClr val="tx2"/>
                </a:solidFill>
                <a:latin typeface="Arial Narrow" panose="020B0606020202030204" pitchFamily="34" charset="0"/>
              </a:rPr>
              <a:t>U.S. BANK</a:t>
            </a:r>
            <a:r>
              <a:rPr lang="en-US" b="0" spc="60" dirty="0">
                <a:solidFill>
                  <a:schemeClr val="tx1"/>
                </a:solidFill>
                <a:latin typeface="Arial Narrow" panose="020B0606020202030204" pitchFamily="34" charset="0"/>
              </a:rPr>
              <a:t>  |</a:t>
            </a:r>
          </a:p>
        </p:txBody>
      </p:sp>
      <p:pic>
        <p:nvPicPr>
          <p:cNvPr id="6150" name="Picture 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6181725"/>
            <a:ext cx="9134475" cy="295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  <p:sldLayoutId id="2147483940" r:id="rId12"/>
    <p:sldLayoutId id="2147483941" r:id="rId13"/>
    <p:sldLayoutId id="214748394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182563" indent="-173038" algn="l" rtl="0" eaLnBrk="0" fontAlgn="base" hangingPunct="0">
        <a:spcBef>
          <a:spcPct val="0"/>
        </a:spcBef>
        <a:spcAft>
          <a:spcPts val="600"/>
        </a:spcAft>
        <a:buFont typeface="Arial" charset="0"/>
        <a:buChar char="•"/>
        <a:defRPr sz="200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547688" indent="-228600" algn="l" rtl="0" eaLnBrk="0" fontAlgn="base" hangingPunct="0">
        <a:spcBef>
          <a:spcPct val="0"/>
        </a:spcBef>
        <a:spcAft>
          <a:spcPts val="600"/>
        </a:spcAft>
        <a:buFont typeface="Arial" charset="0"/>
        <a:buChar char="–"/>
        <a:defRPr kern="1200">
          <a:solidFill>
            <a:schemeClr val="tx2"/>
          </a:solidFill>
          <a:latin typeface="+mn-lt"/>
          <a:ea typeface="ＭＳ Ｐゴシック" charset="0"/>
          <a:cs typeface="+mn-cs"/>
        </a:defRPr>
      </a:lvl2pPr>
      <a:lvl3pPr marL="914400" indent="-173038" algn="l" rtl="0" eaLnBrk="0" fontAlgn="base" hangingPunct="0">
        <a:spcBef>
          <a:spcPct val="0"/>
        </a:spcBef>
        <a:spcAft>
          <a:spcPts val="600"/>
        </a:spcAft>
        <a:buFont typeface="Arial" charset="0"/>
        <a:buChar char="•"/>
        <a:defRPr sz="1600" kern="1200">
          <a:solidFill>
            <a:schemeClr val="tx2"/>
          </a:solidFill>
          <a:latin typeface="+mn-lt"/>
          <a:ea typeface="ＭＳ Ｐゴシック" charset="0"/>
          <a:cs typeface="+mn-cs"/>
        </a:defRPr>
      </a:lvl3pPr>
      <a:lvl4pPr marL="1279525" indent="-173038" algn="l" rtl="0" eaLnBrk="0" fontAlgn="base" hangingPunct="0">
        <a:spcBef>
          <a:spcPct val="0"/>
        </a:spcBef>
        <a:spcAft>
          <a:spcPts val="600"/>
        </a:spcAft>
        <a:buFont typeface="Arial" charset="0"/>
        <a:buChar char="–"/>
        <a:defRPr sz="1400" kern="1200">
          <a:solidFill>
            <a:schemeClr val="tx2"/>
          </a:solidFill>
          <a:latin typeface="+mn-lt"/>
          <a:ea typeface="ＭＳ Ｐゴシック" charset="0"/>
          <a:cs typeface="+mn-cs"/>
        </a:defRPr>
      </a:lvl4pPr>
      <a:lvl5pPr marL="1644650" indent="-173038" algn="l" rtl="0" eaLnBrk="0" fontAlgn="base" hangingPunct="0">
        <a:spcBef>
          <a:spcPct val="0"/>
        </a:spcBef>
        <a:spcAft>
          <a:spcPts val="600"/>
        </a:spcAft>
        <a:buFont typeface="Arial" charset="0"/>
        <a:buChar char="•"/>
        <a:defRPr sz="1200" kern="1200">
          <a:solidFill>
            <a:schemeClr val="tx2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/>
          <p:cNvSpPr txBox="1">
            <a:spLocks/>
          </p:cNvSpPr>
          <p:nvPr/>
        </p:nvSpPr>
        <p:spPr bwMode="auto">
          <a:xfrm>
            <a:off x="1752600" y="228600"/>
            <a:ext cx="7010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r" eaLnBrk="1" hangingPunct="1"/>
            <a:r>
              <a:rPr lang="en-US" altLang="en-US" sz="2800" b="1" dirty="0"/>
              <a:t>INNOVATION CANVAS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197924"/>
              </p:ext>
            </p:extLst>
          </p:nvPr>
        </p:nvGraphicFramePr>
        <p:xfrm>
          <a:off x="304800" y="762000"/>
          <a:ext cx="8458200" cy="1510334"/>
        </p:xfrm>
        <a:graphic>
          <a:graphicData uri="http://schemas.openxmlformats.org/drawingml/2006/table">
            <a:tbl>
              <a:tblPr/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GENERAL INFO</a:t>
                      </a:r>
                    </a:p>
                  </a:txBody>
                  <a:tcPr marT="45745" marB="4574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PROJECT TEAM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Lead(s): Awais Sultan, Erin Pizzi.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</a:t>
                      </a:r>
                    </a:p>
                  </a:txBody>
                  <a:tcPr marT="45745" marB="45745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900" kern="1200" dirty="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  <a:cs typeface="+mn-cs"/>
                        </a:rPr>
                        <a:t>BUSINESS LINE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kern="1200" dirty="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  <a:cs typeface="+mn-cs"/>
                        </a:rPr>
                        <a:t>TECHNOLOGY AND OPERATIONS SVCS (WEALTH MANAGEMENT)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kern="1200" dirty="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  <a:cs typeface="+mn-cs"/>
                        </a:rPr>
                        <a:t>                       AND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kern="1200" dirty="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  <a:cs typeface="+mn-cs"/>
                        </a:rPr>
                        <a:t>CORPORATE &amp; COMMERCIAL BANKING (ENVIRONMENTAL &amp; SOFT DOLLAR CR POLICY COORDINATION)</a:t>
                      </a:r>
                      <a:endParaRPr lang="en-US" altLang="en-US" sz="900" kern="1200" dirty="0">
                        <a:solidFill>
                          <a:schemeClr val="tx2"/>
                        </a:solidFill>
                        <a:latin typeface="Arial" charset="0"/>
                        <a:ea typeface="ＭＳ Ｐゴシック" charset="-128"/>
                        <a:cs typeface="+mn-cs"/>
                      </a:endParaRPr>
                    </a:p>
                  </a:txBody>
                  <a:tcPr marT="45745" marB="45745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GOAL CATEGORY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+Revenue </a:t>
                      </a:r>
                      <a:r>
                        <a:rPr kumimoji="0" lang="en-US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(Can encourage customers to make US Bank as primary bank)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+Personalization </a:t>
                      </a:r>
                      <a:r>
                        <a:rPr kumimoji="0" lang="en-US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(Great tool for Personal financial management)</a:t>
                      </a:r>
                      <a:endParaRPr kumimoji="0" lang="en-US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+CX </a:t>
                      </a:r>
                      <a:r>
                        <a:rPr kumimoji="0" lang="en-US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(Can invoke ideas, features to improve customer experience)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45" marB="45745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037321"/>
              </p:ext>
            </p:extLst>
          </p:nvPr>
        </p:nvGraphicFramePr>
        <p:xfrm>
          <a:off x="304800" y="2226648"/>
          <a:ext cx="8458200" cy="3971851"/>
        </p:xfrm>
        <a:graphic>
          <a:graphicData uri="http://schemas.openxmlformats.org/drawingml/2006/table">
            <a:tbl>
              <a:tblPr/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333">
                <a:tc gridSpan="2"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DESIRABILITY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FEASIBILITY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VIABILITY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406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PROBLEM / OPPORTUNITY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67B2E8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SOLUTION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RISK &amp; COMPLIANCE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Legal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Ethical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Reputational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Market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CHANNELS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Supply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Sales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Delivery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406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TARGET AUDIENCE(S)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Primary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Secondary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VALUE PROP(S)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Customers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Bank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Other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ALIGNMENT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Internal (Sponsors)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External (Sponsors)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METRICS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406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HYPOTHESIS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Hunch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MARKET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Internal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External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TECHNOLOGY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IMPACT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Business Model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8001000" y="65532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600" y="341412"/>
            <a:ext cx="487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67B2E8"/>
                </a:solidFill>
              </a:rPr>
              <a:t>PROJECT NAME: Personal Accountant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38" y="6272533"/>
            <a:ext cx="2057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67B2E8"/>
                </a:solidFill>
              </a:rPr>
              <a:t>DATE: _____________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6361235"/>
            <a:ext cx="1610295" cy="4381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62200" y="6272533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67B2E8"/>
                </a:solidFill>
              </a:rPr>
              <a:t>NOTES:</a:t>
            </a:r>
            <a:endParaRPr lang="en-US" sz="1400" dirty="0">
              <a:solidFill>
                <a:srgbClr val="67B2E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/>
          <p:cNvSpPr txBox="1">
            <a:spLocks/>
          </p:cNvSpPr>
          <p:nvPr/>
        </p:nvSpPr>
        <p:spPr bwMode="auto">
          <a:xfrm>
            <a:off x="1752600" y="369888"/>
            <a:ext cx="6623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r" eaLnBrk="1" hangingPunct="1"/>
            <a:r>
              <a:rPr lang="en-US" altLang="en-US" sz="2800"/>
              <a:t>INNOVATION CANVAS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22790" y="990600"/>
          <a:ext cx="8077200" cy="914400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GENERAL INFO</a:t>
                      </a:r>
                    </a:p>
                  </a:txBody>
                  <a:tcPr marT="45745" marB="4574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PROJECT TEAM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Lead(s):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SME’s: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Sponsors: </a:t>
                      </a:r>
                    </a:p>
                  </a:txBody>
                  <a:tcPr marT="45745" marB="45745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BUSINESS LINE</a:t>
                      </a:r>
                    </a:p>
                  </a:txBody>
                  <a:tcPr marT="45745" marB="45745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GOAL CATEGORY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+Revenue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+Efficiency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+CX</a:t>
                      </a:r>
                    </a:p>
                  </a:txBody>
                  <a:tcPr marT="45745" marB="45745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3400" y="1981196"/>
          <a:ext cx="8077200" cy="4114803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748">
                <a:tc gridSpan="2"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DESIRABILITY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FEASIBILITY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VIABILITY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6685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PROBLEM / OPPORTUNITY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SOLUTION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RISK &amp; COMPLIANCE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Legal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Ethical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Reputational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Market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CHANNELS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Supply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Sales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Delivery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6685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TARGET AUDIENCE(S)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Primary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Secondary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VALUE PROP(S)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Customers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Bank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Other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ALIGNMENT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Internal (Sponsors)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External (Sponsors)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METRICS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6685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HYPOTHESIS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Hunch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MARKET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Internal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External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TECHNOLOGY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IMPACT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Business Model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944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/>
          <p:cNvSpPr>
            <a:spLocks noGrp="1"/>
          </p:cNvSpPr>
          <p:nvPr>
            <p:ph type="title"/>
          </p:nvPr>
        </p:nvSpPr>
        <p:spPr>
          <a:xfrm>
            <a:off x="1752600" y="369888"/>
            <a:ext cx="6623050" cy="762000"/>
          </a:xfrm>
        </p:spPr>
        <p:txBody>
          <a:bodyPr anchor="t"/>
          <a:lstStyle/>
          <a:p>
            <a:pPr algn="r" eaLnBrk="1" hangingPunct="1"/>
            <a:r>
              <a:rPr lang="en-US" altLang="en-US" b="0" dirty="0">
                <a:ea typeface="ＭＳ Ｐゴシック" charset="-128"/>
              </a:rPr>
              <a:t>INNOVATION CANVAS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650640"/>
              </p:ext>
            </p:extLst>
          </p:nvPr>
        </p:nvGraphicFramePr>
        <p:xfrm>
          <a:off x="990600" y="1752598"/>
          <a:ext cx="7315200" cy="495300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403">
                <a:tc gridSpan="2"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DESIRABILITY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7460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Problem /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Opportunity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1- You overdraft on a budget you set for a category, you want to prevent it or you want to at least know about it. But all of it is random and not really organized and mostly budget overdrafts remain unnoticed.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2- You overdraft on a budget category and you want to cover it from another category. This requires a lot of manual work and manual self management.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3- If transactions are placed in right buckets and if we can define additional buckets/categories/sub-categories not only for budget but for additional Personal accountant functions like tax preparations, then we can implement additional Personal Accountant functions/features using that data. The problem is placing these transactions is very manual and then we end up needing a professional help for a lot of this.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1682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Target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Audiences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Primary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Secondary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Primary:</a:t>
                      </a:r>
                      <a:r>
                        <a:rPr lang="en-US" baseline="0" dirty="0"/>
                        <a:t> Customers\Employees with Savings account, current account, credit cards with US Bank.</a:t>
                      </a:r>
                    </a:p>
                    <a:p>
                      <a:r>
                        <a:rPr lang="en-US" baseline="0" dirty="0"/>
                        <a:t>Secondary: Small Businesses</a:t>
                      </a:r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457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Hypothesis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Hunch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Our team suspects that often times procrastination with budgeting leads to overspending, a lack of personal savings and investments and missed opportunities for tax deductions.  Ignorance is not bliss.</a:t>
                      </a:r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705600" y="83665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</a:rPr>
              <a:t>DESIRABILITY - A</a:t>
            </a:r>
          </a:p>
        </p:txBody>
      </p:sp>
    </p:spTree>
    <p:extLst>
      <p:ext uri="{BB962C8B-B14F-4D97-AF65-F5344CB8AC3E}">
        <p14:creationId xmlns:p14="http://schemas.microsoft.com/office/powerpoint/2010/main" val="1587122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/>
          <p:cNvSpPr>
            <a:spLocks noGrp="1"/>
          </p:cNvSpPr>
          <p:nvPr>
            <p:ph type="title"/>
          </p:nvPr>
        </p:nvSpPr>
        <p:spPr>
          <a:xfrm>
            <a:off x="1752600" y="369888"/>
            <a:ext cx="6623050" cy="762000"/>
          </a:xfrm>
        </p:spPr>
        <p:txBody>
          <a:bodyPr anchor="t"/>
          <a:lstStyle/>
          <a:p>
            <a:pPr algn="r" eaLnBrk="1" hangingPunct="1"/>
            <a:r>
              <a:rPr lang="en-US" altLang="en-US" b="0" dirty="0">
                <a:ea typeface="ＭＳ Ｐゴシック" charset="-128"/>
              </a:rPr>
              <a:t>INNOVATION CANVAS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947059"/>
              </p:ext>
            </p:extLst>
          </p:nvPr>
        </p:nvGraphicFramePr>
        <p:xfrm>
          <a:off x="990600" y="1516874"/>
          <a:ext cx="7315200" cy="5246788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403">
                <a:tc gridSpan="2"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DESIRABILITY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7460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Problem /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Opportunity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173355"/>
                      <a:r>
                        <a:rPr lang="en-US" sz="1000" b="1" dirty="0"/>
                        <a:t>Problem: </a:t>
                      </a:r>
                      <a:endParaRPr lang="en-US" sz="1000" dirty="0"/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00" dirty="0"/>
                        <a:t>We overdraft on a budget we had set for a category, we want to prevent it or we want to at least know about it. But all of it is haphazard, manual and not really organized and mostly budget overdrafts remain unnoticed.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00" dirty="0"/>
                        <a:t>We overdraft on a budget category and we want to cover it from another category. This requires a lot of manual work and manual self-management.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00" dirty="0"/>
                        <a:t>If transactions are placed in right buckets, not only for budget but also for other financial items like tax preparations, then we can achieve more financial &amp; accounting goals using that data. The problem is tagging these transactions is very manual and so we end up needing professional help for a lot of this, some may still never attended to.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1000" dirty="0"/>
                        <a:t>Personal budgeting is something individuals complete on a periodic basis, at best.</a:t>
                      </a:r>
                    </a:p>
                    <a:p>
                      <a:pPr indent="-173355"/>
                      <a:r>
                        <a:rPr lang="en-US" sz="1000" b="1" dirty="0"/>
                        <a:t>Opportunity: </a:t>
                      </a:r>
                      <a:endParaRPr lang="en-US" sz="1000" b="1" dirty="0">
                        <a:cs typeface="Arial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Banking transactions carry tremendous amount of information. Leveraging AI to account for this data and auto-organizing transactions into categories can help us self-organize and automate personal accountant functions.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cs typeface="Arial"/>
                        </a:rPr>
                        <a:t>Customizable rules can increase coverage for the individual need.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cs typeface="Arial"/>
                        </a:rPr>
                        <a:t>Reports can be customized to enable users do analysis as they hope to achieve.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cs typeface="Arial"/>
                        </a:rPr>
                        <a:t>With focused areas for different accountant functions like budget, taxes ,investment… users can automate related set-ups and perform their calculations for possible scenarios.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539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Target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Audiences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Primary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Secondary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Primary:</a:t>
                      </a:r>
                      <a:r>
                        <a:rPr lang="en-US" baseline="0" dirty="0"/>
                        <a:t> Customers\Employees with Savings account, current account, credit cards with US Bank.</a:t>
                      </a:r>
                    </a:p>
                    <a:p>
                      <a:r>
                        <a:rPr lang="en-US" baseline="0" dirty="0"/>
                        <a:t>Secondary: Small Businesses</a:t>
                      </a:r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457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Hypothesis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Hunch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Our team suspects that often times procrastination with budgeting leads to overspending, a lack of personal savings and investments and missed opportunities for tax deductions.  Ignorance is not bliss.</a:t>
                      </a:r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705600" y="83665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</a:rPr>
              <a:t>DESIRABILITY - A</a:t>
            </a:r>
          </a:p>
        </p:txBody>
      </p:sp>
    </p:spTree>
    <p:extLst>
      <p:ext uri="{BB962C8B-B14F-4D97-AF65-F5344CB8AC3E}">
        <p14:creationId xmlns:p14="http://schemas.microsoft.com/office/powerpoint/2010/main" val="143788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/>
          <p:cNvSpPr>
            <a:spLocks noGrp="1"/>
          </p:cNvSpPr>
          <p:nvPr>
            <p:ph type="title"/>
          </p:nvPr>
        </p:nvSpPr>
        <p:spPr>
          <a:xfrm>
            <a:off x="1752600" y="369888"/>
            <a:ext cx="6623050" cy="762000"/>
          </a:xfrm>
        </p:spPr>
        <p:txBody>
          <a:bodyPr anchor="t"/>
          <a:lstStyle/>
          <a:p>
            <a:pPr algn="r" eaLnBrk="1" hangingPunct="1"/>
            <a:r>
              <a:rPr lang="en-US" altLang="en-US" b="0" dirty="0">
                <a:ea typeface="ＭＳ Ｐゴシック" charset="-128"/>
              </a:rPr>
              <a:t>INNOVATION CANVAS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733253"/>
              </p:ext>
            </p:extLst>
          </p:nvPr>
        </p:nvGraphicFramePr>
        <p:xfrm>
          <a:off x="990600" y="1516874"/>
          <a:ext cx="7315200" cy="5117248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403">
                <a:tc gridSpan="2"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DESIRABILITY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7460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Problem /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Opportunity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173355"/>
                      <a:r>
                        <a:rPr lang="en-US" sz="1200" b="1" dirty="0"/>
                        <a:t>Problem: </a:t>
                      </a:r>
                      <a:endParaRPr lang="en-US" sz="1200" dirty="0"/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50" dirty="0"/>
                        <a:t>Manual budgeting is haphazard and not well-organized. Most budget overdrafts remain unnoticed.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50" dirty="0"/>
                        <a:t>Balancing overdrafts between categories requires a lot of manual work and manual self-management.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50" dirty="0"/>
                        <a:t>Categorizing transactions and generating reports is laborious and so we end up needing professional help for a lot of this, some may still never attended to.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1050" dirty="0"/>
                        <a:t>Personal budgeting is something individuals complete on a periodic basis, at best.</a:t>
                      </a:r>
                    </a:p>
                    <a:p>
                      <a:pPr indent="-173355"/>
                      <a:r>
                        <a:rPr lang="en-US" sz="1200" b="1" dirty="0"/>
                        <a:t>Opportunity: </a:t>
                      </a:r>
                      <a:endParaRPr lang="en-US" sz="1200" b="1" dirty="0">
                        <a:cs typeface="Arial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Banking transactions carry tremendous amount of information. 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Leveraging AI to account for this data and auto-organize transactions into categories can help us self-organize and automate personal accountant functions.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cs typeface="Arial"/>
                        </a:rPr>
                        <a:t>Customizable rules can increase coverage for the individual need.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cs typeface="Arial"/>
                        </a:rPr>
                        <a:t>Custom Reports enable users do analysis as they hope to achieve.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cs typeface="Arial"/>
                        </a:rPr>
                        <a:t>With focused areas for different accountant functions like budget, taxes ,investment… users can automate related set-ups and perform their calculations for possible scenarios.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539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Target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Audiences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Primary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Secondary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Primary:</a:t>
                      </a:r>
                      <a:r>
                        <a:rPr lang="en-US" baseline="0" dirty="0"/>
                        <a:t> Customers\Employees with Savings account, current account, credit cards with US Bank.</a:t>
                      </a:r>
                    </a:p>
                    <a:p>
                      <a:r>
                        <a:rPr lang="en-US" baseline="0" dirty="0"/>
                        <a:t>Secondary: Small Businesses</a:t>
                      </a:r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457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Hypothesis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Hunch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Our team suspects that often times procrastination with budgeting leads to overspending, a lack of personal savings and investments and missed opportunities for tax deductions.  Ignorance is not bliss.</a:t>
                      </a:r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705600" y="83665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</a:rPr>
              <a:t>DESIRABILITY - A</a:t>
            </a:r>
          </a:p>
        </p:txBody>
      </p:sp>
    </p:spTree>
    <p:extLst>
      <p:ext uri="{BB962C8B-B14F-4D97-AF65-F5344CB8AC3E}">
        <p14:creationId xmlns:p14="http://schemas.microsoft.com/office/powerpoint/2010/main" val="2477854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/>
          <p:cNvSpPr>
            <a:spLocks noGrp="1"/>
          </p:cNvSpPr>
          <p:nvPr>
            <p:ph type="title"/>
          </p:nvPr>
        </p:nvSpPr>
        <p:spPr>
          <a:xfrm>
            <a:off x="1752600" y="369888"/>
            <a:ext cx="6623050" cy="762000"/>
          </a:xfrm>
        </p:spPr>
        <p:txBody>
          <a:bodyPr anchor="t"/>
          <a:lstStyle/>
          <a:p>
            <a:pPr algn="r" eaLnBrk="1" hangingPunct="1"/>
            <a:r>
              <a:rPr lang="en-US" altLang="en-US" b="0" dirty="0">
                <a:ea typeface="ＭＳ Ｐゴシック" charset="-128"/>
              </a:rPr>
              <a:t>INNOVATION CANVAS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473358"/>
              </p:ext>
            </p:extLst>
          </p:nvPr>
        </p:nvGraphicFramePr>
        <p:xfrm>
          <a:off x="990600" y="1516874"/>
          <a:ext cx="7315200" cy="4881028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403">
                <a:tc gridSpan="2"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DESIRABILITY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7460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Problem /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Opportunity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173355"/>
                      <a:r>
                        <a:rPr lang="en-US" sz="1200" b="1" dirty="0"/>
                        <a:t>Problem: </a:t>
                      </a:r>
                      <a:endParaRPr lang="en-US" sz="1200" dirty="0"/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200" dirty="0"/>
                        <a:t>Manual budgeting/ accounting is haphazard, time consuming and not dependable. It carries several issues with it including: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00" dirty="0"/>
                        <a:t>Categorizing transactions to generate reports is laborious, in some cases professional help is needed which costs dollars. 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00" dirty="0"/>
                        <a:t>Budget overdrafts remain unnoticed, balancing overdrafts between budget categories requires a lot of manual self-management.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00" dirty="0"/>
                        <a:t>Personal budgeting is something individuals complete on periodic basis at best.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00" dirty="0"/>
                        <a:t>Some important cases/alerts related to taxes, budget, small business accounting.. including future projections remain unattended.</a:t>
                      </a:r>
                    </a:p>
                    <a:p>
                      <a:pPr indent="-173355"/>
                      <a:r>
                        <a:rPr lang="en-US" sz="1200" b="1" dirty="0"/>
                        <a:t>Opportunity: </a:t>
                      </a:r>
                      <a:endParaRPr lang="en-US" sz="1200" b="1" dirty="0">
                        <a:cs typeface="Arial"/>
                      </a:endParaRP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Banking transactions carry tremendous amount of information. So There is a need of more intuitive, automated (possibly AI enabled), </a:t>
                      </a:r>
                      <a:r>
                        <a:rPr lang="en-US" sz="1200" dirty="0">
                          <a:solidFill>
                            <a:srgbClr val="4D4D4D"/>
                          </a:solidFill>
                        </a:rPr>
                        <a:t>top of industry</a:t>
                      </a:r>
                      <a:r>
                        <a:rPr lang="en-US" sz="1200" dirty="0"/>
                        <a:t> method to manage personal budget &amp; accounting that can be flexible, sort of providing a play area, to adjust to individual need.</a:t>
                      </a:r>
                      <a:endParaRPr lang="en-US" sz="1200" dirty="0">
                        <a:cs typeface="Arial"/>
                      </a:endParaRP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539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Target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Audiences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Primary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Secondary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Primary:</a:t>
                      </a:r>
                      <a:r>
                        <a:rPr lang="en-US" baseline="0" dirty="0"/>
                        <a:t> Customers\Employees with Savings account, current account, credit cards with US Bank.</a:t>
                      </a:r>
                    </a:p>
                    <a:p>
                      <a:r>
                        <a:rPr lang="en-US" baseline="0" dirty="0"/>
                        <a:t>Secondary: Small Businesses</a:t>
                      </a:r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457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Hypothesis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Hunch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Our team suspects that often times procrastination with budgeting leads to overspending, a lack of personal savings and investments and missed opportunities for tax deductions.  Ignorance is not bliss.</a:t>
                      </a:r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705600" y="83665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</a:rPr>
              <a:t>DESIRABILITY - A</a:t>
            </a:r>
          </a:p>
        </p:txBody>
      </p:sp>
    </p:spTree>
    <p:extLst>
      <p:ext uri="{BB962C8B-B14F-4D97-AF65-F5344CB8AC3E}">
        <p14:creationId xmlns:p14="http://schemas.microsoft.com/office/powerpoint/2010/main" val="265356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/>
          <p:cNvSpPr>
            <a:spLocks noGrp="1"/>
          </p:cNvSpPr>
          <p:nvPr>
            <p:ph type="title"/>
          </p:nvPr>
        </p:nvSpPr>
        <p:spPr>
          <a:xfrm>
            <a:off x="1752600" y="369888"/>
            <a:ext cx="6623050" cy="762000"/>
          </a:xfrm>
        </p:spPr>
        <p:txBody>
          <a:bodyPr anchor="t"/>
          <a:lstStyle/>
          <a:p>
            <a:pPr algn="r" eaLnBrk="1" hangingPunct="1"/>
            <a:r>
              <a:rPr lang="en-US" altLang="en-US" b="0" dirty="0">
                <a:ea typeface="ＭＳ Ｐゴシック" charset="-128"/>
              </a:rPr>
              <a:t>INNOVATION CANVAS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078372"/>
              </p:ext>
            </p:extLst>
          </p:nvPr>
        </p:nvGraphicFramePr>
        <p:xfrm>
          <a:off x="990600" y="1516874"/>
          <a:ext cx="7315200" cy="5178208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403">
                <a:tc gridSpan="2"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DESIRABILITY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7460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Problem /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Opportunity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173355"/>
                      <a:r>
                        <a:rPr lang="en-US" sz="1400" b="1" dirty="0"/>
                        <a:t>Problem: </a:t>
                      </a:r>
                      <a:endParaRPr lang="en-US" sz="1400" dirty="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400" dirty="0"/>
                        <a:t>Manual budgeting/ accounting is haphazard, time consuming and not dependable. It carries several issues with it including: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50" dirty="0"/>
                        <a:t>Categorizing transactions to generate reports is laborious, in some cases professional help is needed which costs dollars. 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50" dirty="0"/>
                        <a:t>Budget overdrafts remain unnoticed, balancing overdrafts between budget categories requires a lot of manual self-management.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50" dirty="0"/>
                        <a:t>Personal budgeting is something individuals complete on periodic basis at best.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50" dirty="0"/>
                        <a:t>Some important cases/alerts related to taxes, budget, small business accounting.. including future projections remain unattended.</a:t>
                      </a:r>
                    </a:p>
                    <a:p>
                      <a:pPr indent="-173355"/>
                      <a:r>
                        <a:rPr lang="en-US" sz="1400" b="1" dirty="0"/>
                        <a:t>Opportunity: </a:t>
                      </a:r>
                      <a:endParaRPr lang="en-US" sz="1400" b="1" dirty="0">
                        <a:cs typeface="Arial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There is a need of more intuitive, automated (possibly AI enabled), </a:t>
                      </a:r>
                      <a:r>
                        <a:rPr lang="en-US" sz="1400" dirty="0">
                          <a:solidFill>
                            <a:srgbClr val="4D4D4D"/>
                          </a:solidFill>
                        </a:rPr>
                        <a:t>top of industry</a:t>
                      </a:r>
                      <a:r>
                        <a:rPr lang="en-US" sz="1400" dirty="0"/>
                        <a:t> method to manage personal budget &amp; accounting that can be flexible, sort of providing a play area, to adjust to individual need.</a:t>
                      </a:r>
                      <a:endParaRPr lang="en-US" sz="1400" dirty="0">
                        <a:cs typeface="Arial"/>
                      </a:endParaRP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539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Target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Audiences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Primary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Secondary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Primary:</a:t>
                      </a:r>
                      <a:r>
                        <a:rPr lang="en-US" baseline="0" dirty="0"/>
                        <a:t> Customers\Employees with Savings account, current account, credit cards with US Bank.</a:t>
                      </a:r>
                    </a:p>
                    <a:p>
                      <a:r>
                        <a:rPr lang="en-US" baseline="0" dirty="0"/>
                        <a:t>Secondary: Small Businesses</a:t>
                      </a:r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457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Hypothesis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Hunch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Our team suspects that often times procrastination with budgeting leads to overspending, a lack of personal savings and investments and missed opportunities for tax deductions.  Ignorance is not bliss.</a:t>
                      </a:r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705600" y="83665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</a:rPr>
              <a:t>DESIRABILITY - A</a:t>
            </a:r>
          </a:p>
        </p:txBody>
      </p:sp>
    </p:spTree>
    <p:extLst>
      <p:ext uri="{BB962C8B-B14F-4D97-AF65-F5344CB8AC3E}">
        <p14:creationId xmlns:p14="http://schemas.microsoft.com/office/powerpoint/2010/main" val="309534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/>
          <p:cNvSpPr>
            <a:spLocks noGrp="1"/>
          </p:cNvSpPr>
          <p:nvPr>
            <p:ph type="title"/>
          </p:nvPr>
        </p:nvSpPr>
        <p:spPr>
          <a:xfrm>
            <a:off x="1752600" y="369888"/>
            <a:ext cx="6623050" cy="762000"/>
          </a:xfrm>
        </p:spPr>
        <p:txBody>
          <a:bodyPr anchor="t"/>
          <a:lstStyle/>
          <a:p>
            <a:pPr algn="r" eaLnBrk="1" hangingPunct="1"/>
            <a:r>
              <a:rPr lang="en-US" altLang="en-US" b="0" dirty="0">
                <a:ea typeface="ＭＳ Ｐゴシック" charset="-128"/>
              </a:rPr>
              <a:t>INNOVATION CANVAS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868454"/>
              </p:ext>
            </p:extLst>
          </p:nvPr>
        </p:nvGraphicFramePr>
        <p:xfrm>
          <a:off x="990600" y="1516875"/>
          <a:ext cx="7315200" cy="528265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931">
                <a:tc gridSpan="2"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DESIRABILITY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432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Problem /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Opportunity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173355"/>
                      <a:r>
                        <a:rPr lang="en-US" sz="1400" b="1" dirty="0"/>
                        <a:t>Problem: </a:t>
                      </a:r>
                      <a:endParaRPr lang="en-US" sz="1400" dirty="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400" dirty="0"/>
                        <a:t>Manual budgeting/ accounting is haphazard, time consuming and not dependable. It carries several issues with it including: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50" dirty="0"/>
                        <a:t>Categorizing transactions to generate reports is laborious, in some cases professional help is needed which costs dollars. 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50" dirty="0"/>
                        <a:t>Budget overdrafts remain unnoticed, balancing overdrafts between budget categories requires a lot of manual self-management.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50" dirty="0"/>
                        <a:t>Personal budgeting is something individuals complete on periodic basis at best.</a:t>
                      </a:r>
                    </a:p>
                    <a:p>
                      <a:pPr marL="1085850" lvl="2" indent="-171450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050" dirty="0"/>
                        <a:t>Some important cases/alerts related to taxes, budget, small business accounting.. including future projections remain unattended.</a:t>
                      </a:r>
                    </a:p>
                    <a:p>
                      <a:pPr indent="-173355"/>
                      <a:r>
                        <a:rPr lang="en-US" sz="1400" b="1" dirty="0"/>
                        <a:t>Opportunity: </a:t>
                      </a:r>
                      <a:endParaRPr lang="en-US" sz="1400" b="1" dirty="0">
                        <a:cs typeface="Arial"/>
                      </a:endParaRPr>
                    </a:p>
                    <a:p>
                      <a:pPr marL="320040" lvl="1" indent="0" algn="l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By providing a more intuitive, automated (possibly AI enabled), top of industry method to manage personal budget &amp; accounting that can be flexible, sort of providing a play area, to adjust to individual’s/customer’s need, that helps to make USBank more central to the lives of our customers.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8348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Target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Audiences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Primary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Secondary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Primary:</a:t>
                      </a:r>
                      <a:r>
                        <a:rPr lang="en-US" baseline="0" dirty="0"/>
                        <a:t> Customers\Employees with Savings account, current account, credit cards with US Bank.</a:t>
                      </a:r>
                    </a:p>
                    <a:p>
                      <a:r>
                        <a:rPr lang="en-US" baseline="0" dirty="0"/>
                        <a:t>Secondary: Small Businesses</a:t>
                      </a:r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013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Hypothesis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Hunch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Our team suspects that often times procrastination with budgeting leads to overspending, a lack of personal savings and investments and missed opportunities for tax deductions.  Ignorance is not bliss.</a:t>
                      </a: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705600" y="83665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</a:rPr>
              <a:t>DESIRABILITY - A</a:t>
            </a:r>
          </a:p>
        </p:txBody>
      </p:sp>
    </p:spTree>
    <p:extLst>
      <p:ext uri="{BB962C8B-B14F-4D97-AF65-F5344CB8AC3E}">
        <p14:creationId xmlns:p14="http://schemas.microsoft.com/office/powerpoint/2010/main" val="2855552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/>
          <p:cNvSpPr>
            <a:spLocks noGrp="1"/>
          </p:cNvSpPr>
          <p:nvPr>
            <p:ph type="title"/>
          </p:nvPr>
        </p:nvSpPr>
        <p:spPr>
          <a:xfrm>
            <a:off x="1752600" y="369888"/>
            <a:ext cx="6623050" cy="762000"/>
          </a:xfrm>
        </p:spPr>
        <p:txBody>
          <a:bodyPr anchor="t"/>
          <a:lstStyle/>
          <a:p>
            <a:pPr algn="r" eaLnBrk="1" hangingPunct="1"/>
            <a:r>
              <a:rPr lang="en-US" altLang="en-US" b="0" dirty="0">
                <a:ea typeface="ＭＳ Ｐゴシック" charset="-128"/>
              </a:rPr>
              <a:t>INNOVATION CANVAS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752727"/>
              </p:ext>
            </p:extLst>
          </p:nvPr>
        </p:nvGraphicFramePr>
        <p:xfrm>
          <a:off x="1039429" y="1593395"/>
          <a:ext cx="7315200" cy="404580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710">
                <a:tc gridSpan="2"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DESIRABILITY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6187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Solution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6187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Value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Propositions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Customers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Bank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Other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722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Market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Internal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External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705600" y="83665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srgbClr val="FF0000"/>
                </a:solidFill>
              </a:rPr>
              <a:t>DESIRABILITY - B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725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/>
          <p:cNvSpPr>
            <a:spLocks noGrp="1"/>
          </p:cNvSpPr>
          <p:nvPr>
            <p:ph type="title"/>
          </p:nvPr>
        </p:nvSpPr>
        <p:spPr>
          <a:xfrm>
            <a:off x="1752600" y="369888"/>
            <a:ext cx="6623050" cy="762000"/>
          </a:xfrm>
        </p:spPr>
        <p:txBody>
          <a:bodyPr anchor="t"/>
          <a:lstStyle/>
          <a:p>
            <a:pPr algn="r" eaLnBrk="1" hangingPunct="1"/>
            <a:r>
              <a:rPr lang="en-US" altLang="en-US" b="0" dirty="0">
                <a:ea typeface="ＭＳ Ｐゴシック" charset="-128"/>
              </a:rPr>
              <a:t>INNOVATION CANVAS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584455"/>
              </p:ext>
            </p:extLst>
          </p:nvPr>
        </p:nvGraphicFramePr>
        <p:xfrm>
          <a:off x="990600" y="1752600"/>
          <a:ext cx="7315200" cy="4740271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710">
                <a:tc gridSpan="2"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DESIRABILITY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6187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Risk &amp; Compliance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Legal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Ethical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Reputational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Market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6187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Alignment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Internal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   (Sponsors)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External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   (Sponsors)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6187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Technology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705600" y="83665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</a:rPr>
              <a:t>FEASABILITY</a:t>
            </a:r>
          </a:p>
        </p:txBody>
      </p:sp>
    </p:spTree>
    <p:extLst>
      <p:ext uri="{BB962C8B-B14F-4D97-AF65-F5344CB8AC3E}">
        <p14:creationId xmlns:p14="http://schemas.microsoft.com/office/powerpoint/2010/main" val="158260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/>
          <p:cNvSpPr>
            <a:spLocks noGrp="1"/>
          </p:cNvSpPr>
          <p:nvPr>
            <p:ph type="title"/>
          </p:nvPr>
        </p:nvSpPr>
        <p:spPr>
          <a:xfrm>
            <a:off x="1752600" y="369888"/>
            <a:ext cx="6623050" cy="762000"/>
          </a:xfrm>
        </p:spPr>
        <p:txBody>
          <a:bodyPr anchor="t"/>
          <a:lstStyle/>
          <a:p>
            <a:pPr algn="r" eaLnBrk="1" hangingPunct="1"/>
            <a:r>
              <a:rPr lang="en-US" altLang="en-US" b="0" dirty="0">
                <a:ea typeface="ＭＳ Ｐゴシック" charset="-128"/>
              </a:rPr>
              <a:t>INNOVATION CANVAS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627917"/>
              </p:ext>
            </p:extLst>
          </p:nvPr>
        </p:nvGraphicFramePr>
        <p:xfrm>
          <a:off x="990600" y="1752600"/>
          <a:ext cx="7315200" cy="4740271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710">
                <a:tc gridSpan="2"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DESIRABILITY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7B2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6187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Channels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Supply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Sales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Delivery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6187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Metrics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6187">
                <a:tc>
                  <a:txBody>
                    <a:bodyPr/>
                    <a:lstStyle>
                      <a:lvl1pPr eaLnBrk="0" hangingPunct="0">
                        <a:spcAft>
                          <a:spcPts val="600"/>
                        </a:spcAft>
                        <a:buFont typeface="Arial" charset="0"/>
                        <a:defRPr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Aft>
                          <a:spcPts val="600"/>
                        </a:spcAft>
                        <a:buFont typeface="Arial" charset="0"/>
                        <a:defRPr sz="16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Aft>
                          <a:spcPts val="600"/>
                        </a:spcAft>
                        <a:buFont typeface="Arial" charset="0"/>
                        <a:defRPr sz="14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Aft>
                          <a:spcPts val="600"/>
                        </a:spcAft>
                        <a:buFont typeface="Arial" charset="0"/>
                        <a:defRPr sz="12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charset="0"/>
                        <a:defRPr sz="1000">
                          <a:solidFill>
                            <a:schemeClr val="tx2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7B2E8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Impact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Business Model</a:t>
                      </a:r>
                    </a:p>
                  </a:txBody>
                  <a:tcPr marT="91456" marB="45728" horzOverflow="overflow">
                    <a:lnL>
                      <a:noFill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91456" marB="45728" horzOverflow="overflow">
                    <a:lnL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C2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705600" y="83665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</a:rPr>
              <a:t>VIABILITY</a:t>
            </a:r>
          </a:p>
        </p:txBody>
      </p:sp>
    </p:spTree>
    <p:extLst>
      <p:ext uri="{BB962C8B-B14F-4D97-AF65-F5344CB8AC3E}">
        <p14:creationId xmlns:p14="http://schemas.microsoft.com/office/powerpoint/2010/main" val="544062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>
            <a:spLocks noGrp="1"/>
          </p:cNvSpPr>
          <p:nvPr>
            <p:ph type="body" idx="13"/>
          </p:nvPr>
        </p:nvSpPr>
        <p:spPr>
          <a:xfrm>
            <a:off x="976312" y="435506"/>
            <a:ext cx="7858126" cy="240066"/>
          </a:xfrm>
          <a:prstGeom prst="rect">
            <a:avLst/>
          </a:prstGeom>
        </p:spPr>
        <p:txBody>
          <a:bodyPr/>
          <a:lstStyle>
            <a:lvl1pPr algn="r">
              <a:defRPr sz="1200" spc="60"/>
            </a:lvl1pPr>
          </a:lstStyle>
          <a:p>
            <a:r>
              <a:t>project name</a:t>
            </a:r>
          </a:p>
        </p:txBody>
      </p:sp>
      <p:sp>
        <p:nvSpPr>
          <p:cNvPr id="219" name="Shape 219"/>
          <p:cNvSpPr>
            <a:spLocks noGrp="1"/>
          </p:cNvSpPr>
          <p:nvPr>
            <p:ph type="title"/>
          </p:nvPr>
        </p:nvSpPr>
        <p:spPr>
          <a:xfrm>
            <a:off x="285750" y="260341"/>
            <a:ext cx="7379317" cy="508993"/>
          </a:xfrm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r>
              <a:rPr sz="3600" b="0" dirty="0">
                <a:latin typeface="+mj-lt"/>
              </a:rPr>
              <a:t>problem</a:t>
            </a:r>
            <a:r>
              <a:rPr sz="3600" dirty="0">
                <a:latin typeface="+mj-lt"/>
              </a:rPr>
              <a:t> / opportunity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-3378571" y="442436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-3271415" y="549593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-3164258" y="656749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-3057102" y="763905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-2949946" y="871061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-2842790" y="978218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-2735633" y="1085374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73604" y="978218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66" cap="all" dirty="0">
                <a:solidFill>
                  <a:prstClr val="black"/>
                </a:solidFill>
                <a:latin typeface="+mn-lt"/>
              </a:rPr>
              <a:t>Problem / opportunity text here</a:t>
            </a:r>
            <a:endParaRPr lang="en-US" sz="1266" cap="all" dirty="0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-3580618" y="2659997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3473462" y="2767153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-3366306" y="2874310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-3259149" y="2981466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-3151993" y="3088622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-3044837" y="3195778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-2937681" y="3302935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81448" y="2731984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66" cap="all" dirty="0">
                <a:solidFill>
                  <a:prstClr val="black"/>
                </a:solidFill>
                <a:latin typeface="+mn-lt"/>
                <a:ea typeface="+mn-ea"/>
              </a:rPr>
              <a:t>Second segment group? </a:t>
            </a:r>
          </a:p>
        </p:txBody>
      </p:sp>
      <p:sp>
        <p:nvSpPr>
          <p:cNvPr id="83" name="Rectangle 82"/>
          <p:cNvSpPr/>
          <p:nvPr/>
        </p:nvSpPr>
        <p:spPr>
          <a:xfrm>
            <a:off x="-3432149" y="4683845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-3217837" y="4898157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-3110680" y="5005313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-3003524" y="5112470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-2896368" y="5219626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81448" y="4520479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66" cap="all" dirty="0">
                <a:solidFill>
                  <a:prstClr val="black"/>
                </a:solidFill>
                <a:latin typeface="+mn-lt"/>
                <a:ea typeface="+mn-ea"/>
              </a:rPr>
              <a:t>Handy sticky notes!</a:t>
            </a:r>
          </a:p>
        </p:txBody>
      </p:sp>
    </p:spTree>
    <p:extLst>
      <p:ext uri="{BB962C8B-B14F-4D97-AF65-F5344CB8AC3E}">
        <p14:creationId xmlns:p14="http://schemas.microsoft.com/office/powerpoint/2010/main" val="178863449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>
            <a:spLocks noGrp="1"/>
          </p:cNvSpPr>
          <p:nvPr>
            <p:ph type="body" idx="13"/>
          </p:nvPr>
        </p:nvSpPr>
        <p:spPr>
          <a:xfrm>
            <a:off x="976312" y="435506"/>
            <a:ext cx="7858126" cy="240066"/>
          </a:xfrm>
          <a:prstGeom prst="rect">
            <a:avLst/>
          </a:prstGeom>
        </p:spPr>
        <p:txBody>
          <a:bodyPr/>
          <a:lstStyle>
            <a:lvl1pPr algn="r">
              <a:defRPr sz="1200" spc="60"/>
            </a:lvl1pPr>
          </a:lstStyle>
          <a:p>
            <a:r>
              <a:t>project name</a:t>
            </a:r>
          </a:p>
        </p:txBody>
      </p:sp>
      <p:sp>
        <p:nvSpPr>
          <p:cNvPr id="223" name="Shape 223"/>
          <p:cNvSpPr>
            <a:spLocks noGrp="1"/>
          </p:cNvSpPr>
          <p:nvPr>
            <p:ph type="title"/>
          </p:nvPr>
        </p:nvSpPr>
        <p:spPr>
          <a:xfrm>
            <a:off x="285750" y="260341"/>
            <a:ext cx="7379317" cy="508993"/>
          </a:xfrm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r>
              <a:rPr sz="3600" b="0" dirty="0">
                <a:latin typeface="+mj-lt"/>
              </a:rPr>
              <a:t>Customer</a:t>
            </a:r>
            <a:r>
              <a:rPr sz="2400" b="0" dirty="0">
                <a:latin typeface="+mj-lt"/>
              </a:rPr>
              <a:t>(S)</a:t>
            </a:r>
          </a:p>
        </p:txBody>
      </p:sp>
      <p:sp>
        <p:nvSpPr>
          <p:cNvPr id="225" name="Shape 225"/>
          <p:cNvSpPr/>
          <p:nvPr/>
        </p:nvSpPr>
        <p:spPr>
          <a:xfrm>
            <a:off x="285750" y="763905"/>
            <a:ext cx="2355591" cy="227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b">
            <a:spAutoFit/>
          </a:bodyPr>
          <a:lstStyle>
            <a:lvl1pPr algn="l" defTabSz="457200">
              <a:lnSpc>
                <a:spcPct val="80000"/>
              </a:lnSpc>
              <a:defRPr sz="1800" cap="all" spc="90">
                <a:solidFill>
                  <a:srgbClr val="838787"/>
                </a:solidFill>
                <a:latin typeface="DIN Condensed"/>
                <a:ea typeface="DIN Condensed"/>
                <a:cs typeface="DIN Condensed"/>
                <a:sym typeface="DIN Condensed"/>
              </a:defRPr>
            </a:lvl1pPr>
          </a:lstStyle>
          <a:p>
            <a:r>
              <a:rPr sz="1266" dirty="0">
                <a:latin typeface="+mj-lt"/>
              </a:rPr>
              <a:t>Primary &amp; Secondary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-3378571" y="442436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-3271415" y="549593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-3164258" y="656749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-3057102" y="763905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-2949946" y="871061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-2842790" y="978218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-2735633" y="1085374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-3473462" y="2767153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-3366306" y="2874310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-3259149" y="2981466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-3151993" y="3088622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3044837" y="3195778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-2937681" y="3302935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-2830524" y="3410091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-3432149" y="4683845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-3217837" y="4898157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-3110680" y="5005313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-3003524" y="5112470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-2896368" y="5219626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-2789212" y="5326782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379953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>
            <a:spLocks noGrp="1"/>
          </p:cNvSpPr>
          <p:nvPr>
            <p:ph type="body" idx="13"/>
          </p:nvPr>
        </p:nvSpPr>
        <p:spPr>
          <a:xfrm>
            <a:off x="976312" y="435506"/>
            <a:ext cx="7858126" cy="240066"/>
          </a:xfrm>
          <a:prstGeom prst="rect">
            <a:avLst/>
          </a:prstGeom>
        </p:spPr>
        <p:txBody>
          <a:bodyPr/>
          <a:lstStyle>
            <a:lvl1pPr algn="r">
              <a:defRPr sz="1200" spc="60"/>
            </a:lvl1pPr>
          </a:lstStyle>
          <a:p>
            <a:r>
              <a:t>project name</a:t>
            </a:r>
          </a:p>
        </p:txBody>
      </p:sp>
      <p:sp>
        <p:nvSpPr>
          <p:cNvPr id="228" name="Shape 228"/>
          <p:cNvSpPr>
            <a:spLocks noGrp="1"/>
          </p:cNvSpPr>
          <p:nvPr>
            <p:ph type="title"/>
          </p:nvPr>
        </p:nvSpPr>
        <p:spPr>
          <a:xfrm>
            <a:off x="285750" y="260341"/>
            <a:ext cx="7379317" cy="508993"/>
          </a:xfrm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r>
              <a:rPr lang="en-US" sz="3600" b="0" dirty="0">
                <a:latin typeface="+mj-lt"/>
              </a:rPr>
              <a:t>Hunch / </a:t>
            </a:r>
            <a:r>
              <a:rPr sz="3600" b="0" dirty="0">
                <a:latin typeface="+mj-lt"/>
              </a:rPr>
              <a:t>Hypothesis</a:t>
            </a:r>
          </a:p>
        </p:txBody>
      </p:sp>
      <p:sp>
        <p:nvSpPr>
          <p:cNvPr id="230" name="Shape 230"/>
          <p:cNvSpPr/>
          <p:nvPr/>
        </p:nvSpPr>
        <p:spPr>
          <a:xfrm>
            <a:off x="311409" y="764100"/>
            <a:ext cx="1630715" cy="227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b">
            <a:spAutoFit/>
          </a:bodyPr>
          <a:lstStyle>
            <a:lvl1pPr algn="l" defTabSz="457200">
              <a:lnSpc>
                <a:spcPct val="80000"/>
              </a:lnSpc>
              <a:defRPr sz="1800" cap="all" spc="90">
                <a:solidFill>
                  <a:srgbClr val="838787"/>
                </a:solidFill>
                <a:latin typeface="DIN Condensed"/>
                <a:ea typeface="DIN Condensed"/>
                <a:cs typeface="DIN Condensed"/>
                <a:sym typeface="DIN Condensed"/>
              </a:defRPr>
            </a:lvl1pPr>
          </a:lstStyle>
          <a:p>
            <a:r>
              <a:rPr sz="1266" dirty="0">
                <a:latin typeface="+mj-lt"/>
              </a:rPr>
              <a:t>Hunch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-3378571" y="442436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-3271415" y="549593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-3164258" y="656749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-3057102" y="763905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-2949946" y="871061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-2842790" y="978218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-2735633" y="1085374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-3473462" y="2767153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-3366306" y="2874310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-3259149" y="2981466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-3151993" y="3088622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3044837" y="3195778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-2937681" y="3302935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-2830524" y="3410091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-3432149" y="4683845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-3217837" y="4898157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-3110680" y="5005313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-3003524" y="5112470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-2896368" y="5219626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-2789212" y="5326782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9497473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>
            <a:spLocks noGrp="1"/>
          </p:cNvSpPr>
          <p:nvPr>
            <p:ph type="body" idx="13"/>
          </p:nvPr>
        </p:nvSpPr>
        <p:spPr>
          <a:xfrm>
            <a:off x="976312" y="435506"/>
            <a:ext cx="7858126" cy="240066"/>
          </a:xfrm>
          <a:prstGeom prst="rect">
            <a:avLst/>
          </a:prstGeom>
        </p:spPr>
        <p:txBody>
          <a:bodyPr/>
          <a:lstStyle>
            <a:lvl1pPr algn="r">
              <a:defRPr sz="1200" spc="60"/>
            </a:lvl1pPr>
          </a:lstStyle>
          <a:p>
            <a:r>
              <a:t>project name</a:t>
            </a:r>
          </a:p>
        </p:txBody>
      </p:sp>
      <p:sp>
        <p:nvSpPr>
          <p:cNvPr id="233" name="Shape 233"/>
          <p:cNvSpPr>
            <a:spLocks noGrp="1"/>
          </p:cNvSpPr>
          <p:nvPr>
            <p:ph type="title"/>
          </p:nvPr>
        </p:nvSpPr>
        <p:spPr>
          <a:xfrm>
            <a:off x="285750" y="260341"/>
            <a:ext cx="7379317" cy="508993"/>
          </a:xfrm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r>
              <a:rPr sz="3600" b="0" dirty="0">
                <a:latin typeface="+mj-lt"/>
              </a:rPr>
              <a:t>Solution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-3378571" y="442436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-3271415" y="549593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-3164258" y="656749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-3057102" y="763905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-2949946" y="871061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-2842790" y="978218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-2735633" y="1085374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-3473462" y="2767153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-3366306" y="2874310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-3259149" y="2981466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-3151993" y="3088622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-3044837" y="3195778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2937681" y="3302935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-2830524" y="3410091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-3432149" y="4683845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-3217837" y="4898157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-3110680" y="5005313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-3003524" y="5112470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-2896368" y="5219626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-2789212" y="5326782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4942206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>
            <a:spLocks noGrp="1"/>
          </p:cNvSpPr>
          <p:nvPr>
            <p:ph type="body" idx="13"/>
          </p:nvPr>
        </p:nvSpPr>
        <p:spPr>
          <a:xfrm>
            <a:off x="976312" y="435506"/>
            <a:ext cx="7858126" cy="240066"/>
          </a:xfrm>
          <a:prstGeom prst="rect">
            <a:avLst/>
          </a:prstGeom>
        </p:spPr>
        <p:txBody>
          <a:bodyPr/>
          <a:lstStyle>
            <a:lvl1pPr algn="r">
              <a:defRPr sz="1200" spc="60"/>
            </a:lvl1pPr>
          </a:lstStyle>
          <a:p>
            <a:r>
              <a:t>project name</a:t>
            </a:r>
          </a:p>
        </p:txBody>
      </p:sp>
      <p:sp>
        <p:nvSpPr>
          <p:cNvPr id="237" name="Shape 237"/>
          <p:cNvSpPr>
            <a:spLocks noGrp="1"/>
          </p:cNvSpPr>
          <p:nvPr>
            <p:ph type="title"/>
          </p:nvPr>
        </p:nvSpPr>
        <p:spPr>
          <a:xfrm>
            <a:off x="285750" y="260341"/>
            <a:ext cx="7379317" cy="508993"/>
          </a:xfrm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r>
              <a:rPr sz="3600" b="0" dirty="0">
                <a:latin typeface="+mj-lt"/>
              </a:rPr>
              <a:t>Value prop</a:t>
            </a:r>
            <a:r>
              <a:rPr sz="2400" b="0" dirty="0">
                <a:latin typeface="+mj-lt"/>
              </a:rPr>
              <a:t>(s)</a:t>
            </a:r>
          </a:p>
        </p:txBody>
      </p:sp>
      <p:sp>
        <p:nvSpPr>
          <p:cNvPr id="239" name="Shape 239"/>
          <p:cNvSpPr/>
          <p:nvPr/>
        </p:nvSpPr>
        <p:spPr>
          <a:xfrm>
            <a:off x="285750" y="763905"/>
            <a:ext cx="3193791" cy="227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b">
            <a:spAutoFit/>
          </a:bodyPr>
          <a:lstStyle>
            <a:lvl1pPr algn="l" defTabSz="457200">
              <a:lnSpc>
                <a:spcPct val="80000"/>
              </a:lnSpc>
              <a:defRPr sz="1800" cap="all" spc="90">
                <a:solidFill>
                  <a:srgbClr val="838787"/>
                </a:solidFill>
                <a:latin typeface="DIN Condensed"/>
                <a:ea typeface="DIN Condensed"/>
                <a:cs typeface="DIN Condensed"/>
                <a:sym typeface="DIN Condensed"/>
              </a:defRPr>
            </a:lvl1pPr>
          </a:lstStyle>
          <a:p>
            <a:r>
              <a:rPr sz="1266" dirty="0">
                <a:latin typeface="+mj-lt"/>
              </a:rPr>
              <a:t>Customers + bank + other(?)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-3378571" y="442436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-3271415" y="549593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-3164258" y="656749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-3057102" y="763905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-2949946" y="871061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-2842790" y="978218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-2735633" y="1085374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-3473462" y="2767153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-3366306" y="2874310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-3259149" y="2981466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-3151993" y="3088622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3044837" y="3195778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-2937681" y="3302935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-2830524" y="3410091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-3432149" y="4683845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-3217837" y="4898157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-3110680" y="5005313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-3003524" y="5112470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-2896368" y="5219626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-2789212" y="5326782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5830616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>
            <a:spLocks noGrp="1"/>
          </p:cNvSpPr>
          <p:nvPr>
            <p:ph type="body" idx="13"/>
          </p:nvPr>
        </p:nvSpPr>
        <p:spPr>
          <a:xfrm>
            <a:off x="976312" y="435506"/>
            <a:ext cx="7858126" cy="240066"/>
          </a:xfrm>
          <a:prstGeom prst="rect">
            <a:avLst/>
          </a:prstGeom>
        </p:spPr>
        <p:txBody>
          <a:bodyPr/>
          <a:lstStyle>
            <a:lvl1pPr algn="r">
              <a:defRPr sz="1200" spc="60"/>
            </a:lvl1pPr>
          </a:lstStyle>
          <a:p>
            <a:r>
              <a:t>project name</a:t>
            </a:r>
          </a:p>
        </p:txBody>
      </p:sp>
      <p:sp>
        <p:nvSpPr>
          <p:cNvPr id="242" name="Shape 242"/>
          <p:cNvSpPr>
            <a:spLocks noGrp="1"/>
          </p:cNvSpPr>
          <p:nvPr>
            <p:ph type="title"/>
          </p:nvPr>
        </p:nvSpPr>
        <p:spPr>
          <a:xfrm>
            <a:off x="285750" y="260341"/>
            <a:ext cx="7379317" cy="508993"/>
          </a:xfrm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r>
              <a:rPr sz="3600" b="0">
                <a:latin typeface="+mj-lt"/>
              </a:rPr>
              <a:t>Market</a:t>
            </a:r>
          </a:p>
        </p:txBody>
      </p:sp>
      <p:sp>
        <p:nvSpPr>
          <p:cNvPr id="244" name="Shape 244"/>
          <p:cNvSpPr/>
          <p:nvPr/>
        </p:nvSpPr>
        <p:spPr>
          <a:xfrm>
            <a:off x="285750" y="763905"/>
            <a:ext cx="2203191" cy="227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b">
            <a:spAutoFit/>
          </a:bodyPr>
          <a:lstStyle>
            <a:lvl1pPr algn="l" defTabSz="457200">
              <a:lnSpc>
                <a:spcPct val="80000"/>
              </a:lnSpc>
              <a:defRPr sz="1800" cap="all" spc="90">
                <a:solidFill>
                  <a:srgbClr val="838787"/>
                </a:solidFill>
                <a:latin typeface="DIN Condensed"/>
                <a:ea typeface="DIN Condensed"/>
                <a:cs typeface="DIN Condensed"/>
                <a:sym typeface="DIN Condensed"/>
              </a:defRPr>
            </a:lvl1pPr>
          </a:lstStyle>
          <a:p>
            <a:r>
              <a:rPr sz="1266" dirty="0">
                <a:latin typeface="+mj-lt"/>
              </a:rPr>
              <a:t>Internal &amp; external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-3378571" y="442436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-3271415" y="549593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-3164258" y="656749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-3057102" y="763905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-2949946" y="871061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-2842790" y="978218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-2735633" y="1085374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-3473462" y="2767153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-3366306" y="2874310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-3259149" y="2981466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-3151993" y="3088622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3044837" y="3195778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-2937681" y="3302935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-2830524" y="3410091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-3432149" y="4683845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-3217837" y="4898157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-3110680" y="5005313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-3003524" y="5112470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-2896368" y="5219626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-2789212" y="5326782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562779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>
            <a:spLocks noGrp="1"/>
          </p:cNvSpPr>
          <p:nvPr>
            <p:ph type="body" idx="13"/>
          </p:nvPr>
        </p:nvSpPr>
        <p:spPr>
          <a:xfrm>
            <a:off x="976312" y="435506"/>
            <a:ext cx="7858126" cy="240066"/>
          </a:xfrm>
          <a:prstGeom prst="rect">
            <a:avLst/>
          </a:prstGeom>
        </p:spPr>
        <p:txBody>
          <a:bodyPr/>
          <a:lstStyle>
            <a:lvl1pPr algn="r">
              <a:defRPr sz="1200" spc="60"/>
            </a:lvl1pPr>
          </a:lstStyle>
          <a:p>
            <a:r>
              <a:t>project name</a:t>
            </a:r>
          </a:p>
        </p:txBody>
      </p:sp>
      <p:sp>
        <p:nvSpPr>
          <p:cNvPr id="247" name="Shape 247"/>
          <p:cNvSpPr>
            <a:spLocks noGrp="1"/>
          </p:cNvSpPr>
          <p:nvPr>
            <p:ph type="title"/>
          </p:nvPr>
        </p:nvSpPr>
        <p:spPr>
          <a:xfrm>
            <a:off x="285750" y="260341"/>
            <a:ext cx="7379317" cy="508993"/>
          </a:xfrm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r>
              <a:rPr sz="3600" b="0">
                <a:latin typeface="+mj-lt"/>
              </a:rPr>
              <a:t>risk &amp; compliance</a:t>
            </a:r>
          </a:p>
        </p:txBody>
      </p:sp>
      <p:sp>
        <p:nvSpPr>
          <p:cNvPr id="249" name="Shape 249"/>
          <p:cNvSpPr/>
          <p:nvPr/>
        </p:nvSpPr>
        <p:spPr>
          <a:xfrm>
            <a:off x="303335" y="782215"/>
            <a:ext cx="3193791" cy="227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b">
            <a:spAutoFit/>
          </a:bodyPr>
          <a:lstStyle>
            <a:lvl1pPr algn="l" defTabSz="457200">
              <a:lnSpc>
                <a:spcPct val="80000"/>
              </a:lnSpc>
              <a:defRPr sz="1800" cap="all" spc="90">
                <a:solidFill>
                  <a:srgbClr val="838787"/>
                </a:solidFill>
                <a:latin typeface="DIN Condensed"/>
                <a:ea typeface="DIN Condensed"/>
                <a:cs typeface="DIN Condensed"/>
                <a:sym typeface="DIN Condensed"/>
              </a:defRPr>
            </a:lvl1pPr>
          </a:lstStyle>
          <a:p>
            <a:r>
              <a:rPr sz="1266">
                <a:latin typeface="+mj-lt"/>
              </a:rPr>
              <a:t>Legal + ethical + reputation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-3378571" y="442436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-3271415" y="549593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-3164258" y="656749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-3057102" y="763905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-2949946" y="871061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-2842790" y="978218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-2735633" y="1085374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-3473462" y="2767153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-3366306" y="2874310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-3259149" y="2981466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-3151993" y="3088622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3044837" y="3195778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-2937681" y="3302935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-2830524" y="3410091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-3432149" y="4683845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-3217837" y="4898157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-3110680" y="5005313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-3003524" y="5112470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-2896368" y="5219626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-2789212" y="5326782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9161160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>
            <a:spLocks noGrp="1"/>
          </p:cNvSpPr>
          <p:nvPr>
            <p:ph type="body" idx="13"/>
          </p:nvPr>
        </p:nvSpPr>
        <p:spPr>
          <a:xfrm>
            <a:off x="976312" y="435506"/>
            <a:ext cx="7858126" cy="240066"/>
          </a:xfrm>
          <a:prstGeom prst="rect">
            <a:avLst/>
          </a:prstGeom>
        </p:spPr>
        <p:txBody>
          <a:bodyPr/>
          <a:lstStyle>
            <a:lvl1pPr algn="r">
              <a:defRPr sz="1200" spc="60"/>
            </a:lvl1pPr>
          </a:lstStyle>
          <a:p>
            <a:r>
              <a:t>project name</a:t>
            </a:r>
          </a:p>
        </p:txBody>
      </p:sp>
      <p:sp>
        <p:nvSpPr>
          <p:cNvPr id="252" name="Shape 252"/>
          <p:cNvSpPr>
            <a:spLocks noGrp="1"/>
          </p:cNvSpPr>
          <p:nvPr>
            <p:ph type="title"/>
          </p:nvPr>
        </p:nvSpPr>
        <p:spPr>
          <a:xfrm>
            <a:off x="285750" y="260341"/>
            <a:ext cx="7379317" cy="508993"/>
          </a:xfrm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r>
              <a:rPr sz="3600" b="0">
                <a:latin typeface="+mj-lt"/>
              </a:rPr>
              <a:t>Alignment</a:t>
            </a:r>
          </a:p>
        </p:txBody>
      </p:sp>
      <p:sp>
        <p:nvSpPr>
          <p:cNvPr id="254" name="Shape 254"/>
          <p:cNvSpPr/>
          <p:nvPr/>
        </p:nvSpPr>
        <p:spPr>
          <a:xfrm>
            <a:off x="285750" y="763905"/>
            <a:ext cx="4489191" cy="227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b">
            <a:spAutoFit/>
          </a:bodyPr>
          <a:lstStyle>
            <a:lvl1pPr algn="l" defTabSz="457200">
              <a:lnSpc>
                <a:spcPct val="80000"/>
              </a:lnSpc>
              <a:defRPr sz="1800" cap="all" spc="90">
                <a:solidFill>
                  <a:srgbClr val="838787"/>
                </a:solidFill>
                <a:latin typeface="DIN Condensed"/>
                <a:ea typeface="DIN Condensed"/>
                <a:cs typeface="DIN Condensed"/>
                <a:sym typeface="DIN Condensed"/>
              </a:defRPr>
            </a:lvl1pPr>
          </a:lstStyle>
          <a:p>
            <a:r>
              <a:rPr sz="1266" dirty="0">
                <a:latin typeface="+mj-lt"/>
              </a:rPr>
              <a:t>Internal (sponsors) + external (partners)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-3378571" y="442436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-3271415" y="549593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-3164258" y="656749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-3057102" y="763905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-2949946" y="871061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-2842790" y="978218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-2735633" y="1085374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-3473462" y="2767153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-3366306" y="2874310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-3259149" y="2981466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-3151993" y="3088622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3044837" y="3195778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-2937681" y="3302935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-2830524" y="3410091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-3432149" y="4683845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-3217837" y="4898157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-3110680" y="5005313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-3003524" y="5112470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-2896368" y="5219626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-2789212" y="5326782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29302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/>
          </p:cNvSpPr>
          <p:nvPr>
            <p:ph type="body" idx="13"/>
          </p:nvPr>
        </p:nvSpPr>
        <p:spPr>
          <a:xfrm>
            <a:off x="976312" y="435506"/>
            <a:ext cx="7858126" cy="240066"/>
          </a:xfrm>
          <a:prstGeom prst="rect">
            <a:avLst/>
          </a:prstGeom>
        </p:spPr>
        <p:txBody>
          <a:bodyPr/>
          <a:lstStyle>
            <a:lvl1pPr algn="r">
              <a:defRPr sz="1200" spc="60"/>
            </a:lvl1pPr>
          </a:lstStyle>
          <a:p>
            <a:r>
              <a:t>project name</a:t>
            </a:r>
          </a:p>
        </p:txBody>
      </p:sp>
      <p:sp>
        <p:nvSpPr>
          <p:cNvPr id="257" name="Shape 257"/>
          <p:cNvSpPr>
            <a:spLocks noGrp="1"/>
          </p:cNvSpPr>
          <p:nvPr>
            <p:ph type="title"/>
          </p:nvPr>
        </p:nvSpPr>
        <p:spPr>
          <a:xfrm>
            <a:off x="285750" y="260341"/>
            <a:ext cx="7379317" cy="508993"/>
          </a:xfrm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r>
              <a:rPr sz="3600" b="0">
                <a:latin typeface="+mj-lt"/>
              </a:rPr>
              <a:t>Technology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-3378571" y="442436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-3271415" y="549593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-3164258" y="656749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-3057102" y="763905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-2949946" y="871061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-2842790" y="978218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-2735633" y="1085374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-3473462" y="2767153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-3366306" y="2874310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-3259149" y="2981466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-3151993" y="3088622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-3044837" y="3195778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2937681" y="3302935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-2830524" y="3410091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-3432149" y="4683845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-3217837" y="4898157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-3110680" y="5005313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-3003524" y="5112470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-2896368" y="5219626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-2789212" y="5326782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350408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>
            <a:spLocks noGrp="1"/>
          </p:cNvSpPr>
          <p:nvPr>
            <p:ph type="body" idx="13"/>
          </p:nvPr>
        </p:nvSpPr>
        <p:spPr>
          <a:xfrm>
            <a:off x="976312" y="435506"/>
            <a:ext cx="7858126" cy="240066"/>
          </a:xfrm>
          <a:prstGeom prst="rect">
            <a:avLst/>
          </a:prstGeom>
        </p:spPr>
        <p:txBody>
          <a:bodyPr/>
          <a:lstStyle>
            <a:lvl1pPr algn="r">
              <a:defRPr sz="1200" spc="60"/>
            </a:lvl1pPr>
          </a:lstStyle>
          <a:p>
            <a:r>
              <a:t>project name</a:t>
            </a:r>
          </a:p>
        </p:txBody>
      </p:sp>
      <p:sp>
        <p:nvSpPr>
          <p:cNvPr id="261" name="Shape 261"/>
          <p:cNvSpPr>
            <a:spLocks noGrp="1"/>
          </p:cNvSpPr>
          <p:nvPr>
            <p:ph type="title"/>
          </p:nvPr>
        </p:nvSpPr>
        <p:spPr>
          <a:xfrm>
            <a:off x="285750" y="260341"/>
            <a:ext cx="7379317" cy="508993"/>
          </a:xfrm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r>
              <a:rPr sz="3600" b="0">
                <a:latin typeface="+mj-lt"/>
              </a:rPr>
              <a:t>Channels</a:t>
            </a:r>
          </a:p>
        </p:txBody>
      </p:sp>
      <p:sp>
        <p:nvSpPr>
          <p:cNvPr id="263" name="Shape 263"/>
          <p:cNvSpPr/>
          <p:nvPr/>
        </p:nvSpPr>
        <p:spPr>
          <a:xfrm>
            <a:off x="311409" y="764100"/>
            <a:ext cx="2889243" cy="227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b">
            <a:spAutoFit/>
          </a:bodyPr>
          <a:lstStyle>
            <a:lvl1pPr algn="l" defTabSz="457200">
              <a:lnSpc>
                <a:spcPct val="80000"/>
              </a:lnSpc>
              <a:defRPr sz="1800" cap="all" spc="90">
                <a:solidFill>
                  <a:srgbClr val="838787"/>
                </a:solidFill>
                <a:latin typeface="DIN Condensed"/>
                <a:ea typeface="DIN Condensed"/>
                <a:cs typeface="DIN Condensed"/>
                <a:sym typeface="DIN Condensed"/>
              </a:defRPr>
            </a:lvl1pPr>
          </a:lstStyle>
          <a:p>
            <a:r>
              <a:rPr sz="1266">
                <a:latin typeface="+mj-lt"/>
              </a:rPr>
              <a:t>supply + sales + delivery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-3378571" y="442436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-3271415" y="549593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-3164258" y="656749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-3057102" y="763905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-2949946" y="871061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-2842790" y="978218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-2735633" y="1085374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-3473462" y="2767153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-3366306" y="2874310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-3259149" y="2981466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-3151993" y="3088622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3044837" y="3195778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-2937681" y="3302935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-2830524" y="3410091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-3432149" y="4683845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-3217837" y="4898157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-3110680" y="5005313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-3003524" y="5112470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-2896368" y="5219626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-2789212" y="5326782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692048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>
            <a:spLocks noGrp="1"/>
          </p:cNvSpPr>
          <p:nvPr>
            <p:ph type="body" idx="13"/>
          </p:nvPr>
        </p:nvSpPr>
        <p:spPr>
          <a:xfrm>
            <a:off x="976312" y="435506"/>
            <a:ext cx="7858126" cy="240066"/>
          </a:xfrm>
          <a:prstGeom prst="rect">
            <a:avLst/>
          </a:prstGeom>
        </p:spPr>
        <p:txBody>
          <a:bodyPr/>
          <a:lstStyle>
            <a:lvl1pPr algn="r">
              <a:defRPr sz="1200" spc="60"/>
            </a:lvl1pPr>
          </a:lstStyle>
          <a:p>
            <a:r>
              <a:t>project name</a:t>
            </a:r>
          </a:p>
        </p:txBody>
      </p:sp>
      <p:sp>
        <p:nvSpPr>
          <p:cNvPr id="266" name="Shape 266"/>
          <p:cNvSpPr>
            <a:spLocks noGrp="1"/>
          </p:cNvSpPr>
          <p:nvPr>
            <p:ph type="title"/>
          </p:nvPr>
        </p:nvSpPr>
        <p:spPr>
          <a:xfrm>
            <a:off x="285750" y="260341"/>
            <a:ext cx="7379317" cy="508993"/>
          </a:xfrm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r>
              <a:rPr sz="3600" b="0">
                <a:latin typeface="+mj-lt"/>
              </a:rPr>
              <a:t>Metrics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-3378571" y="442436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-3271415" y="549593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-3164258" y="656749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-3057102" y="763905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-2949946" y="871061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-2842790" y="978218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-2735633" y="1085374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-3473462" y="2767153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-3366306" y="2874310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-3259149" y="2981466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-3151993" y="3088622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-3044837" y="3195778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2937681" y="3302935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-2830524" y="3410091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-3432149" y="4683845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-3217837" y="4898157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-3110680" y="5005313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-3003524" y="5112470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-2896368" y="5219626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-2789212" y="5326782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030817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>
            <a:spLocks noGrp="1"/>
          </p:cNvSpPr>
          <p:nvPr>
            <p:ph type="body" idx="13"/>
          </p:nvPr>
        </p:nvSpPr>
        <p:spPr>
          <a:xfrm>
            <a:off x="976312" y="435506"/>
            <a:ext cx="7858126" cy="240066"/>
          </a:xfrm>
          <a:prstGeom prst="rect">
            <a:avLst/>
          </a:prstGeom>
        </p:spPr>
        <p:txBody>
          <a:bodyPr/>
          <a:lstStyle>
            <a:lvl1pPr algn="r">
              <a:defRPr sz="1200" spc="60"/>
            </a:lvl1pPr>
          </a:lstStyle>
          <a:p>
            <a:r>
              <a:t>project name</a:t>
            </a:r>
          </a:p>
        </p:txBody>
      </p:sp>
      <p:sp>
        <p:nvSpPr>
          <p:cNvPr id="270" name="Shape 270"/>
          <p:cNvSpPr>
            <a:spLocks noGrp="1"/>
          </p:cNvSpPr>
          <p:nvPr>
            <p:ph type="title"/>
          </p:nvPr>
        </p:nvSpPr>
        <p:spPr>
          <a:xfrm>
            <a:off x="285750" y="260341"/>
            <a:ext cx="7379317" cy="508993"/>
          </a:xfrm>
          <a:prstGeom prst="rect">
            <a:avLst/>
          </a:prstGeom>
        </p:spPr>
        <p:txBody>
          <a:bodyPr/>
          <a:lstStyle>
            <a:lvl1pPr defTabSz="467359">
              <a:spcBef>
                <a:spcPts val="2200"/>
              </a:spcBef>
              <a:defRPr sz="4800"/>
            </a:lvl1pPr>
          </a:lstStyle>
          <a:p>
            <a:r>
              <a:rPr sz="3600" b="0">
                <a:latin typeface="+mj-lt"/>
              </a:rPr>
              <a:t>Impact</a:t>
            </a:r>
          </a:p>
        </p:txBody>
      </p:sp>
      <p:sp>
        <p:nvSpPr>
          <p:cNvPr id="272" name="Shape 272"/>
          <p:cNvSpPr/>
          <p:nvPr/>
        </p:nvSpPr>
        <p:spPr>
          <a:xfrm>
            <a:off x="285750" y="763905"/>
            <a:ext cx="2889243" cy="227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b">
            <a:spAutoFit/>
          </a:bodyPr>
          <a:lstStyle>
            <a:lvl1pPr algn="l" defTabSz="457200">
              <a:lnSpc>
                <a:spcPct val="80000"/>
              </a:lnSpc>
              <a:defRPr sz="1800" cap="all" spc="90">
                <a:solidFill>
                  <a:srgbClr val="838787"/>
                </a:solidFill>
                <a:latin typeface="DIN Condensed"/>
                <a:ea typeface="DIN Condensed"/>
                <a:cs typeface="DIN Condensed"/>
                <a:sym typeface="DIN Condensed"/>
              </a:defRPr>
            </a:lvl1pPr>
          </a:lstStyle>
          <a:p>
            <a:r>
              <a:rPr sz="1266">
                <a:latin typeface="+mj-lt"/>
              </a:rPr>
              <a:t>Business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-3378571" y="442436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-3271415" y="549593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-3164258" y="656749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-3057102" y="763905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-2949946" y="871061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-2842790" y="978218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-2735633" y="1085374"/>
            <a:ext cx="1998146" cy="146746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-3473462" y="2767153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-3366306" y="2874310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-3259149" y="2981466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-3151993" y="3088622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3044837" y="3195778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-2937681" y="3302935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-2830524" y="3410091"/>
            <a:ext cx="1998146" cy="146746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-3432149" y="4683845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-3217837" y="4898157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-3110680" y="5005313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-3003524" y="5112470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-2896368" y="5219626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-2789212" y="5326782"/>
            <a:ext cx="1998146" cy="1467467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lIns="64285" tIns="32142" rIns="64285" bIns="32142" rtlCol="0" anchor="ctr"/>
          <a:lstStyle/>
          <a:p>
            <a:pPr defTabSz="64282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66" cap="all" dirty="0">
              <a:solidFill>
                <a:prstClr val="black"/>
              </a:solidFill>
              <a:latin typeface="Comic Sans MS" panose="030F0702030302020204" pitchFamily="66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88821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USBPresentation1">
  <a:themeElements>
    <a:clrScheme name="USBConsumer15">
      <a:dk1>
        <a:srgbClr val="0C2074"/>
      </a:dk1>
      <a:lt1>
        <a:sysClr val="window" lastClr="FFFFFF"/>
      </a:lt1>
      <a:dk2>
        <a:srgbClr val="4D4D4D"/>
      </a:dk2>
      <a:lt2>
        <a:srgbClr val="FFFFFF"/>
      </a:lt2>
      <a:accent1>
        <a:srgbClr val="0C2074"/>
      </a:accent1>
      <a:accent2>
        <a:srgbClr val="67B2E8"/>
      </a:accent2>
      <a:accent3>
        <a:srgbClr val="DE162B"/>
      </a:accent3>
      <a:accent4>
        <a:srgbClr val="4D9C45"/>
      </a:accent4>
      <a:accent5>
        <a:srgbClr val="EB7923"/>
      </a:accent5>
      <a:accent6>
        <a:srgbClr val="636466"/>
      </a:accent6>
      <a:hlink>
        <a:srgbClr val="000000"/>
      </a:hlink>
      <a:folHlink>
        <a:srgbClr val="636466"/>
      </a:folHlink>
    </a:clrScheme>
    <a:fontScheme name="USB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">
  <a:themeElements>
    <a:clrScheme name="USBConsumer15">
      <a:dk1>
        <a:srgbClr val="0C2074"/>
      </a:dk1>
      <a:lt1>
        <a:sysClr val="window" lastClr="FFFFFF"/>
      </a:lt1>
      <a:dk2>
        <a:srgbClr val="4D4D4D"/>
      </a:dk2>
      <a:lt2>
        <a:srgbClr val="FFFFFF"/>
      </a:lt2>
      <a:accent1>
        <a:srgbClr val="0C2074"/>
      </a:accent1>
      <a:accent2>
        <a:srgbClr val="67B2E8"/>
      </a:accent2>
      <a:accent3>
        <a:srgbClr val="DE162B"/>
      </a:accent3>
      <a:accent4>
        <a:srgbClr val="4D9C45"/>
      </a:accent4>
      <a:accent5>
        <a:srgbClr val="EB7923"/>
      </a:accent5>
      <a:accent6>
        <a:srgbClr val="636466"/>
      </a:accent6>
      <a:hlink>
        <a:srgbClr val="000000"/>
      </a:hlink>
      <a:folHlink>
        <a:srgbClr val="636466"/>
      </a:folHlink>
    </a:clrScheme>
    <a:fontScheme name="USB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USBPresentation1.potx</Template>
  <TotalTime>13833</TotalTime>
  <Words>1808</Words>
  <Application>Microsoft Office PowerPoint</Application>
  <PresentationFormat>On-screen Show (4:3)</PresentationFormat>
  <Paragraphs>309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ＭＳ Ｐゴシック</vt:lpstr>
      <vt:lpstr>Arial</vt:lpstr>
      <vt:lpstr>Arial Narrow</vt:lpstr>
      <vt:lpstr>Calibri</vt:lpstr>
      <vt:lpstr>Comic Sans MS</vt:lpstr>
      <vt:lpstr>DIN Alternate</vt:lpstr>
      <vt:lpstr>DIN Condensed</vt:lpstr>
      <vt:lpstr>Helvetica</vt:lpstr>
      <vt:lpstr>USBPresentation1</vt:lpstr>
      <vt:lpstr>Content</vt:lpstr>
      <vt:lpstr>PowerPoint Presentation</vt:lpstr>
      <vt:lpstr>PowerPoint Presentation</vt:lpstr>
      <vt:lpstr>INNOVATION CANVAS</vt:lpstr>
      <vt:lpstr>INNOVATION CANVAS</vt:lpstr>
      <vt:lpstr>INNOVATION CANVAS</vt:lpstr>
      <vt:lpstr>INNOVATION CANVAS</vt:lpstr>
      <vt:lpstr>INNOVATION CANVAS</vt:lpstr>
      <vt:lpstr>INNOVATION CANVAS</vt:lpstr>
      <vt:lpstr>INNOVATION CANVAS</vt:lpstr>
      <vt:lpstr>INNOVATION CANVAS</vt:lpstr>
      <vt:lpstr>INNOVATION CANVAS</vt:lpstr>
      <vt:lpstr>problem / opportunity</vt:lpstr>
      <vt:lpstr>Customer(S)</vt:lpstr>
      <vt:lpstr>Hunch / Hypothesis</vt:lpstr>
      <vt:lpstr>Solution</vt:lpstr>
      <vt:lpstr>Value prop(s)</vt:lpstr>
      <vt:lpstr>Market</vt:lpstr>
      <vt:lpstr>risk &amp; compliance</vt:lpstr>
      <vt:lpstr>Alignment</vt:lpstr>
      <vt:lpstr>Technology</vt:lpstr>
      <vt:lpstr>Channels</vt:lpstr>
      <vt:lpstr>Metrics</vt:lpstr>
      <vt:lpstr>Impact</vt:lpstr>
    </vt:vector>
  </TitlesOfParts>
  <Company>US Bancorp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Communications, Consumer and  Small Business Template</dc:title>
  <dc:creator>Warren, Wendy</dc:creator>
  <cp:lastModifiedBy>Sultan, Awais</cp:lastModifiedBy>
  <cp:revision>155</cp:revision>
  <cp:lastPrinted>2015-07-29T13:31:29Z</cp:lastPrinted>
  <dcterms:created xsi:type="dcterms:W3CDTF">2015-08-21T18:21:29Z</dcterms:created>
  <dcterms:modified xsi:type="dcterms:W3CDTF">2019-09-24T03:32:11Z</dcterms:modified>
</cp:coreProperties>
</file>