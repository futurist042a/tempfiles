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7"/>
    <p:restoredTop sz="94646"/>
  </p:normalViewPr>
  <p:slideViewPr>
    <p:cSldViewPr snapToGrid="0" snapToObjects="1">
      <p:cViewPr varScale="1">
        <p:scale>
          <a:sx n="90" d="100"/>
          <a:sy n="90" d="100"/>
        </p:scale>
        <p:origin x="54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231-226B-0844-82FB-2F40F5B6BDB1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2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231-226B-0844-82FB-2F40F5B6BDB1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30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231-226B-0844-82FB-2F40F5B6BDB1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428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231-226B-0844-82FB-2F40F5B6BDB1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231-226B-0844-82FB-2F40F5B6BDB1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222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231-226B-0844-82FB-2F40F5B6BDB1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88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231-226B-0844-82FB-2F40F5B6BDB1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38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231-226B-0844-82FB-2F40F5B6BDB1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813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231-226B-0844-82FB-2F40F5B6BDB1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17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231-226B-0844-82FB-2F40F5B6BDB1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653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7231-226B-0844-82FB-2F40F5B6BDB1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214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F7231-226B-0844-82FB-2F40F5B6BDB1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3AFC8-3C65-5648-A35B-BAA2DB42E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800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654" y="307430"/>
            <a:ext cx="4230422" cy="457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IIR TEAM ROSTER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654" y="533400"/>
            <a:ext cx="4040188" cy="639762"/>
          </a:xfrm>
        </p:spPr>
        <p:txBody>
          <a:bodyPr/>
          <a:lstStyle/>
          <a:p>
            <a:r>
              <a:rPr lang="en-US" b="0" dirty="0">
                <a:solidFill>
                  <a:srgbClr val="00B0F0"/>
                </a:solidFill>
              </a:rPr>
              <a:t>Team Member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96106" y="533400"/>
            <a:ext cx="5105399" cy="639762"/>
          </a:xfrm>
        </p:spPr>
        <p:txBody>
          <a:bodyPr/>
          <a:lstStyle/>
          <a:p>
            <a:r>
              <a:rPr lang="en-US" b="0" dirty="0">
                <a:solidFill>
                  <a:srgbClr val="00B0F0"/>
                </a:solidFill>
              </a:rPr>
              <a:t>Roles &amp; Responsibilities </a:t>
            </a:r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709448" y="3852193"/>
            <a:ext cx="4040188" cy="639762"/>
          </a:xfrm>
          <a:prstGeom prst="rect">
            <a:avLst/>
          </a:prstGeom>
        </p:spPr>
        <p:txBody>
          <a:bodyPr vert="horz" lIns="45720" tIns="45720" rIns="45720" bIns="45720" rtlCol="0" anchor="b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B0F0"/>
                </a:solidFill>
              </a:rPr>
              <a:t>Internal Stakeholders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540029725"/>
              </p:ext>
            </p:extLst>
          </p:nvPr>
        </p:nvGraphicFramePr>
        <p:xfrm>
          <a:off x="709448" y="1125918"/>
          <a:ext cx="10547131" cy="2660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3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3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3337">
                <a:tc>
                  <a:txBody>
                    <a:bodyPr/>
                    <a:lstStyle/>
                    <a:p>
                      <a:r>
                        <a:rPr lang="en-US" dirty="0"/>
                        <a:t>Awais Sultan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Founder</a:t>
                      </a:r>
                      <a:r>
                        <a:rPr lang="en-US" b="0" baseline="0" dirty="0"/>
                        <a:t> -</a:t>
                      </a:r>
                      <a:r>
                        <a:rPr lang="en-US" b="0" dirty="0"/>
                        <a:t> Architect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37">
                <a:tc>
                  <a:txBody>
                    <a:bodyPr/>
                    <a:lstStyle/>
                    <a:p>
                      <a:r>
                        <a:rPr lang="en-US" dirty="0"/>
                        <a:t>Erin Pizzi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Interviewer, Researcher.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3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3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3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3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175135"/>
              </p:ext>
            </p:extLst>
          </p:nvPr>
        </p:nvGraphicFramePr>
        <p:xfrm>
          <a:off x="709449" y="4505244"/>
          <a:ext cx="10547130" cy="14472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3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3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243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43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43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Placeholder 4"/>
          <p:cNvSpPr txBox="1">
            <a:spLocks/>
          </p:cNvSpPr>
          <p:nvPr/>
        </p:nvSpPr>
        <p:spPr>
          <a:xfrm>
            <a:off x="4296106" y="3838904"/>
            <a:ext cx="5410199" cy="639762"/>
          </a:xfrm>
          <a:prstGeom prst="rect">
            <a:avLst/>
          </a:prstGeom>
        </p:spPr>
        <p:txBody>
          <a:bodyPr vert="horz" lIns="45720" tIns="45720" rIns="45720" bIns="45720" rtlCol="0" anchor="b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sz="2200" b="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B0F0"/>
                </a:solidFill>
              </a:rPr>
              <a:t>Business Line / Subject Matter Expertise</a:t>
            </a:r>
          </a:p>
        </p:txBody>
      </p:sp>
      <p:pic>
        <p:nvPicPr>
          <p:cNvPr id="14" name="Picture 3" descr="C:\Users\sxvall4\Documents\Design\USB_IIR_logo_2016\USB_IIR_logo_2016\PNG-JPG\IIR_logo_rgb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1718" y="123189"/>
            <a:ext cx="1978164" cy="82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46384" y="6195847"/>
            <a:ext cx="6353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NAME: _____________________________________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6441" y="6195847"/>
            <a:ext cx="3081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DATE: __________________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925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4611</TotalTime>
  <Words>34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IIR TEAM ROSTER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IIR TEAM ROSTER</dc:title>
  <dc:creator>Crow, Andrew G</dc:creator>
  <cp:lastModifiedBy>Pizzi, Erin K</cp:lastModifiedBy>
  <cp:revision>5</cp:revision>
  <dcterms:created xsi:type="dcterms:W3CDTF">2018-04-20T20:29:58Z</dcterms:created>
  <dcterms:modified xsi:type="dcterms:W3CDTF">2019-05-06T13:09:51Z</dcterms:modified>
</cp:coreProperties>
</file>