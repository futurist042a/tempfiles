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diagrams/data3.xml" ContentType="application/vnd.openxmlformats-officedocument.drawingml.diagramData+xml"/>
  <Override PartName="/ppt/diagrams/data2.xml" ContentType="application/vnd.openxmlformats-officedocument.drawingml.diagramData+xml"/>
  <Override PartName="/ppt/diagrams/data1.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42.xml" ContentType="application/vnd.openxmlformats-officedocument.presentationml.slideLayout+xml"/>
  <Override PartName="/ppt/theme/theme6.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diagrams/drawing1.xml" ContentType="application/vnd.ms-office.drawingml.diagramDrawing+xml"/>
  <Override PartName="/ppt/diagrams/colors1.xml" ContentType="application/vnd.openxmlformats-officedocument.drawingml.diagramColor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charts/colors2.xml" ContentType="application/vnd.ms-office.chartcolorstyl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diagrams/quickStyle1.xml" ContentType="application/vnd.openxmlformats-officedocument.drawingml.diagramStyle+xml"/>
  <Override PartName="/ppt/charts/chart1.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diagrams/layout1.xml" ContentType="application/vnd.openxmlformats-officedocument.drawingml.diagramLayout+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8" r:id="rId9"/>
    <p:sldMasterId id="2147483744" r:id="rId10"/>
    <p:sldMasterId id="2147483754" r:id="rId11"/>
  </p:sldMasterIdLst>
  <p:notesMasterIdLst>
    <p:notesMasterId r:id="rId43"/>
  </p:notesMasterIdLst>
  <p:handoutMasterIdLst>
    <p:handoutMasterId r:id="rId44"/>
  </p:handoutMasterIdLst>
  <p:sldIdLst>
    <p:sldId id="1883856704" r:id="rId12"/>
    <p:sldId id="8863" r:id="rId13"/>
    <p:sldId id="8870" r:id="rId14"/>
    <p:sldId id="8874" r:id="rId15"/>
    <p:sldId id="8876" r:id="rId16"/>
    <p:sldId id="8878" r:id="rId17"/>
    <p:sldId id="8881" r:id="rId18"/>
    <p:sldId id="8879" r:id="rId19"/>
    <p:sldId id="8885" r:id="rId20"/>
    <p:sldId id="8872" r:id="rId21"/>
    <p:sldId id="8886" r:id="rId22"/>
    <p:sldId id="1883856784" r:id="rId23"/>
    <p:sldId id="8851" r:id="rId24"/>
    <p:sldId id="8854" r:id="rId25"/>
    <p:sldId id="8848" r:id="rId26"/>
    <p:sldId id="8855" r:id="rId27"/>
    <p:sldId id="8853" r:id="rId28"/>
    <p:sldId id="1883856716" r:id="rId29"/>
    <p:sldId id="1883856707" r:id="rId30"/>
    <p:sldId id="1883856717" r:id="rId31"/>
    <p:sldId id="1883856710" r:id="rId32"/>
    <p:sldId id="1883856709" r:id="rId33"/>
    <p:sldId id="1883856718" r:id="rId34"/>
    <p:sldId id="1883856711" r:id="rId35"/>
    <p:sldId id="1883856722" r:id="rId36"/>
    <p:sldId id="1883856715" r:id="rId37"/>
    <p:sldId id="1883856724" r:id="rId38"/>
    <p:sldId id="1883856719" r:id="rId39"/>
    <p:sldId id="1883856721" r:id="rId40"/>
    <p:sldId id="1883856713" r:id="rId41"/>
    <p:sldId id="32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1883856704"/>
            <p14:sldId id="8863"/>
            <p14:sldId id="8870"/>
          </p14:sldIdLst>
        </p14:section>
        <p14:section name="API Engineering" id="{61952698-9F24-49E9-9947-B0582B385A81}">
          <p14:sldIdLst>
            <p14:sldId id="8874"/>
            <p14:sldId id="8876"/>
            <p14:sldId id="8878"/>
            <p14:sldId id="8881"/>
            <p14:sldId id="8879"/>
            <p14:sldId id="8885"/>
            <p14:sldId id="8872"/>
            <p14:sldId id="8886"/>
          </p14:sldIdLst>
        </p14:section>
        <p14:section name="Test Automation and DevOps" id="{6360A190-13F9-407E-8708-FAD120077071}">
          <p14:sldIdLst>
            <p14:sldId id="1883856784"/>
          </p14:sldIdLst>
        </p14:section>
        <p14:section name="Khurram's Slides" id="{A1F4D9CB-D174-4CC1-9D69-60F03793ECC4}">
          <p14:sldIdLst>
            <p14:sldId id="8851"/>
            <p14:sldId id="8854"/>
            <p14:sldId id="8848"/>
            <p14:sldId id="8855"/>
            <p14:sldId id="8853"/>
          </p14:sldIdLst>
        </p14:section>
        <p14:section name="Sayan's Slides" id="{1EFD505A-3E60-4051-93E6-3DB6C1B1D948}">
          <p14:sldIdLst>
            <p14:sldId id="1883856716"/>
            <p14:sldId id="1883856707"/>
            <p14:sldId id="1883856717"/>
            <p14:sldId id="1883856710"/>
            <p14:sldId id="1883856709"/>
            <p14:sldId id="1883856718"/>
            <p14:sldId id="1883856711"/>
            <p14:sldId id="1883856722"/>
            <p14:sldId id="1883856715"/>
            <p14:sldId id="1883856724"/>
            <p14:sldId id="1883856719"/>
            <p14:sldId id="1883856721"/>
            <p14:sldId id="1883856713"/>
          </p14:sldIdLst>
        </p14:section>
        <p14:section name="Appendix" id="{DA178C76-EDE3-4E7D-A794-47AD0184A0B6}">
          <p14:sldIdLst>
            <p14:sldId id="325"/>
          </p14:sldIdLst>
        </p14:section>
      </p14:sectionLst>
    </p:ext>
    <p:ext uri="{EFAFB233-063F-42B5-8137-9DF3F51BA10A}">
      <p15:sldGuideLst xmlns:p15="http://schemas.microsoft.com/office/powerpoint/2012/main">
        <p15:guide id="1" orient="horz" pos="4011" userDrawn="1">
          <p15:clr>
            <a:srgbClr val="A4A3A4"/>
          </p15:clr>
        </p15:guide>
        <p15:guide id="2" orient="horz" pos="3744" userDrawn="1">
          <p15:clr>
            <a:srgbClr val="A4A3A4"/>
          </p15:clr>
        </p15:guide>
        <p15:guide id="3" orient="horz" pos="4203" userDrawn="1">
          <p15:clr>
            <a:srgbClr val="A4A3A4"/>
          </p15:clr>
        </p15:guide>
        <p15:guide id="4" orient="horz" pos="144" userDrawn="1">
          <p15:clr>
            <a:srgbClr val="A4A3A4"/>
          </p15:clr>
        </p15:guide>
        <p15:guide id="5" orient="horz" pos="641" userDrawn="1">
          <p15:clr>
            <a:srgbClr val="A4A3A4"/>
          </p15:clr>
        </p15:guide>
        <p15:guide id="6" orient="horz" pos="1056" userDrawn="1">
          <p15:clr>
            <a:srgbClr val="A4A3A4"/>
          </p15:clr>
        </p15:guide>
        <p15:guide id="7" orient="horz" pos="1208" userDrawn="1">
          <p15:clr>
            <a:srgbClr val="A4A3A4"/>
          </p15:clr>
        </p15:guide>
        <p15:guide id="8" orient="horz" pos="873" userDrawn="1">
          <p15:clr>
            <a:srgbClr val="A4A3A4"/>
          </p15:clr>
        </p15:guide>
        <p15:guide id="9" orient="horz" pos="1488" userDrawn="1">
          <p15:clr>
            <a:srgbClr val="A4A3A4"/>
          </p15:clr>
        </p15:guide>
        <p15:guide id="10" orient="horz" pos="1795" userDrawn="1">
          <p15:clr>
            <a:srgbClr val="A4A3A4"/>
          </p15:clr>
        </p15:guide>
        <p15:guide id="11" orient="horz" pos="3538" userDrawn="1">
          <p15:clr>
            <a:srgbClr val="A4A3A4"/>
          </p15:clr>
        </p15:guide>
        <p15:guide id="12" pos="5120" userDrawn="1">
          <p15:clr>
            <a:srgbClr val="A4A3A4"/>
          </p15:clr>
        </p15:guide>
        <p15:guide id="13" pos="9728" userDrawn="1">
          <p15:clr>
            <a:srgbClr val="A4A3A4"/>
          </p15:clr>
        </p15:guide>
        <p15:guide id="14" pos="545" userDrawn="1">
          <p15:clr>
            <a:srgbClr val="A4A3A4"/>
          </p15:clr>
        </p15:guide>
        <p15:guide id="15" pos="3787"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9D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D870D-24AC-9ECE-69F1-B77EDDD5FCE7}" v="82" dt="2020-12-01T03:03:28.572"/>
    <p1510:client id="{345E5762-666E-492B-881B-FE4DE095512A}" v="3" dt="2020-11-30T15:45:59.623"/>
    <p1510:client id="{518C5599-9D10-D010-2BA3-6E8BA052599C}" v="4" dt="2020-12-01T03:07:51.601"/>
    <p1510:client id="{87FBCEB5-F96A-A2F6-CAD4-EDFB390DF55D}" v="10" dt="2020-12-01T03:06:58.747"/>
    <p1510:client id="{8FF16D60-C812-4983-BA23-21D515F08D79}" v="28" dt="2020-12-01T15:37:49.924"/>
    <p1510:client id="{AFFDCE12-161D-4477-B1F8-803BC8BF928A}" v="68" dt="2020-11-30T22:57:36.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4011"/>
        <p:guide orient="horz" pos="3744"/>
        <p:guide orient="horz" pos="4203"/>
        <p:guide orient="horz" pos="144"/>
        <p:guide orient="horz" pos="641"/>
        <p:guide orient="horz" pos="1056"/>
        <p:guide orient="horz" pos="1208"/>
        <p:guide orient="horz" pos="873"/>
        <p:guide orient="horz" pos="1488"/>
        <p:guide orient="horz" pos="1795"/>
        <p:guide orient="horz" pos="3538"/>
        <p:guide pos="5120"/>
        <p:guide pos="9728"/>
        <p:guide pos="545"/>
        <p:guide pos="3787"/>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theme" Target="theme/theme1.xml"/><Relationship Id="rId50" Type="http://schemas.openxmlformats.org/officeDocument/2006/relationships/customXml" Target="../customXml/item4.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viewProps" Target="viewProps.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_rels/chartEx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1071898520894047"/>
          <c:y val="9.807215714042429E-2"/>
          <c:w val="0.7892810147910595"/>
          <c:h val="0.71848250858213303"/>
        </c:manualLayout>
      </c:layout>
      <c:pie3DChart>
        <c:varyColors val="1"/>
        <c:ser>
          <c:idx val="0"/>
          <c:order val="0"/>
          <c:tx>
            <c:strRef>
              <c:f>Sheet1!$B$1</c:f>
              <c:strCache>
                <c:ptCount val="1"/>
                <c:pt idx="0">
                  <c:v>Contractors</c:v>
                </c:pt>
              </c:strCache>
            </c:strRef>
          </c:tx>
          <c:explosion val="27"/>
          <c:dPt>
            <c:idx val="0"/>
            <c:bubble3D val="0"/>
            <c:explosion val="18"/>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789D-4FC5-8B7A-98A963E1EFE6}"/>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789D-4FC5-8B7A-98A963E1EFE6}"/>
              </c:ext>
            </c:extLst>
          </c:dPt>
          <c:dLbls>
            <c:dLbl>
              <c:idx val="0"/>
              <c:layout>
                <c:manualLayout>
                  <c:x val="-1.0863471894270244E-2"/>
                  <c:y val="0.18164890729847272"/>
                </c:manualLayout>
              </c:layout>
              <c:tx>
                <c:rich>
                  <a:bodyPr rot="0" spcFirstLastPara="1" vertOverflow="ellipsis" vert="horz" wrap="square" lIns="38100" tIns="19050" rIns="38100" bIns="19050" anchor="ctr" anchorCtr="1">
                    <a:noAutofit/>
                  </a:bodyPr>
                  <a:lstStyle/>
                  <a:p>
                    <a:pPr>
                      <a:defRPr sz="1000" b="1" i="0" u="none" strike="noStrike" kern="1200" spc="0" baseline="0">
                        <a:solidFill>
                          <a:schemeClr val="accent1"/>
                        </a:solidFill>
                        <a:latin typeface="+mn-lt"/>
                        <a:ea typeface="+mn-ea"/>
                        <a:cs typeface="+mn-cs"/>
                      </a:defRPr>
                    </a:pPr>
                    <a:fld id="{7F0FB820-1F9F-424F-80AC-7ABCCD6AAACF}" type="CATEGORYNAME">
                      <a:rPr lang="en-US" sz="1000" b="1" smtClean="0"/>
                      <a:pPr>
                        <a:defRPr sz="1000"/>
                      </a:pPr>
                      <a:t>[CATEGORY NAME]</a:t>
                    </a:fld>
                    <a:r>
                      <a:rPr lang="en-US" sz="1000" b="1" dirty="0"/>
                      <a:t> 77%</a:t>
                    </a:r>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45721066836346647"/>
                      <c:h val="0.23970536170441606"/>
                    </c:manualLayout>
                  </c15:layout>
                  <c15:dlblFieldTable/>
                  <c15:showDataLabelsRange val="0"/>
                </c:ext>
                <c:ext xmlns:c16="http://schemas.microsoft.com/office/drawing/2014/chart" uri="{C3380CC4-5D6E-409C-BE32-E72D297353CC}">
                  <c16:uniqueId val="{00000001-789D-4FC5-8B7A-98A963E1EFE6}"/>
                </c:ext>
              </c:extLst>
            </c:dLbl>
            <c:dLbl>
              <c:idx val="1"/>
              <c:delete val="1"/>
              <c:extLst>
                <c:ext xmlns:c15="http://schemas.microsoft.com/office/drawing/2012/chart" uri="{CE6537A1-D6FC-4f65-9D91-7224C49458BB}">
                  <c15:layout>
                    <c:manualLayout>
                      <c:w val="0.34637139982847903"/>
                      <c:h val="0.17704293547668981"/>
                    </c:manualLayout>
                  </c15:layout>
                </c:ext>
                <c:ext xmlns:c16="http://schemas.microsoft.com/office/drawing/2014/chart" uri="{C3380CC4-5D6E-409C-BE32-E72D297353CC}">
                  <c16:uniqueId val="{00000003-789D-4FC5-8B7A-98A963E1EFE6}"/>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Offshore</c:v>
                </c:pt>
                <c:pt idx="1">
                  <c:v>Onshore</c:v>
                </c:pt>
              </c:strCache>
            </c:strRef>
          </c:cat>
          <c:val>
            <c:numRef>
              <c:f>Sheet1!$B$2:$B$3</c:f>
              <c:numCache>
                <c:formatCode>General</c:formatCode>
                <c:ptCount val="2"/>
                <c:pt idx="0">
                  <c:v>23</c:v>
                </c:pt>
                <c:pt idx="1">
                  <c:v>7</c:v>
                </c:pt>
              </c:numCache>
            </c:numRef>
          </c:val>
          <c:extLst>
            <c:ext xmlns:c16="http://schemas.microsoft.com/office/drawing/2014/chart" uri="{C3380CC4-5D6E-409C-BE32-E72D297353CC}">
              <c16:uniqueId val="{00000004-789D-4FC5-8B7A-98A963E1EFE6}"/>
            </c:ext>
          </c:extLst>
        </c:ser>
        <c:dLbls>
          <c:dLblPos val="outEnd"/>
          <c:showLegendKey val="0"/>
          <c:showVal val="0"/>
          <c:showCatName val="0"/>
          <c:showSerName val="0"/>
          <c:showPercent val="1"/>
          <c:showBubbleSize val="0"/>
          <c:showLeaderLines val="0"/>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
    <cx:plotArea>
      <cx:plotAreaRegion/>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Sheet1!$A$2:$B$15</cx:f>
        <cx:lvl ptCount="14">
          <cx:pt idx="1">Reusable</cx:pt>
        </cx:lvl>
        <cx:lvl ptCount="14">
          <cx:pt idx="0">Apigee</cx:pt>
          <cx:pt idx="1">Apigee</cx:pt>
          <cx:pt idx="2">TIBCO BWCE</cx:pt>
          <cx:pt idx="3">SpringBoot_GraphQL</cx:pt>
          <cx:pt idx="4">TIBCO</cx:pt>
          <cx:pt idx="5">OSB</cx:pt>
          <cx:pt idx="6">Mulesoft</cx:pt>
        </cx:lvl>
        <cx:lvl ptCount="0"/>
      </cx:strDim>
      <cx:numDim type="size">
        <cx:f>Sheet1!$C$2:$C$15</cx:f>
        <cx:lvl ptCount="14" formatCode="General">
          <cx:pt idx="0">147</cx:pt>
          <cx:pt idx="1">30</cx:pt>
          <cx:pt idx="2">9</cx:pt>
          <cx:pt idx="3">18</cx:pt>
          <cx:pt idx="4">131</cx:pt>
          <cx:pt idx="5">146</cx:pt>
          <cx:pt idx="6">9</cx:pt>
        </cx:lvl>
      </cx:numDim>
    </cx:data>
  </cx:chartData>
  <cx:chart>
    <cx:plotArea>
      <cx:plotAreaRegion>
        <cx:series layoutId="sunburst" uniqueId="{2B5B504C-DCC4-4374-B50E-C6370FD93A4A}">
          <cx:tx>
            <cx:txData>
              <cx:f>Sheet1!$C$1</cx:f>
              <cx:v/>
            </cx:txData>
          </cx:tx>
          <cx:spPr>
            <a:ln w="9525">
              <a:solidFill>
                <a:schemeClr val="bg2">
                  <a:lumMod val="10000"/>
                </a:schemeClr>
              </a:solidFill>
            </a:ln>
          </cx:spPr>
          <cx:dataPt idx="0">
            <cx:spPr>
              <a:solidFill>
                <a:srgbClr val="70AD47">
                  <a:lumMod val="75000"/>
                </a:srgbClr>
              </a:solidFill>
              <a:ln>
                <a:solidFill>
                  <a:srgbClr val="70AD47">
                    <a:lumMod val="50000"/>
                  </a:srgbClr>
                </a:solidFill>
              </a:ln>
            </cx:spPr>
          </cx:dataPt>
          <cx:dataPt idx="1">
            <cx:spPr>
              <a:solidFill>
                <a:srgbClr val="4472C4">
                  <a:lumMod val="60000"/>
                  <a:lumOff val="40000"/>
                </a:srgbClr>
              </a:solidFill>
              <a:ln>
                <a:solidFill>
                  <a:srgbClr val="4472C4">
                    <a:lumMod val="75000"/>
                  </a:srgbClr>
                </a:solidFill>
              </a:ln>
            </cx:spPr>
          </cx:dataPt>
          <cx:dataPt idx="2">
            <cx:spPr>
              <a:solidFill>
                <a:srgbClr val="70AD47">
                  <a:lumMod val="60000"/>
                  <a:lumOff val="40000"/>
                </a:srgbClr>
              </a:solidFill>
              <a:ln>
                <a:solidFill>
                  <a:srgbClr val="70AD47">
                    <a:lumMod val="75000"/>
                  </a:srgbClr>
                </a:solidFill>
              </a:ln>
            </cx:spPr>
          </cx:dataPt>
          <cx:dataPt idx="3">
            <cx:spPr>
              <a:solidFill>
                <a:srgbClr val="92D050"/>
              </a:solidFill>
              <a:ln>
                <a:solidFill>
                  <a:srgbClr val="70AD47">
                    <a:lumMod val="75000"/>
                  </a:srgbClr>
                </a:solidFill>
              </a:ln>
            </cx:spPr>
          </cx:dataPt>
          <cx:dataPt idx="4">
            <cx:spPr>
              <a:solidFill>
                <a:srgbClr val="A5A5A5">
                  <a:lumMod val="60000"/>
                  <a:lumOff val="40000"/>
                </a:srgbClr>
              </a:solidFill>
              <a:ln w="3175"/>
            </cx:spPr>
          </cx:dataPt>
          <cx:dataPt idx="5">
            <cx:spPr>
              <a:solidFill>
                <a:srgbClr val="A5A5A5">
                  <a:lumMod val="75000"/>
                </a:srgbClr>
              </a:solidFill>
              <a:ln w="3175"/>
            </cx:spPr>
          </cx:dataPt>
          <cx:dataPt idx="6">
            <cx:spPr>
              <a:solidFill>
                <a:prstClr val="black">
                  <a:lumMod val="65000"/>
                  <a:lumOff val="35000"/>
                </a:prstClr>
              </a:solidFill>
              <a:ln w="3175"/>
            </cx:spPr>
          </cx:dataPt>
          <cx:dataPt idx="7">
            <cx:spPr>
              <a:solidFill>
                <a:srgbClr val="E7E6E6">
                  <a:lumMod val="75000"/>
                </a:srgbClr>
              </a:solidFill>
            </cx:spPr>
          </cx:dataPt>
          <cx:dataPt idx="8">
            <cx:spPr>
              <a:solidFill>
                <a:srgbClr val="E7E6E6">
                  <a:lumMod val="50000"/>
                </a:srgbClr>
              </a:solidFill>
            </cx:spPr>
          </cx:dataPt>
          <cx:dataPt idx="9">
            <cx:spPr>
              <a:solidFill>
                <a:srgbClr val="A5A5A5">
                  <a:lumMod val="60000"/>
                  <a:lumOff val="40000"/>
                </a:srgbClr>
              </a:solidFill>
            </cx:spPr>
          </cx:dataPt>
          <cx:dataId val="0"/>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81">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81">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1DA3EE-C4BE-4876-9B37-23C004E2797B}" type="doc">
      <dgm:prSet loTypeId="urn:microsoft.com/office/officeart/2005/8/layout/hProcess11" loCatId="process" qsTypeId="urn:microsoft.com/office/officeart/2005/8/quickstyle/simple1" qsCatId="simple" csTypeId="urn:microsoft.com/office/officeart/2005/8/colors/accent2_3" csCatId="accent2" phldr="1"/>
      <dgm:spPr/>
    </dgm:pt>
    <dgm:pt modelId="{055926D7-DB23-4DD7-A8A6-FAA072CE17C0}">
      <dgm:prSet phldrT="[Text]"/>
      <dgm:spPr/>
      <dgm:t>
        <a:bodyPr/>
        <a:lstStyle/>
        <a:p>
          <a:r>
            <a:rPr lang="en-US" dirty="0">
              <a:highlight>
                <a:srgbClr val="00FFFF"/>
              </a:highlight>
            </a:rPr>
            <a:t>2015</a:t>
          </a:r>
        </a:p>
      </dgm:t>
    </dgm:pt>
    <dgm:pt modelId="{C7F85137-2594-475C-BDFE-71CCBA77489D}" type="parTrans" cxnId="{AC9B168C-EE71-46F1-8364-C0B0BBA87771}">
      <dgm:prSet/>
      <dgm:spPr/>
      <dgm:t>
        <a:bodyPr/>
        <a:lstStyle/>
        <a:p>
          <a:endParaRPr lang="en-US"/>
        </a:p>
      </dgm:t>
    </dgm:pt>
    <dgm:pt modelId="{EFD291BF-459A-4ADE-856A-7ACBC4532F95}" type="sibTrans" cxnId="{AC9B168C-EE71-46F1-8364-C0B0BBA87771}">
      <dgm:prSet/>
      <dgm:spPr/>
      <dgm:t>
        <a:bodyPr/>
        <a:lstStyle/>
        <a:p>
          <a:endParaRPr lang="en-US"/>
        </a:p>
      </dgm:t>
    </dgm:pt>
    <dgm:pt modelId="{F6C5B8C5-D91E-4E5A-ADAC-7195E805A424}">
      <dgm:prSet phldrT="[Text]"/>
      <dgm:spPr/>
      <dgm:t>
        <a:bodyPr/>
        <a:lstStyle/>
        <a:p>
          <a:r>
            <a:rPr lang="en-US" dirty="0">
              <a:highlight>
                <a:srgbClr val="00FFFF"/>
              </a:highlight>
            </a:rPr>
            <a:t>2020</a:t>
          </a:r>
        </a:p>
      </dgm:t>
    </dgm:pt>
    <dgm:pt modelId="{F5E395D9-F724-470C-9388-535CE5AD2431}" type="parTrans" cxnId="{E46BEA97-3DE5-4801-8B6C-295CBF5C7906}">
      <dgm:prSet/>
      <dgm:spPr/>
      <dgm:t>
        <a:bodyPr/>
        <a:lstStyle/>
        <a:p>
          <a:endParaRPr lang="en-US"/>
        </a:p>
      </dgm:t>
    </dgm:pt>
    <dgm:pt modelId="{E3EBE9AB-C2F4-4F19-99A1-E8A59E0C9874}" type="sibTrans" cxnId="{E46BEA97-3DE5-4801-8B6C-295CBF5C7906}">
      <dgm:prSet/>
      <dgm:spPr/>
      <dgm:t>
        <a:bodyPr/>
        <a:lstStyle/>
        <a:p>
          <a:endParaRPr lang="en-US"/>
        </a:p>
      </dgm:t>
    </dgm:pt>
    <dgm:pt modelId="{E642A729-F2BB-4B33-840D-47050D6D1FAE}">
      <dgm:prSet phldrT="[Text]"/>
      <dgm:spPr/>
      <dgm:t>
        <a:bodyPr/>
        <a:lstStyle/>
        <a:p>
          <a:r>
            <a:rPr lang="en-US" dirty="0">
              <a:highlight>
                <a:srgbClr val="00FFFF"/>
              </a:highlight>
            </a:rPr>
            <a:t>2010</a:t>
          </a:r>
        </a:p>
      </dgm:t>
    </dgm:pt>
    <dgm:pt modelId="{00325BAD-0780-47F5-86FA-4748B3F1D1CA}" type="parTrans" cxnId="{3B2432E5-B490-476E-B11F-E83AFDFF8CB6}">
      <dgm:prSet/>
      <dgm:spPr/>
      <dgm:t>
        <a:bodyPr/>
        <a:lstStyle/>
        <a:p>
          <a:endParaRPr lang="en-US"/>
        </a:p>
      </dgm:t>
    </dgm:pt>
    <dgm:pt modelId="{B72039DB-B178-44D0-A428-60511C9EA682}" type="sibTrans" cxnId="{3B2432E5-B490-476E-B11F-E83AFDFF8CB6}">
      <dgm:prSet/>
      <dgm:spPr/>
      <dgm:t>
        <a:bodyPr/>
        <a:lstStyle/>
        <a:p>
          <a:endParaRPr lang="en-US"/>
        </a:p>
      </dgm:t>
    </dgm:pt>
    <dgm:pt modelId="{F631023D-83D6-46BD-ADB7-8452331E817F}">
      <dgm:prSet phldrT="[Text]"/>
      <dgm:spPr/>
      <dgm:t>
        <a:bodyPr/>
        <a:lstStyle/>
        <a:p>
          <a:endParaRPr lang="en-US" dirty="0"/>
        </a:p>
      </dgm:t>
    </dgm:pt>
    <dgm:pt modelId="{FC51AA0C-92D7-4B6D-A12A-0B100569DFE8}" type="parTrans" cxnId="{AD79E549-7A1F-4407-9A00-B6D75BCA88B0}">
      <dgm:prSet/>
      <dgm:spPr/>
      <dgm:t>
        <a:bodyPr/>
        <a:lstStyle/>
        <a:p>
          <a:endParaRPr lang="en-US"/>
        </a:p>
      </dgm:t>
    </dgm:pt>
    <dgm:pt modelId="{B11164E2-D8F4-42D7-B4F9-CE42B4A4E10F}" type="sibTrans" cxnId="{AD79E549-7A1F-4407-9A00-B6D75BCA88B0}">
      <dgm:prSet/>
      <dgm:spPr/>
      <dgm:t>
        <a:bodyPr/>
        <a:lstStyle/>
        <a:p>
          <a:endParaRPr lang="en-US"/>
        </a:p>
      </dgm:t>
    </dgm:pt>
    <dgm:pt modelId="{9A4552C8-1174-4FBE-8579-9327F236B679}">
      <dgm:prSet phldrT="[Text]"/>
      <dgm:spPr/>
      <dgm:t>
        <a:bodyPr/>
        <a:lstStyle/>
        <a:p>
          <a:endParaRPr lang="en-US" dirty="0"/>
        </a:p>
      </dgm:t>
    </dgm:pt>
    <dgm:pt modelId="{D58D2607-D76A-40EC-B908-40883916EC3F}" type="parTrans" cxnId="{889DEBE0-B9CA-48EF-883B-182874B1A2E6}">
      <dgm:prSet/>
      <dgm:spPr/>
      <dgm:t>
        <a:bodyPr/>
        <a:lstStyle/>
        <a:p>
          <a:endParaRPr lang="en-US"/>
        </a:p>
      </dgm:t>
    </dgm:pt>
    <dgm:pt modelId="{829E1B08-5365-4065-9B8F-2B564A79B5B8}" type="sibTrans" cxnId="{889DEBE0-B9CA-48EF-883B-182874B1A2E6}">
      <dgm:prSet/>
      <dgm:spPr/>
      <dgm:t>
        <a:bodyPr/>
        <a:lstStyle/>
        <a:p>
          <a:endParaRPr lang="en-US"/>
        </a:p>
      </dgm:t>
    </dgm:pt>
    <dgm:pt modelId="{BCEF303D-1441-418F-8081-E8A1383490F8}" type="pres">
      <dgm:prSet presAssocID="{BC1DA3EE-C4BE-4876-9B37-23C004E2797B}" presName="Name0" presStyleCnt="0">
        <dgm:presLayoutVars>
          <dgm:dir/>
          <dgm:resizeHandles val="exact"/>
        </dgm:presLayoutVars>
      </dgm:prSet>
      <dgm:spPr/>
    </dgm:pt>
    <dgm:pt modelId="{04195A40-73A6-4440-A635-81294984F4C5}" type="pres">
      <dgm:prSet presAssocID="{BC1DA3EE-C4BE-4876-9B37-23C004E2797B}" presName="arrow" presStyleLbl="bgShp" presStyleIdx="0" presStyleCnt="1"/>
      <dgm:spPr/>
    </dgm:pt>
    <dgm:pt modelId="{3590EB5F-0632-4194-8E4E-2FD198001FB8}" type="pres">
      <dgm:prSet presAssocID="{BC1DA3EE-C4BE-4876-9B37-23C004E2797B}" presName="points" presStyleCnt="0"/>
      <dgm:spPr/>
    </dgm:pt>
    <dgm:pt modelId="{BF7AA58B-7E9F-4675-BFC0-EA3EDE21E2B5}" type="pres">
      <dgm:prSet presAssocID="{E642A729-F2BB-4B33-840D-47050D6D1FAE}" presName="compositeA" presStyleCnt="0"/>
      <dgm:spPr/>
    </dgm:pt>
    <dgm:pt modelId="{B8B90E8F-F559-4032-A165-AF2B9DE30806}" type="pres">
      <dgm:prSet presAssocID="{E642A729-F2BB-4B33-840D-47050D6D1FAE}" presName="textA" presStyleLbl="revTx" presStyleIdx="0" presStyleCnt="5">
        <dgm:presLayoutVars>
          <dgm:bulletEnabled val="1"/>
        </dgm:presLayoutVars>
      </dgm:prSet>
      <dgm:spPr/>
    </dgm:pt>
    <dgm:pt modelId="{CA5B6BD9-3FAA-4AA4-B502-CBEF8A460BD0}" type="pres">
      <dgm:prSet presAssocID="{E642A729-F2BB-4B33-840D-47050D6D1FAE}" presName="circleA" presStyleLbl="node1" presStyleIdx="0" presStyleCnt="5"/>
      <dgm:spPr/>
    </dgm:pt>
    <dgm:pt modelId="{0FC368B1-2930-424E-8A46-62364A56CDAC}" type="pres">
      <dgm:prSet presAssocID="{E642A729-F2BB-4B33-840D-47050D6D1FAE}" presName="spaceA" presStyleCnt="0"/>
      <dgm:spPr/>
    </dgm:pt>
    <dgm:pt modelId="{33CED290-82B3-4D35-BEA5-06FFD6189B4A}" type="pres">
      <dgm:prSet presAssocID="{B72039DB-B178-44D0-A428-60511C9EA682}" presName="space" presStyleCnt="0"/>
      <dgm:spPr/>
    </dgm:pt>
    <dgm:pt modelId="{05FF5512-5859-4972-9463-D8CEA103E4D2}" type="pres">
      <dgm:prSet presAssocID="{F631023D-83D6-46BD-ADB7-8452331E817F}" presName="compositeB" presStyleCnt="0"/>
      <dgm:spPr/>
    </dgm:pt>
    <dgm:pt modelId="{E95D1DBB-E89D-42AD-A5D0-286EBB4E7706}" type="pres">
      <dgm:prSet presAssocID="{F631023D-83D6-46BD-ADB7-8452331E817F}" presName="textB" presStyleLbl="revTx" presStyleIdx="1" presStyleCnt="5">
        <dgm:presLayoutVars>
          <dgm:bulletEnabled val="1"/>
        </dgm:presLayoutVars>
      </dgm:prSet>
      <dgm:spPr/>
    </dgm:pt>
    <dgm:pt modelId="{B7B659CD-17A0-46E5-8994-F6019EB0A1A9}" type="pres">
      <dgm:prSet presAssocID="{F631023D-83D6-46BD-ADB7-8452331E817F}" presName="circleB" presStyleLbl="node1" presStyleIdx="1" presStyleCnt="5"/>
      <dgm:spPr/>
    </dgm:pt>
    <dgm:pt modelId="{16AFC3F6-D976-4305-88D0-7A28E007AA86}" type="pres">
      <dgm:prSet presAssocID="{F631023D-83D6-46BD-ADB7-8452331E817F}" presName="spaceB" presStyleCnt="0"/>
      <dgm:spPr/>
    </dgm:pt>
    <dgm:pt modelId="{9224B4DB-B4B5-4DC3-A34C-72347BAEC85A}" type="pres">
      <dgm:prSet presAssocID="{B11164E2-D8F4-42D7-B4F9-CE42B4A4E10F}" presName="space" presStyleCnt="0"/>
      <dgm:spPr/>
    </dgm:pt>
    <dgm:pt modelId="{BF168D87-9058-480D-81C2-D4C5B372BB45}" type="pres">
      <dgm:prSet presAssocID="{055926D7-DB23-4DD7-A8A6-FAA072CE17C0}" presName="compositeA" presStyleCnt="0"/>
      <dgm:spPr/>
    </dgm:pt>
    <dgm:pt modelId="{76289A32-6A8B-4058-A2E0-0957537D8FAD}" type="pres">
      <dgm:prSet presAssocID="{055926D7-DB23-4DD7-A8A6-FAA072CE17C0}" presName="textA" presStyleLbl="revTx" presStyleIdx="2" presStyleCnt="5">
        <dgm:presLayoutVars>
          <dgm:bulletEnabled val="1"/>
        </dgm:presLayoutVars>
      </dgm:prSet>
      <dgm:spPr/>
    </dgm:pt>
    <dgm:pt modelId="{D67BAA4A-CE49-4000-A298-377EF25F6BD7}" type="pres">
      <dgm:prSet presAssocID="{055926D7-DB23-4DD7-A8A6-FAA072CE17C0}" presName="circleA" presStyleLbl="node1" presStyleIdx="2" presStyleCnt="5"/>
      <dgm:spPr/>
    </dgm:pt>
    <dgm:pt modelId="{C8240D79-35DC-4F64-A423-5B3F373DA5AE}" type="pres">
      <dgm:prSet presAssocID="{055926D7-DB23-4DD7-A8A6-FAA072CE17C0}" presName="spaceA" presStyleCnt="0"/>
      <dgm:spPr/>
    </dgm:pt>
    <dgm:pt modelId="{21874046-88C5-49D9-B27A-2BBF69BED5A8}" type="pres">
      <dgm:prSet presAssocID="{EFD291BF-459A-4ADE-856A-7ACBC4532F95}" presName="space" presStyleCnt="0"/>
      <dgm:spPr/>
    </dgm:pt>
    <dgm:pt modelId="{B208CC63-1C70-4C66-82EA-028D7B08E43D}" type="pres">
      <dgm:prSet presAssocID="{9A4552C8-1174-4FBE-8579-9327F236B679}" presName="compositeB" presStyleCnt="0"/>
      <dgm:spPr/>
    </dgm:pt>
    <dgm:pt modelId="{023115D5-3C5A-4900-B4E7-D49F1D558537}" type="pres">
      <dgm:prSet presAssocID="{9A4552C8-1174-4FBE-8579-9327F236B679}" presName="textB" presStyleLbl="revTx" presStyleIdx="3" presStyleCnt="5">
        <dgm:presLayoutVars>
          <dgm:bulletEnabled val="1"/>
        </dgm:presLayoutVars>
      </dgm:prSet>
      <dgm:spPr/>
    </dgm:pt>
    <dgm:pt modelId="{3E02EAED-44B8-4B9C-8691-49F9FB9B67B5}" type="pres">
      <dgm:prSet presAssocID="{9A4552C8-1174-4FBE-8579-9327F236B679}" presName="circleB" presStyleLbl="node1" presStyleIdx="3" presStyleCnt="5"/>
      <dgm:spPr/>
    </dgm:pt>
    <dgm:pt modelId="{F3161FB4-6DEA-4289-B420-21E14A1917C6}" type="pres">
      <dgm:prSet presAssocID="{9A4552C8-1174-4FBE-8579-9327F236B679}" presName="spaceB" presStyleCnt="0"/>
      <dgm:spPr/>
    </dgm:pt>
    <dgm:pt modelId="{171B2D1C-75E4-42AC-AE7F-56C49270A069}" type="pres">
      <dgm:prSet presAssocID="{829E1B08-5365-4065-9B8F-2B564A79B5B8}" presName="space" presStyleCnt="0"/>
      <dgm:spPr/>
    </dgm:pt>
    <dgm:pt modelId="{5CEFB0D7-85B4-454B-AB0A-64104F413DC6}" type="pres">
      <dgm:prSet presAssocID="{F6C5B8C5-D91E-4E5A-ADAC-7195E805A424}" presName="compositeA" presStyleCnt="0"/>
      <dgm:spPr/>
    </dgm:pt>
    <dgm:pt modelId="{6E6DFB22-478A-40EF-9E40-A13F3F4C1827}" type="pres">
      <dgm:prSet presAssocID="{F6C5B8C5-D91E-4E5A-ADAC-7195E805A424}" presName="textA" presStyleLbl="revTx" presStyleIdx="4" presStyleCnt="5">
        <dgm:presLayoutVars>
          <dgm:bulletEnabled val="1"/>
        </dgm:presLayoutVars>
      </dgm:prSet>
      <dgm:spPr/>
    </dgm:pt>
    <dgm:pt modelId="{37F726B2-EEED-4083-BC58-15EF75B9069D}" type="pres">
      <dgm:prSet presAssocID="{F6C5B8C5-D91E-4E5A-ADAC-7195E805A424}" presName="circleA" presStyleLbl="node1" presStyleIdx="4" presStyleCnt="5"/>
      <dgm:spPr/>
    </dgm:pt>
    <dgm:pt modelId="{055EF658-52FC-47A8-9CFE-1930C61887FC}" type="pres">
      <dgm:prSet presAssocID="{F6C5B8C5-D91E-4E5A-ADAC-7195E805A424}" presName="spaceA" presStyleCnt="0"/>
      <dgm:spPr/>
    </dgm:pt>
  </dgm:ptLst>
  <dgm:cxnLst>
    <dgm:cxn modelId="{17873202-58C2-4BEF-994D-4BDB9EB9AD9A}" type="presOf" srcId="{9A4552C8-1174-4FBE-8579-9327F236B679}" destId="{023115D5-3C5A-4900-B4E7-D49F1D558537}" srcOrd="0" destOrd="0" presId="urn:microsoft.com/office/officeart/2005/8/layout/hProcess11"/>
    <dgm:cxn modelId="{8B263F02-7F69-4B7F-A6EF-38D191E493FF}" type="presOf" srcId="{F6C5B8C5-D91E-4E5A-ADAC-7195E805A424}" destId="{6E6DFB22-478A-40EF-9E40-A13F3F4C1827}" srcOrd="0" destOrd="0" presId="urn:microsoft.com/office/officeart/2005/8/layout/hProcess11"/>
    <dgm:cxn modelId="{4AEE2D32-5344-4835-8400-B142B7F3F982}" type="presOf" srcId="{F631023D-83D6-46BD-ADB7-8452331E817F}" destId="{E95D1DBB-E89D-42AD-A5D0-286EBB4E7706}" srcOrd="0" destOrd="0" presId="urn:microsoft.com/office/officeart/2005/8/layout/hProcess11"/>
    <dgm:cxn modelId="{AD79E549-7A1F-4407-9A00-B6D75BCA88B0}" srcId="{BC1DA3EE-C4BE-4876-9B37-23C004E2797B}" destId="{F631023D-83D6-46BD-ADB7-8452331E817F}" srcOrd="1" destOrd="0" parTransId="{FC51AA0C-92D7-4B6D-A12A-0B100569DFE8}" sibTransId="{B11164E2-D8F4-42D7-B4F9-CE42B4A4E10F}"/>
    <dgm:cxn modelId="{ABE48077-D56F-4B6F-89B0-962EF4994351}" type="presOf" srcId="{E642A729-F2BB-4B33-840D-47050D6D1FAE}" destId="{B8B90E8F-F559-4032-A165-AF2B9DE30806}" srcOrd="0" destOrd="0" presId="urn:microsoft.com/office/officeart/2005/8/layout/hProcess11"/>
    <dgm:cxn modelId="{1BB31B82-68EC-47AC-BD83-8D1118FBD477}" type="presOf" srcId="{055926D7-DB23-4DD7-A8A6-FAA072CE17C0}" destId="{76289A32-6A8B-4058-A2E0-0957537D8FAD}" srcOrd="0" destOrd="0" presId="urn:microsoft.com/office/officeart/2005/8/layout/hProcess11"/>
    <dgm:cxn modelId="{AC9B168C-EE71-46F1-8364-C0B0BBA87771}" srcId="{BC1DA3EE-C4BE-4876-9B37-23C004E2797B}" destId="{055926D7-DB23-4DD7-A8A6-FAA072CE17C0}" srcOrd="2" destOrd="0" parTransId="{C7F85137-2594-475C-BDFE-71CCBA77489D}" sibTransId="{EFD291BF-459A-4ADE-856A-7ACBC4532F95}"/>
    <dgm:cxn modelId="{CF8BD295-3330-4B8D-B0A3-DA0E4D080B19}" type="presOf" srcId="{BC1DA3EE-C4BE-4876-9B37-23C004E2797B}" destId="{BCEF303D-1441-418F-8081-E8A1383490F8}" srcOrd="0" destOrd="0" presId="urn:microsoft.com/office/officeart/2005/8/layout/hProcess11"/>
    <dgm:cxn modelId="{E46BEA97-3DE5-4801-8B6C-295CBF5C7906}" srcId="{BC1DA3EE-C4BE-4876-9B37-23C004E2797B}" destId="{F6C5B8C5-D91E-4E5A-ADAC-7195E805A424}" srcOrd="4" destOrd="0" parTransId="{F5E395D9-F724-470C-9388-535CE5AD2431}" sibTransId="{E3EBE9AB-C2F4-4F19-99A1-E8A59E0C9874}"/>
    <dgm:cxn modelId="{889DEBE0-B9CA-48EF-883B-182874B1A2E6}" srcId="{BC1DA3EE-C4BE-4876-9B37-23C004E2797B}" destId="{9A4552C8-1174-4FBE-8579-9327F236B679}" srcOrd="3" destOrd="0" parTransId="{D58D2607-D76A-40EC-B908-40883916EC3F}" sibTransId="{829E1B08-5365-4065-9B8F-2B564A79B5B8}"/>
    <dgm:cxn modelId="{3B2432E5-B490-476E-B11F-E83AFDFF8CB6}" srcId="{BC1DA3EE-C4BE-4876-9B37-23C004E2797B}" destId="{E642A729-F2BB-4B33-840D-47050D6D1FAE}" srcOrd="0" destOrd="0" parTransId="{00325BAD-0780-47F5-86FA-4748B3F1D1CA}" sibTransId="{B72039DB-B178-44D0-A428-60511C9EA682}"/>
    <dgm:cxn modelId="{E9E018CA-45E0-4149-B5FE-7FF822889C87}" type="presParOf" srcId="{BCEF303D-1441-418F-8081-E8A1383490F8}" destId="{04195A40-73A6-4440-A635-81294984F4C5}" srcOrd="0" destOrd="0" presId="urn:microsoft.com/office/officeart/2005/8/layout/hProcess11"/>
    <dgm:cxn modelId="{CCCFFF01-87D2-46BD-A89F-70141D9E4877}" type="presParOf" srcId="{BCEF303D-1441-418F-8081-E8A1383490F8}" destId="{3590EB5F-0632-4194-8E4E-2FD198001FB8}" srcOrd="1" destOrd="0" presId="urn:microsoft.com/office/officeart/2005/8/layout/hProcess11"/>
    <dgm:cxn modelId="{0BC00D30-9EEE-4450-BD1F-25788E8638EC}" type="presParOf" srcId="{3590EB5F-0632-4194-8E4E-2FD198001FB8}" destId="{BF7AA58B-7E9F-4675-BFC0-EA3EDE21E2B5}" srcOrd="0" destOrd="0" presId="urn:microsoft.com/office/officeart/2005/8/layout/hProcess11"/>
    <dgm:cxn modelId="{07B00849-C792-4659-AE79-866B2B39BA16}" type="presParOf" srcId="{BF7AA58B-7E9F-4675-BFC0-EA3EDE21E2B5}" destId="{B8B90E8F-F559-4032-A165-AF2B9DE30806}" srcOrd="0" destOrd="0" presId="urn:microsoft.com/office/officeart/2005/8/layout/hProcess11"/>
    <dgm:cxn modelId="{CAAC91CA-2483-4B66-B589-84F9A2F94419}" type="presParOf" srcId="{BF7AA58B-7E9F-4675-BFC0-EA3EDE21E2B5}" destId="{CA5B6BD9-3FAA-4AA4-B502-CBEF8A460BD0}" srcOrd="1" destOrd="0" presId="urn:microsoft.com/office/officeart/2005/8/layout/hProcess11"/>
    <dgm:cxn modelId="{ED265CD9-1266-446B-9C79-1859B5DEA0CE}" type="presParOf" srcId="{BF7AA58B-7E9F-4675-BFC0-EA3EDE21E2B5}" destId="{0FC368B1-2930-424E-8A46-62364A56CDAC}" srcOrd="2" destOrd="0" presId="urn:microsoft.com/office/officeart/2005/8/layout/hProcess11"/>
    <dgm:cxn modelId="{1C9E6F74-D191-420C-8393-89EB72E12DFA}" type="presParOf" srcId="{3590EB5F-0632-4194-8E4E-2FD198001FB8}" destId="{33CED290-82B3-4D35-BEA5-06FFD6189B4A}" srcOrd="1" destOrd="0" presId="urn:microsoft.com/office/officeart/2005/8/layout/hProcess11"/>
    <dgm:cxn modelId="{0B2ECB07-1396-46AF-80F7-DFC31E770F63}" type="presParOf" srcId="{3590EB5F-0632-4194-8E4E-2FD198001FB8}" destId="{05FF5512-5859-4972-9463-D8CEA103E4D2}" srcOrd="2" destOrd="0" presId="urn:microsoft.com/office/officeart/2005/8/layout/hProcess11"/>
    <dgm:cxn modelId="{94DBD1A1-0B24-4052-ABA7-3E93527B8BF5}" type="presParOf" srcId="{05FF5512-5859-4972-9463-D8CEA103E4D2}" destId="{E95D1DBB-E89D-42AD-A5D0-286EBB4E7706}" srcOrd="0" destOrd="0" presId="urn:microsoft.com/office/officeart/2005/8/layout/hProcess11"/>
    <dgm:cxn modelId="{36B18314-20DD-44E7-AA6C-7A746ECAB25A}" type="presParOf" srcId="{05FF5512-5859-4972-9463-D8CEA103E4D2}" destId="{B7B659CD-17A0-46E5-8994-F6019EB0A1A9}" srcOrd="1" destOrd="0" presId="urn:microsoft.com/office/officeart/2005/8/layout/hProcess11"/>
    <dgm:cxn modelId="{3829CFDF-8513-41B1-B404-FCF09A5DA881}" type="presParOf" srcId="{05FF5512-5859-4972-9463-D8CEA103E4D2}" destId="{16AFC3F6-D976-4305-88D0-7A28E007AA86}" srcOrd="2" destOrd="0" presId="urn:microsoft.com/office/officeart/2005/8/layout/hProcess11"/>
    <dgm:cxn modelId="{2BAEF4FB-0FB6-4B16-874F-0420FF5CDC09}" type="presParOf" srcId="{3590EB5F-0632-4194-8E4E-2FD198001FB8}" destId="{9224B4DB-B4B5-4DC3-A34C-72347BAEC85A}" srcOrd="3" destOrd="0" presId="urn:microsoft.com/office/officeart/2005/8/layout/hProcess11"/>
    <dgm:cxn modelId="{05AAF5DC-4589-4155-8186-A05D2F5021C8}" type="presParOf" srcId="{3590EB5F-0632-4194-8E4E-2FD198001FB8}" destId="{BF168D87-9058-480D-81C2-D4C5B372BB45}" srcOrd="4" destOrd="0" presId="urn:microsoft.com/office/officeart/2005/8/layout/hProcess11"/>
    <dgm:cxn modelId="{CF249BE5-4A6C-4D82-968C-19DF2CE43048}" type="presParOf" srcId="{BF168D87-9058-480D-81C2-D4C5B372BB45}" destId="{76289A32-6A8B-4058-A2E0-0957537D8FAD}" srcOrd="0" destOrd="0" presId="urn:microsoft.com/office/officeart/2005/8/layout/hProcess11"/>
    <dgm:cxn modelId="{44826AFC-2A0A-4029-9243-121DDF02E004}" type="presParOf" srcId="{BF168D87-9058-480D-81C2-D4C5B372BB45}" destId="{D67BAA4A-CE49-4000-A298-377EF25F6BD7}" srcOrd="1" destOrd="0" presId="urn:microsoft.com/office/officeart/2005/8/layout/hProcess11"/>
    <dgm:cxn modelId="{8B484C8E-A1DF-4AC1-837C-EFD2D92FC27B}" type="presParOf" srcId="{BF168D87-9058-480D-81C2-D4C5B372BB45}" destId="{C8240D79-35DC-4F64-A423-5B3F373DA5AE}" srcOrd="2" destOrd="0" presId="urn:microsoft.com/office/officeart/2005/8/layout/hProcess11"/>
    <dgm:cxn modelId="{B9CE28D2-A6DA-46BC-9366-47B702AAB327}" type="presParOf" srcId="{3590EB5F-0632-4194-8E4E-2FD198001FB8}" destId="{21874046-88C5-49D9-B27A-2BBF69BED5A8}" srcOrd="5" destOrd="0" presId="urn:microsoft.com/office/officeart/2005/8/layout/hProcess11"/>
    <dgm:cxn modelId="{6DC6F3A6-3F0E-498A-A172-1B8DCCD6F3CF}" type="presParOf" srcId="{3590EB5F-0632-4194-8E4E-2FD198001FB8}" destId="{B208CC63-1C70-4C66-82EA-028D7B08E43D}" srcOrd="6" destOrd="0" presId="urn:microsoft.com/office/officeart/2005/8/layout/hProcess11"/>
    <dgm:cxn modelId="{BDC51AD3-957F-4340-A75B-A0C663AB2DD3}" type="presParOf" srcId="{B208CC63-1C70-4C66-82EA-028D7B08E43D}" destId="{023115D5-3C5A-4900-B4E7-D49F1D558537}" srcOrd="0" destOrd="0" presId="urn:microsoft.com/office/officeart/2005/8/layout/hProcess11"/>
    <dgm:cxn modelId="{53D0AE6E-D5F5-494F-BE3E-C5D4D662189D}" type="presParOf" srcId="{B208CC63-1C70-4C66-82EA-028D7B08E43D}" destId="{3E02EAED-44B8-4B9C-8691-49F9FB9B67B5}" srcOrd="1" destOrd="0" presId="urn:microsoft.com/office/officeart/2005/8/layout/hProcess11"/>
    <dgm:cxn modelId="{FBE4104F-0B09-4E4B-AFAA-C1336F9CA3A7}" type="presParOf" srcId="{B208CC63-1C70-4C66-82EA-028D7B08E43D}" destId="{F3161FB4-6DEA-4289-B420-21E14A1917C6}" srcOrd="2" destOrd="0" presId="urn:microsoft.com/office/officeart/2005/8/layout/hProcess11"/>
    <dgm:cxn modelId="{12749730-128C-4EFF-88F8-37F7813D2B29}" type="presParOf" srcId="{3590EB5F-0632-4194-8E4E-2FD198001FB8}" destId="{171B2D1C-75E4-42AC-AE7F-56C49270A069}" srcOrd="7" destOrd="0" presId="urn:microsoft.com/office/officeart/2005/8/layout/hProcess11"/>
    <dgm:cxn modelId="{ECCFF68F-B0EC-4387-96E6-C403D5735E95}" type="presParOf" srcId="{3590EB5F-0632-4194-8E4E-2FD198001FB8}" destId="{5CEFB0D7-85B4-454B-AB0A-64104F413DC6}" srcOrd="8" destOrd="0" presId="urn:microsoft.com/office/officeart/2005/8/layout/hProcess11"/>
    <dgm:cxn modelId="{6300E0B6-79A2-4329-8959-078BF7A67D09}" type="presParOf" srcId="{5CEFB0D7-85B4-454B-AB0A-64104F413DC6}" destId="{6E6DFB22-478A-40EF-9E40-A13F3F4C1827}" srcOrd="0" destOrd="0" presId="urn:microsoft.com/office/officeart/2005/8/layout/hProcess11"/>
    <dgm:cxn modelId="{F83B7BF2-AE19-4A6E-AC6A-D78339EF6C38}" type="presParOf" srcId="{5CEFB0D7-85B4-454B-AB0A-64104F413DC6}" destId="{37F726B2-EEED-4083-BC58-15EF75B9069D}" srcOrd="1" destOrd="0" presId="urn:microsoft.com/office/officeart/2005/8/layout/hProcess11"/>
    <dgm:cxn modelId="{D8DC310C-1BCD-4824-B2EF-41E0DB188E6D}" type="presParOf" srcId="{5CEFB0D7-85B4-454B-AB0A-64104F413DC6}" destId="{055EF658-52FC-47A8-9CFE-1930C61887F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73FDD7-2063-4E81-87CD-63B9EEB4529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8D2DDC6-8741-464D-A879-ECE6DB10DA60}">
      <dgm:prSet phldrT="[Text]" custT="1"/>
      <dgm:spPr/>
      <dgm:t>
        <a:bodyPr/>
        <a:lstStyle/>
        <a:p>
          <a:r>
            <a:rPr lang="en-US" sz="2000" dirty="0"/>
            <a:t>Modular and Shared Services</a:t>
          </a:r>
        </a:p>
      </dgm:t>
    </dgm:pt>
    <dgm:pt modelId="{05A13D52-FE51-4434-9382-C9EE23A6A2CA}" type="parTrans" cxnId="{CCED8C7B-AEE9-4794-A68D-CFDB99347466}">
      <dgm:prSet/>
      <dgm:spPr/>
      <dgm:t>
        <a:bodyPr/>
        <a:lstStyle/>
        <a:p>
          <a:endParaRPr lang="en-US"/>
        </a:p>
      </dgm:t>
    </dgm:pt>
    <dgm:pt modelId="{3E087F88-370B-4B0F-A9C9-B25DF212F5F0}" type="sibTrans" cxnId="{CCED8C7B-AEE9-4794-A68D-CFDB99347466}">
      <dgm:prSet/>
      <dgm:spPr/>
      <dgm:t>
        <a:bodyPr/>
        <a:lstStyle/>
        <a:p>
          <a:endParaRPr lang="en-US"/>
        </a:p>
      </dgm:t>
    </dgm:pt>
    <dgm:pt modelId="{B46ABC49-A6C2-4030-9A1E-49CD099F4692}">
      <dgm:prSet phldrT="[Text]"/>
      <dgm:spPr/>
      <dgm:t>
        <a:bodyPr/>
        <a:lstStyle/>
        <a:p>
          <a:r>
            <a:rPr lang="en-US" dirty="0"/>
            <a:t>Modernize UI/UX Technologies</a:t>
          </a:r>
        </a:p>
      </dgm:t>
    </dgm:pt>
    <dgm:pt modelId="{59B8D3E0-D143-4F9D-8184-EE5129BD3BF3}" type="parTrans" cxnId="{036279BF-CA0B-4C57-8DA3-9CF89DB150E1}">
      <dgm:prSet/>
      <dgm:spPr/>
      <dgm:t>
        <a:bodyPr/>
        <a:lstStyle/>
        <a:p>
          <a:endParaRPr lang="en-US"/>
        </a:p>
      </dgm:t>
    </dgm:pt>
    <dgm:pt modelId="{3F950165-12C5-4E4D-B7A6-549A35ED4711}" type="sibTrans" cxnId="{036279BF-CA0B-4C57-8DA3-9CF89DB150E1}">
      <dgm:prSet/>
      <dgm:spPr/>
      <dgm:t>
        <a:bodyPr/>
        <a:lstStyle/>
        <a:p>
          <a:endParaRPr lang="en-US"/>
        </a:p>
      </dgm:t>
    </dgm:pt>
    <dgm:pt modelId="{74230ADF-3DF8-47C2-8AB6-4398C5748041}">
      <dgm:prSet phldrT="[Text]" custT="1"/>
      <dgm:spPr/>
      <dgm:t>
        <a:bodyPr/>
        <a:lstStyle/>
        <a:p>
          <a:r>
            <a:rPr lang="en-US" sz="2000" dirty="0"/>
            <a:t>DevOps</a:t>
          </a:r>
        </a:p>
      </dgm:t>
    </dgm:pt>
    <dgm:pt modelId="{1DF6A56D-C728-4760-999C-22DBBC1A8AAC}" type="parTrans" cxnId="{0E89B837-8E1E-4623-8B69-998E3CE673C9}">
      <dgm:prSet/>
      <dgm:spPr/>
      <dgm:t>
        <a:bodyPr/>
        <a:lstStyle/>
        <a:p>
          <a:endParaRPr lang="en-US"/>
        </a:p>
      </dgm:t>
    </dgm:pt>
    <dgm:pt modelId="{3CEA5071-AC07-4021-A58C-3F63CE18F2ED}" type="sibTrans" cxnId="{0E89B837-8E1E-4623-8B69-998E3CE673C9}">
      <dgm:prSet/>
      <dgm:spPr/>
      <dgm:t>
        <a:bodyPr/>
        <a:lstStyle/>
        <a:p>
          <a:endParaRPr lang="en-US"/>
        </a:p>
      </dgm:t>
    </dgm:pt>
    <dgm:pt modelId="{91908BF5-FCE8-4F67-BA6D-C2EDAEC06874}">
      <dgm:prSet phldrT="[Text]" custT="1"/>
      <dgm:spPr/>
      <dgm:t>
        <a:bodyPr/>
        <a:lstStyle/>
        <a:p>
          <a:r>
            <a:rPr lang="en-US" sz="2000" dirty="0"/>
            <a:t>Cloud Readiness</a:t>
          </a:r>
        </a:p>
      </dgm:t>
    </dgm:pt>
    <dgm:pt modelId="{6120807D-D5AC-4819-B473-22A13B7F5F10}" type="parTrans" cxnId="{CFF65693-6BFD-4095-9613-21069094EF83}">
      <dgm:prSet/>
      <dgm:spPr/>
      <dgm:t>
        <a:bodyPr/>
        <a:lstStyle/>
        <a:p>
          <a:endParaRPr lang="en-US"/>
        </a:p>
      </dgm:t>
    </dgm:pt>
    <dgm:pt modelId="{75FC8AB0-7041-43C3-82C9-5B2FBE6092D2}" type="sibTrans" cxnId="{CFF65693-6BFD-4095-9613-21069094EF83}">
      <dgm:prSet/>
      <dgm:spPr/>
      <dgm:t>
        <a:bodyPr/>
        <a:lstStyle/>
        <a:p>
          <a:endParaRPr lang="en-US"/>
        </a:p>
      </dgm:t>
    </dgm:pt>
    <dgm:pt modelId="{0D44B309-9CA3-45EC-803B-410EE55527B7}">
      <dgm:prSet phldrT="[Text]"/>
      <dgm:spPr/>
      <dgm:t>
        <a:bodyPr/>
        <a:lstStyle/>
        <a:p>
          <a:r>
            <a:rPr lang="en-US" dirty="0"/>
            <a:t>Service Mesh</a:t>
          </a:r>
        </a:p>
      </dgm:t>
    </dgm:pt>
    <dgm:pt modelId="{E85781F0-408C-410C-B945-96D10B024096}" type="parTrans" cxnId="{601B1162-1C19-4F6B-A51A-E4FB1FC1C64B}">
      <dgm:prSet/>
      <dgm:spPr/>
      <dgm:t>
        <a:bodyPr/>
        <a:lstStyle/>
        <a:p>
          <a:endParaRPr lang="en-US"/>
        </a:p>
      </dgm:t>
    </dgm:pt>
    <dgm:pt modelId="{AE841701-5A73-46B1-AA1C-870B98F2F732}" type="sibTrans" cxnId="{601B1162-1C19-4F6B-A51A-E4FB1FC1C64B}">
      <dgm:prSet/>
      <dgm:spPr/>
      <dgm:t>
        <a:bodyPr/>
        <a:lstStyle/>
        <a:p>
          <a:endParaRPr lang="en-US"/>
        </a:p>
      </dgm:t>
    </dgm:pt>
    <dgm:pt modelId="{5F5F9C44-B096-4547-812D-5D5CB3E86D13}">
      <dgm:prSet phldrT="[Text]"/>
      <dgm:spPr/>
      <dgm:t>
        <a:bodyPr/>
        <a:lstStyle/>
        <a:p>
          <a:r>
            <a:rPr lang="en-US" dirty="0"/>
            <a:t>Path forward to Enterprise DevOps</a:t>
          </a:r>
        </a:p>
      </dgm:t>
    </dgm:pt>
    <dgm:pt modelId="{52DD723F-A921-4489-84F2-955849909A25}" type="parTrans" cxnId="{57D29F53-D552-4310-BA5D-6FF8C862F207}">
      <dgm:prSet/>
      <dgm:spPr/>
      <dgm:t>
        <a:bodyPr/>
        <a:lstStyle/>
        <a:p>
          <a:endParaRPr lang="en-US"/>
        </a:p>
      </dgm:t>
    </dgm:pt>
    <dgm:pt modelId="{9A473F4A-42F7-4A54-AF23-6479E4524A50}" type="sibTrans" cxnId="{57D29F53-D552-4310-BA5D-6FF8C862F207}">
      <dgm:prSet/>
      <dgm:spPr/>
      <dgm:t>
        <a:bodyPr/>
        <a:lstStyle/>
        <a:p>
          <a:endParaRPr lang="en-US"/>
        </a:p>
      </dgm:t>
    </dgm:pt>
    <dgm:pt modelId="{1E218FAF-B311-409C-9748-08ED7BD7A157}">
      <dgm:prSet phldrT="[Text]"/>
      <dgm:spPr/>
      <dgm:t>
        <a:bodyPr/>
        <a:lstStyle/>
        <a:p>
          <a:r>
            <a:rPr lang="en-US" dirty="0"/>
            <a:t>Separation of Concerns – Experience and Data</a:t>
          </a:r>
        </a:p>
      </dgm:t>
    </dgm:pt>
    <dgm:pt modelId="{431E7B3C-0E3F-418C-9895-29EF84C5638D}" type="parTrans" cxnId="{7DB88421-F151-43F0-BE5E-9D29242B37EA}">
      <dgm:prSet/>
      <dgm:spPr/>
      <dgm:t>
        <a:bodyPr/>
        <a:lstStyle/>
        <a:p>
          <a:endParaRPr lang="en-US"/>
        </a:p>
      </dgm:t>
    </dgm:pt>
    <dgm:pt modelId="{2F7FAA28-B323-4F2E-815B-CDB417850B3B}" type="sibTrans" cxnId="{7DB88421-F151-43F0-BE5E-9D29242B37EA}">
      <dgm:prSet/>
      <dgm:spPr/>
      <dgm:t>
        <a:bodyPr/>
        <a:lstStyle/>
        <a:p>
          <a:endParaRPr lang="en-US"/>
        </a:p>
      </dgm:t>
    </dgm:pt>
    <dgm:pt modelId="{F65DF320-2CA8-48DF-931C-11A7D530DBED}">
      <dgm:prSet phldrT="[Text]"/>
      <dgm:spPr/>
      <dgm:t>
        <a:bodyPr/>
        <a:lstStyle/>
        <a:p>
          <a:r>
            <a:rPr lang="en-US" dirty="0"/>
            <a:t>Prepare for Multi-Cloud Deployment</a:t>
          </a:r>
        </a:p>
      </dgm:t>
    </dgm:pt>
    <dgm:pt modelId="{15605FD1-D2C8-4222-BF60-BC9D3E15A361}" type="parTrans" cxnId="{EEF04964-8C08-44EB-8A66-29A3CFD8738B}">
      <dgm:prSet/>
      <dgm:spPr/>
      <dgm:t>
        <a:bodyPr/>
        <a:lstStyle/>
        <a:p>
          <a:endParaRPr lang="en-US"/>
        </a:p>
      </dgm:t>
    </dgm:pt>
    <dgm:pt modelId="{E7AD7236-704C-406F-9EC3-C3B7D4534A14}" type="sibTrans" cxnId="{EEF04964-8C08-44EB-8A66-29A3CFD8738B}">
      <dgm:prSet/>
      <dgm:spPr/>
      <dgm:t>
        <a:bodyPr/>
        <a:lstStyle/>
        <a:p>
          <a:endParaRPr lang="en-US"/>
        </a:p>
      </dgm:t>
    </dgm:pt>
    <dgm:pt modelId="{9B41C878-13A7-4EBB-AC15-092B913BE942}">
      <dgm:prSet phldrT="[Text]"/>
      <dgm:spPr/>
      <dgm:t>
        <a:bodyPr/>
        <a:lstStyle/>
        <a:p>
          <a:r>
            <a:rPr lang="en-US" dirty="0"/>
            <a:t>Configuration Service</a:t>
          </a:r>
        </a:p>
      </dgm:t>
    </dgm:pt>
    <dgm:pt modelId="{60A723F3-C7D8-4A4E-98F9-B87CEB1259B2}" type="parTrans" cxnId="{02414D1C-6447-4F67-B7C0-5067B68F6DAC}">
      <dgm:prSet/>
      <dgm:spPr/>
      <dgm:t>
        <a:bodyPr/>
        <a:lstStyle/>
        <a:p>
          <a:endParaRPr lang="en-US"/>
        </a:p>
      </dgm:t>
    </dgm:pt>
    <dgm:pt modelId="{733D89EB-351D-4540-AC96-715816B77CDF}" type="sibTrans" cxnId="{02414D1C-6447-4F67-B7C0-5067B68F6DAC}">
      <dgm:prSet/>
      <dgm:spPr/>
      <dgm:t>
        <a:bodyPr/>
        <a:lstStyle/>
        <a:p>
          <a:endParaRPr lang="en-US"/>
        </a:p>
      </dgm:t>
    </dgm:pt>
    <dgm:pt modelId="{6E613796-864B-4798-8E22-198ED268F58B}">
      <dgm:prSet phldrT="[Text]" custT="1"/>
      <dgm:spPr/>
      <dgm:t>
        <a:bodyPr/>
        <a:lstStyle/>
        <a:p>
          <a:r>
            <a:rPr lang="en-US" sz="2000" dirty="0"/>
            <a:t>Data Platform</a:t>
          </a:r>
        </a:p>
      </dgm:t>
    </dgm:pt>
    <dgm:pt modelId="{FC318D57-DDF4-4275-93DE-C3B95E987F6B}" type="parTrans" cxnId="{9DBDBD9B-0929-407E-9F67-5423E1D6B887}">
      <dgm:prSet/>
      <dgm:spPr/>
      <dgm:t>
        <a:bodyPr/>
        <a:lstStyle/>
        <a:p>
          <a:endParaRPr lang="en-US"/>
        </a:p>
      </dgm:t>
    </dgm:pt>
    <dgm:pt modelId="{737EF6D8-0616-482B-845C-9E154AF8074B}" type="sibTrans" cxnId="{9DBDBD9B-0929-407E-9F67-5423E1D6B887}">
      <dgm:prSet/>
      <dgm:spPr/>
      <dgm:t>
        <a:bodyPr/>
        <a:lstStyle/>
        <a:p>
          <a:endParaRPr lang="en-US"/>
        </a:p>
      </dgm:t>
    </dgm:pt>
    <dgm:pt modelId="{F218F8B4-C3F9-432E-B463-64899BF380DE}">
      <dgm:prSet custT="1"/>
      <dgm:spPr/>
      <dgm:t>
        <a:bodyPr/>
        <a:lstStyle/>
        <a:p>
          <a:r>
            <a:rPr lang="en-US" sz="1500" dirty="0"/>
            <a:t>Which NoSQL solution to choose?</a:t>
          </a:r>
        </a:p>
      </dgm:t>
    </dgm:pt>
    <dgm:pt modelId="{EBB61A65-C8D2-4EDF-8F4E-D9741D101DB6}" type="parTrans" cxnId="{C21D611A-1D5C-40DA-A17C-293F79B1A282}">
      <dgm:prSet/>
      <dgm:spPr/>
      <dgm:t>
        <a:bodyPr/>
        <a:lstStyle/>
        <a:p>
          <a:endParaRPr lang="en-US"/>
        </a:p>
      </dgm:t>
    </dgm:pt>
    <dgm:pt modelId="{786A75A8-F17F-4770-A401-E73708B94799}" type="sibTrans" cxnId="{C21D611A-1D5C-40DA-A17C-293F79B1A282}">
      <dgm:prSet/>
      <dgm:spPr/>
      <dgm:t>
        <a:bodyPr/>
        <a:lstStyle/>
        <a:p>
          <a:endParaRPr lang="en-US"/>
        </a:p>
      </dgm:t>
    </dgm:pt>
    <dgm:pt modelId="{A91CA1AB-BB95-495D-BFD0-313AE9EE6D35}">
      <dgm:prSet custT="1"/>
      <dgm:spPr/>
      <dgm:t>
        <a:bodyPr/>
        <a:lstStyle/>
        <a:p>
          <a:r>
            <a:rPr lang="en-US" sz="1500" dirty="0"/>
            <a:t>Identify Data Workloads for Private Cloud</a:t>
          </a:r>
        </a:p>
      </dgm:t>
    </dgm:pt>
    <dgm:pt modelId="{BFBB813D-C246-40B3-A128-A95029BB7D84}" type="parTrans" cxnId="{C11A87AA-AFD2-4B36-81D6-8909A60AC82F}">
      <dgm:prSet/>
      <dgm:spPr/>
      <dgm:t>
        <a:bodyPr/>
        <a:lstStyle/>
        <a:p>
          <a:endParaRPr lang="en-US"/>
        </a:p>
      </dgm:t>
    </dgm:pt>
    <dgm:pt modelId="{ADD0E5E5-AB13-458B-873B-25798375AA1C}" type="sibTrans" cxnId="{C11A87AA-AFD2-4B36-81D6-8909A60AC82F}">
      <dgm:prSet/>
      <dgm:spPr/>
      <dgm:t>
        <a:bodyPr/>
        <a:lstStyle/>
        <a:p>
          <a:endParaRPr lang="en-US"/>
        </a:p>
      </dgm:t>
    </dgm:pt>
    <dgm:pt modelId="{5ABDDC6C-9A11-4097-B8C3-DF3F20E683BE}" type="pres">
      <dgm:prSet presAssocID="{E573FDD7-2063-4E81-87CD-63B9EEB45297}" presName="Name0" presStyleCnt="0">
        <dgm:presLayoutVars>
          <dgm:dir/>
          <dgm:animLvl val="lvl"/>
          <dgm:resizeHandles val="exact"/>
        </dgm:presLayoutVars>
      </dgm:prSet>
      <dgm:spPr/>
    </dgm:pt>
    <dgm:pt modelId="{A3F1D4FD-FBFD-4419-972F-528CEEA9AB73}" type="pres">
      <dgm:prSet presAssocID="{B8D2DDC6-8741-464D-A879-ECE6DB10DA60}" presName="linNode" presStyleCnt="0"/>
      <dgm:spPr/>
    </dgm:pt>
    <dgm:pt modelId="{3116B2C7-A631-4B69-98C7-C7BA49D6C3D9}" type="pres">
      <dgm:prSet presAssocID="{B8D2DDC6-8741-464D-A879-ECE6DB10DA60}" presName="parentText" presStyleLbl="node1" presStyleIdx="0" presStyleCnt="4">
        <dgm:presLayoutVars>
          <dgm:chMax val="1"/>
          <dgm:bulletEnabled val="1"/>
        </dgm:presLayoutVars>
      </dgm:prSet>
      <dgm:spPr/>
    </dgm:pt>
    <dgm:pt modelId="{DB66CB34-978E-4532-AEF4-08BDD9760DEB}" type="pres">
      <dgm:prSet presAssocID="{B8D2DDC6-8741-464D-A879-ECE6DB10DA60}" presName="descendantText" presStyleLbl="alignAccFollowNode1" presStyleIdx="0" presStyleCnt="4">
        <dgm:presLayoutVars>
          <dgm:bulletEnabled val="1"/>
        </dgm:presLayoutVars>
      </dgm:prSet>
      <dgm:spPr/>
    </dgm:pt>
    <dgm:pt modelId="{DB19B4CB-F2C3-4E4C-853D-2CEBF3EA46BA}" type="pres">
      <dgm:prSet presAssocID="{3E087F88-370B-4B0F-A9C9-B25DF212F5F0}" presName="sp" presStyleCnt="0"/>
      <dgm:spPr/>
    </dgm:pt>
    <dgm:pt modelId="{572DBA59-3422-4575-9DD5-036CA9B1D1F8}" type="pres">
      <dgm:prSet presAssocID="{6E613796-864B-4798-8E22-198ED268F58B}" presName="linNode" presStyleCnt="0"/>
      <dgm:spPr/>
    </dgm:pt>
    <dgm:pt modelId="{6BB233FF-9BD6-4E51-94C6-27E2B53F209A}" type="pres">
      <dgm:prSet presAssocID="{6E613796-864B-4798-8E22-198ED268F58B}" presName="parentText" presStyleLbl="node1" presStyleIdx="1" presStyleCnt="4">
        <dgm:presLayoutVars>
          <dgm:chMax val="1"/>
          <dgm:bulletEnabled val="1"/>
        </dgm:presLayoutVars>
      </dgm:prSet>
      <dgm:spPr/>
    </dgm:pt>
    <dgm:pt modelId="{062FB2DC-DA9D-4EAC-97B5-94FB2B22504E}" type="pres">
      <dgm:prSet presAssocID="{6E613796-864B-4798-8E22-198ED268F58B}" presName="descendantText" presStyleLbl="alignAccFollowNode1" presStyleIdx="1" presStyleCnt="4">
        <dgm:presLayoutVars>
          <dgm:bulletEnabled val="1"/>
        </dgm:presLayoutVars>
      </dgm:prSet>
      <dgm:spPr/>
    </dgm:pt>
    <dgm:pt modelId="{3A33D043-3D3A-4B9A-A368-71EBD7F26EB8}" type="pres">
      <dgm:prSet presAssocID="{737EF6D8-0616-482B-845C-9E154AF8074B}" presName="sp" presStyleCnt="0"/>
      <dgm:spPr/>
    </dgm:pt>
    <dgm:pt modelId="{D47A7D49-62D2-4D68-AE1F-35FB0DAD5046}" type="pres">
      <dgm:prSet presAssocID="{74230ADF-3DF8-47C2-8AB6-4398C5748041}" presName="linNode" presStyleCnt="0"/>
      <dgm:spPr/>
    </dgm:pt>
    <dgm:pt modelId="{4B24A3D4-22F7-441E-92FA-0647FE7C1CC2}" type="pres">
      <dgm:prSet presAssocID="{74230ADF-3DF8-47C2-8AB6-4398C5748041}" presName="parentText" presStyleLbl="node1" presStyleIdx="2" presStyleCnt="4">
        <dgm:presLayoutVars>
          <dgm:chMax val="1"/>
          <dgm:bulletEnabled val="1"/>
        </dgm:presLayoutVars>
      </dgm:prSet>
      <dgm:spPr/>
    </dgm:pt>
    <dgm:pt modelId="{F1D1DC78-A4E8-4F2E-9C8F-6E0115FFB460}" type="pres">
      <dgm:prSet presAssocID="{74230ADF-3DF8-47C2-8AB6-4398C5748041}" presName="descendantText" presStyleLbl="alignAccFollowNode1" presStyleIdx="2" presStyleCnt="4">
        <dgm:presLayoutVars>
          <dgm:bulletEnabled val="1"/>
        </dgm:presLayoutVars>
      </dgm:prSet>
      <dgm:spPr/>
    </dgm:pt>
    <dgm:pt modelId="{F234A09D-43B4-4889-802C-90FEB428737E}" type="pres">
      <dgm:prSet presAssocID="{3CEA5071-AC07-4021-A58C-3F63CE18F2ED}" presName="sp" presStyleCnt="0"/>
      <dgm:spPr/>
    </dgm:pt>
    <dgm:pt modelId="{245B1D7F-3D25-4441-9B20-6F1E517EC371}" type="pres">
      <dgm:prSet presAssocID="{91908BF5-FCE8-4F67-BA6D-C2EDAEC06874}" presName="linNode" presStyleCnt="0"/>
      <dgm:spPr/>
    </dgm:pt>
    <dgm:pt modelId="{41B268A0-7C50-4461-9BC7-94693232780F}" type="pres">
      <dgm:prSet presAssocID="{91908BF5-FCE8-4F67-BA6D-C2EDAEC06874}" presName="parentText" presStyleLbl="node1" presStyleIdx="3" presStyleCnt="4">
        <dgm:presLayoutVars>
          <dgm:chMax val="1"/>
          <dgm:bulletEnabled val="1"/>
        </dgm:presLayoutVars>
      </dgm:prSet>
      <dgm:spPr/>
    </dgm:pt>
    <dgm:pt modelId="{FD1C50B8-A052-48F5-BE37-59315CAFB233}" type="pres">
      <dgm:prSet presAssocID="{91908BF5-FCE8-4F67-BA6D-C2EDAEC06874}" presName="descendantText" presStyleLbl="alignAccFollowNode1" presStyleIdx="3" presStyleCnt="4">
        <dgm:presLayoutVars>
          <dgm:bulletEnabled val="1"/>
        </dgm:presLayoutVars>
      </dgm:prSet>
      <dgm:spPr/>
    </dgm:pt>
  </dgm:ptLst>
  <dgm:cxnLst>
    <dgm:cxn modelId="{F8B55F06-B23A-43DE-A760-939EDF5D1333}" type="presOf" srcId="{F218F8B4-C3F9-432E-B463-64899BF380DE}" destId="{062FB2DC-DA9D-4EAC-97B5-94FB2B22504E}" srcOrd="0" destOrd="0" presId="urn:microsoft.com/office/officeart/2005/8/layout/vList5"/>
    <dgm:cxn modelId="{C21D611A-1D5C-40DA-A17C-293F79B1A282}" srcId="{6E613796-864B-4798-8E22-198ED268F58B}" destId="{F218F8B4-C3F9-432E-B463-64899BF380DE}" srcOrd="0" destOrd="0" parTransId="{EBB61A65-C8D2-4EDF-8F4E-D9741D101DB6}" sibTransId="{786A75A8-F17F-4770-A401-E73708B94799}"/>
    <dgm:cxn modelId="{02414D1C-6447-4F67-B7C0-5067B68F6DAC}" srcId="{91908BF5-FCE8-4F67-BA6D-C2EDAEC06874}" destId="{9B41C878-13A7-4EBB-AC15-092B913BE942}" srcOrd="1" destOrd="0" parTransId="{60A723F3-C7D8-4A4E-98F9-B87CEB1259B2}" sibTransId="{733D89EB-351D-4540-AC96-715816B77CDF}"/>
    <dgm:cxn modelId="{0686C020-7766-45C2-AFCC-7B1FFA9299BA}" type="presOf" srcId="{A91CA1AB-BB95-495D-BFD0-313AE9EE6D35}" destId="{062FB2DC-DA9D-4EAC-97B5-94FB2B22504E}" srcOrd="0" destOrd="1" presId="urn:microsoft.com/office/officeart/2005/8/layout/vList5"/>
    <dgm:cxn modelId="{7DB88421-F151-43F0-BE5E-9D29242B37EA}" srcId="{B8D2DDC6-8741-464D-A879-ECE6DB10DA60}" destId="{1E218FAF-B311-409C-9748-08ED7BD7A157}" srcOrd="1" destOrd="0" parTransId="{431E7B3C-0E3F-418C-9895-29EF84C5638D}" sibTransId="{2F7FAA28-B323-4F2E-815B-CDB417850B3B}"/>
    <dgm:cxn modelId="{0E89B837-8E1E-4623-8B69-998E3CE673C9}" srcId="{E573FDD7-2063-4E81-87CD-63B9EEB45297}" destId="{74230ADF-3DF8-47C2-8AB6-4398C5748041}" srcOrd="2" destOrd="0" parTransId="{1DF6A56D-C728-4760-999C-22DBBC1A8AAC}" sibTransId="{3CEA5071-AC07-4021-A58C-3F63CE18F2ED}"/>
    <dgm:cxn modelId="{0AE8F75E-B00C-4ECC-B262-46AC13999D8E}" type="presOf" srcId="{91908BF5-FCE8-4F67-BA6D-C2EDAEC06874}" destId="{41B268A0-7C50-4461-9BC7-94693232780F}" srcOrd="0" destOrd="0" presId="urn:microsoft.com/office/officeart/2005/8/layout/vList5"/>
    <dgm:cxn modelId="{601B1162-1C19-4F6B-A51A-E4FB1FC1C64B}" srcId="{91908BF5-FCE8-4F67-BA6D-C2EDAEC06874}" destId="{0D44B309-9CA3-45EC-803B-410EE55527B7}" srcOrd="0" destOrd="0" parTransId="{E85781F0-408C-410C-B945-96D10B024096}" sibTransId="{AE841701-5A73-46B1-AA1C-870B98F2F732}"/>
    <dgm:cxn modelId="{EEF04964-8C08-44EB-8A66-29A3CFD8738B}" srcId="{74230ADF-3DF8-47C2-8AB6-4398C5748041}" destId="{F65DF320-2CA8-48DF-931C-11A7D530DBED}" srcOrd="1" destOrd="0" parTransId="{15605FD1-D2C8-4222-BF60-BC9D3E15A361}" sibTransId="{E7AD7236-704C-406F-9EC3-C3B7D4534A14}"/>
    <dgm:cxn modelId="{57D29F53-D552-4310-BA5D-6FF8C862F207}" srcId="{74230ADF-3DF8-47C2-8AB6-4398C5748041}" destId="{5F5F9C44-B096-4547-812D-5D5CB3E86D13}" srcOrd="0" destOrd="0" parTransId="{52DD723F-A921-4489-84F2-955849909A25}" sibTransId="{9A473F4A-42F7-4A54-AF23-6479E4524A50}"/>
    <dgm:cxn modelId="{31AC0D75-C10D-443C-B88B-7847E90FD8E5}" type="presOf" srcId="{F65DF320-2CA8-48DF-931C-11A7D530DBED}" destId="{F1D1DC78-A4E8-4F2E-9C8F-6E0115FFB460}" srcOrd="0" destOrd="1" presId="urn:microsoft.com/office/officeart/2005/8/layout/vList5"/>
    <dgm:cxn modelId="{E849D45A-709D-4463-898C-115262B512DE}" type="presOf" srcId="{9B41C878-13A7-4EBB-AC15-092B913BE942}" destId="{FD1C50B8-A052-48F5-BE37-59315CAFB233}" srcOrd="0" destOrd="1" presId="urn:microsoft.com/office/officeart/2005/8/layout/vList5"/>
    <dgm:cxn modelId="{CCED8C7B-AEE9-4794-A68D-CFDB99347466}" srcId="{E573FDD7-2063-4E81-87CD-63B9EEB45297}" destId="{B8D2DDC6-8741-464D-A879-ECE6DB10DA60}" srcOrd="0" destOrd="0" parTransId="{05A13D52-FE51-4434-9382-C9EE23A6A2CA}" sibTransId="{3E087F88-370B-4B0F-A9C9-B25DF212F5F0}"/>
    <dgm:cxn modelId="{4FF35180-D9D1-49E1-80AA-5D23FD5094D9}" type="presOf" srcId="{74230ADF-3DF8-47C2-8AB6-4398C5748041}" destId="{4B24A3D4-22F7-441E-92FA-0647FE7C1CC2}" srcOrd="0" destOrd="0" presId="urn:microsoft.com/office/officeart/2005/8/layout/vList5"/>
    <dgm:cxn modelId="{078A0490-1F33-40A3-BA66-768A7B62E2D0}" type="presOf" srcId="{6E613796-864B-4798-8E22-198ED268F58B}" destId="{6BB233FF-9BD6-4E51-94C6-27E2B53F209A}" srcOrd="0" destOrd="0" presId="urn:microsoft.com/office/officeart/2005/8/layout/vList5"/>
    <dgm:cxn modelId="{7069BF92-340A-4CFB-AC8B-0E7DFB51F473}" type="presOf" srcId="{5F5F9C44-B096-4547-812D-5D5CB3E86D13}" destId="{F1D1DC78-A4E8-4F2E-9C8F-6E0115FFB460}" srcOrd="0" destOrd="0" presId="urn:microsoft.com/office/officeart/2005/8/layout/vList5"/>
    <dgm:cxn modelId="{CFF65693-6BFD-4095-9613-21069094EF83}" srcId="{E573FDD7-2063-4E81-87CD-63B9EEB45297}" destId="{91908BF5-FCE8-4F67-BA6D-C2EDAEC06874}" srcOrd="3" destOrd="0" parTransId="{6120807D-D5AC-4819-B473-22A13B7F5F10}" sibTransId="{75FC8AB0-7041-43C3-82C9-5B2FBE6092D2}"/>
    <dgm:cxn modelId="{9DBDBD9B-0929-407E-9F67-5423E1D6B887}" srcId="{E573FDD7-2063-4E81-87CD-63B9EEB45297}" destId="{6E613796-864B-4798-8E22-198ED268F58B}" srcOrd="1" destOrd="0" parTransId="{FC318D57-DDF4-4275-93DE-C3B95E987F6B}" sibTransId="{737EF6D8-0616-482B-845C-9E154AF8074B}"/>
    <dgm:cxn modelId="{94EEC69D-75FC-46F7-8419-C44E90A82296}" type="presOf" srcId="{E573FDD7-2063-4E81-87CD-63B9EEB45297}" destId="{5ABDDC6C-9A11-4097-B8C3-DF3F20E683BE}" srcOrd="0" destOrd="0" presId="urn:microsoft.com/office/officeart/2005/8/layout/vList5"/>
    <dgm:cxn modelId="{09BC2CA2-7716-4478-B38F-CA96EEFBFFCC}" type="presOf" srcId="{B46ABC49-A6C2-4030-9A1E-49CD099F4692}" destId="{DB66CB34-978E-4532-AEF4-08BDD9760DEB}" srcOrd="0" destOrd="0" presId="urn:microsoft.com/office/officeart/2005/8/layout/vList5"/>
    <dgm:cxn modelId="{C11A87AA-AFD2-4B36-81D6-8909A60AC82F}" srcId="{6E613796-864B-4798-8E22-198ED268F58B}" destId="{A91CA1AB-BB95-495D-BFD0-313AE9EE6D35}" srcOrd="1" destOrd="0" parTransId="{BFBB813D-C246-40B3-A128-A95029BB7D84}" sibTransId="{ADD0E5E5-AB13-458B-873B-25798375AA1C}"/>
    <dgm:cxn modelId="{23D9BFAF-ED58-4F64-ABF3-1EF237EBAE3E}" type="presOf" srcId="{1E218FAF-B311-409C-9748-08ED7BD7A157}" destId="{DB66CB34-978E-4532-AEF4-08BDD9760DEB}" srcOrd="0" destOrd="1" presId="urn:microsoft.com/office/officeart/2005/8/layout/vList5"/>
    <dgm:cxn modelId="{036279BF-CA0B-4C57-8DA3-9CF89DB150E1}" srcId="{B8D2DDC6-8741-464D-A879-ECE6DB10DA60}" destId="{B46ABC49-A6C2-4030-9A1E-49CD099F4692}" srcOrd="0" destOrd="0" parTransId="{59B8D3E0-D143-4F9D-8184-EE5129BD3BF3}" sibTransId="{3F950165-12C5-4E4D-B7A6-549A35ED4711}"/>
    <dgm:cxn modelId="{2E1CC0D5-A0F3-4BD3-B6CE-AA2A4F7B8B05}" type="presOf" srcId="{B8D2DDC6-8741-464D-A879-ECE6DB10DA60}" destId="{3116B2C7-A631-4B69-98C7-C7BA49D6C3D9}" srcOrd="0" destOrd="0" presId="urn:microsoft.com/office/officeart/2005/8/layout/vList5"/>
    <dgm:cxn modelId="{5CCD9EDB-5259-455A-8238-293FE00C28E5}" type="presOf" srcId="{0D44B309-9CA3-45EC-803B-410EE55527B7}" destId="{FD1C50B8-A052-48F5-BE37-59315CAFB233}" srcOrd="0" destOrd="0" presId="urn:microsoft.com/office/officeart/2005/8/layout/vList5"/>
    <dgm:cxn modelId="{C164936B-F18C-47DC-BEF9-E1238AB3FF8D}" type="presParOf" srcId="{5ABDDC6C-9A11-4097-B8C3-DF3F20E683BE}" destId="{A3F1D4FD-FBFD-4419-972F-528CEEA9AB73}" srcOrd="0" destOrd="0" presId="urn:microsoft.com/office/officeart/2005/8/layout/vList5"/>
    <dgm:cxn modelId="{5CA396DE-706C-49DD-8244-F85413465A95}" type="presParOf" srcId="{A3F1D4FD-FBFD-4419-972F-528CEEA9AB73}" destId="{3116B2C7-A631-4B69-98C7-C7BA49D6C3D9}" srcOrd="0" destOrd="0" presId="urn:microsoft.com/office/officeart/2005/8/layout/vList5"/>
    <dgm:cxn modelId="{E4BFCF99-6A60-4C40-B9A6-54B534C1F137}" type="presParOf" srcId="{A3F1D4FD-FBFD-4419-972F-528CEEA9AB73}" destId="{DB66CB34-978E-4532-AEF4-08BDD9760DEB}" srcOrd="1" destOrd="0" presId="urn:microsoft.com/office/officeart/2005/8/layout/vList5"/>
    <dgm:cxn modelId="{44C11C2C-FDC5-456A-B263-C224C6C8E27E}" type="presParOf" srcId="{5ABDDC6C-9A11-4097-B8C3-DF3F20E683BE}" destId="{DB19B4CB-F2C3-4E4C-853D-2CEBF3EA46BA}" srcOrd="1" destOrd="0" presId="urn:microsoft.com/office/officeart/2005/8/layout/vList5"/>
    <dgm:cxn modelId="{747DFF54-E888-4676-9C0A-5EC298D74B7E}" type="presParOf" srcId="{5ABDDC6C-9A11-4097-B8C3-DF3F20E683BE}" destId="{572DBA59-3422-4575-9DD5-036CA9B1D1F8}" srcOrd="2" destOrd="0" presId="urn:microsoft.com/office/officeart/2005/8/layout/vList5"/>
    <dgm:cxn modelId="{86210112-CC59-411A-AF02-9EAC3988E6BF}" type="presParOf" srcId="{572DBA59-3422-4575-9DD5-036CA9B1D1F8}" destId="{6BB233FF-9BD6-4E51-94C6-27E2B53F209A}" srcOrd="0" destOrd="0" presId="urn:microsoft.com/office/officeart/2005/8/layout/vList5"/>
    <dgm:cxn modelId="{2FE802A4-DB5A-40B7-8E1A-03093049AE36}" type="presParOf" srcId="{572DBA59-3422-4575-9DD5-036CA9B1D1F8}" destId="{062FB2DC-DA9D-4EAC-97B5-94FB2B22504E}" srcOrd="1" destOrd="0" presId="urn:microsoft.com/office/officeart/2005/8/layout/vList5"/>
    <dgm:cxn modelId="{0F41A4DE-C51C-437B-8979-D857C6D69930}" type="presParOf" srcId="{5ABDDC6C-9A11-4097-B8C3-DF3F20E683BE}" destId="{3A33D043-3D3A-4B9A-A368-71EBD7F26EB8}" srcOrd="3" destOrd="0" presId="urn:microsoft.com/office/officeart/2005/8/layout/vList5"/>
    <dgm:cxn modelId="{B2C1F4B8-E81E-49A0-8F38-14B094D3F71D}" type="presParOf" srcId="{5ABDDC6C-9A11-4097-B8C3-DF3F20E683BE}" destId="{D47A7D49-62D2-4D68-AE1F-35FB0DAD5046}" srcOrd="4" destOrd="0" presId="urn:microsoft.com/office/officeart/2005/8/layout/vList5"/>
    <dgm:cxn modelId="{3408E93E-78AC-4E82-A754-B459EFA79F1C}" type="presParOf" srcId="{D47A7D49-62D2-4D68-AE1F-35FB0DAD5046}" destId="{4B24A3D4-22F7-441E-92FA-0647FE7C1CC2}" srcOrd="0" destOrd="0" presId="urn:microsoft.com/office/officeart/2005/8/layout/vList5"/>
    <dgm:cxn modelId="{88C6305C-FF56-4C3E-84A2-B5B96F51E62C}" type="presParOf" srcId="{D47A7D49-62D2-4D68-AE1F-35FB0DAD5046}" destId="{F1D1DC78-A4E8-4F2E-9C8F-6E0115FFB460}" srcOrd="1" destOrd="0" presId="urn:microsoft.com/office/officeart/2005/8/layout/vList5"/>
    <dgm:cxn modelId="{18C339CF-9473-4ECF-8910-58DEF04FB61C}" type="presParOf" srcId="{5ABDDC6C-9A11-4097-B8C3-DF3F20E683BE}" destId="{F234A09D-43B4-4889-802C-90FEB428737E}" srcOrd="5" destOrd="0" presId="urn:microsoft.com/office/officeart/2005/8/layout/vList5"/>
    <dgm:cxn modelId="{6528B782-7111-4C95-9AEC-2CF77F33FA35}" type="presParOf" srcId="{5ABDDC6C-9A11-4097-B8C3-DF3F20E683BE}" destId="{245B1D7F-3D25-4441-9B20-6F1E517EC371}" srcOrd="6" destOrd="0" presId="urn:microsoft.com/office/officeart/2005/8/layout/vList5"/>
    <dgm:cxn modelId="{7C11B351-B8F5-4487-8171-052B1900B0E1}" type="presParOf" srcId="{245B1D7F-3D25-4441-9B20-6F1E517EC371}" destId="{41B268A0-7C50-4461-9BC7-94693232780F}" srcOrd="0" destOrd="0" presId="urn:microsoft.com/office/officeart/2005/8/layout/vList5"/>
    <dgm:cxn modelId="{C12A2C39-F2ED-437E-92E3-1F5810368B29}" type="presParOf" srcId="{245B1D7F-3D25-4441-9B20-6F1E517EC371}" destId="{FD1C50B8-A052-48F5-BE37-59315CAFB23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47C47B-2529-46A5-9B91-0CE8F320CF0B}" type="doc">
      <dgm:prSet loTypeId="urn:microsoft.com/office/officeart/2005/8/layout/process1" loCatId="process" qsTypeId="urn:microsoft.com/office/officeart/2005/8/quickstyle/3d1" qsCatId="3D" csTypeId="urn:microsoft.com/office/officeart/2005/8/colors/colorful1" csCatId="colorful" phldr="1"/>
      <dgm:spPr/>
    </dgm:pt>
    <dgm:pt modelId="{2F90C510-DD1C-4386-95AF-B1B48AEC66D6}">
      <dgm:prSet phldrT="[Text]"/>
      <dgm:spPr/>
      <dgm:t>
        <a:bodyPr/>
        <a:lstStyle/>
        <a:p>
          <a:r>
            <a:rPr lang="en-US" dirty="0"/>
            <a:t>Code</a:t>
          </a:r>
        </a:p>
      </dgm:t>
    </dgm:pt>
    <dgm:pt modelId="{B39FD52C-7281-4096-8617-BFF71FB0053D}" type="parTrans" cxnId="{22FBCAE5-610C-4949-AFE7-7C7AA6C1FBB1}">
      <dgm:prSet/>
      <dgm:spPr/>
      <dgm:t>
        <a:bodyPr/>
        <a:lstStyle/>
        <a:p>
          <a:endParaRPr lang="en-US"/>
        </a:p>
      </dgm:t>
    </dgm:pt>
    <dgm:pt modelId="{9A3EB3D5-6FF0-4A03-A4DE-602E647705AC}" type="sibTrans" cxnId="{22FBCAE5-610C-4949-AFE7-7C7AA6C1FBB1}">
      <dgm:prSet/>
      <dgm:spPr/>
      <dgm:t>
        <a:bodyPr/>
        <a:lstStyle/>
        <a:p>
          <a:endParaRPr lang="en-US"/>
        </a:p>
      </dgm:t>
    </dgm:pt>
    <dgm:pt modelId="{8D505794-E60F-4C38-85BF-9A7A95E30A0E}">
      <dgm:prSet phldrT="[Text]"/>
      <dgm:spPr/>
      <dgm:t>
        <a:bodyPr/>
        <a:lstStyle/>
        <a:p>
          <a:r>
            <a:rPr lang="en-US" dirty="0"/>
            <a:t>Merge</a:t>
          </a:r>
        </a:p>
      </dgm:t>
    </dgm:pt>
    <dgm:pt modelId="{9ED12D37-BB4E-4AAC-8373-BC74BAC537DB}" type="parTrans" cxnId="{5830BB61-2086-43A2-820B-694D68020340}">
      <dgm:prSet/>
      <dgm:spPr/>
      <dgm:t>
        <a:bodyPr/>
        <a:lstStyle/>
        <a:p>
          <a:endParaRPr lang="en-US"/>
        </a:p>
      </dgm:t>
    </dgm:pt>
    <dgm:pt modelId="{E1F8497F-05D0-4BBF-A978-47786CA65B45}" type="sibTrans" cxnId="{5830BB61-2086-43A2-820B-694D68020340}">
      <dgm:prSet/>
      <dgm:spPr/>
      <dgm:t>
        <a:bodyPr/>
        <a:lstStyle/>
        <a:p>
          <a:endParaRPr lang="en-US"/>
        </a:p>
      </dgm:t>
    </dgm:pt>
    <dgm:pt modelId="{27E217FF-510E-4674-B1F8-BB2DE759D931}">
      <dgm:prSet phldrT="[Text]"/>
      <dgm:spPr/>
      <dgm:t>
        <a:bodyPr/>
        <a:lstStyle/>
        <a:p>
          <a:r>
            <a:rPr lang="en-US" dirty="0"/>
            <a:t>Build</a:t>
          </a:r>
        </a:p>
      </dgm:t>
    </dgm:pt>
    <dgm:pt modelId="{357D04C2-7F9B-4B48-AE8F-BCC07E714324}" type="parTrans" cxnId="{41943AD7-B345-4664-90C4-3753A8CC50B2}">
      <dgm:prSet/>
      <dgm:spPr/>
      <dgm:t>
        <a:bodyPr/>
        <a:lstStyle/>
        <a:p>
          <a:endParaRPr lang="en-US"/>
        </a:p>
      </dgm:t>
    </dgm:pt>
    <dgm:pt modelId="{35629DE3-21E2-4B63-8878-8B8807602074}" type="sibTrans" cxnId="{41943AD7-B345-4664-90C4-3753A8CC50B2}">
      <dgm:prSet/>
      <dgm:spPr/>
      <dgm:t>
        <a:bodyPr/>
        <a:lstStyle/>
        <a:p>
          <a:endParaRPr lang="en-US"/>
        </a:p>
      </dgm:t>
    </dgm:pt>
    <dgm:pt modelId="{F9138CD6-AB4A-431A-8BD2-1C234052EA18}">
      <dgm:prSet phldrT="[Text]"/>
      <dgm:spPr/>
      <dgm:t>
        <a:bodyPr/>
        <a:lstStyle/>
        <a:p>
          <a:r>
            <a:rPr lang="en-US" dirty="0"/>
            <a:t>Test</a:t>
          </a:r>
        </a:p>
      </dgm:t>
    </dgm:pt>
    <dgm:pt modelId="{1977373A-06BE-4A2F-A7D5-000EC62C5519}" type="parTrans" cxnId="{7DFEBB1B-5082-436D-966A-259514313FA6}">
      <dgm:prSet/>
      <dgm:spPr/>
      <dgm:t>
        <a:bodyPr/>
        <a:lstStyle/>
        <a:p>
          <a:endParaRPr lang="en-US"/>
        </a:p>
      </dgm:t>
    </dgm:pt>
    <dgm:pt modelId="{BC443EB4-B537-4025-A7EB-D8403448D901}" type="sibTrans" cxnId="{7DFEBB1B-5082-436D-966A-259514313FA6}">
      <dgm:prSet/>
      <dgm:spPr/>
      <dgm:t>
        <a:bodyPr/>
        <a:lstStyle/>
        <a:p>
          <a:endParaRPr lang="en-US"/>
        </a:p>
      </dgm:t>
    </dgm:pt>
    <dgm:pt modelId="{88C61299-0EDA-4E63-94A7-5D339497BC4A}">
      <dgm:prSet phldrT="[Text]"/>
      <dgm:spPr/>
      <dgm:t>
        <a:bodyPr/>
        <a:lstStyle/>
        <a:p>
          <a:r>
            <a:rPr lang="en-US" dirty="0"/>
            <a:t>Deploy</a:t>
          </a:r>
        </a:p>
      </dgm:t>
    </dgm:pt>
    <dgm:pt modelId="{A969856E-82A0-42C7-BBD9-0A266E9B9B84}" type="parTrans" cxnId="{ECC45848-7AC6-441E-A733-CADC348DA1B2}">
      <dgm:prSet/>
      <dgm:spPr/>
      <dgm:t>
        <a:bodyPr/>
        <a:lstStyle/>
        <a:p>
          <a:endParaRPr lang="en-US"/>
        </a:p>
      </dgm:t>
    </dgm:pt>
    <dgm:pt modelId="{22EB6717-4280-4D0E-878D-534F572DF86A}" type="sibTrans" cxnId="{ECC45848-7AC6-441E-A733-CADC348DA1B2}">
      <dgm:prSet/>
      <dgm:spPr/>
      <dgm:t>
        <a:bodyPr/>
        <a:lstStyle/>
        <a:p>
          <a:endParaRPr lang="en-US"/>
        </a:p>
      </dgm:t>
    </dgm:pt>
    <dgm:pt modelId="{12C4A755-4C22-43BF-8140-3310FF3B6197}">
      <dgm:prSet phldrT="[Text]"/>
      <dgm:spPr/>
      <dgm:t>
        <a:bodyPr/>
        <a:lstStyle/>
        <a:p>
          <a:r>
            <a:rPr lang="en-US" dirty="0"/>
            <a:t>Run</a:t>
          </a:r>
        </a:p>
      </dgm:t>
    </dgm:pt>
    <dgm:pt modelId="{1B77282C-A9B7-4EEA-9242-1266E255C292}" type="parTrans" cxnId="{F9140172-4027-4BC0-AE56-6B5CE8571290}">
      <dgm:prSet/>
      <dgm:spPr/>
      <dgm:t>
        <a:bodyPr/>
        <a:lstStyle/>
        <a:p>
          <a:endParaRPr lang="en-US"/>
        </a:p>
      </dgm:t>
    </dgm:pt>
    <dgm:pt modelId="{7684F11B-206D-462F-BC03-30A05D12F3E4}" type="sibTrans" cxnId="{F9140172-4027-4BC0-AE56-6B5CE8571290}">
      <dgm:prSet/>
      <dgm:spPr/>
      <dgm:t>
        <a:bodyPr/>
        <a:lstStyle/>
        <a:p>
          <a:endParaRPr lang="en-US"/>
        </a:p>
      </dgm:t>
    </dgm:pt>
    <dgm:pt modelId="{AC4BFA34-20F9-479C-B49F-F20383B9AD9F}">
      <dgm:prSet phldrT="[Text]"/>
      <dgm:spPr/>
      <dgm:t>
        <a:bodyPr/>
        <a:lstStyle/>
        <a:p>
          <a:r>
            <a:rPr lang="en-US" dirty="0"/>
            <a:t>Metrics</a:t>
          </a:r>
        </a:p>
      </dgm:t>
    </dgm:pt>
    <dgm:pt modelId="{A7711158-363B-4CD2-983E-08A28050FBF8}" type="parTrans" cxnId="{B67A829F-E956-462E-82CC-C981851744B5}">
      <dgm:prSet/>
      <dgm:spPr/>
      <dgm:t>
        <a:bodyPr/>
        <a:lstStyle/>
        <a:p>
          <a:endParaRPr lang="en-US"/>
        </a:p>
      </dgm:t>
    </dgm:pt>
    <dgm:pt modelId="{76CF7D63-707A-4165-9530-AC5289A54E07}" type="sibTrans" cxnId="{B67A829F-E956-462E-82CC-C981851744B5}">
      <dgm:prSet/>
      <dgm:spPr/>
      <dgm:t>
        <a:bodyPr/>
        <a:lstStyle/>
        <a:p>
          <a:endParaRPr lang="en-US"/>
        </a:p>
      </dgm:t>
    </dgm:pt>
    <dgm:pt modelId="{0B95DF77-CEC6-46E4-9C91-6358B6319154}">
      <dgm:prSet phldrT="[Text]"/>
      <dgm:spPr/>
      <dgm:t>
        <a:bodyPr/>
        <a:lstStyle/>
        <a:p>
          <a:r>
            <a:rPr lang="en-US" dirty="0"/>
            <a:t>Archive</a:t>
          </a:r>
        </a:p>
      </dgm:t>
    </dgm:pt>
    <dgm:pt modelId="{54C3580D-F380-4A2F-9FA9-05D96B04967B}" type="parTrans" cxnId="{E4BE1D46-1CE4-48DE-B528-98E32272532E}">
      <dgm:prSet/>
      <dgm:spPr/>
      <dgm:t>
        <a:bodyPr/>
        <a:lstStyle/>
        <a:p>
          <a:endParaRPr lang="en-US"/>
        </a:p>
      </dgm:t>
    </dgm:pt>
    <dgm:pt modelId="{239E4AEB-825C-44E0-8B0A-C2871BC09B46}" type="sibTrans" cxnId="{E4BE1D46-1CE4-48DE-B528-98E32272532E}">
      <dgm:prSet/>
      <dgm:spPr/>
      <dgm:t>
        <a:bodyPr/>
        <a:lstStyle/>
        <a:p>
          <a:endParaRPr lang="en-US"/>
        </a:p>
      </dgm:t>
    </dgm:pt>
    <dgm:pt modelId="{CA5DC416-38DD-4549-B3A2-40CD7C91DB60}">
      <dgm:prSet phldrT="[Text]"/>
      <dgm:spPr/>
      <dgm:t>
        <a:bodyPr/>
        <a:lstStyle/>
        <a:p>
          <a:r>
            <a:rPr lang="en-US" dirty="0"/>
            <a:t>Govern</a:t>
          </a:r>
        </a:p>
      </dgm:t>
    </dgm:pt>
    <dgm:pt modelId="{88F0A462-4A2E-4D5E-857D-464864CC7E7F}" type="parTrans" cxnId="{13D09428-2F37-4FE1-8898-38FC7AB0BCB8}">
      <dgm:prSet/>
      <dgm:spPr/>
      <dgm:t>
        <a:bodyPr/>
        <a:lstStyle/>
        <a:p>
          <a:endParaRPr lang="en-US"/>
        </a:p>
      </dgm:t>
    </dgm:pt>
    <dgm:pt modelId="{344EBFAD-0171-423C-B29E-8AB36B86FCB7}" type="sibTrans" cxnId="{13D09428-2F37-4FE1-8898-38FC7AB0BCB8}">
      <dgm:prSet/>
      <dgm:spPr/>
      <dgm:t>
        <a:bodyPr/>
        <a:lstStyle/>
        <a:p>
          <a:endParaRPr lang="en-US"/>
        </a:p>
      </dgm:t>
    </dgm:pt>
    <dgm:pt modelId="{9D0A7535-64CC-484A-8774-17DFB761916A}">
      <dgm:prSet phldrT="[Text]"/>
      <dgm:spPr/>
      <dgm:t>
        <a:bodyPr/>
        <a:lstStyle/>
        <a:p>
          <a:r>
            <a:rPr lang="en-US" dirty="0"/>
            <a:t>Scan</a:t>
          </a:r>
        </a:p>
      </dgm:t>
    </dgm:pt>
    <dgm:pt modelId="{4A25E4A6-6690-4469-9C2F-B0E39007FF81}" type="parTrans" cxnId="{2B095DAF-2299-4EBC-848A-1C7E4DCFC0DF}">
      <dgm:prSet/>
      <dgm:spPr/>
      <dgm:t>
        <a:bodyPr/>
        <a:lstStyle/>
        <a:p>
          <a:endParaRPr lang="en-US"/>
        </a:p>
      </dgm:t>
    </dgm:pt>
    <dgm:pt modelId="{6694AD7E-B799-43D3-B286-0DB29EDD8657}" type="sibTrans" cxnId="{2B095DAF-2299-4EBC-848A-1C7E4DCFC0DF}">
      <dgm:prSet/>
      <dgm:spPr/>
      <dgm:t>
        <a:bodyPr/>
        <a:lstStyle/>
        <a:p>
          <a:endParaRPr lang="en-US"/>
        </a:p>
      </dgm:t>
    </dgm:pt>
    <dgm:pt modelId="{88223E75-A741-4A30-B374-44F64CA5391D}" type="pres">
      <dgm:prSet presAssocID="{5E47C47B-2529-46A5-9B91-0CE8F320CF0B}" presName="Name0" presStyleCnt="0">
        <dgm:presLayoutVars>
          <dgm:dir/>
          <dgm:resizeHandles val="exact"/>
        </dgm:presLayoutVars>
      </dgm:prSet>
      <dgm:spPr/>
    </dgm:pt>
    <dgm:pt modelId="{4C3A63BC-5185-4CE1-94D9-56F969AC3E1D}" type="pres">
      <dgm:prSet presAssocID="{2F90C510-DD1C-4386-95AF-B1B48AEC66D6}" presName="node" presStyleLbl="node1" presStyleIdx="0" presStyleCnt="10">
        <dgm:presLayoutVars>
          <dgm:bulletEnabled val="1"/>
        </dgm:presLayoutVars>
      </dgm:prSet>
      <dgm:spPr/>
    </dgm:pt>
    <dgm:pt modelId="{C5677CC6-5792-4DE4-B13A-C6C0420C003D}" type="pres">
      <dgm:prSet presAssocID="{9A3EB3D5-6FF0-4A03-A4DE-602E647705AC}" presName="sibTrans" presStyleLbl="sibTrans2D1" presStyleIdx="0" presStyleCnt="9"/>
      <dgm:spPr/>
    </dgm:pt>
    <dgm:pt modelId="{849D092C-6417-40F1-8C6F-9143155710FE}" type="pres">
      <dgm:prSet presAssocID="{9A3EB3D5-6FF0-4A03-A4DE-602E647705AC}" presName="connectorText" presStyleLbl="sibTrans2D1" presStyleIdx="0" presStyleCnt="9"/>
      <dgm:spPr/>
    </dgm:pt>
    <dgm:pt modelId="{6661BA02-D057-4584-A931-24288533A0A1}" type="pres">
      <dgm:prSet presAssocID="{8D505794-E60F-4C38-85BF-9A7A95E30A0E}" presName="node" presStyleLbl="node1" presStyleIdx="1" presStyleCnt="10">
        <dgm:presLayoutVars>
          <dgm:bulletEnabled val="1"/>
        </dgm:presLayoutVars>
      </dgm:prSet>
      <dgm:spPr/>
    </dgm:pt>
    <dgm:pt modelId="{36CBBFFE-F859-4124-BFC3-E7ABD397E803}" type="pres">
      <dgm:prSet presAssocID="{E1F8497F-05D0-4BBF-A978-47786CA65B45}" presName="sibTrans" presStyleLbl="sibTrans2D1" presStyleIdx="1" presStyleCnt="9"/>
      <dgm:spPr/>
    </dgm:pt>
    <dgm:pt modelId="{C20797E3-E33B-49E5-ABF4-EE0FCA05725E}" type="pres">
      <dgm:prSet presAssocID="{E1F8497F-05D0-4BBF-A978-47786CA65B45}" presName="connectorText" presStyleLbl="sibTrans2D1" presStyleIdx="1" presStyleCnt="9"/>
      <dgm:spPr/>
    </dgm:pt>
    <dgm:pt modelId="{BD66EEED-E2EB-4327-A991-EAEBAD89A948}" type="pres">
      <dgm:prSet presAssocID="{27E217FF-510E-4674-B1F8-BB2DE759D931}" presName="node" presStyleLbl="node1" presStyleIdx="2" presStyleCnt="10">
        <dgm:presLayoutVars>
          <dgm:bulletEnabled val="1"/>
        </dgm:presLayoutVars>
      </dgm:prSet>
      <dgm:spPr/>
    </dgm:pt>
    <dgm:pt modelId="{E45321EA-0B4A-4B5C-A76A-F452FA3398DC}" type="pres">
      <dgm:prSet presAssocID="{35629DE3-21E2-4B63-8878-8B8807602074}" presName="sibTrans" presStyleLbl="sibTrans2D1" presStyleIdx="2" presStyleCnt="9"/>
      <dgm:spPr/>
    </dgm:pt>
    <dgm:pt modelId="{F3A937C2-F37D-4859-9966-16D2F51439D3}" type="pres">
      <dgm:prSet presAssocID="{35629DE3-21E2-4B63-8878-8B8807602074}" presName="connectorText" presStyleLbl="sibTrans2D1" presStyleIdx="2" presStyleCnt="9"/>
      <dgm:spPr/>
    </dgm:pt>
    <dgm:pt modelId="{2FD7291F-E8C0-4797-A6D5-FFB5F93C17CA}" type="pres">
      <dgm:prSet presAssocID="{F9138CD6-AB4A-431A-8BD2-1C234052EA18}" presName="node" presStyleLbl="node1" presStyleIdx="3" presStyleCnt="10">
        <dgm:presLayoutVars>
          <dgm:bulletEnabled val="1"/>
        </dgm:presLayoutVars>
      </dgm:prSet>
      <dgm:spPr/>
    </dgm:pt>
    <dgm:pt modelId="{5AC9E2B5-E46D-48DA-99FE-A51A97D5A023}" type="pres">
      <dgm:prSet presAssocID="{BC443EB4-B537-4025-A7EB-D8403448D901}" presName="sibTrans" presStyleLbl="sibTrans2D1" presStyleIdx="3" presStyleCnt="9"/>
      <dgm:spPr/>
    </dgm:pt>
    <dgm:pt modelId="{0D9A02BA-CB9D-4522-BDA8-F2FB6EE1444C}" type="pres">
      <dgm:prSet presAssocID="{BC443EB4-B537-4025-A7EB-D8403448D901}" presName="connectorText" presStyleLbl="sibTrans2D1" presStyleIdx="3" presStyleCnt="9"/>
      <dgm:spPr/>
    </dgm:pt>
    <dgm:pt modelId="{5FEAD06C-D173-4E04-8496-009298798148}" type="pres">
      <dgm:prSet presAssocID="{0B95DF77-CEC6-46E4-9C91-6358B6319154}" presName="node" presStyleLbl="node1" presStyleIdx="4" presStyleCnt="10">
        <dgm:presLayoutVars>
          <dgm:bulletEnabled val="1"/>
        </dgm:presLayoutVars>
      </dgm:prSet>
      <dgm:spPr/>
    </dgm:pt>
    <dgm:pt modelId="{FA8E4F7B-D595-4F36-BBF1-EF94C0B92243}" type="pres">
      <dgm:prSet presAssocID="{239E4AEB-825C-44E0-8B0A-C2871BC09B46}" presName="sibTrans" presStyleLbl="sibTrans2D1" presStyleIdx="4" presStyleCnt="9"/>
      <dgm:spPr/>
    </dgm:pt>
    <dgm:pt modelId="{2AC86E61-CC43-4FCB-9C96-88A8A11BBEA5}" type="pres">
      <dgm:prSet presAssocID="{239E4AEB-825C-44E0-8B0A-C2871BC09B46}" presName="connectorText" presStyleLbl="sibTrans2D1" presStyleIdx="4" presStyleCnt="9"/>
      <dgm:spPr/>
    </dgm:pt>
    <dgm:pt modelId="{19DA3949-38AC-478F-97FD-81D199C994BC}" type="pres">
      <dgm:prSet presAssocID="{CA5DC416-38DD-4549-B3A2-40CD7C91DB60}" presName="node" presStyleLbl="node1" presStyleIdx="5" presStyleCnt="10">
        <dgm:presLayoutVars>
          <dgm:bulletEnabled val="1"/>
        </dgm:presLayoutVars>
      </dgm:prSet>
      <dgm:spPr/>
    </dgm:pt>
    <dgm:pt modelId="{C47C9DD7-DC2F-4839-A6E4-D6D124C8047E}" type="pres">
      <dgm:prSet presAssocID="{344EBFAD-0171-423C-B29E-8AB36B86FCB7}" presName="sibTrans" presStyleLbl="sibTrans2D1" presStyleIdx="5" presStyleCnt="9"/>
      <dgm:spPr/>
    </dgm:pt>
    <dgm:pt modelId="{774926AA-BA5E-4E53-AE3F-D77C30E6C384}" type="pres">
      <dgm:prSet presAssocID="{344EBFAD-0171-423C-B29E-8AB36B86FCB7}" presName="connectorText" presStyleLbl="sibTrans2D1" presStyleIdx="5" presStyleCnt="9"/>
      <dgm:spPr/>
    </dgm:pt>
    <dgm:pt modelId="{B4E271DE-264D-473C-9916-308FCC2F12A8}" type="pres">
      <dgm:prSet presAssocID="{9D0A7535-64CC-484A-8774-17DFB761916A}" presName="node" presStyleLbl="node1" presStyleIdx="6" presStyleCnt="10">
        <dgm:presLayoutVars>
          <dgm:bulletEnabled val="1"/>
        </dgm:presLayoutVars>
      </dgm:prSet>
      <dgm:spPr/>
    </dgm:pt>
    <dgm:pt modelId="{655978E0-312C-4F0C-A1D5-A56A2369BA55}" type="pres">
      <dgm:prSet presAssocID="{6694AD7E-B799-43D3-B286-0DB29EDD8657}" presName="sibTrans" presStyleLbl="sibTrans2D1" presStyleIdx="6" presStyleCnt="9"/>
      <dgm:spPr/>
    </dgm:pt>
    <dgm:pt modelId="{F77D966C-4416-4890-B6CE-E69A6CDC961B}" type="pres">
      <dgm:prSet presAssocID="{6694AD7E-B799-43D3-B286-0DB29EDD8657}" presName="connectorText" presStyleLbl="sibTrans2D1" presStyleIdx="6" presStyleCnt="9"/>
      <dgm:spPr/>
    </dgm:pt>
    <dgm:pt modelId="{C45E6221-4799-4236-9CF1-091A53D606AC}" type="pres">
      <dgm:prSet presAssocID="{88C61299-0EDA-4E63-94A7-5D339497BC4A}" presName="node" presStyleLbl="node1" presStyleIdx="7" presStyleCnt="10">
        <dgm:presLayoutVars>
          <dgm:bulletEnabled val="1"/>
        </dgm:presLayoutVars>
      </dgm:prSet>
      <dgm:spPr/>
    </dgm:pt>
    <dgm:pt modelId="{1104857E-D40A-4701-9C04-172851A0968B}" type="pres">
      <dgm:prSet presAssocID="{22EB6717-4280-4D0E-878D-534F572DF86A}" presName="sibTrans" presStyleLbl="sibTrans2D1" presStyleIdx="7" presStyleCnt="9"/>
      <dgm:spPr/>
    </dgm:pt>
    <dgm:pt modelId="{8C7BAEEF-FB66-4C30-9EDD-EA35FC40D122}" type="pres">
      <dgm:prSet presAssocID="{22EB6717-4280-4D0E-878D-534F572DF86A}" presName="connectorText" presStyleLbl="sibTrans2D1" presStyleIdx="7" presStyleCnt="9"/>
      <dgm:spPr/>
    </dgm:pt>
    <dgm:pt modelId="{3E29D8C7-C463-4FB0-92A2-8A2C7ECFD4FE}" type="pres">
      <dgm:prSet presAssocID="{12C4A755-4C22-43BF-8140-3310FF3B6197}" presName="node" presStyleLbl="node1" presStyleIdx="8" presStyleCnt="10">
        <dgm:presLayoutVars>
          <dgm:bulletEnabled val="1"/>
        </dgm:presLayoutVars>
      </dgm:prSet>
      <dgm:spPr/>
    </dgm:pt>
    <dgm:pt modelId="{DC995D5A-7257-4368-AF43-B9233A60E8FB}" type="pres">
      <dgm:prSet presAssocID="{7684F11B-206D-462F-BC03-30A05D12F3E4}" presName="sibTrans" presStyleLbl="sibTrans2D1" presStyleIdx="8" presStyleCnt="9"/>
      <dgm:spPr/>
    </dgm:pt>
    <dgm:pt modelId="{7692B859-CA92-46AB-AA33-4FD8E4BE9470}" type="pres">
      <dgm:prSet presAssocID="{7684F11B-206D-462F-BC03-30A05D12F3E4}" presName="connectorText" presStyleLbl="sibTrans2D1" presStyleIdx="8" presStyleCnt="9"/>
      <dgm:spPr/>
    </dgm:pt>
    <dgm:pt modelId="{80A91BC4-E7D2-4AE8-8859-FD3C8B425955}" type="pres">
      <dgm:prSet presAssocID="{AC4BFA34-20F9-479C-B49F-F20383B9AD9F}" presName="node" presStyleLbl="node1" presStyleIdx="9" presStyleCnt="10">
        <dgm:presLayoutVars>
          <dgm:bulletEnabled val="1"/>
        </dgm:presLayoutVars>
      </dgm:prSet>
      <dgm:spPr/>
    </dgm:pt>
  </dgm:ptLst>
  <dgm:cxnLst>
    <dgm:cxn modelId="{9E446F08-F842-40F6-AAC4-93E3C1A90F72}" type="presOf" srcId="{9D0A7535-64CC-484A-8774-17DFB761916A}" destId="{B4E271DE-264D-473C-9916-308FCC2F12A8}" srcOrd="0" destOrd="0" presId="urn:microsoft.com/office/officeart/2005/8/layout/process1"/>
    <dgm:cxn modelId="{7DFEBB1B-5082-436D-966A-259514313FA6}" srcId="{5E47C47B-2529-46A5-9B91-0CE8F320CF0B}" destId="{F9138CD6-AB4A-431A-8BD2-1C234052EA18}" srcOrd="3" destOrd="0" parTransId="{1977373A-06BE-4A2F-A7D5-000EC62C5519}" sibTransId="{BC443EB4-B537-4025-A7EB-D8403448D901}"/>
    <dgm:cxn modelId="{43752025-5344-4421-81E6-30AAF3F098D7}" type="presOf" srcId="{7684F11B-206D-462F-BC03-30A05D12F3E4}" destId="{DC995D5A-7257-4368-AF43-B9233A60E8FB}" srcOrd="0" destOrd="0" presId="urn:microsoft.com/office/officeart/2005/8/layout/process1"/>
    <dgm:cxn modelId="{13D09428-2F37-4FE1-8898-38FC7AB0BCB8}" srcId="{5E47C47B-2529-46A5-9B91-0CE8F320CF0B}" destId="{CA5DC416-38DD-4549-B3A2-40CD7C91DB60}" srcOrd="5" destOrd="0" parTransId="{88F0A462-4A2E-4D5E-857D-464864CC7E7F}" sibTransId="{344EBFAD-0171-423C-B29E-8AB36B86FCB7}"/>
    <dgm:cxn modelId="{0295E42B-69C7-4652-9608-54A0AF8C0179}" type="presOf" srcId="{35629DE3-21E2-4B63-8878-8B8807602074}" destId="{F3A937C2-F37D-4859-9966-16D2F51439D3}" srcOrd="1" destOrd="0" presId="urn:microsoft.com/office/officeart/2005/8/layout/process1"/>
    <dgm:cxn modelId="{96E2255F-547E-4519-8E47-FE6C3772B5AE}" type="presOf" srcId="{22EB6717-4280-4D0E-878D-534F572DF86A}" destId="{1104857E-D40A-4701-9C04-172851A0968B}" srcOrd="0" destOrd="0" presId="urn:microsoft.com/office/officeart/2005/8/layout/process1"/>
    <dgm:cxn modelId="{5830BB61-2086-43A2-820B-694D68020340}" srcId="{5E47C47B-2529-46A5-9B91-0CE8F320CF0B}" destId="{8D505794-E60F-4C38-85BF-9A7A95E30A0E}" srcOrd="1" destOrd="0" parTransId="{9ED12D37-BB4E-4AAC-8373-BC74BAC537DB}" sibTransId="{E1F8497F-05D0-4BBF-A978-47786CA65B45}"/>
    <dgm:cxn modelId="{74040F42-FA00-46A7-956B-CC6266266629}" type="presOf" srcId="{7684F11B-206D-462F-BC03-30A05D12F3E4}" destId="{7692B859-CA92-46AB-AA33-4FD8E4BE9470}" srcOrd="1" destOrd="0" presId="urn:microsoft.com/office/officeart/2005/8/layout/process1"/>
    <dgm:cxn modelId="{E4BE1D46-1CE4-48DE-B528-98E32272532E}" srcId="{5E47C47B-2529-46A5-9B91-0CE8F320CF0B}" destId="{0B95DF77-CEC6-46E4-9C91-6358B6319154}" srcOrd="4" destOrd="0" parTransId="{54C3580D-F380-4A2F-9FA9-05D96B04967B}" sibTransId="{239E4AEB-825C-44E0-8B0A-C2871BC09B46}"/>
    <dgm:cxn modelId="{ECC45848-7AC6-441E-A733-CADC348DA1B2}" srcId="{5E47C47B-2529-46A5-9B91-0CE8F320CF0B}" destId="{88C61299-0EDA-4E63-94A7-5D339497BC4A}" srcOrd="7" destOrd="0" parTransId="{A969856E-82A0-42C7-BBD9-0A266E9B9B84}" sibTransId="{22EB6717-4280-4D0E-878D-534F572DF86A}"/>
    <dgm:cxn modelId="{63DC296A-E7A2-4C45-AD56-643852196F97}" type="presOf" srcId="{6694AD7E-B799-43D3-B286-0DB29EDD8657}" destId="{655978E0-312C-4F0C-A1D5-A56A2369BA55}" srcOrd="0" destOrd="0" presId="urn:microsoft.com/office/officeart/2005/8/layout/process1"/>
    <dgm:cxn modelId="{09933B6B-84E2-468A-8301-030253D25FB8}" type="presOf" srcId="{5E47C47B-2529-46A5-9B91-0CE8F320CF0B}" destId="{88223E75-A741-4A30-B374-44F64CA5391D}" srcOrd="0" destOrd="0" presId="urn:microsoft.com/office/officeart/2005/8/layout/process1"/>
    <dgm:cxn modelId="{F9140172-4027-4BC0-AE56-6B5CE8571290}" srcId="{5E47C47B-2529-46A5-9B91-0CE8F320CF0B}" destId="{12C4A755-4C22-43BF-8140-3310FF3B6197}" srcOrd="8" destOrd="0" parTransId="{1B77282C-A9B7-4EEA-9242-1266E255C292}" sibTransId="{7684F11B-206D-462F-BC03-30A05D12F3E4}"/>
    <dgm:cxn modelId="{70F5C653-D5D1-42EA-8795-4D58080FDB16}" type="presOf" srcId="{E1F8497F-05D0-4BBF-A978-47786CA65B45}" destId="{36CBBFFE-F859-4124-BFC3-E7ABD397E803}" srcOrd="0" destOrd="0" presId="urn:microsoft.com/office/officeart/2005/8/layout/process1"/>
    <dgm:cxn modelId="{C6EC9378-E8F0-4FD7-A3EA-C3CD47B331A4}" type="presOf" srcId="{344EBFAD-0171-423C-B29E-8AB36B86FCB7}" destId="{C47C9DD7-DC2F-4839-A6E4-D6D124C8047E}" srcOrd="0" destOrd="0" presId="urn:microsoft.com/office/officeart/2005/8/layout/process1"/>
    <dgm:cxn modelId="{A8E0F298-4B12-4F3E-BD16-AB7ECA5A6530}" type="presOf" srcId="{9A3EB3D5-6FF0-4A03-A4DE-602E647705AC}" destId="{849D092C-6417-40F1-8C6F-9143155710FE}" srcOrd="1" destOrd="0" presId="urn:microsoft.com/office/officeart/2005/8/layout/process1"/>
    <dgm:cxn modelId="{B67A829F-E956-462E-82CC-C981851744B5}" srcId="{5E47C47B-2529-46A5-9B91-0CE8F320CF0B}" destId="{AC4BFA34-20F9-479C-B49F-F20383B9AD9F}" srcOrd="9" destOrd="0" parTransId="{A7711158-363B-4CD2-983E-08A28050FBF8}" sibTransId="{76CF7D63-707A-4165-9530-AC5289A54E07}"/>
    <dgm:cxn modelId="{0DC753A7-FF48-487D-9B80-DDE46A4C9204}" type="presOf" srcId="{27E217FF-510E-4674-B1F8-BB2DE759D931}" destId="{BD66EEED-E2EB-4327-A991-EAEBAD89A948}" srcOrd="0" destOrd="0" presId="urn:microsoft.com/office/officeart/2005/8/layout/process1"/>
    <dgm:cxn modelId="{C87F52A8-9320-4333-8D4F-0B8E53455B61}" type="presOf" srcId="{9A3EB3D5-6FF0-4A03-A4DE-602E647705AC}" destId="{C5677CC6-5792-4DE4-B13A-C6C0420C003D}" srcOrd="0" destOrd="0" presId="urn:microsoft.com/office/officeart/2005/8/layout/process1"/>
    <dgm:cxn modelId="{D371CBA9-933E-4459-AC33-B2B3613D5420}" type="presOf" srcId="{12C4A755-4C22-43BF-8140-3310FF3B6197}" destId="{3E29D8C7-C463-4FB0-92A2-8A2C7ECFD4FE}" srcOrd="0" destOrd="0" presId="urn:microsoft.com/office/officeart/2005/8/layout/process1"/>
    <dgm:cxn modelId="{01CFCAAD-98B6-4C35-9247-0107BE5CCFA0}" type="presOf" srcId="{2F90C510-DD1C-4386-95AF-B1B48AEC66D6}" destId="{4C3A63BC-5185-4CE1-94D9-56F969AC3E1D}" srcOrd="0" destOrd="0" presId="urn:microsoft.com/office/officeart/2005/8/layout/process1"/>
    <dgm:cxn modelId="{884FE0AE-E89A-4264-B81E-6D270182EDC7}" type="presOf" srcId="{E1F8497F-05D0-4BBF-A978-47786CA65B45}" destId="{C20797E3-E33B-49E5-ABF4-EE0FCA05725E}" srcOrd="1" destOrd="0" presId="urn:microsoft.com/office/officeart/2005/8/layout/process1"/>
    <dgm:cxn modelId="{2B095DAF-2299-4EBC-848A-1C7E4DCFC0DF}" srcId="{5E47C47B-2529-46A5-9B91-0CE8F320CF0B}" destId="{9D0A7535-64CC-484A-8774-17DFB761916A}" srcOrd="6" destOrd="0" parTransId="{4A25E4A6-6690-4469-9C2F-B0E39007FF81}" sibTransId="{6694AD7E-B799-43D3-B286-0DB29EDD8657}"/>
    <dgm:cxn modelId="{ACAF16B1-7839-490B-A29E-B8A532C71A98}" type="presOf" srcId="{F9138CD6-AB4A-431A-8BD2-1C234052EA18}" destId="{2FD7291F-E8C0-4797-A6D5-FFB5F93C17CA}" srcOrd="0" destOrd="0" presId="urn:microsoft.com/office/officeart/2005/8/layout/process1"/>
    <dgm:cxn modelId="{4B155DB2-7B96-4453-A344-86449E777C90}" type="presOf" srcId="{6694AD7E-B799-43D3-B286-0DB29EDD8657}" destId="{F77D966C-4416-4890-B6CE-E69A6CDC961B}" srcOrd="1" destOrd="0" presId="urn:microsoft.com/office/officeart/2005/8/layout/process1"/>
    <dgm:cxn modelId="{9C09A8B9-D982-4A36-812E-1E25E78E81AF}" type="presOf" srcId="{CA5DC416-38DD-4549-B3A2-40CD7C91DB60}" destId="{19DA3949-38AC-478F-97FD-81D199C994BC}" srcOrd="0" destOrd="0" presId="urn:microsoft.com/office/officeart/2005/8/layout/process1"/>
    <dgm:cxn modelId="{0FF120BB-0689-485D-B3C9-86AA31280A94}" type="presOf" srcId="{239E4AEB-825C-44E0-8B0A-C2871BC09B46}" destId="{2AC86E61-CC43-4FCB-9C96-88A8A11BBEA5}" srcOrd="1" destOrd="0" presId="urn:microsoft.com/office/officeart/2005/8/layout/process1"/>
    <dgm:cxn modelId="{6C6A4FBD-4BD7-4051-9C1B-DEC01E82D4AB}" type="presOf" srcId="{BC443EB4-B537-4025-A7EB-D8403448D901}" destId="{0D9A02BA-CB9D-4522-BDA8-F2FB6EE1444C}" srcOrd="1" destOrd="0" presId="urn:microsoft.com/office/officeart/2005/8/layout/process1"/>
    <dgm:cxn modelId="{ADA674BD-50C9-4D70-A4FB-434CE5510ADC}" type="presOf" srcId="{88C61299-0EDA-4E63-94A7-5D339497BC4A}" destId="{C45E6221-4799-4236-9CF1-091A53D606AC}" srcOrd="0" destOrd="0" presId="urn:microsoft.com/office/officeart/2005/8/layout/process1"/>
    <dgm:cxn modelId="{F4AA86BE-31B0-415C-95B8-77B2B880D35C}" type="presOf" srcId="{AC4BFA34-20F9-479C-B49F-F20383B9AD9F}" destId="{80A91BC4-E7D2-4AE8-8859-FD3C8B425955}" srcOrd="0" destOrd="0" presId="urn:microsoft.com/office/officeart/2005/8/layout/process1"/>
    <dgm:cxn modelId="{7202B5C1-5AFD-4BCE-BD77-B7F0A1F488EE}" type="presOf" srcId="{22EB6717-4280-4D0E-878D-534F572DF86A}" destId="{8C7BAEEF-FB66-4C30-9EDD-EA35FC40D122}" srcOrd="1" destOrd="0" presId="urn:microsoft.com/office/officeart/2005/8/layout/process1"/>
    <dgm:cxn modelId="{6B16D0C5-BE54-436A-A0B7-9622CE679DB4}" type="presOf" srcId="{344EBFAD-0171-423C-B29E-8AB36B86FCB7}" destId="{774926AA-BA5E-4E53-AE3F-D77C30E6C384}" srcOrd="1" destOrd="0" presId="urn:microsoft.com/office/officeart/2005/8/layout/process1"/>
    <dgm:cxn modelId="{529D68D6-84B9-4FB3-B65C-F3ED67D0083B}" type="presOf" srcId="{239E4AEB-825C-44E0-8B0A-C2871BC09B46}" destId="{FA8E4F7B-D595-4F36-BBF1-EF94C0B92243}" srcOrd="0" destOrd="0" presId="urn:microsoft.com/office/officeart/2005/8/layout/process1"/>
    <dgm:cxn modelId="{6D71DCD6-05F2-48B8-9A8F-E6B18504767A}" type="presOf" srcId="{0B95DF77-CEC6-46E4-9C91-6358B6319154}" destId="{5FEAD06C-D173-4E04-8496-009298798148}" srcOrd="0" destOrd="0" presId="urn:microsoft.com/office/officeart/2005/8/layout/process1"/>
    <dgm:cxn modelId="{41943AD7-B345-4664-90C4-3753A8CC50B2}" srcId="{5E47C47B-2529-46A5-9B91-0CE8F320CF0B}" destId="{27E217FF-510E-4674-B1F8-BB2DE759D931}" srcOrd="2" destOrd="0" parTransId="{357D04C2-7F9B-4B48-AE8F-BCC07E714324}" sibTransId="{35629DE3-21E2-4B63-8878-8B8807602074}"/>
    <dgm:cxn modelId="{22FBCAE5-610C-4949-AFE7-7C7AA6C1FBB1}" srcId="{5E47C47B-2529-46A5-9B91-0CE8F320CF0B}" destId="{2F90C510-DD1C-4386-95AF-B1B48AEC66D6}" srcOrd="0" destOrd="0" parTransId="{B39FD52C-7281-4096-8617-BFF71FB0053D}" sibTransId="{9A3EB3D5-6FF0-4A03-A4DE-602E647705AC}"/>
    <dgm:cxn modelId="{A08535E7-9F4A-4D59-9D8F-0D1D69BC4ED7}" type="presOf" srcId="{BC443EB4-B537-4025-A7EB-D8403448D901}" destId="{5AC9E2B5-E46D-48DA-99FE-A51A97D5A023}" srcOrd="0" destOrd="0" presId="urn:microsoft.com/office/officeart/2005/8/layout/process1"/>
    <dgm:cxn modelId="{F5ACF3EA-9E2F-447E-AB0B-864BC0DFCF43}" type="presOf" srcId="{8D505794-E60F-4C38-85BF-9A7A95E30A0E}" destId="{6661BA02-D057-4584-A931-24288533A0A1}" srcOrd="0" destOrd="0" presId="urn:microsoft.com/office/officeart/2005/8/layout/process1"/>
    <dgm:cxn modelId="{3363C3F7-B17E-45AB-B784-64549C56728B}" type="presOf" srcId="{35629DE3-21E2-4B63-8878-8B8807602074}" destId="{E45321EA-0B4A-4B5C-A76A-F452FA3398DC}" srcOrd="0" destOrd="0" presId="urn:microsoft.com/office/officeart/2005/8/layout/process1"/>
    <dgm:cxn modelId="{296CC080-4F0E-4CDB-ABAC-2FF407D2E1F2}" type="presParOf" srcId="{88223E75-A741-4A30-B374-44F64CA5391D}" destId="{4C3A63BC-5185-4CE1-94D9-56F969AC3E1D}" srcOrd="0" destOrd="0" presId="urn:microsoft.com/office/officeart/2005/8/layout/process1"/>
    <dgm:cxn modelId="{E165F683-BB39-477F-A7EE-C634A20F2C81}" type="presParOf" srcId="{88223E75-A741-4A30-B374-44F64CA5391D}" destId="{C5677CC6-5792-4DE4-B13A-C6C0420C003D}" srcOrd="1" destOrd="0" presId="urn:microsoft.com/office/officeart/2005/8/layout/process1"/>
    <dgm:cxn modelId="{724A2D50-AF15-4454-AE91-314750BF677A}" type="presParOf" srcId="{C5677CC6-5792-4DE4-B13A-C6C0420C003D}" destId="{849D092C-6417-40F1-8C6F-9143155710FE}" srcOrd="0" destOrd="0" presId="urn:microsoft.com/office/officeart/2005/8/layout/process1"/>
    <dgm:cxn modelId="{BB26FA53-25E5-4CCC-8CB7-4D00AF6EB296}" type="presParOf" srcId="{88223E75-A741-4A30-B374-44F64CA5391D}" destId="{6661BA02-D057-4584-A931-24288533A0A1}" srcOrd="2" destOrd="0" presId="urn:microsoft.com/office/officeart/2005/8/layout/process1"/>
    <dgm:cxn modelId="{B75BF41C-4E16-4DAC-BCEE-7B03A47EE6BF}" type="presParOf" srcId="{88223E75-A741-4A30-B374-44F64CA5391D}" destId="{36CBBFFE-F859-4124-BFC3-E7ABD397E803}" srcOrd="3" destOrd="0" presId="urn:microsoft.com/office/officeart/2005/8/layout/process1"/>
    <dgm:cxn modelId="{D16B9809-2300-455D-A22E-935DC914F719}" type="presParOf" srcId="{36CBBFFE-F859-4124-BFC3-E7ABD397E803}" destId="{C20797E3-E33B-49E5-ABF4-EE0FCA05725E}" srcOrd="0" destOrd="0" presId="urn:microsoft.com/office/officeart/2005/8/layout/process1"/>
    <dgm:cxn modelId="{3370B669-37E6-49B2-B3CB-4F6B393EFA7C}" type="presParOf" srcId="{88223E75-A741-4A30-B374-44F64CA5391D}" destId="{BD66EEED-E2EB-4327-A991-EAEBAD89A948}" srcOrd="4" destOrd="0" presId="urn:microsoft.com/office/officeart/2005/8/layout/process1"/>
    <dgm:cxn modelId="{BF279243-C7C3-41EE-8A0A-6EF8F50F5B33}" type="presParOf" srcId="{88223E75-A741-4A30-B374-44F64CA5391D}" destId="{E45321EA-0B4A-4B5C-A76A-F452FA3398DC}" srcOrd="5" destOrd="0" presId="urn:microsoft.com/office/officeart/2005/8/layout/process1"/>
    <dgm:cxn modelId="{FEA364F0-919F-49D6-96CD-BE24EE1A1976}" type="presParOf" srcId="{E45321EA-0B4A-4B5C-A76A-F452FA3398DC}" destId="{F3A937C2-F37D-4859-9966-16D2F51439D3}" srcOrd="0" destOrd="0" presId="urn:microsoft.com/office/officeart/2005/8/layout/process1"/>
    <dgm:cxn modelId="{8B599674-CE27-483E-995E-537F55D74A99}" type="presParOf" srcId="{88223E75-A741-4A30-B374-44F64CA5391D}" destId="{2FD7291F-E8C0-4797-A6D5-FFB5F93C17CA}" srcOrd="6" destOrd="0" presId="urn:microsoft.com/office/officeart/2005/8/layout/process1"/>
    <dgm:cxn modelId="{BA75FCDD-2720-484B-B073-2B27B1E09F0D}" type="presParOf" srcId="{88223E75-A741-4A30-B374-44F64CA5391D}" destId="{5AC9E2B5-E46D-48DA-99FE-A51A97D5A023}" srcOrd="7" destOrd="0" presId="urn:microsoft.com/office/officeart/2005/8/layout/process1"/>
    <dgm:cxn modelId="{37980903-57E8-4AFB-96C5-CB6A8C5CDFFD}" type="presParOf" srcId="{5AC9E2B5-E46D-48DA-99FE-A51A97D5A023}" destId="{0D9A02BA-CB9D-4522-BDA8-F2FB6EE1444C}" srcOrd="0" destOrd="0" presId="urn:microsoft.com/office/officeart/2005/8/layout/process1"/>
    <dgm:cxn modelId="{3776A332-08BB-4923-A1F5-5E1B759495DA}" type="presParOf" srcId="{88223E75-A741-4A30-B374-44F64CA5391D}" destId="{5FEAD06C-D173-4E04-8496-009298798148}" srcOrd="8" destOrd="0" presId="urn:microsoft.com/office/officeart/2005/8/layout/process1"/>
    <dgm:cxn modelId="{9BE036BC-D43E-4D93-B0C4-4AEB51D29767}" type="presParOf" srcId="{88223E75-A741-4A30-B374-44F64CA5391D}" destId="{FA8E4F7B-D595-4F36-BBF1-EF94C0B92243}" srcOrd="9" destOrd="0" presId="urn:microsoft.com/office/officeart/2005/8/layout/process1"/>
    <dgm:cxn modelId="{60DC5E73-A67A-4DEA-8FA8-A42E3A0D4912}" type="presParOf" srcId="{FA8E4F7B-D595-4F36-BBF1-EF94C0B92243}" destId="{2AC86E61-CC43-4FCB-9C96-88A8A11BBEA5}" srcOrd="0" destOrd="0" presId="urn:microsoft.com/office/officeart/2005/8/layout/process1"/>
    <dgm:cxn modelId="{7A5C200F-D6B4-4F2B-BAC1-50C057418A59}" type="presParOf" srcId="{88223E75-A741-4A30-B374-44F64CA5391D}" destId="{19DA3949-38AC-478F-97FD-81D199C994BC}" srcOrd="10" destOrd="0" presId="urn:microsoft.com/office/officeart/2005/8/layout/process1"/>
    <dgm:cxn modelId="{D973AFFC-2E13-4B61-B017-84F6154A6644}" type="presParOf" srcId="{88223E75-A741-4A30-B374-44F64CA5391D}" destId="{C47C9DD7-DC2F-4839-A6E4-D6D124C8047E}" srcOrd="11" destOrd="0" presId="urn:microsoft.com/office/officeart/2005/8/layout/process1"/>
    <dgm:cxn modelId="{9A1EFFF4-3D4C-4FE8-AB93-66F6B100A6B0}" type="presParOf" srcId="{C47C9DD7-DC2F-4839-A6E4-D6D124C8047E}" destId="{774926AA-BA5E-4E53-AE3F-D77C30E6C384}" srcOrd="0" destOrd="0" presId="urn:microsoft.com/office/officeart/2005/8/layout/process1"/>
    <dgm:cxn modelId="{F9EA2F19-0E3B-4FF1-B9F9-C7B193CF005C}" type="presParOf" srcId="{88223E75-A741-4A30-B374-44F64CA5391D}" destId="{B4E271DE-264D-473C-9916-308FCC2F12A8}" srcOrd="12" destOrd="0" presId="urn:microsoft.com/office/officeart/2005/8/layout/process1"/>
    <dgm:cxn modelId="{4910E533-BD18-4752-A6B0-FD6C10962430}" type="presParOf" srcId="{88223E75-A741-4A30-B374-44F64CA5391D}" destId="{655978E0-312C-4F0C-A1D5-A56A2369BA55}" srcOrd="13" destOrd="0" presId="urn:microsoft.com/office/officeart/2005/8/layout/process1"/>
    <dgm:cxn modelId="{5B804C32-ED03-4957-8EDE-91EF94B5FEAE}" type="presParOf" srcId="{655978E0-312C-4F0C-A1D5-A56A2369BA55}" destId="{F77D966C-4416-4890-B6CE-E69A6CDC961B}" srcOrd="0" destOrd="0" presId="urn:microsoft.com/office/officeart/2005/8/layout/process1"/>
    <dgm:cxn modelId="{82F5FA6C-7F01-4DF9-BF13-BC926EC73D5F}" type="presParOf" srcId="{88223E75-A741-4A30-B374-44F64CA5391D}" destId="{C45E6221-4799-4236-9CF1-091A53D606AC}" srcOrd="14" destOrd="0" presId="urn:microsoft.com/office/officeart/2005/8/layout/process1"/>
    <dgm:cxn modelId="{6B08721B-AE50-4F94-A5AE-A12158FCC218}" type="presParOf" srcId="{88223E75-A741-4A30-B374-44F64CA5391D}" destId="{1104857E-D40A-4701-9C04-172851A0968B}" srcOrd="15" destOrd="0" presId="urn:microsoft.com/office/officeart/2005/8/layout/process1"/>
    <dgm:cxn modelId="{24D3C937-0676-4937-9F2F-5BADAB29FF81}" type="presParOf" srcId="{1104857E-D40A-4701-9C04-172851A0968B}" destId="{8C7BAEEF-FB66-4C30-9EDD-EA35FC40D122}" srcOrd="0" destOrd="0" presId="urn:microsoft.com/office/officeart/2005/8/layout/process1"/>
    <dgm:cxn modelId="{41F8C8A7-AB53-43B7-BE7C-619C3BB2F2E5}" type="presParOf" srcId="{88223E75-A741-4A30-B374-44F64CA5391D}" destId="{3E29D8C7-C463-4FB0-92A2-8A2C7ECFD4FE}" srcOrd="16" destOrd="0" presId="urn:microsoft.com/office/officeart/2005/8/layout/process1"/>
    <dgm:cxn modelId="{735E1E63-4E8C-46EE-A645-76A6CE1042FD}" type="presParOf" srcId="{88223E75-A741-4A30-B374-44F64CA5391D}" destId="{DC995D5A-7257-4368-AF43-B9233A60E8FB}" srcOrd="17" destOrd="0" presId="urn:microsoft.com/office/officeart/2005/8/layout/process1"/>
    <dgm:cxn modelId="{C7518CB7-7C09-40B3-950F-F63F143C8DE4}" type="presParOf" srcId="{DC995D5A-7257-4368-AF43-B9233A60E8FB}" destId="{7692B859-CA92-46AB-AA33-4FD8E4BE9470}" srcOrd="0" destOrd="0" presId="urn:microsoft.com/office/officeart/2005/8/layout/process1"/>
    <dgm:cxn modelId="{DB50730C-40D6-4F97-B57B-CF142CAF1B31}" type="presParOf" srcId="{88223E75-A741-4A30-B374-44F64CA5391D}" destId="{80A91BC4-E7D2-4AE8-8859-FD3C8B425955}" srcOrd="1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95A40-73A6-4440-A635-81294984F4C5}">
      <dsp:nvSpPr>
        <dsp:cNvPr id="0" name=""/>
        <dsp:cNvSpPr/>
      </dsp:nvSpPr>
      <dsp:spPr>
        <a:xfrm>
          <a:off x="0" y="640555"/>
          <a:ext cx="10733315" cy="854074"/>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B90E8F-F559-4032-A165-AF2B9DE30806}">
      <dsp:nvSpPr>
        <dsp:cNvPr id="0" name=""/>
        <dsp:cNvSpPr/>
      </dsp:nvSpPr>
      <dsp:spPr>
        <a:xfrm>
          <a:off x="4245" y="0"/>
          <a:ext cx="1856056" cy="854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220472" numCol="1" spcCol="1270" anchor="b" anchorCtr="0">
          <a:noAutofit/>
        </a:bodyPr>
        <a:lstStyle/>
        <a:p>
          <a:pPr marL="0" lvl="0" indent="0" algn="ctr" defTabSz="1377950">
            <a:lnSpc>
              <a:spcPct val="90000"/>
            </a:lnSpc>
            <a:spcBef>
              <a:spcPct val="0"/>
            </a:spcBef>
            <a:spcAft>
              <a:spcPct val="35000"/>
            </a:spcAft>
            <a:buNone/>
          </a:pPr>
          <a:r>
            <a:rPr lang="en-US" sz="3100" kern="1200" dirty="0">
              <a:highlight>
                <a:srgbClr val="00FFFF"/>
              </a:highlight>
            </a:rPr>
            <a:t>2010</a:t>
          </a:r>
        </a:p>
      </dsp:txBody>
      <dsp:txXfrm>
        <a:off x="4245" y="0"/>
        <a:ext cx="1856056" cy="854074"/>
      </dsp:txXfrm>
    </dsp:sp>
    <dsp:sp modelId="{CA5B6BD9-3FAA-4AA4-B502-CBEF8A460BD0}">
      <dsp:nvSpPr>
        <dsp:cNvPr id="0" name=""/>
        <dsp:cNvSpPr/>
      </dsp:nvSpPr>
      <dsp:spPr>
        <a:xfrm>
          <a:off x="825514" y="960833"/>
          <a:ext cx="213518" cy="213518"/>
        </a:xfrm>
        <a:prstGeom prst="ellipse">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5D1DBB-E89D-42AD-A5D0-286EBB4E7706}">
      <dsp:nvSpPr>
        <dsp:cNvPr id="0" name=""/>
        <dsp:cNvSpPr/>
      </dsp:nvSpPr>
      <dsp:spPr>
        <a:xfrm>
          <a:off x="1953104" y="1281111"/>
          <a:ext cx="1856056" cy="854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220472" numCol="1" spcCol="1270" anchor="t" anchorCtr="0">
          <a:noAutofit/>
        </a:bodyPr>
        <a:lstStyle/>
        <a:p>
          <a:pPr marL="0" lvl="0" indent="0" algn="ctr" defTabSz="1377950">
            <a:lnSpc>
              <a:spcPct val="90000"/>
            </a:lnSpc>
            <a:spcBef>
              <a:spcPct val="0"/>
            </a:spcBef>
            <a:spcAft>
              <a:spcPct val="35000"/>
            </a:spcAft>
            <a:buNone/>
          </a:pPr>
          <a:endParaRPr lang="en-US" sz="3100" kern="1200" dirty="0"/>
        </a:p>
      </dsp:txBody>
      <dsp:txXfrm>
        <a:off x="1953104" y="1281111"/>
        <a:ext cx="1856056" cy="854074"/>
      </dsp:txXfrm>
    </dsp:sp>
    <dsp:sp modelId="{B7B659CD-17A0-46E5-8994-F6019EB0A1A9}">
      <dsp:nvSpPr>
        <dsp:cNvPr id="0" name=""/>
        <dsp:cNvSpPr/>
      </dsp:nvSpPr>
      <dsp:spPr>
        <a:xfrm>
          <a:off x="2774373" y="960833"/>
          <a:ext cx="213518" cy="213518"/>
        </a:xfrm>
        <a:prstGeom prst="ellipse">
          <a:avLst/>
        </a:prstGeom>
        <a:solidFill>
          <a:schemeClr val="accent2">
            <a:shade val="80000"/>
            <a:hueOff val="57433"/>
            <a:satOff val="3090"/>
            <a:lumOff val="51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289A32-6A8B-4058-A2E0-0957537D8FAD}">
      <dsp:nvSpPr>
        <dsp:cNvPr id="0" name=""/>
        <dsp:cNvSpPr/>
      </dsp:nvSpPr>
      <dsp:spPr>
        <a:xfrm>
          <a:off x="3901963" y="0"/>
          <a:ext cx="1856056" cy="854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220472" numCol="1" spcCol="1270" anchor="b" anchorCtr="0">
          <a:noAutofit/>
        </a:bodyPr>
        <a:lstStyle/>
        <a:p>
          <a:pPr marL="0" lvl="0" indent="0" algn="ctr" defTabSz="1377950">
            <a:lnSpc>
              <a:spcPct val="90000"/>
            </a:lnSpc>
            <a:spcBef>
              <a:spcPct val="0"/>
            </a:spcBef>
            <a:spcAft>
              <a:spcPct val="35000"/>
            </a:spcAft>
            <a:buNone/>
          </a:pPr>
          <a:r>
            <a:rPr lang="en-US" sz="3100" kern="1200" dirty="0">
              <a:highlight>
                <a:srgbClr val="00FFFF"/>
              </a:highlight>
            </a:rPr>
            <a:t>2015</a:t>
          </a:r>
        </a:p>
      </dsp:txBody>
      <dsp:txXfrm>
        <a:off x="3901963" y="0"/>
        <a:ext cx="1856056" cy="854074"/>
      </dsp:txXfrm>
    </dsp:sp>
    <dsp:sp modelId="{D67BAA4A-CE49-4000-A298-377EF25F6BD7}">
      <dsp:nvSpPr>
        <dsp:cNvPr id="0" name=""/>
        <dsp:cNvSpPr/>
      </dsp:nvSpPr>
      <dsp:spPr>
        <a:xfrm>
          <a:off x="4723232" y="960833"/>
          <a:ext cx="213518" cy="213518"/>
        </a:xfrm>
        <a:prstGeom prst="ellipse">
          <a:avLst/>
        </a:prstGeom>
        <a:solidFill>
          <a:schemeClr val="accent2">
            <a:shade val="80000"/>
            <a:hueOff val="114867"/>
            <a:satOff val="6179"/>
            <a:lumOff val="103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3115D5-3C5A-4900-B4E7-D49F1D558537}">
      <dsp:nvSpPr>
        <dsp:cNvPr id="0" name=""/>
        <dsp:cNvSpPr/>
      </dsp:nvSpPr>
      <dsp:spPr>
        <a:xfrm>
          <a:off x="5850822" y="1281111"/>
          <a:ext cx="1856056" cy="854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220472" numCol="1" spcCol="1270" anchor="t" anchorCtr="0">
          <a:noAutofit/>
        </a:bodyPr>
        <a:lstStyle/>
        <a:p>
          <a:pPr marL="0" lvl="0" indent="0" algn="ctr" defTabSz="1377950">
            <a:lnSpc>
              <a:spcPct val="90000"/>
            </a:lnSpc>
            <a:spcBef>
              <a:spcPct val="0"/>
            </a:spcBef>
            <a:spcAft>
              <a:spcPct val="35000"/>
            </a:spcAft>
            <a:buNone/>
          </a:pPr>
          <a:endParaRPr lang="en-US" sz="3100" kern="1200" dirty="0"/>
        </a:p>
      </dsp:txBody>
      <dsp:txXfrm>
        <a:off x="5850822" y="1281111"/>
        <a:ext cx="1856056" cy="854074"/>
      </dsp:txXfrm>
    </dsp:sp>
    <dsp:sp modelId="{3E02EAED-44B8-4B9C-8691-49F9FB9B67B5}">
      <dsp:nvSpPr>
        <dsp:cNvPr id="0" name=""/>
        <dsp:cNvSpPr/>
      </dsp:nvSpPr>
      <dsp:spPr>
        <a:xfrm>
          <a:off x="6672091" y="960833"/>
          <a:ext cx="213518" cy="213518"/>
        </a:xfrm>
        <a:prstGeom prst="ellipse">
          <a:avLst/>
        </a:prstGeom>
        <a:solidFill>
          <a:schemeClr val="accent2">
            <a:shade val="80000"/>
            <a:hueOff val="172300"/>
            <a:satOff val="9269"/>
            <a:lumOff val="154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6DFB22-478A-40EF-9E40-A13F3F4C1827}">
      <dsp:nvSpPr>
        <dsp:cNvPr id="0" name=""/>
        <dsp:cNvSpPr/>
      </dsp:nvSpPr>
      <dsp:spPr>
        <a:xfrm>
          <a:off x="7799681" y="0"/>
          <a:ext cx="1856056" cy="854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220472" numCol="1" spcCol="1270" anchor="b" anchorCtr="0">
          <a:noAutofit/>
        </a:bodyPr>
        <a:lstStyle/>
        <a:p>
          <a:pPr marL="0" lvl="0" indent="0" algn="ctr" defTabSz="1377950">
            <a:lnSpc>
              <a:spcPct val="90000"/>
            </a:lnSpc>
            <a:spcBef>
              <a:spcPct val="0"/>
            </a:spcBef>
            <a:spcAft>
              <a:spcPct val="35000"/>
            </a:spcAft>
            <a:buNone/>
          </a:pPr>
          <a:r>
            <a:rPr lang="en-US" sz="3100" kern="1200" dirty="0">
              <a:highlight>
                <a:srgbClr val="00FFFF"/>
              </a:highlight>
            </a:rPr>
            <a:t>2020</a:t>
          </a:r>
        </a:p>
      </dsp:txBody>
      <dsp:txXfrm>
        <a:off x="7799681" y="0"/>
        <a:ext cx="1856056" cy="854074"/>
      </dsp:txXfrm>
    </dsp:sp>
    <dsp:sp modelId="{37F726B2-EEED-4083-BC58-15EF75B9069D}">
      <dsp:nvSpPr>
        <dsp:cNvPr id="0" name=""/>
        <dsp:cNvSpPr/>
      </dsp:nvSpPr>
      <dsp:spPr>
        <a:xfrm>
          <a:off x="8620950" y="960833"/>
          <a:ext cx="213518" cy="213518"/>
        </a:xfrm>
        <a:prstGeom prst="ellipse">
          <a:avLst/>
        </a:prstGeom>
        <a:solidFill>
          <a:schemeClr val="accent2">
            <a:shade val="80000"/>
            <a:hueOff val="229733"/>
            <a:satOff val="12358"/>
            <a:lumOff val="206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66CB34-978E-4532-AEF4-08BDD9760DEB}">
      <dsp:nvSpPr>
        <dsp:cNvPr id="0" name=""/>
        <dsp:cNvSpPr/>
      </dsp:nvSpPr>
      <dsp:spPr>
        <a:xfrm rot="5400000">
          <a:off x="3274940" y="-1236874"/>
          <a:ext cx="775605" cy="34472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Modernize UI/UX Technologies</a:t>
          </a:r>
        </a:p>
        <a:p>
          <a:pPr marL="114300" lvl="1" indent="-114300" algn="l" defTabSz="666750">
            <a:lnSpc>
              <a:spcPct val="90000"/>
            </a:lnSpc>
            <a:spcBef>
              <a:spcPct val="0"/>
            </a:spcBef>
            <a:spcAft>
              <a:spcPct val="15000"/>
            </a:spcAft>
            <a:buChar char="•"/>
          </a:pPr>
          <a:r>
            <a:rPr lang="en-US" sz="1500" kern="1200" dirty="0"/>
            <a:t>Separation of Concerns – Experience and Data</a:t>
          </a:r>
        </a:p>
      </dsp:txBody>
      <dsp:txXfrm rot="-5400000">
        <a:off x="1939099" y="136829"/>
        <a:ext cx="3409426" cy="699881"/>
      </dsp:txXfrm>
    </dsp:sp>
    <dsp:sp modelId="{3116B2C7-A631-4B69-98C7-C7BA49D6C3D9}">
      <dsp:nvSpPr>
        <dsp:cNvPr id="0" name=""/>
        <dsp:cNvSpPr/>
      </dsp:nvSpPr>
      <dsp:spPr>
        <a:xfrm>
          <a:off x="0" y="2015"/>
          <a:ext cx="1939099" cy="9695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Modular and Shared Services</a:t>
          </a:r>
        </a:p>
      </dsp:txBody>
      <dsp:txXfrm>
        <a:off x="47327" y="49342"/>
        <a:ext cx="1844445" cy="874853"/>
      </dsp:txXfrm>
    </dsp:sp>
    <dsp:sp modelId="{062FB2DC-DA9D-4EAC-97B5-94FB2B22504E}">
      <dsp:nvSpPr>
        <dsp:cNvPr id="0" name=""/>
        <dsp:cNvSpPr/>
      </dsp:nvSpPr>
      <dsp:spPr>
        <a:xfrm rot="5400000">
          <a:off x="3274940" y="-218892"/>
          <a:ext cx="775605" cy="34472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Which NoSQL solution to choose?</a:t>
          </a:r>
        </a:p>
        <a:p>
          <a:pPr marL="114300" lvl="1" indent="-114300" algn="l" defTabSz="666750">
            <a:lnSpc>
              <a:spcPct val="90000"/>
            </a:lnSpc>
            <a:spcBef>
              <a:spcPct val="0"/>
            </a:spcBef>
            <a:spcAft>
              <a:spcPct val="15000"/>
            </a:spcAft>
            <a:buChar char="•"/>
          </a:pPr>
          <a:r>
            <a:rPr lang="en-US" sz="1500" kern="1200" dirty="0"/>
            <a:t>Identify Data Workloads for Private Cloud</a:t>
          </a:r>
        </a:p>
      </dsp:txBody>
      <dsp:txXfrm rot="-5400000">
        <a:off x="1939099" y="1154811"/>
        <a:ext cx="3409426" cy="699881"/>
      </dsp:txXfrm>
    </dsp:sp>
    <dsp:sp modelId="{6BB233FF-9BD6-4E51-94C6-27E2B53F209A}">
      <dsp:nvSpPr>
        <dsp:cNvPr id="0" name=""/>
        <dsp:cNvSpPr/>
      </dsp:nvSpPr>
      <dsp:spPr>
        <a:xfrm>
          <a:off x="0" y="1019998"/>
          <a:ext cx="1939099" cy="9695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Data Platform</a:t>
          </a:r>
        </a:p>
      </dsp:txBody>
      <dsp:txXfrm>
        <a:off x="47327" y="1067325"/>
        <a:ext cx="1844445" cy="874853"/>
      </dsp:txXfrm>
    </dsp:sp>
    <dsp:sp modelId="{F1D1DC78-A4E8-4F2E-9C8F-6E0115FFB460}">
      <dsp:nvSpPr>
        <dsp:cNvPr id="0" name=""/>
        <dsp:cNvSpPr/>
      </dsp:nvSpPr>
      <dsp:spPr>
        <a:xfrm rot="5400000">
          <a:off x="3274940" y="799090"/>
          <a:ext cx="775605" cy="34472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Path forward to Enterprise DevOps</a:t>
          </a:r>
        </a:p>
        <a:p>
          <a:pPr marL="114300" lvl="1" indent="-114300" algn="l" defTabSz="666750">
            <a:lnSpc>
              <a:spcPct val="90000"/>
            </a:lnSpc>
            <a:spcBef>
              <a:spcPct val="0"/>
            </a:spcBef>
            <a:spcAft>
              <a:spcPct val="15000"/>
            </a:spcAft>
            <a:buChar char="•"/>
          </a:pPr>
          <a:r>
            <a:rPr lang="en-US" sz="1500" kern="1200" dirty="0"/>
            <a:t>Prepare for Multi-Cloud Deployment</a:t>
          </a:r>
        </a:p>
      </dsp:txBody>
      <dsp:txXfrm rot="-5400000">
        <a:off x="1939099" y="2172793"/>
        <a:ext cx="3409426" cy="699881"/>
      </dsp:txXfrm>
    </dsp:sp>
    <dsp:sp modelId="{4B24A3D4-22F7-441E-92FA-0647FE7C1CC2}">
      <dsp:nvSpPr>
        <dsp:cNvPr id="0" name=""/>
        <dsp:cNvSpPr/>
      </dsp:nvSpPr>
      <dsp:spPr>
        <a:xfrm>
          <a:off x="0" y="2037981"/>
          <a:ext cx="1939099" cy="9695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DevOps</a:t>
          </a:r>
        </a:p>
      </dsp:txBody>
      <dsp:txXfrm>
        <a:off x="47327" y="2085308"/>
        <a:ext cx="1844445" cy="874853"/>
      </dsp:txXfrm>
    </dsp:sp>
    <dsp:sp modelId="{FD1C50B8-A052-48F5-BE37-59315CAFB233}">
      <dsp:nvSpPr>
        <dsp:cNvPr id="0" name=""/>
        <dsp:cNvSpPr/>
      </dsp:nvSpPr>
      <dsp:spPr>
        <a:xfrm rot="5400000">
          <a:off x="3274940" y="1817073"/>
          <a:ext cx="775605" cy="34472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Service Mesh</a:t>
          </a:r>
        </a:p>
        <a:p>
          <a:pPr marL="114300" lvl="1" indent="-114300" algn="l" defTabSz="666750">
            <a:lnSpc>
              <a:spcPct val="90000"/>
            </a:lnSpc>
            <a:spcBef>
              <a:spcPct val="0"/>
            </a:spcBef>
            <a:spcAft>
              <a:spcPct val="15000"/>
            </a:spcAft>
            <a:buChar char="•"/>
          </a:pPr>
          <a:r>
            <a:rPr lang="en-US" sz="1500" kern="1200" dirty="0"/>
            <a:t>Configuration Service</a:t>
          </a:r>
        </a:p>
      </dsp:txBody>
      <dsp:txXfrm rot="-5400000">
        <a:off x="1939099" y="3190776"/>
        <a:ext cx="3409426" cy="699881"/>
      </dsp:txXfrm>
    </dsp:sp>
    <dsp:sp modelId="{41B268A0-7C50-4461-9BC7-94693232780F}">
      <dsp:nvSpPr>
        <dsp:cNvPr id="0" name=""/>
        <dsp:cNvSpPr/>
      </dsp:nvSpPr>
      <dsp:spPr>
        <a:xfrm>
          <a:off x="0" y="3055963"/>
          <a:ext cx="1939099" cy="96950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Cloud Readiness</a:t>
          </a:r>
        </a:p>
      </dsp:txBody>
      <dsp:txXfrm>
        <a:off x="47327" y="3103290"/>
        <a:ext cx="1844445" cy="8748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A63BC-5185-4CE1-94D9-56F969AC3E1D}">
      <dsp:nvSpPr>
        <dsp:cNvPr id="0" name=""/>
        <dsp:cNvSpPr/>
      </dsp:nvSpPr>
      <dsp:spPr>
        <a:xfrm>
          <a:off x="2774" y="730196"/>
          <a:ext cx="696020" cy="41761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Code</a:t>
          </a:r>
        </a:p>
      </dsp:txBody>
      <dsp:txXfrm>
        <a:off x="15005" y="742427"/>
        <a:ext cx="671558" cy="393150"/>
      </dsp:txXfrm>
    </dsp:sp>
    <dsp:sp modelId="{C5677CC6-5792-4DE4-B13A-C6C0420C003D}">
      <dsp:nvSpPr>
        <dsp:cNvPr id="0" name=""/>
        <dsp:cNvSpPr/>
      </dsp:nvSpPr>
      <dsp:spPr>
        <a:xfrm>
          <a:off x="768396" y="852696"/>
          <a:ext cx="147556" cy="172612"/>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68396" y="887218"/>
        <a:ext cx="103289" cy="103568"/>
      </dsp:txXfrm>
    </dsp:sp>
    <dsp:sp modelId="{6661BA02-D057-4584-A931-24288533A0A1}">
      <dsp:nvSpPr>
        <dsp:cNvPr id="0" name=""/>
        <dsp:cNvSpPr/>
      </dsp:nvSpPr>
      <dsp:spPr>
        <a:xfrm>
          <a:off x="977202" y="730196"/>
          <a:ext cx="696020" cy="41761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Merge</a:t>
          </a:r>
        </a:p>
      </dsp:txBody>
      <dsp:txXfrm>
        <a:off x="989433" y="742427"/>
        <a:ext cx="671558" cy="393150"/>
      </dsp:txXfrm>
    </dsp:sp>
    <dsp:sp modelId="{36CBBFFE-F859-4124-BFC3-E7ABD397E803}">
      <dsp:nvSpPr>
        <dsp:cNvPr id="0" name=""/>
        <dsp:cNvSpPr/>
      </dsp:nvSpPr>
      <dsp:spPr>
        <a:xfrm>
          <a:off x="1742825" y="852696"/>
          <a:ext cx="147556" cy="172612"/>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742825" y="887218"/>
        <a:ext cx="103289" cy="103568"/>
      </dsp:txXfrm>
    </dsp:sp>
    <dsp:sp modelId="{BD66EEED-E2EB-4327-A991-EAEBAD89A948}">
      <dsp:nvSpPr>
        <dsp:cNvPr id="0" name=""/>
        <dsp:cNvSpPr/>
      </dsp:nvSpPr>
      <dsp:spPr>
        <a:xfrm>
          <a:off x="1951631" y="730196"/>
          <a:ext cx="696020" cy="417612"/>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Build</a:t>
          </a:r>
        </a:p>
      </dsp:txBody>
      <dsp:txXfrm>
        <a:off x="1963862" y="742427"/>
        <a:ext cx="671558" cy="393150"/>
      </dsp:txXfrm>
    </dsp:sp>
    <dsp:sp modelId="{E45321EA-0B4A-4B5C-A76A-F452FA3398DC}">
      <dsp:nvSpPr>
        <dsp:cNvPr id="0" name=""/>
        <dsp:cNvSpPr/>
      </dsp:nvSpPr>
      <dsp:spPr>
        <a:xfrm>
          <a:off x="2717253" y="852696"/>
          <a:ext cx="147556" cy="172612"/>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717253" y="887218"/>
        <a:ext cx="103289" cy="103568"/>
      </dsp:txXfrm>
    </dsp:sp>
    <dsp:sp modelId="{2FD7291F-E8C0-4797-A6D5-FFB5F93C17CA}">
      <dsp:nvSpPr>
        <dsp:cNvPr id="0" name=""/>
        <dsp:cNvSpPr/>
      </dsp:nvSpPr>
      <dsp:spPr>
        <a:xfrm>
          <a:off x="2926059" y="730196"/>
          <a:ext cx="696020" cy="417612"/>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Test</a:t>
          </a:r>
        </a:p>
      </dsp:txBody>
      <dsp:txXfrm>
        <a:off x="2938290" y="742427"/>
        <a:ext cx="671558" cy="393150"/>
      </dsp:txXfrm>
    </dsp:sp>
    <dsp:sp modelId="{5AC9E2B5-E46D-48DA-99FE-A51A97D5A023}">
      <dsp:nvSpPr>
        <dsp:cNvPr id="0" name=""/>
        <dsp:cNvSpPr/>
      </dsp:nvSpPr>
      <dsp:spPr>
        <a:xfrm>
          <a:off x="3691681" y="852696"/>
          <a:ext cx="147556" cy="172612"/>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691681" y="887218"/>
        <a:ext cx="103289" cy="103568"/>
      </dsp:txXfrm>
    </dsp:sp>
    <dsp:sp modelId="{5FEAD06C-D173-4E04-8496-009298798148}">
      <dsp:nvSpPr>
        <dsp:cNvPr id="0" name=""/>
        <dsp:cNvSpPr/>
      </dsp:nvSpPr>
      <dsp:spPr>
        <a:xfrm>
          <a:off x="3900487" y="730196"/>
          <a:ext cx="696020" cy="417612"/>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Archive</a:t>
          </a:r>
        </a:p>
      </dsp:txBody>
      <dsp:txXfrm>
        <a:off x="3912718" y="742427"/>
        <a:ext cx="671558" cy="393150"/>
      </dsp:txXfrm>
    </dsp:sp>
    <dsp:sp modelId="{FA8E4F7B-D595-4F36-BBF1-EF94C0B92243}">
      <dsp:nvSpPr>
        <dsp:cNvPr id="0" name=""/>
        <dsp:cNvSpPr/>
      </dsp:nvSpPr>
      <dsp:spPr>
        <a:xfrm>
          <a:off x="4666109" y="852696"/>
          <a:ext cx="147556" cy="172612"/>
        </a:xfrm>
        <a:prstGeom prs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666109" y="887218"/>
        <a:ext cx="103289" cy="103568"/>
      </dsp:txXfrm>
    </dsp:sp>
    <dsp:sp modelId="{19DA3949-38AC-478F-97FD-81D199C994BC}">
      <dsp:nvSpPr>
        <dsp:cNvPr id="0" name=""/>
        <dsp:cNvSpPr/>
      </dsp:nvSpPr>
      <dsp:spPr>
        <a:xfrm>
          <a:off x="4874915" y="730196"/>
          <a:ext cx="696020" cy="41761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Govern</a:t>
          </a:r>
        </a:p>
      </dsp:txBody>
      <dsp:txXfrm>
        <a:off x="4887146" y="742427"/>
        <a:ext cx="671558" cy="393150"/>
      </dsp:txXfrm>
    </dsp:sp>
    <dsp:sp modelId="{C47C9DD7-DC2F-4839-A6E4-D6D124C8047E}">
      <dsp:nvSpPr>
        <dsp:cNvPr id="0" name=""/>
        <dsp:cNvSpPr/>
      </dsp:nvSpPr>
      <dsp:spPr>
        <a:xfrm>
          <a:off x="5640537" y="852696"/>
          <a:ext cx="147556" cy="172612"/>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640537" y="887218"/>
        <a:ext cx="103289" cy="103568"/>
      </dsp:txXfrm>
    </dsp:sp>
    <dsp:sp modelId="{B4E271DE-264D-473C-9916-308FCC2F12A8}">
      <dsp:nvSpPr>
        <dsp:cNvPr id="0" name=""/>
        <dsp:cNvSpPr/>
      </dsp:nvSpPr>
      <dsp:spPr>
        <a:xfrm>
          <a:off x="5849343" y="730196"/>
          <a:ext cx="696020" cy="41761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Scan</a:t>
          </a:r>
        </a:p>
      </dsp:txBody>
      <dsp:txXfrm>
        <a:off x="5861574" y="742427"/>
        <a:ext cx="671558" cy="393150"/>
      </dsp:txXfrm>
    </dsp:sp>
    <dsp:sp modelId="{655978E0-312C-4F0C-A1D5-A56A2369BA55}">
      <dsp:nvSpPr>
        <dsp:cNvPr id="0" name=""/>
        <dsp:cNvSpPr/>
      </dsp:nvSpPr>
      <dsp:spPr>
        <a:xfrm>
          <a:off x="6614965" y="852696"/>
          <a:ext cx="147556" cy="172612"/>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6614965" y="887218"/>
        <a:ext cx="103289" cy="103568"/>
      </dsp:txXfrm>
    </dsp:sp>
    <dsp:sp modelId="{C45E6221-4799-4236-9CF1-091A53D606AC}">
      <dsp:nvSpPr>
        <dsp:cNvPr id="0" name=""/>
        <dsp:cNvSpPr/>
      </dsp:nvSpPr>
      <dsp:spPr>
        <a:xfrm>
          <a:off x="6823771" y="730196"/>
          <a:ext cx="696020" cy="417612"/>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Deploy</a:t>
          </a:r>
        </a:p>
      </dsp:txBody>
      <dsp:txXfrm>
        <a:off x="6836002" y="742427"/>
        <a:ext cx="671558" cy="393150"/>
      </dsp:txXfrm>
    </dsp:sp>
    <dsp:sp modelId="{1104857E-D40A-4701-9C04-172851A0968B}">
      <dsp:nvSpPr>
        <dsp:cNvPr id="0" name=""/>
        <dsp:cNvSpPr/>
      </dsp:nvSpPr>
      <dsp:spPr>
        <a:xfrm>
          <a:off x="7589393" y="852696"/>
          <a:ext cx="147556" cy="172612"/>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589393" y="887218"/>
        <a:ext cx="103289" cy="103568"/>
      </dsp:txXfrm>
    </dsp:sp>
    <dsp:sp modelId="{3E29D8C7-C463-4FB0-92A2-8A2C7ECFD4FE}">
      <dsp:nvSpPr>
        <dsp:cNvPr id="0" name=""/>
        <dsp:cNvSpPr/>
      </dsp:nvSpPr>
      <dsp:spPr>
        <a:xfrm>
          <a:off x="7798199" y="730196"/>
          <a:ext cx="696020" cy="417612"/>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Run</a:t>
          </a:r>
        </a:p>
      </dsp:txBody>
      <dsp:txXfrm>
        <a:off x="7810430" y="742427"/>
        <a:ext cx="671558" cy="393150"/>
      </dsp:txXfrm>
    </dsp:sp>
    <dsp:sp modelId="{DC995D5A-7257-4368-AF43-B9233A60E8FB}">
      <dsp:nvSpPr>
        <dsp:cNvPr id="0" name=""/>
        <dsp:cNvSpPr/>
      </dsp:nvSpPr>
      <dsp:spPr>
        <a:xfrm>
          <a:off x="8563822" y="852696"/>
          <a:ext cx="147556" cy="172612"/>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8563822" y="887218"/>
        <a:ext cx="103289" cy="103568"/>
      </dsp:txXfrm>
    </dsp:sp>
    <dsp:sp modelId="{80A91BC4-E7D2-4AE8-8859-FD3C8B425955}">
      <dsp:nvSpPr>
        <dsp:cNvPr id="0" name=""/>
        <dsp:cNvSpPr/>
      </dsp:nvSpPr>
      <dsp:spPr>
        <a:xfrm>
          <a:off x="8772628" y="730196"/>
          <a:ext cx="696020" cy="417612"/>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Metrics</a:t>
          </a:r>
        </a:p>
      </dsp:txBody>
      <dsp:txXfrm>
        <a:off x="8784859" y="742427"/>
        <a:ext cx="671558" cy="39315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12/16/2020</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12/16/2020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7038" y="692150"/>
            <a:ext cx="6156325" cy="34639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F005EB-22FB-4FDC-8C6B-5A1CCF96C6D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9834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a:t>
            </a:r>
            <a:br>
              <a:rPr lang="en-US" dirty="0"/>
            </a:br>
            <a:endParaRPr lang="en-US" dirty="0"/>
          </a:p>
          <a:p>
            <a:pPr marL="228600" indent="-228600">
              <a:buAutoNum type="arabicPeriod"/>
            </a:pPr>
            <a:r>
              <a:rPr lang="en-US" dirty="0"/>
              <a:t>Importance of 10 Technology Principles set within </a:t>
            </a:r>
            <a:r>
              <a:rPr lang="en-US" dirty="0" err="1"/>
              <a:t>Dilip’s</a:t>
            </a:r>
            <a:r>
              <a:rPr lang="en-US" dirty="0"/>
              <a:t> organization</a:t>
            </a:r>
            <a:br>
              <a:rPr lang="en-US" dirty="0"/>
            </a:br>
            <a:endParaRPr lang="en-US" dirty="0"/>
          </a:p>
          <a:p>
            <a:pPr marL="228600" indent="-228600">
              <a:buAutoNum type="arabicPeriod"/>
            </a:pPr>
            <a:r>
              <a:rPr lang="en-US" dirty="0"/>
              <a:t>WISE commitment to all principles; priority on highlighted 5</a:t>
            </a:r>
          </a:p>
        </p:txBody>
      </p:sp>
      <p:sp>
        <p:nvSpPr>
          <p:cNvPr id="4" name="Slide Number Placeholder 3"/>
          <p:cNvSpPr>
            <a:spLocks noGrp="1"/>
          </p:cNvSpPr>
          <p:nvPr>
            <p:ph type="sldNum" sz="quarter" idx="5"/>
          </p:nvPr>
        </p:nvSpPr>
        <p:spPr/>
        <p:txBody>
          <a:bodyPr/>
          <a:lstStyle/>
          <a:p>
            <a:fld id="{72609331-D061-4205-9607-3A5AA16C1A8B}" type="slidenum">
              <a:rPr lang="en-US" smtClean="0"/>
              <a:t>2</a:t>
            </a:fld>
            <a:endParaRPr lang="en-US"/>
          </a:p>
        </p:txBody>
      </p:sp>
    </p:spTree>
    <p:extLst>
      <p:ext uri="{BB962C8B-B14F-4D97-AF65-F5344CB8AC3E}">
        <p14:creationId xmlns:p14="http://schemas.microsoft.com/office/powerpoint/2010/main" val="265289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14B0BA-28C7-F74C-A668-DAE01B7E9A49}" type="slidenum">
              <a:rPr kumimoji="0" lang="en-US" sz="1200" b="0" i="0" u="none" strike="noStrike" kern="1200" cap="none" spc="0" normalizeH="0" baseline="0" noProof="0" smtClean="0">
                <a:ln>
                  <a:noFill/>
                </a:ln>
                <a:solidFill>
                  <a:prstClr val="black"/>
                </a:solidFill>
                <a:effectLst/>
                <a:uLnTx/>
                <a:uFillTx/>
                <a:latin typeface="Calibri"/>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308356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14B0BA-28C7-F74C-A668-DAE01B7E9A49}" type="slidenum">
              <a:rPr kumimoji="0" lang="en-US" sz="1200" b="0" i="0" u="none" strike="noStrike" kern="1200" cap="none" spc="0" normalizeH="0" baseline="0" noProof="0" smtClean="0">
                <a:ln>
                  <a:noFill/>
                </a:ln>
                <a:solidFill>
                  <a:prstClr val="black"/>
                </a:solidFill>
                <a:effectLst/>
                <a:uLnTx/>
                <a:uFillTx/>
                <a:latin typeface="Calibri"/>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327954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14B0BA-28C7-F74C-A668-DAE01B7E9A49}" type="slidenum">
              <a:rPr kumimoji="0" lang="en-US" sz="1200" b="0" i="0" u="none" strike="noStrike" kern="1200" cap="none" spc="0" normalizeH="0" baseline="0" noProof="0" smtClean="0">
                <a:ln>
                  <a:noFill/>
                </a:ln>
                <a:solidFill>
                  <a:prstClr val="black"/>
                </a:solidFill>
                <a:effectLst/>
                <a:uLnTx/>
                <a:uFillTx/>
                <a:latin typeface="Calibri"/>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3899882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14B0BA-28C7-F74C-A668-DAE01B7E9A49}" type="slidenum">
              <a:rPr kumimoji="0" lang="en-US" sz="1200" b="0" i="0" u="none" strike="noStrike" kern="1200" cap="none" spc="0" normalizeH="0" baseline="0" noProof="0" smtClean="0">
                <a:ln>
                  <a:noFill/>
                </a:ln>
                <a:solidFill>
                  <a:prstClr val="black"/>
                </a:solidFill>
                <a:effectLst/>
                <a:uLnTx/>
                <a:uFillTx/>
                <a:latin typeface="Calibri"/>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332153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14B0BA-28C7-F74C-A668-DAE01B7E9A49}" type="slidenum">
              <a:rPr kumimoji="0" lang="en-US" sz="1200" b="0" i="0" u="none" strike="noStrike" kern="1200" cap="none" spc="0" normalizeH="0" baseline="0" noProof="0" smtClean="0">
                <a:ln>
                  <a:noFill/>
                </a:ln>
                <a:solidFill>
                  <a:prstClr val="black"/>
                </a:solidFill>
                <a:effectLst/>
                <a:uLnTx/>
                <a:uFillTx/>
                <a:latin typeface="Calibri"/>
                <a:ea typeface="+mn-ea"/>
                <a:cs typeface="Arial"/>
                <a:sym typeface="Arial"/>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6408138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5301" y="6369625"/>
            <a:ext cx="1512599" cy="285442"/>
          </a:xfrm>
          <a:prstGeom prst="rect">
            <a:avLst/>
          </a:prstGeom>
        </p:spPr>
      </p:pic>
      <p:sp>
        <p:nvSpPr>
          <p:cNvPr id="24" name="Text Placeholder 14"/>
          <p:cNvSpPr>
            <a:spLocks noGrp="1"/>
          </p:cNvSpPr>
          <p:nvPr>
            <p:ph type="body" sz="quarter" idx="11" hasCustomPrompt="1"/>
          </p:nvPr>
        </p:nvSpPr>
        <p:spPr>
          <a:xfrm>
            <a:off x="576581" y="3635831"/>
            <a:ext cx="10141024" cy="570115"/>
          </a:xfrm>
          <a:prstGeom prst="rect">
            <a:avLst/>
          </a:prstGeom>
        </p:spPr>
        <p:txBody>
          <a:bodyPr lIns="0" tIns="0" rIns="0" bIns="0" anchor="b"/>
          <a:lstStyle>
            <a:lvl1pPr marL="0" indent="0">
              <a:lnSpc>
                <a:spcPts val="2800"/>
              </a:lnSpc>
              <a:buNone/>
              <a:defRPr sz="2800" b="0">
                <a:solidFill>
                  <a:schemeClr val="tx2"/>
                </a:solidFill>
                <a:latin typeface="Arial" panose="020B0604020202020204" pitchFamily="34" charset="0"/>
              </a:defRPr>
            </a:lvl1pPr>
          </a:lstStyle>
          <a:p>
            <a:pPr lvl="0"/>
            <a:r>
              <a:rPr lang="en-US"/>
              <a:t>Click To Edit Master Text Styles</a:t>
            </a:r>
          </a:p>
        </p:txBody>
      </p:sp>
      <p:sp>
        <p:nvSpPr>
          <p:cNvPr id="25" name="Text Placeholder 12"/>
          <p:cNvSpPr>
            <a:spLocks noGrp="1"/>
          </p:cNvSpPr>
          <p:nvPr>
            <p:ph type="body" sz="quarter" idx="14"/>
          </p:nvPr>
        </p:nvSpPr>
        <p:spPr>
          <a:xfrm>
            <a:off x="576581" y="1484027"/>
            <a:ext cx="10166369" cy="2052239"/>
          </a:xfrm>
          <a:prstGeom prst="rect">
            <a:avLst/>
          </a:prstGeom>
        </p:spPr>
        <p:txBody>
          <a:bodyPr lIns="0" tIns="0" rIns="0" bIns="0" anchor="b"/>
          <a:lstStyle>
            <a:lvl1pPr marL="0" indent="0">
              <a:lnSpc>
                <a:spcPts val="3600"/>
              </a:lnSpc>
              <a:buNone/>
              <a:defRPr sz="3600" b="1" baseline="0">
                <a:solidFill>
                  <a:schemeClr val="accent1"/>
                </a:solidFill>
                <a:latin typeface="Arial" panose="020B0604020202020204" pitchFamily="34" charset="0"/>
              </a:defRPr>
            </a:lvl1pPr>
          </a:lstStyle>
          <a:p>
            <a:pPr lvl="0"/>
            <a:r>
              <a:rPr lang="en-US"/>
              <a:t>Click to edit Master text styles</a:t>
            </a:r>
          </a:p>
        </p:txBody>
      </p:sp>
      <p:sp>
        <p:nvSpPr>
          <p:cNvPr id="26" name="Text Placeholder 14"/>
          <p:cNvSpPr>
            <a:spLocks noGrp="1"/>
          </p:cNvSpPr>
          <p:nvPr>
            <p:ph type="body" sz="quarter" idx="15" hasCustomPrompt="1"/>
          </p:nvPr>
        </p:nvSpPr>
        <p:spPr>
          <a:xfrm>
            <a:off x="625911" y="5667375"/>
            <a:ext cx="5336539" cy="152400"/>
          </a:xfrm>
          <a:prstGeom prst="rect">
            <a:avLst/>
          </a:prstGeom>
        </p:spPr>
        <p:txBody>
          <a:bodyPr lIns="0" tIns="0" rIns="0" bIns="0" anchor="b"/>
          <a:lstStyle>
            <a:lvl1pPr marL="0" indent="0">
              <a:buNone/>
              <a:defRPr sz="1600" b="0">
                <a:solidFill>
                  <a:schemeClr val="accent1"/>
                </a:solidFill>
                <a:latin typeface="Arial" panose="020B0604020202020204" pitchFamily="34" charset="0"/>
              </a:defRPr>
            </a:lvl1pPr>
          </a:lstStyle>
          <a:p>
            <a:pPr lvl="0"/>
            <a:r>
              <a:rPr lang="en-US"/>
              <a:t>click to edit master text styles</a:t>
            </a:r>
          </a:p>
        </p:txBody>
      </p:sp>
      <p:sp>
        <p:nvSpPr>
          <p:cNvPr id="27" name="Text Placeholder 14"/>
          <p:cNvSpPr>
            <a:spLocks noGrp="1"/>
          </p:cNvSpPr>
          <p:nvPr>
            <p:ph type="body" sz="quarter" idx="16" hasCustomPrompt="1"/>
          </p:nvPr>
        </p:nvSpPr>
        <p:spPr>
          <a:xfrm>
            <a:off x="625911" y="5268686"/>
            <a:ext cx="5336539" cy="230508"/>
          </a:xfrm>
          <a:prstGeom prst="rect">
            <a:avLst/>
          </a:prstGeom>
        </p:spPr>
        <p:txBody>
          <a:bodyPr lIns="0" tIns="0" rIns="0" bIns="0" anchor="b"/>
          <a:lstStyle>
            <a:lvl1pPr marL="0" indent="0">
              <a:buNone/>
              <a:defRPr sz="2000" b="1">
                <a:solidFill>
                  <a:schemeClr val="accent1"/>
                </a:solidFill>
                <a:latin typeface="Arial" panose="020B0604020202020204" pitchFamily="34" charset="0"/>
              </a:defRPr>
            </a:lvl1pPr>
          </a:lstStyle>
          <a:p>
            <a:pPr lvl="0"/>
            <a:r>
              <a:rPr lang="en-US"/>
              <a:t>Click To Edit Master Text Styles</a:t>
            </a:r>
          </a:p>
        </p:txBody>
      </p:sp>
      <p:sp>
        <p:nvSpPr>
          <p:cNvPr id="28" name="Text Placeholder 4"/>
          <p:cNvSpPr>
            <a:spLocks noGrp="1"/>
          </p:cNvSpPr>
          <p:nvPr>
            <p:ph type="body" sz="quarter" idx="17" hasCustomPrompt="1"/>
          </p:nvPr>
        </p:nvSpPr>
        <p:spPr>
          <a:xfrm>
            <a:off x="578273" y="4335146"/>
            <a:ext cx="10182059" cy="320675"/>
          </a:xfrm>
          <a:prstGeom prst="rect">
            <a:avLst/>
          </a:prstGeom>
        </p:spPr>
        <p:txBody>
          <a:bodyPr lIns="0" tIns="0" rIns="0" bIns="0"/>
          <a:lstStyle>
            <a:lvl1pPr marL="0" indent="0">
              <a:buNone/>
              <a:defRPr sz="1800" i="1">
                <a:solidFill>
                  <a:schemeClr val="tx2"/>
                </a:solidFill>
                <a:latin typeface="Arial" panose="020B0604020202020204" pitchFamily="34" charset="0"/>
              </a:defRPr>
            </a:lvl1pPr>
          </a:lstStyle>
          <a:p>
            <a:pPr lvl="0"/>
            <a:fld id="{F7A08E21-72F0-4A64-987A-74BE9282A984}" type="datetime4">
              <a:rPr lang="en-US" smtClean="0"/>
              <a:t>December 13, 2016</a:t>
            </a:fld>
            <a:endParaRPr lang="en-US"/>
          </a:p>
        </p:txBody>
      </p:sp>
      <p:sp>
        <p:nvSpPr>
          <p:cNvPr id="16" name="Right Arrow Callout 12"/>
          <p:cNvSpPr/>
          <p:nvPr userDrawn="1"/>
        </p:nvSpPr>
        <p:spPr>
          <a:xfrm rot="16200000" flipH="1">
            <a:off x="5724018" y="228070"/>
            <a:ext cx="739102" cy="12195801"/>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7329561">
                <a:moveTo>
                  <a:pt x="1156" y="7329561"/>
                </a:moveTo>
                <a:cubicBezTo>
                  <a:pt x="771" y="6991776"/>
                  <a:pt x="385" y="6653990"/>
                  <a:pt x="0" y="6316205"/>
                </a:cubicBezTo>
                <a:lnTo>
                  <a:pt x="487339" y="6315548"/>
                </a:lnTo>
                <a:lnTo>
                  <a:pt x="580837" y="6594358"/>
                </a:lnTo>
                <a:lnTo>
                  <a:pt x="489162" y="6874154"/>
                </a:lnTo>
                <a:lnTo>
                  <a:pt x="175498" y="6876286"/>
                </a:lnTo>
                <a:cubicBezTo>
                  <a:pt x="175176" y="6769084"/>
                  <a:pt x="174766" y="6283093"/>
                  <a:pt x="174946" y="6206515"/>
                </a:cubicBezTo>
                <a:cubicBezTo>
                  <a:pt x="173937" y="4949476"/>
                  <a:pt x="175512" y="1257039"/>
                  <a:pt x="174503" y="0"/>
                </a:cubicBezTo>
              </a:path>
            </a:pathLst>
          </a:custGeom>
          <a:noFill/>
          <a:ln w="5080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ooter Placeholder 6"/>
          <p:cNvSpPr txBox="1">
            <a:spLocks/>
          </p:cNvSpPr>
          <p:nvPr userDrawn="1"/>
        </p:nvSpPr>
        <p:spPr>
          <a:xfrm>
            <a:off x="1798321" y="6497366"/>
            <a:ext cx="85760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900" b="0" spc="60" baseline="0">
                <a:solidFill>
                  <a:schemeClr val="tx2"/>
                </a:solidFill>
                <a:latin typeface="Arial Narrow" panose="020B0606020202030204" pitchFamily="34" charset="0"/>
              </a:rPr>
              <a:t>U.S. Bank Confidential</a:t>
            </a:r>
          </a:p>
        </p:txBody>
      </p:sp>
      <p:sp>
        <p:nvSpPr>
          <p:cNvPr id="2" name="Rectangle 1">
            <a:extLst>
              <a:ext uri="{FF2B5EF4-FFF2-40B4-BE49-F238E27FC236}">
                <a16:creationId xmlns:a16="http://schemas.microsoft.com/office/drawing/2014/main" id="{4307BE3C-929F-41BA-8603-116A0E32F2F8}"/>
              </a:ext>
            </a:extLst>
          </p:cNvPr>
          <p:cNvSpPr/>
          <p:nvPr userDrawn="1"/>
        </p:nvSpPr>
        <p:spPr>
          <a:xfrm>
            <a:off x="-4332" y="1"/>
            <a:ext cx="12195803" cy="1551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578851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64101" y="6369625"/>
            <a:ext cx="1512599" cy="285442"/>
          </a:xfrm>
          <a:prstGeom prst="rect">
            <a:avLst/>
          </a:prstGeom>
        </p:spPr>
      </p:pic>
      <p:sp>
        <p:nvSpPr>
          <p:cNvPr id="11" name="Text Placeholder 14"/>
          <p:cNvSpPr>
            <a:spLocks noGrp="1"/>
          </p:cNvSpPr>
          <p:nvPr>
            <p:ph type="body" sz="quarter" idx="11" hasCustomPrompt="1"/>
          </p:nvPr>
        </p:nvSpPr>
        <p:spPr>
          <a:xfrm>
            <a:off x="1071881" y="4371633"/>
            <a:ext cx="10382968" cy="570115"/>
          </a:xfrm>
          <a:prstGeom prst="rect">
            <a:avLst/>
          </a:prstGeom>
        </p:spPr>
        <p:txBody>
          <a:bodyPr lIns="0" tIns="0" rIns="0" bIns="0" anchor="b"/>
          <a:lstStyle>
            <a:lvl1pPr marL="0" indent="0">
              <a:lnSpc>
                <a:spcPts val="2800"/>
              </a:lnSpc>
              <a:buNone/>
              <a:defRPr sz="2800" b="0">
                <a:solidFill>
                  <a:schemeClr val="accent4"/>
                </a:solidFill>
                <a:latin typeface="Arial" panose="020B0604020202020204" pitchFamily="34" charset="0"/>
              </a:defRPr>
            </a:lvl1pPr>
          </a:lstStyle>
          <a:p>
            <a:pPr lvl="0"/>
            <a:r>
              <a:rPr lang="en-US"/>
              <a:t>Click To Edit Master Text Styles</a:t>
            </a:r>
          </a:p>
        </p:txBody>
      </p:sp>
      <p:sp>
        <p:nvSpPr>
          <p:cNvPr id="12" name="Text Placeholder 12"/>
          <p:cNvSpPr>
            <a:spLocks noGrp="1"/>
          </p:cNvSpPr>
          <p:nvPr>
            <p:ph type="body" sz="quarter" idx="10"/>
          </p:nvPr>
        </p:nvSpPr>
        <p:spPr>
          <a:xfrm>
            <a:off x="1071881" y="1873251"/>
            <a:ext cx="10408919" cy="2621865"/>
          </a:xfrm>
          <a:prstGeom prst="rect">
            <a:avLst/>
          </a:prstGeom>
        </p:spPr>
        <p:txBody>
          <a:bodyPr lIns="0" tIns="0" rIns="0" bIns="0" anchor="b"/>
          <a:lstStyle>
            <a:lvl1pPr marL="0" indent="0">
              <a:lnSpc>
                <a:spcPts val="3600"/>
              </a:lnSpc>
              <a:buNone/>
              <a:defRPr sz="3600" b="1" baseline="0">
                <a:solidFill>
                  <a:schemeClr val="tx1"/>
                </a:solidFill>
                <a:latin typeface="Arial" panose="020B0604020202020204" pitchFamily="34" charset="0"/>
              </a:defRPr>
            </a:lvl1pPr>
          </a:lstStyle>
          <a:p>
            <a:pPr lvl="0"/>
            <a:r>
              <a:rPr lang="en-US"/>
              <a:t>Click to edit Master text styles</a:t>
            </a:r>
          </a:p>
        </p:txBody>
      </p:sp>
      <p:sp>
        <p:nvSpPr>
          <p:cNvPr id="13" name="Text Placeholder 14"/>
          <p:cNvSpPr>
            <a:spLocks noGrp="1"/>
          </p:cNvSpPr>
          <p:nvPr>
            <p:ph type="body" sz="quarter" idx="14" hasCustomPrompt="1"/>
          </p:nvPr>
        </p:nvSpPr>
        <p:spPr>
          <a:xfrm>
            <a:off x="1121211" y="6253687"/>
            <a:ext cx="5336539" cy="152400"/>
          </a:xfrm>
          <a:prstGeom prst="rect">
            <a:avLst/>
          </a:prstGeom>
        </p:spPr>
        <p:txBody>
          <a:bodyPr lIns="0" tIns="0" rIns="0" bIns="0" anchor="b"/>
          <a:lstStyle>
            <a:lvl1pPr marL="0" indent="0">
              <a:buNone/>
              <a:defRPr sz="1600" b="0">
                <a:solidFill>
                  <a:schemeClr val="accent1"/>
                </a:solidFill>
                <a:latin typeface="Arial" panose="020B0604020202020204" pitchFamily="34" charset="0"/>
              </a:defRPr>
            </a:lvl1pPr>
          </a:lstStyle>
          <a:p>
            <a:pPr lvl="0"/>
            <a:r>
              <a:rPr lang="en-US"/>
              <a:t>click to edit master text styles</a:t>
            </a:r>
          </a:p>
        </p:txBody>
      </p:sp>
      <p:sp>
        <p:nvSpPr>
          <p:cNvPr id="14" name="Text Placeholder 14"/>
          <p:cNvSpPr>
            <a:spLocks noGrp="1"/>
          </p:cNvSpPr>
          <p:nvPr>
            <p:ph type="body" sz="quarter" idx="15" hasCustomPrompt="1"/>
          </p:nvPr>
        </p:nvSpPr>
        <p:spPr>
          <a:xfrm>
            <a:off x="1121211" y="5901262"/>
            <a:ext cx="5336539" cy="230508"/>
          </a:xfrm>
          <a:prstGeom prst="rect">
            <a:avLst/>
          </a:prstGeom>
        </p:spPr>
        <p:txBody>
          <a:bodyPr lIns="0" tIns="0" rIns="0" bIns="0" anchor="b"/>
          <a:lstStyle>
            <a:lvl1pPr marL="0" indent="0">
              <a:buNone/>
              <a:defRPr sz="2000" b="1">
                <a:solidFill>
                  <a:schemeClr val="tx1"/>
                </a:solidFill>
                <a:latin typeface="Arial" panose="020B0604020202020204" pitchFamily="34" charset="0"/>
              </a:defRPr>
            </a:lvl1pPr>
          </a:lstStyle>
          <a:p>
            <a:pPr lvl="0"/>
            <a:r>
              <a:rPr lang="en-US"/>
              <a:t>Click To Edit Master Text Styles</a:t>
            </a:r>
          </a:p>
        </p:txBody>
      </p:sp>
      <p:sp>
        <p:nvSpPr>
          <p:cNvPr id="15" name="Text Placeholder 4"/>
          <p:cNvSpPr>
            <a:spLocks noGrp="1"/>
          </p:cNvSpPr>
          <p:nvPr>
            <p:ph type="body" sz="quarter" idx="16" hasCustomPrompt="1"/>
          </p:nvPr>
        </p:nvSpPr>
        <p:spPr>
          <a:xfrm>
            <a:off x="1073574" y="5039996"/>
            <a:ext cx="10424981" cy="320675"/>
          </a:xfrm>
          <a:prstGeom prst="rect">
            <a:avLst/>
          </a:prstGeom>
        </p:spPr>
        <p:txBody>
          <a:bodyPr lIns="0" tIns="0" rIns="0" bIns="0"/>
          <a:lstStyle>
            <a:lvl1pPr marL="0" indent="0">
              <a:buNone/>
              <a:defRPr sz="1800" i="1">
                <a:solidFill>
                  <a:schemeClr val="accent4"/>
                </a:solidFill>
                <a:latin typeface="Arial" panose="020B0604020202020204" pitchFamily="34" charset="0"/>
              </a:defRPr>
            </a:lvl1pPr>
          </a:lstStyle>
          <a:p>
            <a:pPr lvl="0"/>
            <a:fld id="{F7A08E21-72F0-4A64-987A-74BE9282A984}" type="datetime4">
              <a:rPr lang="en-US" smtClean="0"/>
              <a:t>December 13, 2016</a:t>
            </a:fld>
            <a:endParaRPr lang="en-US"/>
          </a:p>
        </p:txBody>
      </p:sp>
      <p:sp>
        <p:nvSpPr>
          <p:cNvPr id="9" name="Right Arrow Callout 12"/>
          <p:cNvSpPr/>
          <p:nvPr userDrawn="1"/>
        </p:nvSpPr>
        <p:spPr>
          <a:xfrm rot="16200000" flipH="1">
            <a:off x="-273398" y="252685"/>
            <a:ext cx="3627631" cy="3109720"/>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7367" h="850509">
                <a:moveTo>
                  <a:pt x="0" y="288651"/>
                </a:moveTo>
                <a:lnTo>
                  <a:pt x="1002676" y="289771"/>
                </a:lnTo>
                <a:lnTo>
                  <a:pt x="1096174" y="568581"/>
                </a:lnTo>
                <a:lnTo>
                  <a:pt x="1004499" y="848377"/>
                </a:lnTo>
                <a:lnTo>
                  <a:pt x="690835" y="850509"/>
                </a:lnTo>
                <a:cubicBezTo>
                  <a:pt x="690513" y="743307"/>
                  <a:pt x="690103" y="257316"/>
                  <a:pt x="690283" y="180738"/>
                </a:cubicBezTo>
                <a:lnTo>
                  <a:pt x="1297314" y="180112"/>
                </a:lnTo>
                <a:cubicBezTo>
                  <a:pt x="1296769" y="139924"/>
                  <a:pt x="1297304" y="110"/>
                  <a:pt x="1297367" y="0"/>
                </a:cubicBezTo>
              </a:path>
            </a:pathLst>
          </a:custGeom>
          <a:noFill/>
          <a:ln w="5080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Footer Placeholder 6"/>
          <p:cNvSpPr txBox="1">
            <a:spLocks/>
          </p:cNvSpPr>
          <p:nvPr userDrawn="1"/>
        </p:nvSpPr>
        <p:spPr>
          <a:xfrm>
            <a:off x="650241" y="6497366"/>
            <a:ext cx="85760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b="0" spc="60" baseline="0">
                <a:solidFill>
                  <a:schemeClr val="tx2"/>
                </a:solidFill>
                <a:latin typeface="Arial Narrow" panose="020B0606020202030204" pitchFamily="34" charset="0"/>
              </a:rPr>
              <a:t>U.S. Bank Confidential</a:t>
            </a:r>
          </a:p>
        </p:txBody>
      </p:sp>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21" name="Rectangle 9"/>
          <p:cNvSpPr/>
          <p:nvPr userDrawn="1"/>
        </p:nvSpPr>
        <p:spPr>
          <a:xfrm>
            <a:off x="4234" y="0"/>
            <a:ext cx="8284633" cy="6858000"/>
          </a:xfrm>
          <a:prstGeom prst="rect">
            <a:avLst/>
          </a:prstGeom>
          <a:solidFill>
            <a:schemeClr val="bg2">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rial" panose="020B0604020202020204" pitchFamily="34" charset="0"/>
            </a:endParaRPr>
          </a:p>
        </p:txBody>
      </p:sp>
      <p:sp>
        <p:nvSpPr>
          <p:cNvPr id="3" name="Picture Placeholder 2"/>
          <p:cNvSpPr>
            <a:spLocks noGrp="1"/>
          </p:cNvSpPr>
          <p:nvPr>
            <p:ph type="pic" sz="quarter" idx="17"/>
          </p:nvPr>
        </p:nvSpPr>
        <p:spPr>
          <a:xfrm>
            <a:off x="-8136" y="0"/>
            <a:ext cx="8297333" cy="6858000"/>
          </a:xfrm>
          <a:noFill/>
        </p:spPr>
        <p:txBody>
          <a:bodyPr/>
          <a:lstStyle>
            <a:lvl1pPr marL="9144" indent="0">
              <a:buFontTx/>
              <a:buNone/>
              <a:defRPr/>
            </a:lvl1pPr>
          </a:lstStyle>
          <a:p>
            <a:r>
              <a:rPr lang="en-US"/>
              <a:t>Click icon to add picture</a:t>
            </a:r>
          </a:p>
        </p:txBody>
      </p:sp>
      <p:sp>
        <p:nvSpPr>
          <p:cNvPr id="12" name="Right Arrow Callout 12"/>
          <p:cNvSpPr/>
          <p:nvPr userDrawn="1"/>
        </p:nvSpPr>
        <p:spPr>
          <a:xfrm rot="16200000" flipH="1">
            <a:off x="7732961" y="546966"/>
            <a:ext cx="4202528" cy="3109720"/>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2970" h="850509">
                <a:moveTo>
                  <a:pt x="0" y="287000"/>
                </a:moveTo>
                <a:lnTo>
                  <a:pt x="1208279" y="289771"/>
                </a:lnTo>
                <a:lnTo>
                  <a:pt x="1301777" y="568581"/>
                </a:lnTo>
                <a:lnTo>
                  <a:pt x="1210102" y="848377"/>
                </a:lnTo>
                <a:lnTo>
                  <a:pt x="896438" y="850509"/>
                </a:lnTo>
                <a:cubicBezTo>
                  <a:pt x="896116" y="743307"/>
                  <a:pt x="895706" y="257316"/>
                  <a:pt x="895886" y="180738"/>
                </a:cubicBezTo>
                <a:lnTo>
                  <a:pt x="1502917" y="180112"/>
                </a:lnTo>
                <a:cubicBezTo>
                  <a:pt x="1502372" y="139924"/>
                  <a:pt x="1502907" y="110"/>
                  <a:pt x="1502970" y="0"/>
                </a:cubicBezTo>
              </a:path>
            </a:pathLst>
          </a:custGeom>
          <a:noFill/>
          <a:ln w="5080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64101" y="6369625"/>
            <a:ext cx="1512599" cy="285442"/>
          </a:xfrm>
          <a:prstGeom prst="rect">
            <a:avLst/>
          </a:prstGeom>
        </p:spPr>
      </p:pic>
      <p:sp>
        <p:nvSpPr>
          <p:cNvPr id="14" name="Text Placeholder 14"/>
          <p:cNvSpPr>
            <a:spLocks noGrp="1"/>
          </p:cNvSpPr>
          <p:nvPr>
            <p:ph type="body" sz="quarter" idx="11" hasCustomPrompt="1"/>
          </p:nvPr>
        </p:nvSpPr>
        <p:spPr>
          <a:xfrm>
            <a:off x="576581" y="4371633"/>
            <a:ext cx="7114539" cy="570115"/>
          </a:xfrm>
          <a:prstGeom prst="rect">
            <a:avLst/>
          </a:prstGeom>
        </p:spPr>
        <p:txBody>
          <a:bodyPr lIns="0" tIns="0" rIns="0" bIns="0" anchor="b"/>
          <a:lstStyle>
            <a:lvl1pPr marL="0" indent="0">
              <a:lnSpc>
                <a:spcPts val="2800"/>
              </a:lnSpc>
              <a:buNone/>
              <a:defRPr sz="2800" b="0">
                <a:solidFill>
                  <a:schemeClr val="bg1"/>
                </a:solidFill>
                <a:latin typeface="Arial" panose="020B0604020202020204" pitchFamily="34" charset="0"/>
              </a:defRPr>
            </a:lvl1pPr>
          </a:lstStyle>
          <a:p>
            <a:pPr lvl="0"/>
            <a:r>
              <a:rPr lang="en-US"/>
              <a:t>Click To Edit Master Text Styles</a:t>
            </a:r>
          </a:p>
        </p:txBody>
      </p:sp>
      <p:sp>
        <p:nvSpPr>
          <p:cNvPr id="15" name="Text Placeholder 12"/>
          <p:cNvSpPr>
            <a:spLocks noGrp="1"/>
          </p:cNvSpPr>
          <p:nvPr>
            <p:ph type="body" sz="quarter" idx="10"/>
          </p:nvPr>
        </p:nvSpPr>
        <p:spPr>
          <a:xfrm>
            <a:off x="576581" y="1873251"/>
            <a:ext cx="7132320" cy="2621865"/>
          </a:xfrm>
          <a:prstGeom prst="rect">
            <a:avLst/>
          </a:prstGeom>
        </p:spPr>
        <p:txBody>
          <a:bodyPr lIns="0" tIns="0" rIns="0" bIns="0" anchor="b"/>
          <a:lstStyle>
            <a:lvl1pPr marL="0" indent="0">
              <a:lnSpc>
                <a:spcPts val="3600"/>
              </a:lnSpc>
              <a:buNone/>
              <a:defRPr sz="3600" b="1" baseline="0">
                <a:solidFill>
                  <a:schemeClr val="tx1"/>
                </a:solidFill>
                <a:latin typeface="Arial" panose="020B0604020202020204" pitchFamily="34" charset="0"/>
              </a:defRPr>
            </a:lvl1pPr>
          </a:lstStyle>
          <a:p>
            <a:pPr lvl="0"/>
            <a:r>
              <a:rPr lang="en-US"/>
              <a:t>Click to edit Master text styles</a:t>
            </a:r>
          </a:p>
        </p:txBody>
      </p:sp>
      <p:sp>
        <p:nvSpPr>
          <p:cNvPr id="16" name="Text Placeholder 14"/>
          <p:cNvSpPr>
            <a:spLocks noGrp="1"/>
          </p:cNvSpPr>
          <p:nvPr>
            <p:ph type="body" sz="quarter" idx="14" hasCustomPrompt="1"/>
          </p:nvPr>
        </p:nvSpPr>
        <p:spPr>
          <a:xfrm>
            <a:off x="625911" y="6245220"/>
            <a:ext cx="5336539" cy="152400"/>
          </a:xfrm>
          <a:prstGeom prst="rect">
            <a:avLst/>
          </a:prstGeom>
        </p:spPr>
        <p:txBody>
          <a:bodyPr lIns="0" tIns="0" rIns="0" bIns="0" anchor="b"/>
          <a:lstStyle>
            <a:lvl1pPr marL="0" indent="0">
              <a:buNone/>
              <a:defRPr sz="1600" b="0">
                <a:solidFill>
                  <a:schemeClr val="accent1"/>
                </a:solidFill>
                <a:latin typeface="Arial" panose="020B0604020202020204" pitchFamily="34" charset="0"/>
              </a:defRPr>
            </a:lvl1pPr>
          </a:lstStyle>
          <a:p>
            <a:pPr lvl="0"/>
            <a:r>
              <a:rPr lang="en-US"/>
              <a:t>click to edit master text styles</a:t>
            </a:r>
          </a:p>
        </p:txBody>
      </p:sp>
      <p:sp>
        <p:nvSpPr>
          <p:cNvPr id="17" name="Text Placeholder 14"/>
          <p:cNvSpPr>
            <a:spLocks noGrp="1"/>
          </p:cNvSpPr>
          <p:nvPr>
            <p:ph type="body" sz="quarter" idx="15" hasCustomPrompt="1"/>
          </p:nvPr>
        </p:nvSpPr>
        <p:spPr>
          <a:xfrm>
            <a:off x="625911" y="5892795"/>
            <a:ext cx="5336539" cy="230508"/>
          </a:xfrm>
          <a:prstGeom prst="rect">
            <a:avLst/>
          </a:prstGeom>
        </p:spPr>
        <p:txBody>
          <a:bodyPr lIns="0" tIns="0" rIns="0" bIns="0" anchor="b"/>
          <a:lstStyle>
            <a:lvl1pPr marL="0" indent="0">
              <a:buNone/>
              <a:defRPr sz="2000" b="1">
                <a:solidFill>
                  <a:schemeClr val="tx1"/>
                </a:solidFill>
                <a:latin typeface="Arial" panose="020B0604020202020204" pitchFamily="34" charset="0"/>
              </a:defRPr>
            </a:lvl1pPr>
          </a:lstStyle>
          <a:p>
            <a:pPr lvl="0"/>
            <a:r>
              <a:rPr lang="en-US"/>
              <a:t>Click To Edit Master Text Styles</a:t>
            </a:r>
          </a:p>
        </p:txBody>
      </p:sp>
      <p:sp>
        <p:nvSpPr>
          <p:cNvPr id="18" name="Text Placeholder 4"/>
          <p:cNvSpPr>
            <a:spLocks noGrp="1"/>
          </p:cNvSpPr>
          <p:nvPr>
            <p:ph type="body" sz="quarter" idx="16" hasCustomPrompt="1"/>
          </p:nvPr>
        </p:nvSpPr>
        <p:spPr>
          <a:xfrm>
            <a:off x="578274" y="5039996"/>
            <a:ext cx="7143327" cy="320675"/>
          </a:xfrm>
          <a:prstGeom prst="rect">
            <a:avLst/>
          </a:prstGeom>
        </p:spPr>
        <p:txBody>
          <a:bodyPr lIns="0" tIns="0" rIns="0" bIns="0"/>
          <a:lstStyle>
            <a:lvl1pPr marL="0" indent="0">
              <a:buNone/>
              <a:defRPr sz="1800" i="1">
                <a:solidFill>
                  <a:schemeClr val="bg1"/>
                </a:solidFill>
                <a:latin typeface="Arial" panose="020B0604020202020204" pitchFamily="34" charset="0"/>
              </a:defRPr>
            </a:lvl1pPr>
          </a:lstStyle>
          <a:p>
            <a:pPr lvl="0"/>
            <a:fld id="{F7A08E21-72F0-4A64-987A-74BE9282A984}" type="datetime4">
              <a:rPr lang="en-US" smtClean="0"/>
              <a:t>December 13, 2016</a:t>
            </a:fld>
            <a:endParaRPr lang="en-US"/>
          </a:p>
        </p:txBody>
      </p:sp>
      <p:sp>
        <p:nvSpPr>
          <p:cNvPr id="13" name="Footer Placeholder 6"/>
          <p:cNvSpPr txBox="1">
            <a:spLocks/>
          </p:cNvSpPr>
          <p:nvPr userDrawn="1"/>
        </p:nvSpPr>
        <p:spPr>
          <a:xfrm>
            <a:off x="650241" y="6497366"/>
            <a:ext cx="85760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b="0" spc="60" baseline="0">
                <a:solidFill>
                  <a:schemeClr val="accent1"/>
                </a:solidFill>
                <a:latin typeface="Arial Narrow" panose="020B0606020202030204" pitchFamily="34" charset="0"/>
              </a:rPr>
              <a:t>U.S. Bank Confidential</a:t>
            </a:r>
          </a:p>
        </p:txBody>
      </p:sp>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sp>
        <p:nvSpPr>
          <p:cNvPr id="7" name="Rectangle 9"/>
          <p:cNvSpPr/>
          <p:nvPr userDrawn="1"/>
        </p:nvSpPr>
        <p:spPr>
          <a:xfrm>
            <a:off x="4233" y="3477259"/>
            <a:ext cx="12187765" cy="2679702"/>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rial" panose="020B0604020202020204" pitchFamily="34" charset="0"/>
            </a:endParaRPr>
          </a:p>
        </p:txBody>
      </p:sp>
      <p:sp>
        <p:nvSpPr>
          <p:cNvPr id="5" name="Text Placeholder 2"/>
          <p:cNvSpPr>
            <a:spLocks noGrp="1"/>
          </p:cNvSpPr>
          <p:nvPr userDrawn="1">
            <p:ph type="body" sz="quarter" idx="10"/>
          </p:nvPr>
        </p:nvSpPr>
        <p:spPr>
          <a:xfrm>
            <a:off x="693421" y="4513739"/>
            <a:ext cx="7211059" cy="303846"/>
          </a:xfrm>
          <a:prstGeom prst="rect">
            <a:avLst/>
          </a:prstGeom>
        </p:spPr>
        <p:txBody>
          <a:bodyPr anchor="b"/>
          <a:lstStyle>
            <a:lvl1pPr marL="0" indent="0">
              <a:lnSpc>
                <a:spcPts val="1200"/>
              </a:lnSpc>
              <a:buNone/>
              <a:defRPr sz="2000" b="1">
                <a:solidFill>
                  <a:schemeClr val="tx1"/>
                </a:solidFill>
                <a:latin typeface="Arial" panose="020B0604020202020204" pitchFamily="34" charset="0"/>
              </a:defRPr>
            </a:lvl1pPr>
          </a:lstStyle>
          <a:p>
            <a:pPr lvl="0"/>
            <a:r>
              <a:rPr lang="en-US"/>
              <a:t>Click to edit Master text styles</a:t>
            </a:r>
          </a:p>
        </p:txBody>
      </p:sp>
      <p:sp>
        <p:nvSpPr>
          <p:cNvPr id="6" name="Text Placeholder 2"/>
          <p:cNvSpPr>
            <a:spLocks noGrp="1"/>
          </p:cNvSpPr>
          <p:nvPr userDrawn="1">
            <p:ph type="body" sz="quarter" idx="11"/>
          </p:nvPr>
        </p:nvSpPr>
        <p:spPr>
          <a:xfrm>
            <a:off x="693421" y="4886326"/>
            <a:ext cx="7160259" cy="752475"/>
          </a:xfrm>
          <a:prstGeom prst="rect">
            <a:avLst/>
          </a:prstGeom>
        </p:spPr>
        <p:txBody>
          <a:bodyPr anchor="t"/>
          <a:lstStyle>
            <a:lvl1pPr marL="0" indent="0">
              <a:lnSpc>
                <a:spcPts val="3200"/>
              </a:lnSpc>
              <a:spcBef>
                <a:spcPts val="0"/>
              </a:spcBef>
              <a:buNone/>
              <a:defRPr sz="3600" b="1">
                <a:solidFill>
                  <a:schemeClr val="bg1"/>
                </a:solidFill>
                <a:latin typeface="Arial" panose="020B0604020202020204" pitchFamily="34" charset="0"/>
              </a:defRPr>
            </a:lvl1pPr>
          </a:lstStyle>
          <a:p>
            <a:pPr lvl="0"/>
            <a:r>
              <a:rPr lang="en-US"/>
              <a:t>Click to edit Master text styles</a:t>
            </a:r>
          </a:p>
        </p:txBody>
      </p:sp>
      <p:sp>
        <p:nvSpPr>
          <p:cNvPr id="9" name="Right Arrow Callout 12"/>
          <p:cNvSpPr/>
          <p:nvPr userDrawn="1"/>
        </p:nvSpPr>
        <p:spPr>
          <a:xfrm rot="5400000">
            <a:off x="10314119" y="2469856"/>
            <a:ext cx="870477" cy="28852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666075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w/photo 1">
    <p:spTree>
      <p:nvGrpSpPr>
        <p:cNvPr id="1" name=""/>
        <p:cNvGrpSpPr/>
        <p:nvPr/>
      </p:nvGrpSpPr>
      <p:grpSpPr>
        <a:xfrm>
          <a:off x="0" y="0"/>
          <a:ext cx="0" cy="0"/>
          <a:chOff x="0" y="0"/>
          <a:chExt cx="0" cy="0"/>
        </a:xfrm>
      </p:grpSpPr>
      <p:grpSp>
        <p:nvGrpSpPr>
          <p:cNvPr id="2" name="Group 1"/>
          <p:cNvGrpSpPr/>
          <p:nvPr userDrawn="1"/>
        </p:nvGrpSpPr>
        <p:grpSpPr>
          <a:xfrm>
            <a:off x="4233" y="3477259"/>
            <a:ext cx="12187768" cy="2679702"/>
            <a:chOff x="3175" y="3477259"/>
            <a:chExt cx="9140826" cy="2679702"/>
          </a:xfrm>
        </p:grpSpPr>
        <p:sp>
          <p:nvSpPr>
            <p:cNvPr id="9" name="Rectangle 9"/>
            <p:cNvSpPr/>
            <p:nvPr userDrawn="1"/>
          </p:nvSpPr>
          <p:spPr>
            <a:xfrm>
              <a:off x="3175" y="3477259"/>
              <a:ext cx="9140824" cy="2679702"/>
            </a:xfrm>
            <a:prstGeom prst="rect">
              <a:avLst/>
            </a:prstGeom>
            <a:solidFill>
              <a:schemeClr val="accent4">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rial" panose="020B0604020202020204" pitchFamily="34" charset="0"/>
              </a:endParaRPr>
            </a:p>
          </p:txBody>
        </p:sp>
        <p:sp>
          <p:nvSpPr>
            <p:cNvPr id="12" name="Right Arrow Callout 12"/>
            <p:cNvSpPr/>
            <p:nvPr userDrawn="1"/>
          </p:nvSpPr>
          <p:spPr>
            <a:xfrm rot="5400000">
              <a:off x="7626779" y="2830517"/>
              <a:ext cx="870477" cy="216396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6" name="Picture Placeholder 5"/>
          <p:cNvSpPr>
            <a:spLocks noGrp="1"/>
          </p:cNvSpPr>
          <p:nvPr>
            <p:ph type="pic" sz="quarter" idx="12"/>
          </p:nvPr>
        </p:nvSpPr>
        <p:spPr>
          <a:xfrm>
            <a:off x="0" y="3476625"/>
            <a:ext cx="12192003" cy="2679700"/>
          </a:xfrm>
          <a:prstGeom prst="rect">
            <a:avLst/>
          </a:prstGeom>
          <a:noFill/>
        </p:spPr>
        <p:txBody>
          <a:bodyPr/>
          <a:lstStyle>
            <a:lvl1pPr marL="9144" indent="0">
              <a:buFontTx/>
              <a:buNone/>
              <a:defRPr>
                <a:latin typeface="Arial" panose="020B0604020202020204" pitchFamily="34" charset="0"/>
              </a:defRPr>
            </a:lvl1pPr>
          </a:lstStyle>
          <a:p>
            <a:r>
              <a:rPr lang="en-US"/>
              <a:t>Click icon to add picture</a:t>
            </a:r>
          </a:p>
        </p:txBody>
      </p:sp>
      <p:sp>
        <p:nvSpPr>
          <p:cNvPr id="7" name="Text Placeholder 2"/>
          <p:cNvSpPr>
            <a:spLocks noGrp="1"/>
          </p:cNvSpPr>
          <p:nvPr userDrawn="1">
            <p:ph type="body" sz="quarter" idx="10"/>
          </p:nvPr>
        </p:nvSpPr>
        <p:spPr>
          <a:xfrm>
            <a:off x="693421" y="4513739"/>
            <a:ext cx="7211059" cy="303846"/>
          </a:xfrm>
          <a:prstGeom prst="rect">
            <a:avLst/>
          </a:prstGeom>
        </p:spPr>
        <p:txBody>
          <a:bodyPr anchor="b"/>
          <a:lstStyle>
            <a:lvl1pPr marL="0" indent="0">
              <a:lnSpc>
                <a:spcPts val="1200"/>
              </a:lnSpc>
              <a:buNone/>
              <a:defRPr sz="2000" b="1">
                <a:solidFill>
                  <a:schemeClr val="tx1"/>
                </a:solidFill>
                <a:latin typeface="Arial" panose="020B0604020202020204" pitchFamily="34" charset="0"/>
              </a:defRPr>
            </a:lvl1pPr>
          </a:lstStyle>
          <a:p>
            <a:pPr lvl="0"/>
            <a:r>
              <a:rPr lang="en-US"/>
              <a:t>Click to edit Master text styles</a:t>
            </a:r>
          </a:p>
        </p:txBody>
      </p:sp>
      <p:sp>
        <p:nvSpPr>
          <p:cNvPr id="8" name="Text Placeholder 2"/>
          <p:cNvSpPr>
            <a:spLocks noGrp="1"/>
          </p:cNvSpPr>
          <p:nvPr userDrawn="1">
            <p:ph type="body" sz="quarter" idx="11"/>
          </p:nvPr>
        </p:nvSpPr>
        <p:spPr>
          <a:xfrm>
            <a:off x="693421" y="4886326"/>
            <a:ext cx="7160259" cy="752475"/>
          </a:xfrm>
          <a:prstGeom prst="rect">
            <a:avLst/>
          </a:prstGeom>
        </p:spPr>
        <p:txBody>
          <a:bodyPr anchor="t"/>
          <a:lstStyle>
            <a:lvl1pPr marL="0" indent="0">
              <a:lnSpc>
                <a:spcPts val="3200"/>
              </a:lnSpc>
              <a:spcBef>
                <a:spcPts val="0"/>
              </a:spcBef>
              <a:buNone/>
              <a:defRPr sz="3600" b="1">
                <a:solidFill>
                  <a:schemeClr val="bg1"/>
                </a:solidFill>
                <a:latin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ectangle 9"/>
          <p:cNvSpPr/>
          <p:nvPr userDrawn="1"/>
        </p:nvSpPr>
        <p:spPr>
          <a:xfrm>
            <a:off x="892130" y="2"/>
            <a:ext cx="5587999" cy="6857998"/>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rial" panose="020B0604020202020204" pitchFamily="34" charset="0"/>
            </a:endParaRPr>
          </a:p>
        </p:txBody>
      </p:sp>
      <p:sp>
        <p:nvSpPr>
          <p:cNvPr id="10" name="Text Placeholder 2"/>
          <p:cNvSpPr>
            <a:spLocks noGrp="1"/>
          </p:cNvSpPr>
          <p:nvPr userDrawn="1">
            <p:ph type="body" sz="quarter" idx="10"/>
          </p:nvPr>
        </p:nvSpPr>
        <p:spPr>
          <a:xfrm>
            <a:off x="1161060" y="4476161"/>
            <a:ext cx="4902673" cy="303846"/>
          </a:xfrm>
          <a:prstGeom prst="rect">
            <a:avLst/>
          </a:prstGeom>
        </p:spPr>
        <p:txBody>
          <a:bodyPr anchor="b"/>
          <a:lstStyle>
            <a:lvl1pPr marL="0" indent="0">
              <a:lnSpc>
                <a:spcPts val="1200"/>
              </a:lnSpc>
              <a:buNone/>
              <a:defRPr sz="2000" b="1">
                <a:solidFill>
                  <a:schemeClr val="tx1"/>
                </a:solidFill>
                <a:latin typeface="Arial" panose="020B0604020202020204" pitchFamily="34" charset="0"/>
              </a:defRPr>
            </a:lvl1pPr>
          </a:lstStyle>
          <a:p>
            <a:pPr lvl="0"/>
            <a:r>
              <a:rPr lang="en-US"/>
              <a:t>Click to edit Master text styles</a:t>
            </a:r>
          </a:p>
        </p:txBody>
      </p:sp>
      <p:sp>
        <p:nvSpPr>
          <p:cNvPr id="11" name="Text Placeholder 2"/>
          <p:cNvSpPr>
            <a:spLocks noGrp="1"/>
          </p:cNvSpPr>
          <p:nvPr userDrawn="1">
            <p:ph type="body" sz="quarter" idx="11"/>
          </p:nvPr>
        </p:nvSpPr>
        <p:spPr>
          <a:xfrm>
            <a:off x="1161059" y="4848748"/>
            <a:ext cx="4868135" cy="752475"/>
          </a:xfrm>
          <a:prstGeom prst="rect">
            <a:avLst/>
          </a:prstGeom>
        </p:spPr>
        <p:txBody>
          <a:bodyPr anchor="t"/>
          <a:lstStyle>
            <a:lvl1pPr marL="0" indent="0">
              <a:lnSpc>
                <a:spcPts val="3200"/>
              </a:lnSpc>
              <a:spcBef>
                <a:spcPts val="0"/>
              </a:spcBef>
              <a:buNone/>
              <a:defRPr sz="3600" b="1">
                <a:solidFill>
                  <a:schemeClr val="bg1"/>
                </a:solidFill>
                <a:latin typeface="Arial" panose="020B0604020202020204" pitchFamily="34" charset="0"/>
              </a:defRPr>
            </a:lvl1pPr>
          </a:lstStyle>
          <a:p>
            <a:pPr lvl="0"/>
            <a:r>
              <a:rPr lang="en-US"/>
              <a:t>Click to edit Master text styles</a:t>
            </a:r>
          </a:p>
        </p:txBody>
      </p:sp>
      <p:sp>
        <p:nvSpPr>
          <p:cNvPr id="7" name="Right Arrow Callout 12"/>
          <p:cNvSpPr/>
          <p:nvPr userDrawn="1"/>
        </p:nvSpPr>
        <p:spPr>
          <a:xfrm rot="5400000">
            <a:off x="4602246" y="-1011109"/>
            <a:ext cx="870477" cy="28852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1081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w/photo 2">
    <p:spTree>
      <p:nvGrpSpPr>
        <p:cNvPr id="1" name=""/>
        <p:cNvGrpSpPr/>
        <p:nvPr/>
      </p:nvGrpSpPr>
      <p:grpSpPr>
        <a:xfrm>
          <a:off x="0" y="0"/>
          <a:ext cx="0" cy="0"/>
          <a:chOff x="0" y="0"/>
          <a:chExt cx="0" cy="0"/>
        </a:xfrm>
      </p:grpSpPr>
      <p:sp>
        <p:nvSpPr>
          <p:cNvPr id="5" name="Picture Placeholder 7"/>
          <p:cNvSpPr>
            <a:spLocks noGrp="1"/>
          </p:cNvSpPr>
          <p:nvPr>
            <p:ph type="pic" sz="quarter" idx="12"/>
          </p:nvPr>
        </p:nvSpPr>
        <p:spPr>
          <a:xfrm>
            <a:off x="891117" y="0"/>
            <a:ext cx="5588000" cy="6858000"/>
          </a:xfrm>
          <a:prstGeom prst="rect">
            <a:avLst/>
          </a:prstGeom>
        </p:spPr>
        <p:txBody>
          <a:bodyPr/>
          <a:lstStyle>
            <a:lvl1pPr marL="9144" indent="0">
              <a:buFontTx/>
              <a:buNone/>
              <a:defRPr>
                <a:latin typeface="Arial" panose="020B0604020202020204" pitchFamily="34" charset="0"/>
              </a:defRPr>
            </a:lvl1pPr>
          </a:lstStyle>
          <a:p>
            <a:r>
              <a:rPr lang="en-US"/>
              <a:t>Click icon to add picture</a:t>
            </a:r>
          </a:p>
        </p:txBody>
      </p:sp>
      <p:grpSp>
        <p:nvGrpSpPr>
          <p:cNvPr id="2" name="Group 1"/>
          <p:cNvGrpSpPr/>
          <p:nvPr userDrawn="1"/>
        </p:nvGrpSpPr>
        <p:grpSpPr>
          <a:xfrm>
            <a:off x="892130" y="-3704"/>
            <a:ext cx="5587999" cy="6861704"/>
            <a:chOff x="669097" y="-3704"/>
            <a:chExt cx="4190999" cy="6861704"/>
          </a:xfrm>
        </p:grpSpPr>
        <p:sp>
          <p:nvSpPr>
            <p:cNvPr id="12" name="Rectangle 9"/>
            <p:cNvSpPr/>
            <p:nvPr userDrawn="1"/>
          </p:nvSpPr>
          <p:spPr>
            <a:xfrm>
              <a:off x="669097" y="2"/>
              <a:ext cx="4190999" cy="6857998"/>
            </a:xfrm>
            <a:prstGeom prst="rect">
              <a:avLst/>
            </a:prstGeom>
            <a:solidFill>
              <a:schemeClr val="accent3">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Arial" panose="020B0604020202020204" pitchFamily="34" charset="0"/>
              </a:endParaRPr>
            </a:p>
          </p:txBody>
        </p:sp>
        <p:sp>
          <p:nvSpPr>
            <p:cNvPr id="11" name="Right Arrow Callout 12"/>
            <p:cNvSpPr/>
            <p:nvPr userDrawn="1"/>
          </p:nvSpPr>
          <p:spPr>
            <a:xfrm rot="5400000">
              <a:off x="3342874" y="-650448"/>
              <a:ext cx="870477" cy="216396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8" name="Text Placeholder 2"/>
          <p:cNvSpPr>
            <a:spLocks noGrp="1"/>
          </p:cNvSpPr>
          <p:nvPr userDrawn="1">
            <p:ph type="body" sz="quarter" idx="10"/>
          </p:nvPr>
        </p:nvSpPr>
        <p:spPr>
          <a:xfrm>
            <a:off x="1161060" y="4476161"/>
            <a:ext cx="4902673" cy="303846"/>
          </a:xfrm>
          <a:prstGeom prst="rect">
            <a:avLst/>
          </a:prstGeom>
        </p:spPr>
        <p:txBody>
          <a:bodyPr anchor="b"/>
          <a:lstStyle>
            <a:lvl1pPr marL="0" indent="0">
              <a:lnSpc>
                <a:spcPts val="1200"/>
              </a:lnSpc>
              <a:buNone/>
              <a:defRPr sz="2000" b="1">
                <a:solidFill>
                  <a:schemeClr val="tx1"/>
                </a:solidFill>
                <a:latin typeface="Arial" panose="020B0604020202020204" pitchFamily="34" charset="0"/>
              </a:defRPr>
            </a:lvl1pPr>
          </a:lstStyle>
          <a:p>
            <a:pPr lvl="0"/>
            <a:r>
              <a:rPr lang="en-US"/>
              <a:t>Click to edit Master text styles</a:t>
            </a:r>
          </a:p>
        </p:txBody>
      </p:sp>
      <p:sp>
        <p:nvSpPr>
          <p:cNvPr id="9" name="Text Placeholder 2"/>
          <p:cNvSpPr>
            <a:spLocks noGrp="1"/>
          </p:cNvSpPr>
          <p:nvPr userDrawn="1">
            <p:ph type="body" sz="quarter" idx="11"/>
          </p:nvPr>
        </p:nvSpPr>
        <p:spPr>
          <a:xfrm>
            <a:off x="1161059" y="4848748"/>
            <a:ext cx="4868135" cy="752475"/>
          </a:xfrm>
          <a:prstGeom prst="rect">
            <a:avLst/>
          </a:prstGeom>
        </p:spPr>
        <p:txBody>
          <a:bodyPr anchor="t"/>
          <a:lstStyle>
            <a:lvl1pPr marL="0" indent="0">
              <a:lnSpc>
                <a:spcPts val="3200"/>
              </a:lnSpc>
              <a:spcBef>
                <a:spcPts val="0"/>
              </a:spcBef>
              <a:buNone/>
              <a:defRPr sz="3600" b="1">
                <a:solidFill>
                  <a:schemeClr val="bg1"/>
                </a:solidFill>
                <a:latin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27939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6" name="Text Placeholder 2"/>
          <p:cNvSpPr>
            <a:spLocks noGrp="1"/>
          </p:cNvSpPr>
          <p:nvPr>
            <p:ph type="body" sz="quarter" idx="10"/>
          </p:nvPr>
        </p:nvSpPr>
        <p:spPr>
          <a:xfrm>
            <a:off x="620849" y="3148405"/>
            <a:ext cx="7139521" cy="308779"/>
          </a:xfrm>
          <a:prstGeom prst="rect">
            <a:avLst/>
          </a:prstGeom>
        </p:spPr>
        <p:txBody>
          <a:bodyPr anchor="b"/>
          <a:lstStyle>
            <a:lvl1pPr marL="0" indent="0">
              <a:lnSpc>
                <a:spcPts val="1200"/>
              </a:lnSpc>
              <a:buNone/>
              <a:defRPr sz="2000" b="1">
                <a:solidFill>
                  <a:schemeClr val="accent1"/>
                </a:solidFill>
                <a:latin typeface="Arial" panose="020B0604020202020204" pitchFamily="34" charset="0"/>
              </a:defRPr>
            </a:lvl1pPr>
          </a:lstStyle>
          <a:p>
            <a:pPr lvl="0"/>
            <a:r>
              <a:rPr lang="en-US"/>
              <a:t>Click to edit Master text styles</a:t>
            </a:r>
          </a:p>
        </p:txBody>
      </p:sp>
      <p:sp>
        <p:nvSpPr>
          <p:cNvPr id="9" name="Text Placeholder 2"/>
          <p:cNvSpPr>
            <a:spLocks noGrp="1"/>
          </p:cNvSpPr>
          <p:nvPr>
            <p:ph type="body" sz="quarter" idx="11"/>
          </p:nvPr>
        </p:nvSpPr>
        <p:spPr>
          <a:xfrm>
            <a:off x="620848" y="3520992"/>
            <a:ext cx="7160259" cy="752475"/>
          </a:xfrm>
          <a:prstGeom prst="rect">
            <a:avLst/>
          </a:prstGeom>
        </p:spPr>
        <p:txBody>
          <a:bodyPr anchor="t"/>
          <a:lstStyle>
            <a:lvl1pPr marL="0" indent="0">
              <a:lnSpc>
                <a:spcPts val="3200"/>
              </a:lnSpc>
              <a:spcBef>
                <a:spcPts val="0"/>
              </a:spcBef>
              <a:buNone/>
              <a:defRPr sz="3600" b="1">
                <a:solidFill>
                  <a:schemeClr val="tx1"/>
                </a:solidFill>
                <a:latin typeface="Arial" panose="020B0604020202020204" pitchFamily="34" charset="0"/>
              </a:defRPr>
            </a:lvl1pPr>
          </a:lstStyle>
          <a:p>
            <a:pPr lvl="0"/>
            <a:r>
              <a:rPr lang="en-US"/>
              <a:t>Click to edit Master text styles</a:t>
            </a:r>
          </a:p>
        </p:txBody>
      </p:sp>
      <p:sp>
        <p:nvSpPr>
          <p:cNvPr id="10" name="Text Placeholder 5"/>
          <p:cNvSpPr>
            <a:spLocks noGrp="1"/>
          </p:cNvSpPr>
          <p:nvPr>
            <p:ph type="body" sz="quarter" idx="12" hasCustomPrompt="1"/>
          </p:nvPr>
        </p:nvSpPr>
        <p:spPr>
          <a:xfrm>
            <a:off x="613227" y="4459266"/>
            <a:ext cx="7213948" cy="1052187"/>
          </a:xfrm>
          <a:prstGeom prst="rect">
            <a:avLst/>
          </a:prstGeom>
        </p:spPr>
        <p:txBody>
          <a:bodyPr/>
          <a:lstStyle>
            <a:lvl1pPr marL="9144" indent="0">
              <a:buNone/>
              <a:defRPr>
                <a:solidFill>
                  <a:schemeClr val="tx2"/>
                </a:solidFill>
                <a:latin typeface="Arial" panose="020B0604020202020204" pitchFamily="34" charset="0"/>
              </a:defRPr>
            </a:lvl1pPr>
          </a:lstStyle>
          <a:p>
            <a:pPr lvl="0"/>
            <a:r>
              <a:rPr lang="en-US"/>
              <a:t>“…Click to edit Master text styles”</a:t>
            </a:r>
          </a:p>
        </p:txBody>
      </p:sp>
      <p:sp>
        <p:nvSpPr>
          <p:cNvPr id="7" name="Right Arrow Callout 12"/>
          <p:cNvSpPr/>
          <p:nvPr userDrawn="1"/>
        </p:nvSpPr>
        <p:spPr>
          <a:xfrm rot="5400000">
            <a:off x="8143203" y="-389277"/>
            <a:ext cx="3673031" cy="443185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3172" h="648844">
                <a:moveTo>
                  <a:pt x="0" y="140977"/>
                </a:moveTo>
                <a:lnTo>
                  <a:pt x="226634" y="141379"/>
                </a:lnTo>
                <a:cubicBezTo>
                  <a:pt x="226949" y="175612"/>
                  <a:pt x="226371" y="175385"/>
                  <a:pt x="226634" y="205526"/>
                </a:cubicBezTo>
                <a:lnTo>
                  <a:pt x="168038" y="205089"/>
                </a:lnTo>
                <a:cubicBezTo>
                  <a:pt x="167594" y="100314"/>
                  <a:pt x="168063" y="152189"/>
                  <a:pt x="167619" y="88785"/>
                </a:cubicBezTo>
                <a:lnTo>
                  <a:pt x="609674" y="89045"/>
                </a:lnTo>
                <a:lnTo>
                  <a:pt x="703172" y="367855"/>
                </a:lnTo>
                <a:lnTo>
                  <a:pt x="611497" y="647651"/>
                </a:lnTo>
                <a:lnTo>
                  <a:pt x="295991" y="648844"/>
                </a:lnTo>
                <a:cubicBezTo>
                  <a:pt x="295363" y="638940"/>
                  <a:pt x="296070" y="3279"/>
                  <a:pt x="295770" y="0"/>
                </a:cubicBez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sp>
        <p:nvSpPr>
          <p:cNvPr id="6" name="Right Arrow Callout 12"/>
          <p:cNvSpPr/>
          <p:nvPr userDrawn="1"/>
        </p:nvSpPr>
        <p:spPr>
          <a:xfrm rot="16200000" flipH="1">
            <a:off x="-159242" y="134127"/>
            <a:ext cx="5045265" cy="4759015"/>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5875" h="696742">
                <a:moveTo>
                  <a:pt x="0" y="135799"/>
                </a:moveTo>
                <a:lnTo>
                  <a:pt x="552980" y="136943"/>
                </a:lnTo>
                <a:lnTo>
                  <a:pt x="646478" y="415753"/>
                </a:lnTo>
                <a:lnTo>
                  <a:pt x="554803" y="695549"/>
                </a:lnTo>
                <a:lnTo>
                  <a:pt x="239297" y="696742"/>
                </a:lnTo>
                <a:cubicBezTo>
                  <a:pt x="238689" y="537822"/>
                  <a:pt x="239210" y="184176"/>
                  <a:pt x="239173" y="76035"/>
                </a:cubicBezTo>
                <a:cubicBezTo>
                  <a:pt x="240442" y="75791"/>
                  <a:pt x="612394" y="76221"/>
                  <a:pt x="965709" y="75912"/>
                </a:cubicBezTo>
                <a:cubicBezTo>
                  <a:pt x="966085" y="109929"/>
                  <a:pt x="965698" y="141367"/>
                  <a:pt x="965761" y="141257"/>
                </a:cubicBezTo>
                <a:cubicBezTo>
                  <a:pt x="965824" y="142059"/>
                  <a:pt x="925690" y="141019"/>
                  <a:pt x="907768" y="141638"/>
                </a:cubicBezTo>
                <a:cubicBezTo>
                  <a:pt x="907998" y="116076"/>
                  <a:pt x="907565" y="51705"/>
                  <a:pt x="907798" y="0"/>
                </a:cubicBezTo>
              </a:path>
            </a:pathLst>
          </a:custGeom>
          <a:noFill/>
          <a:ln w="63500">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2"/>
          <p:cNvSpPr>
            <a:spLocks noGrp="1"/>
          </p:cNvSpPr>
          <p:nvPr>
            <p:ph type="body" sz="quarter" idx="10"/>
          </p:nvPr>
        </p:nvSpPr>
        <p:spPr>
          <a:xfrm>
            <a:off x="5287964" y="3148405"/>
            <a:ext cx="6484273" cy="308779"/>
          </a:xfrm>
          <a:prstGeom prst="rect">
            <a:avLst/>
          </a:prstGeom>
        </p:spPr>
        <p:txBody>
          <a:bodyPr anchor="b"/>
          <a:lstStyle>
            <a:lvl1pPr marL="0" indent="0">
              <a:lnSpc>
                <a:spcPts val="1200"/>
              </a:lnSpc>
              <a:buNone/>
              <a:defRPr sz="2000" b="1">
                <a:solidFill>
                  <a:schemeClr val="accent1"/>
                </a:solidFill>
                <a:latin typeface="Arial" panose="020B0604020202020204" pitchFamily="34" charset="0"/>
              </a:defRPr>
            </a:lvl1pPr>
          </a:lstStyle>
          <a:p>
            <a:pPr lvl="0"/>
            <a:r>
              <a:rPr lang="en-US"/>
              <a:t>Click to edit Master text styles</a:t>
            </a:r>
          </a:p>
        </p:txBody>
      </p:sp>
      <p:sp>
        <p:nvSpPr>
          <p:cNvPr id="8" name="Text Placeholder 2"/>
          <p:cNvSpPr>
            <a:spLocks noGrp="1"/>
          </p:cNvSpPr>
          <p:nvPr>
            <p:ph type="body" sz="quarter" idx="11"/>
          </p:nvPr>
        </p:nvSpPr>
        <p:spPr>
          <a:xfrm>
            <a:off x="5287963" y="3520992"/>
            <a:ext cx="6503108" cy="752475"/>
          </a:xfrm>
          <a:prstGeom prst="rect">
            <a:avLst/>
          </a:prstGeom>
        </p:spPr>
        <p:txBody>
          <a:bodyPr anchor="t"/>
          <a:lstStyle>
            <a:lvl1pPr marL="0" indent="0">
              <a:lnSpc>
                <a:spcPts val="3200"/>
              </a:lnSpc>
              <a:spcBef>
                <a:spcPts val="0"/>
              </a:spcBef>
              <a:buNone/>
              <a:defRPr sz="3600" b="1">
                <a:solidFill>
                  <a:schemeClr val="tx1"/>
                </a:solidFill>
                <a:latin typeface="Arial" panose="020B0604020202020204" pitchFamily="34" charset="0"/>
              </a:defRPr>
            </a:lvl1pPr>
          </a:lstStyle>
          <a:p>
            <a:pPr lvl="0"/>
            <a:r>
              <a:rPr lang="en-US"/>
              <a:t>Click to edit Master text styles</a:t>
            </a:r>
          </a:p>
        </p:txBody>
      </p:sp>
      <p:sp>
        <p:nvSpPr>
          <p:cNvPr id="10" name="Text Placeholder 5"/>
          <p:cNvSpPr>
            <a:spLocks noGrp="1"/>
          </p:cNvSpPr>
          <p:nvPr>
            <p:ph type="body" sz="quarter" idx="12" hasCustomPrompt="1"/>
          </p:nvPr>
        </p:nvSpPr>
        <p:spPr>
          <a:xfrm>
            <a:off x="5280343" y="4459266"/>
            <a:ext cx="6551869" cy="1052187"/>
          </a:xfrm>
          <a:prstGeom prst="rect">
            <a:avLst/>
          </a:prstGeom>
        </p:spPr>
        <p:txBody>
          <a:bodyPr/>
          <a:lstStyle>
            <a:lvl1pPr marL="9144" indent="0">
              <a:buNone/>
              <a:defRPr>
                <a:solidFill>
                  <a:schemeClr val="tx2"/>
                </a:solidFill>
                <a:latin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917701"/>
            <a:ext cx="109728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idx="10"/>
          </p:nvPr>
        </p:nvSpPr>
        <p:spPr>
          <a:xfrm>
            <a:off x="609600" y="1143000"/>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0"/>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3"/>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916113"/>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0"/>
            <a:ext cx="5386917"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3"/>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143000"/>
            <a:ext cx="5389033"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916113"/>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p:cNvSpPr>
            <a:spLocks noGrp="1"/>
          </p:cNvSpPr>
          <p:nvPr>
            <p:ph type="pic" sz="quarter" idx="10"/>
          </p:nvPr>
        </p:nvSpPr>
        <p:spPr>
          <a:xfrm>
            <a:off x="6197600" y="1371600"/>
            <a:ext cx="5384800" cy="4572000"/>
          </a:xfrm>
        </p:spPr>
        <p:txBody>
          <a:bodyPr/>
          <a:lstStyle>
            <a:lvl1pPr marL="9144" indent="0">
              <a:buFontTx/>
              <a:buNone/>
              <a:defRPr/>
            </a:lvl1pPr>
          </a:lstStyle>
          <a:p>
            <a:endParaRPr lang="en-US"/>
          </a:p>
        </p:txBody>
      </p:sp>
    </p:spTree>
    <p:extLst>
      <p:ext uri="{BB962C8B-B14F-4D97-AF65-F5344CB8AC3E}">
        <p14:creationId xmlns:p14="http://schemas.microsoft.com/office/powerpoint/2010/main" val="3730757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5"/>
          <p:cNvSpPr>
            <a:spLocks noGrp="1"/>
          </p:cNvSpPr>
          <p:nvPr>
            <p:ph type="pic" sz="quarter" idx="10"/>
          </p:nvPr>
        </p:nvSpPr>
        <p:spPr>
          <a:xfrm>
            <a:off x="609600" y="1371600"/>
            <a:ext cx="5384800" cy="4572000"/>
          </a:xfrm>
        </p:spPr>
        <p:txBody>
          <a:bodyPr/>
          <a:lstStyle>
            <a:lvl1pPr marL="9144" indent="0">
              <a:buFontTx/>
              <a:buNone/>
              <a:defRPr/>
            </a:lvl1pPr>
          </a:lstStyle>
          <a:p>
            <a:endParaRPr lang="en-US"/>
          </a:p>
        </p:txBody>
      </p:sp>
    </p:spTree>
    <p:extLst>
      <p:ext uri="{BB962C8B-B14F-4D97-AF65-F5344CB8AC3E}">
        <p14:creationId xmlns:p14="http://schemas.microsoft.com/office/powerpoint/2010/main" val="3019099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0"/>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19700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916114"/>
            <a:ext cx="5389033" cy="19700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p:cNvSpPr>
            <a:spLocks noGrp="1"/>
          </p:cNvSpPr>
          <p:nvPr>
            <p:ph sz="quarter" idx="11"/>
          </p:nvPr>
        </p:nvSpPr>
        <p:spPr>
          <a:xfrm>
            <a:off x="609600" y="4038600"/>
            <a:ext cx="10972800" cy="1905000"/>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13" name="Content Placeholder 2"/>
          <p:cNvSpPr>
            <a:spLocks noGrp="1"/>
          </p:cNvSpPr>
          <p:nvPr>
            <p:ph sz="half" idx="1"/>
          </p:nvPr>
        </p:nvSpPr>
        <p:spPr>
          <a:xfrm>
            <a:off x="609600" y="1380744"/>
            <a:ext cx="5384800" cy="15910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half" idx="13"/>
          </p:nvPr>
        </p:nvSpPr>
        <p:spPr>
          <a:xfrm>
            <a:off x="6197600" y="1380744"/>
            <a:ext cx="5384800" cy="15910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p:cNvSpPr>
            <a:spLocks noGrp="1"/>
          </p:cNvSpPr>
          <p:nvPr>
            <p:ph type="pic" sz="quarter" idx="10"/>
          </p:nvPr>
        </p:nvSpPr>
        <p:spPr>
          <a:xfrm>
            <a:off x="609600" y="3124200"/>
            <a:ext cx="10972800" cy="2819400"/>
          </a:xfrm>
        </p:spPr>
        <p:txBody>
          <a:bodyPr/>
          <a:lstStyle>
            <a:lvl1pPr marL="9144" indent="0">
              <a:buFontTx/>
              <a:buNone/>
              <a:defRPr/>
            </a:lvl1pPr>
          </a:lstStyle>
          <a:p>
            <a:endParaRPr lang="en-US"/>
          </a:p>
        </p:txBody>
      </p:sp>
    </p:spTree>
    <p:extLst>
      <p:ext uri="{BB962C8B-B14F-4D97-AF65-F5344CB8AC3E}">
        <p14:creationId xmlns:p14="http://schemas.microsoft.com/office/powerpoint/2010/main" val="4293461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0"/>
            <a:ext cx="5386917"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143000"/>
            <a:ext cx="5389033"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916114"/>
            <a:ext cx="5389033"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p:cNvSpPr>
            <a:spLocks noGrp="1"/>
          </p:cNvSpPr>
          <p:nvPr>
            <p:ph sz="quarter" idx="11"/>
          </p:nvPr>
        </p:nvSpPr>
        <p:spPr>
          <a:xfrm>
            <a:off x="594733" y="4049714"/>
            <a:ext cx="10987668"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sz="half" idx="10"/>
          </p:nvPr>
        </p:nvSpPr>
        <p:spPr>
          <a:xfrm>
            <a:off x="609600" y="3646449"/>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16151"/>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sz="half" idx="10"/>
          </p:nvPr>
        </p:nvSpPr>
        <p:spPr>
          <a:xfrm>
            <a:off x="609600" y="4332249"/>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idx="11"/>
          </p:nvPr>
        </p:nvSpPr>
        <p:spPr>
          <a:xfrm>
            <a:off x="609600" y="1143000"/>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609600" y="3584691"/>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423532" y="1382751"/>
            <a:ext cx="7344936"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3657600" y="618172"/>
            <a:ext cx="7924800" cy="801688"/>
          </a:xfrm>
        </p:spPr>
        <p:txBody>
          <a:bodyPr>
            <a:normAutofit/>
          </a:bodyPr>
          <a:lstStyle>
            <a:lvl1pPr>
              <a:defRPr sz="2200"/>
            </a:lvl1pPr>
          </a:lstStyle>
          <a:p>
            <a:r>
              <a:rPr lang="en-US"/>
              <a:t>Click to edit Master title style</a:t>
            </a:r>
          </a:p>
        </p:txBody>
      </p:sp>
      <p:sp>
        <p:nvSpPr>
          <p:cNvPr id="3" name="Content Placeholder 2"/>
          <p:cNvSpPr>
            <a:spLocks noGrp="1"/>
          </p:cNvSpPr>
          <p:nvPr>
            <p:ph sz="half" idx="1"/>
          </p:nvPr>
        </p:nvSpPr>
        <p:spPr>
          <a:xfrm>
            <a:off x="3657600" y="1417852"/>
            <a:ext cx="79248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p:cNvSpPr>
            <a:spLocks noGrp="1"/>
          </p:cNvSpPr>
          <p:nvPr>
            <p:ph type="pic" sz="quarter" idx="10"/>
          </p:nvPr>
        </p:nvSpPr>
        <p:spPr>
          <a:xfrm>
            <a:off x="609600" y="1022793"/>
            <a:ext cx="2946400" cy="2170112"/>
          </a:xfrm>
        </p:spPr>
        <p:txBody>
          <a:bodyPr/>
          <a:lstStyle>
            <a:lvl1pPr marL="9144" indent="0">
              <a:buFontTx/>
              <a:buNone/>
              <a:defRPr/>
            </a:lvl1pPr>
          </a:lstStyle>
          <a:p>
            <a:endParaRPr lang="en-US"/>
          </a:p>
        </p:txBody>
      </p:sp>
      <p:sp>
        <p:nvSpPr>
          <p:cNvPr id="10" name="Content Placeholder 2"/>
          <p:cNvSpPr>
            <a:spLocks noGrp="1"/>
          </p:cNvSpPr>
          <p:nvPr>
            <p:ph sz="half" idx="11"/>
          </p:nvPr>
        </p:nvSpPr>
        <p:spPr>
          <a:xfrm>
            <a:off x="3657600" y="4106260"/>
            <a:ext cx="79248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5"/>
          <p:cNvSpPr>
            <a:spLocks noGrp="1"/>
          </p:cNvSpPr>
          <p:nvPr>
            <p:ph type="pic" sz="quarter" idx="12"/>
          </p:nvPr>
        </p:nvSpPr>
        <p:spPr>
          <a:xfrm>
            <a:off x="609600" y="3711201"/>
            <a:ext cx="2946400" cy="2170112"/>
          </a:xfrm>
        </p:spPr>
        <p:txBody>
          <a:bodyPr/>
          <a:lstStyle>
            <a:lvl1pPr marL="9144" indent="0">
              <a:buFontTx/>
              <a:buNone/>
              <a:defRPr/>
            </a:lvl1pPr>
          </a:lstStyle>
          <a:p>
            <a:endParaRPr lang="en-US"/>
          </a:p>
        </p:txBody>
      </p:sp>
      <p:sp>
        <p:nvSpPr>
          <p:cNvPr id="5" name="Content Placeholder 4"/>
          <p:cNvSpPr>
            <a:spLocks noGrp="1"/>
          </p:cNvSpPr>
          <p:nvPr>
            <p:ph sz="quarter" idx="13"/>
          </p:nvPr>
        </p:nvSpPr>
        <p:spPr>
          <a:xfrm>
            <a:off x="3657600" y="3332458"/>
            <a:ext cx="79248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_4">
    <p:spTree>
      <p:nvGrpSpPr>
        <p:cNvPr id="1" name=""/>
        <p:cNvGrpSpPr/>
        <p:nvPr/>
      </p:nvGrpSpPr>
      <p:grpSpPr>
        <a:xfrm>
          <a:off x="0" y="0"/>
          <a:ext cx="0" cy="0"/>
          <a:chOff x="0" y="0"/>
          <a:chExt cx="0" cy="0"/>
        </a:xfrm>
      </p:grpSpPr>
      <p:sp>
        <p:nvSpPr>
          <p:cNvPr id="8" name="Picture Placeholder 4"/>
          <p:cNvSpPr>
            <a:spLocks noGrp="1"/>
          </p:cNvSpPr>
          <p:nvPr>
            <p:ph type="pic" sz="quarter" idx="18"/>
          </p:nvPr>
        </p:nvSpPr>
        <p:spPr>
          <a:xfrm>
            <a:off x="609599" y="1371600"/>
            <a:ext cx="1475232" cy="1088136"/>
          </a:xfrm>
        </p:spPr>
        <p:txBody>
          <a:bodyPr/>
          <a:lstStyle>
            <a:lvl1pPr marL="9144" indent="0">
              <a:buFontTx/>
              <a:buNone/>
              <a:defRPr sz="1400"/>
            </a:lvl1pPr>
          </a:lstStyle>
          <a:p>
            <a:endParaRPr lang="en-US"/>
          </a:p>
        </p:txBody>
      </p:sp>
      <p:sp>
        <p:nvSpPr>
          <p:cNvPr id="9" name="Picture Placeholder 13"/>
          <p:cNvSpPr>
            <a:spLocks noGrp="1"/>
          </p:cNvSpPr>
          <p:nvPr>
            <p:ph type="pic" sz="quarter" idx="19"/>
          </p:nvPr>
        </p:nvSpPr>
        <p:spPr>
          <a:xfrm>
            <a:off x="609599" y="2565400"/>
            <a:ext cx="1475232" cy="1088136"/>
          </a:xfrm>
        </p:spPr>
        <p:txBody>
          <a:bodyPr/>
          <a:lstStyle>
            <a:lvl1pPr marL="9144" indent="0">
              <a:buFontTx/>
              <a:buNone/>
              <a:defRPr sz="1400"/>
            </a:lvl1pPr>
          </a:lstStyle>
          <a:p>
            <a:endParaRPr lang="en-US"/>
          </a:p>
        </p:txBody>
      </p:sp>
      <p:sp>
        <p:nvSpPr>
          <p:cNvPr id="12" name="Picture Placeholder 15"/>
          <p:cNvSpPr>
            <a:spLocks noGrp="1"/>
          </p:cNvSpPr>
          <p:nvPr>
            <p:ph type="pic" sz="quarter" idx="20"/>
          </p:nvPr>
        </p:nvSpPr>
        <p:spPr>
          <a:xfrm>
            <a:off x="609599" y="3759200"/>
            <a:ext cx="1475232" cy="1088136"/>
          </a:xfrm>
        </p:spPr>
        <p:txBody>
          <a:bodyPr/>
          <a:lstStyle>
            <a:lvl1pPr marL="9144" indent="0">
              <a:buFontTx/>
              <a:buNone/>
              <a:defRPr sz="1400"/>
            </a:lvl1pPr>
          </a:lstStyle>
          <a:p>
            <a:endParaRPr lang="en-US"/>
          </a:p>
        </p:txBody>
      </p:sp>
      <p:sp>
        <p:nvSpPr>
          <p:cNvPr id="13" name="Picture Placeholder 17"/>
          <p:cNvSpPr>
            <a:spLocks noGrp="1"/>
          </p:cNvSpPr>
          <p:nvPr>
            <p:ph type="pic" sz="quarter" idx="21"/>
          </p:nvPr>
        </p:nvSpPr>
        <p:spPr>
          <a:xfrm>
            <a:off x="609599" y="4953000"/>
            <a:ext cx="1475232" cy="1088136"/>
          </a:xfrm>
        </p:spPr>
        <p:txBody>
          <a:bodyPr/>
          <a:lstStyle>
            <a:lvl1pPr marL="9144" indent="0">
              <a:buFontTx/>
              <a:buNone/>
              <a:defRPr sz="1400"/>
            </a:lvl1pPr>
          </a:lstStyle>
          <a:p>
            <a:endParaRPr lang="en-US"/>
          </a:p>
        </p:txBody>
      </p:sp>
      <p:sp>
        <p:nvSpPr>
          <p:cNvPr id="14" name="Content Placeholder 19"/>
          <p:cNvSpPr>
            <a:spLocks noGrp="1"/>
          </p:cNvSpPr>
          <p:nvPr>
            <p:ph sz="quarter" idx="22"/>
          </p:nvPr>
        </p:nvSpPr>
        <p:spPr>
          <a:xfrm>
            <a:off x="2540000" y="2624328"/>
            <a:ext cx="8680704" cy="182880"/>
          </a:xfrm>
        </p:spPr>
        <p:txBody>
          <a:bodyPr lIns="0" tIns="0" rIns="0" bIns="45720" anchor="ctr"/>
          <a:lstStyle>
            <a:lvl1pPr marL="9144" indent="0">
              <a:spcAft>
                <a:spcPts val="0"/>
              </a:spcAft>
              <a:buFontTx/>
              <a:buNone/>
              <a:defRPr sz="1600" b="1">
                <a:solidFill>
                  <a:srgbClr val="0C2074"/>
                </a:solidFill>
              </a:defRPr>
            </a:lvl1pPr>
          </a:lstStyle>
          <a:p>
            <a:pPr lvl="0"/>
            <a:r>
              <a:rPr lang="en-US"/>
              <a:t>Click to edit Master text styles</a:t>
            </a:r>
          </a:p>
        </p:txBody>
      </p:sp>
      <p:sp>
        <p:nvSpPr>
          <p:cNvPr id="15" name="Text Placeholder 21"/>
          <p:cNvSpPr>
            <a:spLocks noGrp="1"/>
          </p:cNvSpPr>
          <p:nvPr>
            <p:ph type="body" sz="quarter" idx="23"/>
          </p:nvPr>
        </p:nvSpPr>
        <p:spPr>
          <a:xfrm>
            <a:off x="2540000" y="2825496"/>
            <a:ext cx="8680704" cy="832104"/>
          </a:xfrm>
        </p:spPr>
        <p:txBody>
          <a:bodyPr lIns="18288" tIns="0" rIns="0" bIns="0"/>
          <a:lstStyle>
            <a:lvl1pPr marL="9144" indent="0">
              <a:spcAft>
                <a:spcPts val="0"/>
              </a:spcAft>
              <a:buFontTx/>
              <a:buNone/>
              <a:defRPr sz="1400"/>
            </a:lvl1pPr>
          </a:lstStyle>
          <a:p>
            <a:pPr lvl="0"/>
            <a:r>
              <a:rPr lang="en-US"/>
              <a:t>Click to edit Master text styles</a:t>
            </a:r>
          </a:p>
        </p:txBody>
      </p:sp>
      <p:sp>
        <p:nvSpPr>
          <p:cNvPr id="16" name="Text Placeholder 23"/>
          <p:cNvSpPr>
            <a:spLocks noGrp="1"/>
          </p:cNvSpPr>
          <p:nvPr>
            <p:ph type="body" sz="quarter" idx="24"/>
          </p:nvPr>
        </p:nvSpPr>
        <p:spPr>
          <a:xfrm>
            <a:off x="2540000" y="3813048"/>
            <a:ext cx="8680704"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a:t>Click to edit Master text styles</a:t>
            </a:r>
          </a:p>
        </p:txBody>
      </p:sp>
      <p:sp>
        <p:nvSpPr>
          <p:cNvPr id="17" name="Text Placeholder 25"/>
          <p:cNvSpPr>
            <a:spLocks noGrp="1"/>
          </p:cNvSpPr>
          <p:nvPr>
            <p:ph type="body" sz="quarter" idx="25"/>
          </p:nvPr>
        </p:nvSpPr>
        <p:spPr>
          <a:xfrm>
            <a:off x="2540000" y="4014216"/>
            <a:ext cx="8680704" cy="786384"/>
          </a:xfrm>
        </p:spPr>
        <p:txBody>
          <a:bodyPr lIns="18288" tIns="0" rIns="0" bIns="0"/>
          <a:lstStyle>
            <a:lvl1pPr marL="9144" indent="0">
              <a:spcAft>
                <a:spcPts val="0"/>
              </a:spcAft>
              <a:buFontTx/>
              <a:buNone/>
              <a:defRPr sz="1400"/>
            </a:lvl1pPr>
          </a:lstStyle>
          <a:p>
            <a:pPr lvl="0"/>
            <a:r>
              <a:rPr lang="en-US"/>
              <a:t>Click to edit Master text styles</a:t>
            </a:r>
          </a:p>
          <a:p>
            <a:pPr lvl="0"/>
            <a:endParaRPr lang="en-US"/>
          </a:p>
        </p:txBody>
      </p:sp>
      <p:sp>
        <p:nvSpPr>
          <p:cNvPr id="18" name="Text Placeholder 27"/>
          <p:cNvSpPr>
            <a:spLocks noGrp="1"/>
          </p:cNvSpPr>
          <p:nvPr>
            <p:ph type="body" sz="quarter" idx="26"/>
          </p:nvPr>
        </p:nvSpPr>
        <p:spPr>
          <a:xfrm>
            <a:off x="2540000" y="5010912"/>
            <a:ext cx="8680704" cy="182880"/>
          </a:xfrm>
        </p:spPr>
        <p:txBody>
          <a:bodyPr lIns="0" tIns="0" rIns="0" bIns="45720" anchor="ctr"/>
          <a:lstStyle>
            <a:lvl1pPr marL="9144" indent="0">
              <a:spcAft>
                <a:spcPts val="0"/>
              </a:spcAft>
              <a:buFontTx/>
              <a:buNone/>
              <a:defRPr sz="1600" b="1">
                <a:solidFill>
                  <a:srgbClr val="0C2074"/>
                </a:solidFill>
              </a:defRPr>
            </a:lvl1pPr>
          </a:lstStyle>
          <a:p>
            <a:pPr lvl="0"/>
            <a:r>
              <a:rPr lang="en-US"/>
              <a:t>Click to edit Master text styles</a:t>
            </a:r>
          </a:p>
        </p:txBody>
      </p:sp>
      <p:sp>
        <p:nvSpPr>
          <p:cNvPr id="19" name="Text Placeholder 29"/>
          <p:cNvSpPr>
            <a:spLocks noGrp="1"/>
          </p:cNvSpPr>
          <p:nvPr>
            <p:ph type="body" sz="quarter" idx="27"/>
          </p:nvPr>
        </p:nvSpPr>
        <p:spPr>
          <a:xfrm>
            <a:off x="2540000" y="5221224"/>
            <a:ext cx="8680704" cy="798576"/>
          </a:xfrm>
        </p:spPr>
        <p:txBody>
          <a:bodyPr lIns="18288" tIns="0" rIns="0" bIns="0"/>
          <a:lstStyle>
            <a:lvl1pPr marL="9144" indent="0">
              <a:spcAft>
                <a:spcPts val="0"/>
              </a:spcAft>
              <a:buFontTx/>
              <a:buNone/>
              <a:defRPr sz="1400"/>
            </a:lvl1pPr>
          </a:lstStyle>
          <a:p>
            <a:pPr lvl="0"/>
            <a:r>
              <a:rPr lang="en-US"/>
              <a:t>Click to edit Master text styles</a:t>
            </a:r>
          </a:p>
        </p:txBody>
      </p:sp>
      <p:sp>
        <p:nvSpPr>
          <p:cNvPr id="20" name="Text Placeholder 31"/>
          <p:cNvSpPr>
            <a:spLocks noGrp="1"/>
          </p:cNvSpPr>
          <p:nvPr>
            <p:ph type="body" sz="quarter" idx="28"/>
          </p:nvPr>
        </p:nvSpPr>
        <p:spPr>
          <a:xfrm>
            <a:off x="2535936" y="1426464"/>
            <a:ext cx="8680704"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a:t>Click to edit Master text styles</a:t>
            </a:r>
          </a:p>
        </p:txBody>
      </p:sp>
      <p:sp>
        <p:nvSpPr>
          <p:cNvPr id="21" name="Text Placeholder 33"/>
          <p:cNvSpPr>
            <a:spLocks noGrp="1"/>
          </p:cNvSpPr>
          <p:nvPr>
            <p:ph type="body" sz="quarter" idx="29"/>
          </p:nvPr>
        </p:nvSpPr>
        <p:spPr>
          <a:xfrm>
            <a:off x="2535936" y="1627632"/>
            <a:ext cx="8680704" cy="810768"/>
          </a:xfrm>
        </p:spPr>
        <p:txBody>
          <a:bodyPr lIns="18288" tIns="0" rIns="0" bIns="0"/>
          <a:lstStyle>
            <a:lvl1pPr marL="9144" indent="0">
              <a:spcAft>
                <a:spcPts val="100"/>
              </a:spcAft>
              <a:buFontTx/>
              <a:buNone/>
              <a:defRPr sz="1400"/>
            </a:lvl1pPr>
          </a:lstStyle>
          <a:p>
            <a:pPr lvl="0"/>
            <a:r>
              <a:rPr lang="en-US"/>
              <a:t>Click to edit Master text styles</a:t>
            </a:r>
          </a:p>
        </p:txBody>
      </p:sp>
      <p:sp>
        <p:nvSpPr>
          <p:cNvPr id="2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Tree>
    <p:extLst>
      <p:ext uri="{BB962C8B-B14F-4D97-AF65-F5344CB8AC3E}">
        <p14:creationId xmlns:p14="http://schemas.microsoft.com/office/powerpoint/2010/main" val="4050150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609600" y="3429002"/>
            <a:ext cx="5386917"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5"/>
          <p:cNvSpPr>
            <a:spLocks noGrp="1"/>
          </p:cNvSpPr>
          <p:nvPr>
            <p:ph sz="quarter" idx="4"/>
          </p:nvPr>
        </p:nvSpPr>
        <p:spPr>
          <a:xfrm>
            <a:off x="6193368" y="3429002"/>
            <a:ext cx="5389033"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p:cNvSpPr>
            <a:spLocks noGrp="1"/>
          </p:cNvSpPr>
          <p:nvPr>
            <p:ph sz="half" idx="10"/>
          </p:nvPr>
        </p:nvSpPr>
        <p:spPr>
          <a:xfrm>
            <a:off x="609600" y="1282149"/>
            <a:ext cx="109728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idx="1"/>
          </p:nvPr>
        </p:nvSpPr>
        <p:spPr>
          <a:xfrm>
            <a:off x="609600" y="2792715"/>
            <a:ext cx="5386917"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4"/>
          <p:cNvSpPr>
            <a:spLocks noGrp="1"/>
          </p:cNvSpPr>
          <p:nvPr>
            <p:ph type="body" sz="quarter" idx="3"/>
          </p:nvPr>
        </p:nvSpPr>
        <p:spPr>
          <a:xfrm>
            <a:off x="6193368" y="2792715"/>
            <a:ext cx="5389033"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609600" y="3429002"/>
            <a:ext cx="5386917"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5"/>
          <p:cNvSpPr>
            <a:spLocks noGrp="1"/>
          </p:cNvSpPr>
          <p:nvPr>
            <p:ph sz="quarter" idx="4"/>
          </p:nvPr>
        </p:nvSpPr>
        <p:spPr>
          <a:xfrm>
            <a:off x="6193368" y="3429002"/>
            <a:ext cx="5389033"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p:cNvSpPr>
            <a:spLocks noGrp="1"/>
          </p:cNvSpPr>
          <p:nvPr>
            <p:ph sz="half" idx="10"/>
          </p:nvPr>
        </p:nvSpPr>
        <p:spPr>
          <a:xfrm>
            <a:off x="609600" y="1282149"/>
            <a:ext cx="109728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p:cNvSpPr>
            <a:spLocks noGrp="1"/>
          </p:cNvSpPr>
          <p:nvPr>
            <p:ph type="body" idx="1"/>
          </p:nvPr>
        </p:nvSpPr>
        <p:spPr>
          <a:xfrm>
            <a:off x="609600" y="2792715"/>
            <a:ext cx="5386917"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4"/>
          <p:cNvSpPr>
            <a:spLocks noGrp="1"/>
          </p:cNvSpPr>
          <p:nvPr>
            <p:ph type="body" sz="quarter" idx="3"/>
          </p:nvPr>
        </p:nvSpPr>
        <p:spPr>
          <a:xfrm>
            <a:off x="6193368" y="2792715"/>
            <a:ext cx="5389033"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609600" y="1385888"/>
            <a:ext cx="10972800" cy="4557713"/>
          </a:xfrm>
        </p:spPr>
        <p:txBody>
          <a:bodyPr/>
          <a:lstStyle>
            <a:lvl1pPr marL="9144" indent="0">
              <a:buFontTx/>
              <a:buNone/>
              <a:defRPr/>
            </a:lvl1pPr>
          </a:lstStyle>
          <a:p>
            <a:endParaRPr lang="en-US"/>
          </a:p>
        </p:txBody>
      </p:sp>
      <p:sp>
        <p:nvSpPr>
          <p:cNvPr id="8" name="Content Placeholder 7"/>
          <p:cNvSpPr>
            <a:spLocks noGrp="1"/>
          </p:cNvSpPr>
          <p:nvPr>
            <p:ph sz="quarter" idx="11"/>
          </p:nvPr>
        </p:nvSpPr>
        <p:spPr>
          <a:xfrm>
            <a:off x="7305207" y="1371600"/>
            <a:ext cx="42672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609600" y="1917700"/>
            <a:ext cx="10972800" cy="4025901"/>
          </a:xfrm>
        </p:spPr>
        <p:txBody>
          <a:bodyPr/>
          <a:lstStyle>
            <a:lvl1pPr marL="9144" indent="0">
              <a:buFontTx/>
              <a:buNone/>
              <a:defRPr/>
            </a:lvl1pPr>
          </a:lstStyle>
          <a:p>
            <a:endParaRPr lang="en-US"/>
          </a:p>
        </p:txBody>
      </p:sp>
      <p:sp>
        <p:nvSpPr>
          <p:cNvPr id="8" name="Content Placeholder 7"/>
          <p:cNvSpPr>
            <a:spLocks noGrp="1"/>
          </p:cNvSpPr>
          <p:nvPr>
            <p:ph sz="quarter" idx="11"/>
          </p:nvPr>
        </p:nvSpPr>
        <p:spPr>
          <a:xfrm>
            <a:off x="7305207" y="1919469"/>
            <a:ext cx="42672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a:t>Click to edit Master text styles</a:t>
            </a:r>
          </a:p>
        </p:txBody>
      </p:sp>
      <p:sp>
        <p:nvSpPr>
          <p:cNvPr id="6" name="Text Placeholder 2"/>
          <p:cNvSpPr>
            <a:spLocks noGrp="1"/>
          </p:cNvSpPr>
          <p:nvPr>
            <p:ph type="body" idx="1"/>
          </p:nvPr>
        </p:nvSpPr>
        <p:spPr>
          <a:xfrm>
            <a:off x="609600" y="1143000"/>
            <a:ext cx="10972800" cy="639762"/>
          </a:xfrm>
        </p:spPr>
        <p:txBody>
          <a:bodyPr anchor="b"/>
          <a:lstStyle>
            <a:lvl1pPr marL="0" indent="0">
              <a:spcAft>
                <a:spcPts val="200"/>
              </a:spcAft>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87551"/>
            <a:ext cx="10972800" cy="42560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idx="10"/>
          </p:nvPr>
        </p:nvSpPr>
        <p:spPr>
          <a:xfrm>
            <a:off x="609600" y="1022196"/>
            <a:ext cx="10972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024053"/>
            <a:ext cx="53848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24053"/>
            <a:ext cx="53848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84339"/>
            <a:ext cx="53848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4900" y="1684339"/>
            <a:ext cx="53848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p:cNvSpPr>
            <a:spLocks noGrp="1"/>
          </p:cNvSpPr>
          <p:nvPr>
            <p:ph type="body" idx="10"/>
          </p:nvPr>
        </p:nvSpPr>
        <p:spPr>
          <a:xfrm>
            <a:off x="609600" y="1022196"/>
            <a:ext cx="10972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84339"/>
            <a:ext cx="53848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4900" y="1684339"/>
            <a:ext cx="53848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p:cNvSpPr>
            <a:spLocks noGrp="1"/>
          </p:cNvSpPr>
          <p:nvPr>
            <p:ph type="body" idx="10"/>
          </p:nvPr>
        </p:nvSpPr>
        <p:spPr>
          <a:xfrm>
            <a:off x="609600" y="1020762"/>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2"/>
          <p:cNvSpPr>
            <a:spLocks noGrp="1"/>
          </p:cNvSpPr>
          <p:nvPr>
            <p:ph sz="half" idx="11"/>
          </p:nvPr>
        </p:nvSpPr>
        <p:spPr>
          <a:xfrm>
            <a:off x="609600" y="4113213"/>
            <a:ext cx="53848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p:cNvSpPr>
            <a:spLocks noGrp="1"/>
          </p:cNvSpPr>
          <p:nvPr>
            <p:ph sz="half" idx="12"/>
          </p:nvPr>
        </p:nvSpPr>
        <p:spPr>
          <a:xfrm>
            <a:off x="6184900" y="4113213"/>
            <a:ext cx="53848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idx="13"/>
          </p:nvPr>
        </p:nvSpPr>
        <p:spPr>
          <a:xfrm>
            <a:off x="6184900" y="1020762"/>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09600" y="3581400"/>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15"/>
          </p:nvPr>
        </p:nvSpPr>
        <p:spPr>
          <a:xfrm>
            <a:off x="6184900" y="3581400"/>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609600" y="1687550"/>
            <a:ext cx="538691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687550"/>
            <a:ext cx="5389033"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idx="10"/>
          </p:nvPr>
        </p:nvSpPr>
        <p:spPr>
          <a:xfrm>
            <a:off x="609600" y="1022196"/>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1"/>
          </p:nvPr>
        </p:nvSpPr>
        <p:spPr>
          <a:xfrm>
            <a:off x="6187688" y="1022196"/>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609601" y="1687550"/>
            <a:ext cx="355491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347279" y="1687550"/>
            <a:ext cx="3481916"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idx="10"/>
          </p:nvPr>
        </p:nvSpPr>
        <p:spPr>
          <a:xfrm>
            <a:off x="609601" y="1022196"/>
            <a:ext cx="3553521"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1"/>
          </p:nvPr>
        </p:nvSpPr>
        <p:spPr>
          <a:xfrm>
            <a:off x="4341542" y="1022196"/>
            <a:ext cx="347918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5"/>
          <p:cNvSpPr>
            <a:spLocks noGrp="1"/>
          </p:cNvSpPr>
          <p:nvPr>
            <p:ph sz="quarter" idx="12"/>
          </p:nvPr>
        </p:nvSpPr>
        <p:spPr>
          <a:xfrm>
            <a:off x="8004902" y="1687550"/>
            <a:ext cx="3556316"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idx="13"/>
          </p:nvPr>
        </p:nvSpPr>
        <p:spPr>
          <a:xfrm>
            <a:off x="7999142" y="1022196"/>
            <a:ext cx="3553521"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37996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917701"/>
            <a:ext cx="109728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idx="10"/>
          </p:nvPr>
        </p:nvSpPr>
        <p:spPr>
          <a:xfrm>
            <a:off x="609600" y="1143002"/>
            <a:ext cx="10972800"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Tree>
    <p:extLst>
      <p:ext uri="{BB962C8B-B14F-4D97-AF65-F5344CB8AC3E}">
        <p14:creationId xmlns:p14="http://schemas.microsoft.com/office/powerpoint/2010/main" val="3856631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1072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2"/>
            <a:ext cx="10972800"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3" y="1916114"/>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19222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2"/>
            <a:ext cx="5386917"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3" y="1143002"/>
            <a:ext cx="5389033"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1916114"/>
            <a:ext cx="5389033"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42315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609600" y="1380744"/>
            <a:ext cx="5388864"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1"/>
          </p:nvPr>
        </p:nvSpPr>
        <p:spPr>
          <a:xfrm>
            <a:off x="6193536" y="1380744"/>
            <a:ext cx="5388864"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p:cNvSpPr>
            <a:spLocks noGrp="1"/>
          </p:cNvSpPr>
          <p:nvPr>
            <p:ph type="pic" sz="quarter" idx="12"/>
          </p:nvPr>
        </p:nvSpPr>
        <p:spPr>
          <a:xfrm>
            <a:off x="609600" y="3124200"/>
            <a:ext cx="10972800" cy="2910840"/>
          </a:xfrm>
        </p:spPr>
        <p:txBody>
          <a:bodyPr/>
          <a:lstStyle>
            <a:lvl1pPr marL="9140" indent="0">
              <a:buFontTx/>
              <a:buNone/>
              <a:defRPr/>
            </a:lvl1pPr>
          </a:lstStyle>
          <a:p>
            <a:r>
              <a:rPr lang="en-US"/>
              <a:t>Click icon to add picture</a:t>
            </a:r>
          </a:p>
        </p:txBody>
      </p:sp>
    </p:spTree>
    <p:extLst>
      <p:ext uri="{BB962C8B-B14F-4D97-AF65-F5344CB8AC3E}">
        <p14:creationId xmlns:p14="http://schemas.microsoft.com/office/powerpoint/2010/main" val="2375739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53484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8621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p:cNvSpPr>
            <a:spLocks noGrp="1"/>
          </p:cNvSpPr>
          <p:nvPr>
            <p:ph type="pic" sz="quarter" idx="10"/>
          </p:nvPr>
        </p:nvSpPr>
        <p:spPr>
          <a:xfrm>
            <a:off x="6197600" y="1371600"/>
            <a:ext cx="5384800" cy="4572000"/>
          </a:xfrm>
        </p:spPr>
        <p:txBody>
          <a:bodyPr/>
          <a:lstStyle>
            <a:lvl1pPr marL="9140" indent="0">
              <a:buFontTx/>
              <a:buNone/>
              <a:defRPr/>
            </a:lvl1pPr>
          </a:lstStyle>
          <a:p>
            <a:r>
              <a:rPr lang="en-US"/>
              <a:t>Click icon to add picture</a:t>
            </a:r>
          </a:p>
        </p:txBody>
      </p:sp>
    </p:spTree>
    <p:extLst>
      <p:ext uri="{BB962C8B-B14F-4D97-AF65-F5344CB8AC3E}">
        <p14:creationId xmlns:p14="http://schemas.microsoft.com/office/powerpoint/2010/main" val="16860316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380744"/>
            <a:ext cx="53848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5"/>
          <p:cNvSpPr>
            <a:spLocks noGrp="1"/>
          </p:cNvSpPr>
          <p:nvPr>
            <p:ph type="pic" sz="quarter" idx="10"/>
          </p:nvPr>
        </p:nvSpPr>
        <p:spPr>
          <a:xfrm>
            <a:off x="609600" y="1371600"/>
            <a:ext cx="5384800" cy="4572000"/>
          </a:xfrm>
        </p:spPr>
        <p:txBody>
          <a:bodyPr/>
          <a:lstStyle>
            <a:lvl1pPr marL="9140" indent="0">
              <a:buFontTx/>
              <a:buNone/>
              <a:defRPr/>
            </a:lvl1pPr>
          </a:lstStyle>
          <a:p>
            <a:r>
              <a:rPr lang="en-US"/>
              <a:t>Click icon to add picture</a:t>
            </a:r>
          </a:p>
        </p:txBody>
      </p:sp>
    </p:spTree>
    <p:extLst>
      <p:ext uri="{BB962C8B-B14F-4D97-AF65-F5344CB8AC3E}">
        <p14:creationId xmlns:p14="http://schemas.microsoft.com/office/powerpoint/2010/main" val="28508652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2"/>
            <a:ext cx="10972800"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3" y="1916114"/>
            <a:ext cx="5389033"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p:cNvSpPr>
            <a:spLocks noGrp="1"/>
          </p:cNvSpPr>
          <p:nvPr>
            <p:ph sz="quarter" idx="11"/>
          </p:nvPr>
        </p:nvSpPr>
        <p:spPr>
          <a:xfrm>
            <a:off x="594738" y="4049714"/>
            <a:ext cx="10987668"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79707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43002"/>
            <a:ext cx="5386917"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16114"/>
            <a:ext cx="5386917"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3" y="1143002"/>
            <a:ext cx="5389033"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1916114"/>
            <a:ext cx="5389033"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p:cNvSpPr>
            <a:spLocks noGrp="1"/>
          </p:cNvSpPr>
          <p:nvPr>
            <p:ph sz="quarter" idx="11"/>
          </p:nvPr>
        </p:nvSpPr>
        <p:spPr>
          <a:xfrm>
            <a:off x="594738" y="4049714"/>
            <a:ext cx="10987668"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58496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80744"/>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sz="half" idx="10"/>
          </p:nvPr>
        </p:nvSpPr>
        <p:spPr>
          <a:xfrm>
            <a:off x="609600" y="3646449"/>
            <a:ext cx="109728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94473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16151"/>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sz="half" idx="10"/>
          </p:nvPr>
        </p:nvSpPr>
        <p:spPr>
          <a:xfrm>
            <a:off x="609600" y="4332249"/>
            <a:ext cx="109728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idx="11"/>
          </p:nvPr>
        </p:nvSpPr>
        <p:spPr>
          <a:xfrm>
            <a:off x="609600" y="1143002"/>
            <a:ext cx="10972800"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
        <p:nvSpPr>
          <p:cNvPr id="7" name="Text Placeholder 2"/>
          <p:cNvSpPr>
            <a:spLocks noGrp="1"/>
          </p:cNvSpPr>
          <p:nvPr>
            <p:ph type="body" idx="12"/>
          </p:nvPr>
        </p:nvSpPr>
        <p:spPr>
          <a:xfrm>
            <a:off x="609600" y="3584691"/>
            <a:ext cx="10972800" cy="639762"/>
          </a:xfrm>
        </p:spPr>
        <p:txBody>
          <a:bodyPr anchor="b"/>
          <a:lstStyle>
            <a:lvl1pPr marL="0" indent="0">
              <a:spcAft>
                <a:spcPts val="200"/>
              </a:spcAft>
              <a:buNone/>
              <a:defRPr sz="2200" b="0">
                <a:solidFill>
                  <a:schemeClr val="accent2"/>
                </a:solidFill>
              </a:defRPr>
            </a:lvl1pPr>
            <a:lvl2pPr marL="457036" indent="0">
              <a:buNone/>
              <a:defRPr sz="2000" b="1"/>
            </a:lvl2pPr>
            <a:lvl3pPr marL="914074" indent="0">
              <a:buNone/>
              <a:defRPr sz="1800" b="1"/>
            </a:lvl3pPr>
            <a:lvl4pPr marL="1371109" indent="0">
              <a:buNone/>
              <a:defRPr sz="1600" b="1"/>
            </a:lvl4pPr>
            <a:lvl5pPr marL="1828148" indent="0">
              <a:buNone/>
              <a:defRPr sz="1600" b="1"/>
            </a:lvl5pPr>
            <a:lvl6pPr marL="2285186" indent="0">
              <a:buNone/>
              <a:defRPr sz="1600" b="1"/>
            </a:lvl6pPr>
            <a:lvl7pPr marL="2742224" indent="0">
              <a:buNone/>
              <a:defRPr sz="1600" b="1"/>
            </a:lvl7pPr>
            <a:lvl8pPr marL="3199260" indent="0">
              <a:buNone/>
              <a:defRPr sz="1600" b="1"/>
            </a:lvl8pPr>
            <a:lvl9pPr marL="3656296" indent="0">
              <a:buNone/>
              <a:defRPr sz="1600" b="1"/>
            </a:lvl9pPr>
          </a:lstStyle>
          <a:p>
            <a:pPr lvl="0"/>
            <a:r>
              <a:rPr lang="en-US"/>
              <a:t>Click to edit Master text styles</a:t>
            </a:r>
          </a:p>
        </p:txBody>
      </p:sp>
    </p:spTree>
    <p:extLst>
      <p:ext uri="{BB962C8B-B14F-4D97-AF65-F5344CB8AC3E}">
        <p14:creationId xmlns:p14="http://schemas.microsoft.com/office/powerpoint/2010/main" val="23133069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609600" y="6276315"/>
            <a:ext cx="1524000" cy="285442"/>
          </a:xfrm>
          <a:prstGeom prst="rect">
            <a:avLst/>
          </a:prstGeom>
        </p:spPr>
      </p:pic>
      <p:pic>
        <p:nvPicPr>
          <p:cNvPr id="5" name="Picture 4"/>
          <p:cNvPicPr>
            <a:picLocks noChangeAspect="1"/>
          </p:cNvPicPr>
          <p:nvPr userDrawn="1"/>
        </p:nvPicPr>
        <p:blipFill rotWithShape="1">
          <a:blip r:embed="rId3" cstate="screen">
            <a:extLst>
              <a:ext uri="{28A0092B-C50C-407E-A947-70E740481C1C}">
                <a14:useLocalDpi xmlns:a14="http://schemas.microsoft.com/office/drawing/2010/main" val="0"/>
              </a:ext>
            </a:extLst>
          </a:blip>
          <a:srcRect t="8106"/>
          <a:stretch/>
        </p:blipFill>
        <p:spPr>
          <a:xfrm>
            <a:off x="-24" y="0"/>
            <a:ext cx="11582424" cy="5943600"/>
          </a:xfrm>
          <a:prstGeom prst="rect">
            <a:avLst/>
          </a:prstGeom>
        </p:spPr>
      </p:pic>
      <p:sp>
        <p:nvSpPr>
          <p:cNvPr id="6" name="Title 1"/>
          <p:cNvSpPr>
            <a:spLocks noGrp="1"/>
          </p:cNvSpPr>
          <p:nvPr>
            <p:ph type="title" hasCustomPrompt="1"/>
          </p:nvPr>
        </p:nvSpPr>
        <p:spPr>
          <a:xfrm>
            <a:off x="609600" y="968829"/>
            <a:ext cx="7545917" cy="1362075"/>
          </a:xfrm>
        </p:spPr>
        <p:txBody>
          <a:bodyPr anchor="b" anchorCtr="0">
            <a:normAutofit/>
          </a:bodyPr>
          <a:lstStyle>
            <a:lvl1pPr algn="l">
              <a:defRPr sz="3600" b="1" cap="none"/>
            </a:lvl1pPr>
          </a:lstStyle>
          <a:p>
            <a:r>
              <a:rPr lang="en-US"/>
              <a:t>Click to edit master title style</a:t>
            </a:r>
          </a:p>
        </p:txBody>
      </p:sp>
      <p:sp>
        <p:nvSpPr>
          <p:cNvPr id="7" name="Text Placeholder 2"/>
          <p:cNvSpPr>
            <a:spLocks noGrp="1"/>
          </p:cNvSpPr>
          <p:nvPr>
            <p:ph type="body" idx="1"/>
          </p:nvPr>
        </p:nvSpPr>
        <p:spPr>
          <a:xfrm>
            <a:off x="609600" y="2601914"/>
            <a:ext cx="7545917"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533400" y="4800600"/>
            <a:ext cx="7112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533400" y="5143155"/>
            <a:ext cx="7112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04435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806E-2DA2-44C8-BD94-C0C33E7FD9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A37D4E-CEA8-4923-9F8A-7DD59D76B0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7EDF50-350D-443D-99F2-57514732E616}"/>
              </a:ext>
            </a:extLst>
          </p:cNvPr>
          <p:cNvSpPr>
            <a:spLocks noGrp="1"/>
          </p:cNvSpPr>
          <p:nvPr>
            <p:ph type="dt" sz="half" idx="10"/>
          </p:nvPr>
        </p:nvSpPr>
        <p:spPr/>
        <p:txBody>
          <a:bodyPr/>
          <a:lstStyle/>
          <a:p>
            <a:fld id="{0A5F5ADF-2D8A-4458-810E-311A61C2B435}" type="datetimeFigureOut">
              <a:rPr lang="en-US" smtClean="0"/>
              <a:t>12/16/2020</a:t>
            </a:fld>
            <a:endParaRPr lang="en-US"/>
          </a:p>
        </p:txBody>
      </p:sp>
      <p:sp>
        <p:nvSpPr>
          <p:cNvPr id="5" name="Footer Placeholder 4">
            <a:extLst>
              <a:ext uri="{FF2B5EF4-FFF2-40B4-BE49-F238E27FC236}">
                <a16:creationId xmlns:a16="http://schemas.microsoft.com/office/drawing/2014/main" id="{7872FA32-AD9A-46C6-A501-65E5BEBF4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2F4BA-6F94-48D9-A63F-1CC36CF11974}"/>
              </a:ext>
            </a:extLst>
          </p:cNvPr>
          <p:cNvSpPr>
            <a:spLocks noGrp="1"/>
          </p:cNvSpPr>
          <p:nvPr>
            <p:ph type="sldNum" sz="quarter" idx="12"/>
          </p:nvPr>
        </p:nvSpPr>
        <p:spPr/>
        <p:txBody>
          <a:bodyPr/>
          <a:lstStyle/>
          <a:p>
            <a:fld id="{24C84C03-8C6A-45AF-909E-8F467E9064FA}" type="slidenum">
              <a:rPr lang="en-US" smtClean="0"/>
              <a:t>‹#›</a:t>
            </a:fld>
            <a:endParaRPr lang="en-US"/>
          </a:p>
        </p:txBody>
      </p:sp>
    </p:spTree>
    <p:extLst>
      <p:ext uri="{BB962C8B-B14F-4D97-AF65-F5344CB8AC3E}">
        <p14:creationId xmlns:p14="http://schemas.microsoft.com/office/powerpoint/2010/main" val="20462483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609600" y="1687550"/>
            <a:ext cx="538691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687550"/>
            <a:ext cx="5389033"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idx="10"/>
          </p:nvPr>
        </p:nvSpPr>
        <p:spPr>
          <a:xfrm>
            <a:off x="609600" y="1022196"/>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1"/>
          </p:nvPr>
        </p:nvSpPr>
        <p:spPr>
          <a:xfrm>
            <a:off x="6187688" y="1022196"/>
            <a:ext cx="5384800" cy="541338"/>
          </a:xfrm>
        </p:spPr>
        <p:txBody>
          <a:bodyPr anchor="b"/>
          <a:lstStyle>
            <a:lvl1pPr marL="0" indent="0">
              <a:spcAft>
                <a:spcPts val="200"/>
              </a:spcAft>
              <a:buNone/>
              <a:defRPr sz="1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9450900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ption 1">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0" y="-8467"/>
            <a:ext cx="12192000" cy="6172200"/>
          </a:xfrm>
          <a:prstGeom prst="rect">
            <a:avLst/>
          </a:prstGeom>
        </p:spPr>
      </p:pic>
      <p:pic>
        <p:nvPicPr>
          <p:cNvPr id="4" name="Picture 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
        <p:nvSpPr>
          <p:cNvPr id="8" name="Text Placeholder 2"/>
          <p:cNvSpPr>
            <a:spLocks noGrp="1"/>
          </p:cNvSpPr>
          <p:nvPr>
            <p:ph type="body" idx="10"/>
          </p:nvPr>
        </p:nvSpPr>
        <p:spPr>
          <a:xfrm>
            <a:off x="4470400" y="2906715"/>
            <a:ext cx="7112000" cy="674686"/>
          </a:xfrm>
        </p:spPr>
        <p:txBody>
          <a:bodyPr anchor="t" anchorCtr="0"/>
          <a:lstStyle>
            <a:lvl1pPr marL="0" indent="0">
              <a:buNone/>
              <a:defRPr sz="18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9" name="Title 1"/>
          <p:cNvSpPr>
            <a:spLocks noGrp="1"/>
          </p:cNvSpPr>
          <p:nvPr>
            <p:ph type="title" hasCustomPrompt="1"/>
          </p:nvPr>
        </p:nvSpPr>
        <p:spPr>
          <a:xfrm>
            <a:off x="4470400" y="1777790"/>
            <a:ext cx="7112000" cy="982662"/>
          </a:xfrm>
        </p:spPr>
        <p:txBody>
          <a:bodyPr anchor="b" anchorCtr="0">
            <a:normAutofit/>
          </a:bodyPr>
          <a:lstStyle>
            <a:lvl1pPr algn="l">
              <a:defRPr sz="2400" b="1" cap="none">
                <a:solidFill>
                  <a:schemeClr val="bg1"/>
                </a:solidFill>
              </a:defRPr>
            </a:lvl1pPr>
          </a:lstStyle>
          <a:p>
            <a:r>
              <a:rPr lang="en-US"/>
              <a:t>Click to edit master title style</a:t>
            </a:r>
          </a:p>
        </p:txBody>
      </p:sp>
      <p:sp>
        <p:nvSpPr>
          <p:cNvPr id="11" name="Text Placeholder 2"/>
          <p:cNvSpPr>
            <a:spLocks noGrp="1"/>
          </p:cNvSpPr>
          <p:nvPr>
            <p:ph type="body" idx="12"/>
          </p:nvPr>
        </p:nvSpPr>
        <p:spPr>
          <a:xfrm>
            <a:off x="4445001" y="5021265"/>
            <a:ext cx="7112000" cy="341656"/>
          </a:xfrm>
        </p:spPr>
        <p:txBody>
          <a:bodyPr anchor="t" anchorCtr="0"/>
          <a:lstStyle>
            <a:lvl1pPr marL="0" indent="0">
              <a:buNone/>
              <a:defRPr sz="1351">
                <a:solidFill>
                  <a:schemeClr val="bg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12" name="Text Placeholder 2"/>
          <p:cNvSpPr>
            <a:spLocks noGrp="1"/>
          </p:cNvSpPr>
          <p:nvPr>
            <p:ph type="body" idx="13"/>
          </p:nvPr>
        </p:nvSpPr>
        <p:spPr>
          <a:xfrm>
            <a:off x="4445001" y="5363820"/>
            <a:ext cx="7112000" cy="341656"/>
          </a:xfrm>
        </p:spPr>
        <p:txBody>
          <a:bodyPr anchor="t" anchorCtr="0"/>
          <a:lstStyle>
            <a:lvl1pPr marL="0" indent="0">
              <a:buNone/>
              <a:defRPr sz="1200" i="1">
                <a:solidFill>
                  <a:schemeClr val="bg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3113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ption 2">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screen">
            <a:extLst>
              <a:ext uri="{28A0092B-C50C-407E-A947-70E740481C1C}">
                <a14:useLocalDpi xmlns:a14="http://schemas.microsoft.com/office/drawing/2010/main" val="0"/>
              </a:ext>
            </a:extLst>
          </a:blip>
          <a:srcRect t="8106"/>
          <a:stretch/>
        </p:blipFill>
        <p:spPr>
          <a:xfrm>
            <a:off x="-25" y="0"/>
            <a:ext cx="11582425" cy="5943600"/>
          </a:xfrm>
          <a:prstGeom prst="rect">
            <a:avLst/>
          </a:prstGeom>
          <a:solidFill>
            <a:srgbClr val="FFFFFF"/>
          </a:solidFill>
        </p:spPr>
      </p:pic>
      <p:sp>
        <p:nvSpPr>
          <p:cNvPr id="6" name="Title 1"/>
          <p:cNvSpPr>
            <a:spLocks noGrp="1"/>
          </p:cNvSpPr>
          <p:nvPr>
            <p:ph type="title" hasCustomPrompt="1"/>
          </p:nvPr>
        </p:nvSpPr>
        <p:spPr>
          <a:xfrm>
            <a:off x="609602" y="968834"/>
            <a:ext cx="7545919" cy="1362075"/>
          </a:xfrm>
        </p:spPr>
        <p:txBody>
          <a:bodyPr anchor="b" anchorCtr="0">
            <a:normAutofit/>
          </a:bodyPr>
          <a:lstStyle>
            <a:lvl1pPr algn="l">
              <a:defRPr sz="2700" b="1" cap="none"/>
            </a:lvl1pPr>
          </a:lstStyle>
          <a:p>
            <a:r>
              <a:rPr lang="en-US"/>
              <a:t>Click to edit master title style</a:t>
            </a:r>
          </a:p>
        </p:txBody>
      </p:sp>
      <p:sp>
        <p:nvSpPr>
          <p:cNvPr id="7" name="Text Placeholder 2"/>
          <p:cNvSpPr>
            <a:spLocks noGrp="1"/>
          </p:cNvSpPr>
          <p:nvPr>
            <p:ph type="body" idx="1"/>
          </p:nvPr>
        </p:nvSpPr>
        <p:spPr>
          <a:xfrm>
            <a:off x="609602" y="2601915"/>
            <a:ext cx="7545919" cy="674686"/>
          </a:xfrm>
        </p:spPr>
        <p:txBody>
          <a:bodyPr anchor="t" anchorCtr="0"/>
          <a:lstStyle>
            <a:lvl1pPr marL="0" indent="0">
              <a:buNone/>
              <a:defRPr sz="18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533401" y="4800600"/>
            <a:ext cx="7112000" cy="341656"/>
          </a:xfrm>
        </p:spPr>
        <p:txBody>
          <a:bodyPr anchor="t" anchorCtr="0"/>
          <a:lstStyle>
            <a:lvl1pPr marL="0" indent="0">
              <a:buNone/>
              <a:defRPr sz="1351">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533401" y="5143155"/>
            <a:ext cx="7112000" cy="341656"/>
          </a:xfrm>
        </p:spPr>
        <p:txBody>
          <a:bodyPr anchor="t" anchorCtr="0"/>
          <a:lstStyle>
            <a:lvl1pPr marL="0" indent="0">
              <a:buNone/>
              <a:defRPr sz="1200" i="1">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pic>
        <p:nvPicPr>
          <p:cNvPr id="10" name="Picture 9"/>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Tree>
    <p:extLst>
      <p:ext uri="{BB962C8B-B14F-4D97-AF65-F5344CB8AC3E}">
        <p14:creationId xmlns:p14="http://schemas.microsoft.com/office/powerpoint/2010/main" val="9362332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w/photo">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screen">
            <a:extLst>
              <a:ext uri="{28A0092B-C50C-407E-A947-70E740481C1C}">
                <a14:useLocalDpi xmlns:a14="http://schemas.microsoft.com/office/drawing/2010/main" val="0"/>
              </a:ext>
            </a:extLst>
          </a:blip>
          <a:srcRect t="15214"/>
          <a:stretch/>
        </p:blipFill>
        <p:spPr>
          <a:xfrm>
            <a:off x="16256" y="0"/>
            <a:ext cx="11566144" cy="5202186"/>
          </a:xfrm>
          <a:prstGeom prst="rect">
            <a:avLst/>
          </a:prstGeom>
        </p:spPr>
      </p:pic>
      <p:sp>
        <p:nvSpPr>
          <p:cNvPr id="9" name="Title 1"/>
          <p:cNvSpPr>
            <a:spLocks noGrp="1"/>
          </p:cNvSpPr>
          <p:nvPr>
            <p:ph type="title" hasCustomPrompt="1"/>
          </p:nvPr>
        </p:nvSpPr>
        <p:spPr>
          <a:xfrm>
            <a:off x="609600" y="4604658"/>
            <a:ext cx="9753600" cy="957942"/>
          </a:xfrm>
        </p:spPr>
        <p:txBody>
          <a:bodyPr anchor="b" anchorCtr="0">
            <a:noAutofit/>
          </a:bodyPr>
          <a:lstStyle>
            <a:lvl1pPr algn="l">
              <a:defRPr sz="2400" b="1" cap="none" baseline="0"/>
            </a:lvl1pPr>
          </a:lstStyle>
          <a:p>
            <a:r>
              <a:rPr lang="en-US"/>
              <a:t>Click to edit master title style</a:t>
            </a:r>
          </a:p>
        </p:txBody>
      </p:sp>
      <p:sp>
        <p:nvSpPr>
          <p:cNvPr id="10" name="Text Placeholder 2"/>
          <p:cNvSpPr>
            <a:spLocks noGrp="1"/>
          </p:cNvSpPr>
          <p:nvPr>
            <p:ph type="body" idx="1"/>
          </p:nvPr>
        </p:nvSpPr>
        <p:spPr>
          <a:xfrm>
            <a:off x="609600" y="5640390"/>
            <a:ext cx="9753600" cy="674686"/>
          </a:xfrm>
        </p:spPr>
        <p:txBody>
          <a:bodyPr anchor="t" anchorCtr="0"/>
          <a:lstStyle>
            <a:lvl1pPr marL="0" indent="0">
              <a:buNone/>
              <a:defRPr sz="15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8" name="Picture Placeholder 4"/>
          <p:cNvSpPr>
            <a:spLocks noGrp="1"/>
          </p:cNvSpPr>
          <p:nvPr>
            <p:ph type="pic" sz="quarter" idx="10"/>
          </p:nvPr>
        </p:nvSpPr>
        <p:spPr>
          <a:xfrm>
            <a:off x="0" y="6"/>
            <a:ext cx="10363200" cy="4505325"/>
          </a:xfrm>
        </p:spPr>
        <p:txBody>
          <a:bodyPr lIns="274320" tIns="548640"/>
          <a:lstStyle>
            <a:lvl1pPr marL="6858" indent="0">
              <a:buFontTx/>
              <a:buNone/>
              <a:defRPr sz="2100"/>
            </a:lvl1pPr>
          </a:lstStyle>
          <a:p>
            <a:r>
              <a:rPr lang="en-US"/>
              <a:t>Click icon to add picture</a:t>
            </a:r>
          </a:p>
        </p:txBody>
      </p:sp>
      <p:pic>
        <p:nvPicPr>
          <p:cNvPr id="11" name="Picture 10"/>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Tree>
    <p:extLst>
      <p:ext uri="{BB962C8B-B14F-4D97-AF65-F5344CB8AC3E}">
        <p14:creationId xmlns:p14="http://schemas.microsoft.com/office/powerpoint/2010/main" val="316696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cSld name="Section divider w/text">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screen">
            <a:extLst>
              <a:ext uri="{28A0092B-C50C-407E-A947-70E740481C1C}">
                <a14:useLocalDpi xmlns:a14="http://schemas.microsoft.com/office/drawing/2010/main" val="0"/>
              </a:ext>
            </a:extLst>
          </a:blip>
          <a:srcRect t="8247"/>
          <a:stretch/>
        </p:blipFill>
        <p:spPr>
          <a:xfrm>
            <a:off x="1" y="6"/>
            <a:ext cx="11582425" cy="5934469"/>
          </a:xfrm>
          <a:prstGeom prst="rect">
            <a:avLst/>
          </a:prstGeom>
          <a:solidFill>
            <a:srgbClr val="FFFFFF"/>
          </a:solidFill>
        </p:spPr>
      </p:pic>
      <p:sp>
        <p:nvSpPr>
          <p:cNvPr id="2" name="Title 1"/>
          <p:cNvSpPr>
            <a:spLocks noGrp="1"/>
          </p:cNvSpPr>
          <p:nvPr>
            <p:ph type="title" hasCustomPrompt="1"/>
          </p:nvPr>
        </p:nvSpPr>
        <p:spPr>
          <a:xfrm>
            <a:off x="609600" y="963710"/>
            <a:ext cx="7518400" cy="1362075"/>
          </a:xfrm>
        </p:spPr>
        <p:txBody>
          <a:bodyPr anchor="b" anchorCtr="0">
            <a:normAutofit/>
          </a:bodyPr>
          <a:lstStyle>
            <a:lvl1pPr algn="l">
              <a:defRPr sz="2700" b="1" cap="none"/>
            </a:lvl1pPr>
          </a:lstStyle>
          <a:p>
            <a:r>
              <a:rPr lang="en-US"/>
              <a:t>Click to edit master title style</a:t>
            </a:r>
          </a:p>
        </p:txBody>
      </p:sp>
      <p:sp>
        <p:nvSpPr>
          <p:cNvPr id="3" name="Text Placeholder 2"/>
          <p:cNvSpPr>
            <a:spLocks noGrp="1"/>
          </p:cNvSpPr>
          <p:nvPr>
            <p:ph type="body" idx="1"/>
          </p:nvPr>
        </p:nvSpPr>
        <p:spPr>
          <a:xfrm>
            <a:off x="609600" y="2362200"/>
            <a:ext cx="7518400" cy="3200400"/>
          </a:xfrm>
        </p:spPr>
        <p:txBody>
          <a:bodyPr anchor="t" anchorCtr="0"/>
          <a:lstStyle>
            <a:lvl1pPr marL="0" indent="0">
              <a:buNone/>
              <a:defRPr sz="1500">
                <a:solidFill>
                  <a:schemeClr val="tx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5" name="TextBox 4">
            <a:extLst>
              <a:ext uri="{FF2B5EF4-FFF2-40B4-BE49-F238E27FC236}">
                <a16:creationId xmlns:a16="http://schemas.microsoft.com/office/drawing/2014/main" id="{72A3EFF3-5144-4573-B618-0B122E27DFA2}"/>
              </a:ext>
            </a:extLst>
          </p:cNvPr>
          <p:cNvSpPr txBox="1"/>
          <p:nvPr/>
        </p:nvSpPr>
        <p:spPr>
          <a:xfrm>
            <a:off x="11582424" y="6477006"/>
            <a:ext cx="723993" cy="207877"/>
          </a:xfrm>
          <a:prstGeom prst="rect">
            <a:avLst/>
          </a:prstGeom>
          <a:noFill/>
        </p:spPr>
        <p:txBody>
          <a:bodyPr wrap="square" rtlCol="0">
            <a:spAutoFit/>
          </a:bodyPr>
          <a:lstStyle/>
          <a:p>
            <a:fld id="{A165B3C2-5F9C-419D-82E8-913FDFEEBBBC}" type="slidenum">
              <a:rPr lang="en-US" sz="751" smtClean="0"/>
              <a:t>‹#›</a:t>
            </a:fld>
            <a:endParaRPr lang="en-US" sz="751"/>
          </a:p>
        </p:txBody>
      </p:sp>
    </p:spTree>
    <p:extLst>
      <p:ext uri="{BB962C8B-B14F-4D97-AF65-F5344CB8AC3E}">
        <p14:creationId xmlns:p14="http://schemas.microsoft.com/office/powerpoint/2010/main" val="31417257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4" y="273056"/>
            <a:ext cx="6815668"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6" y="1435104"/>
            <a:ext cx="4011084" cy="4691063"/>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4"/>
          <p:cNvSpPr>
            <a:spLocks noGrp="1"/>
          </p:cNvSpPr>
          <p:nvPr>
            <p:ph type="dt" sz="half" idx="10"/>
          </p:nvPr>
        </p:nvSpPr>
        <p:spPr>
          <a:xfrm>
            <a:off x="609600" y="6356356"/>
            <a:ext cx="2844800" cy="365125"/>
          </a:xfrm>
          <a:prstGeom prst="rect">
            <a:avLst/>
          </a:prstGeom>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a:xfrm>
            <a:off x="4165600" y="6356356"/>
            <a:ext cx="3860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737600" y="6356356"/>
            <a:ext cx="2844800" cy="365125"/>
          </a:xfrm>
          <a:prstGeom prst="rect">
            <a:avLst/>
          </a:prstGeom>
        </p:spPr>
        <p:txBody>
          <a:bodyPr/>
          <a:lstStyle/>
          <a:p>
            <a:fld id="{8291EC3E-F3AA-4BC7-8F56-31E9611F7C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75302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31"/>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4"/>
            <a:ext cx="5157787" cy="823912"/>
          </a:xfrm>
        </p:spPr>
        <p:txBody>
          <a:bodyPr anchor="b"/>
          <a:lstStyle>
            <a:lvl1pPr marL="0" indent="0">
              <a:buNone/>
              <a:defRPr sz="1351" b="1"/>
            </a:lvl1pPr>
            <a:lvl2pPr marL="257168" indent="0">
              <a:buNone/>
              <a:defRPr sz="1125" b="1"/>
            </a:lvl2pPr>
            <a:lvl3pPr marL="514338" indent="0">
              <a:buNone/>
              <a:defRPr sz="1013" b="1"/>
            </a:lvl3pPr>
            <a:lvl4pPr marL="771506" indent="0">
              <a:buNone/>
              <a:defRPr sz="900" b="1"/>
            </a:lvl4pPr>
            <a:lvl5pPr marL="1028674" indent="0">
              <a:buNone/>
              <a:defRPr sz="900" b="1"/>
            </a:lvl5pPr>
            <a:lvl6pPr marL="1285843" indent="0">
              <a:buNone/>
              <a:defRPr sz="900" b="1"/>
            </a:lvl6pPr>
            <a:lvl7pPr marL="1543012" indent="0">
              <a:buNone/>
              <a:defRPr sz="900" b="1"/>
            </a:lvl7pPr>
            <a:lvl8pPr marL="1800180" indent="0">
              <a:buNone/>
              <a:defRPr sz="900" b="1"/>
            </a:lvl8pPr>
            <a:lvl9pPr marL="2057349" indent="0">
              <a:buNone/>
              <a:defRPr sz="9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6" y="1681164"/>
            <a:ext cx="5183188" cy="823912"/>
          </a:xfrm>
        </p:spPr>
        <p:txBody>
          <a:bodyPr anchor="b"/>
          <a:lstStyle>
            <a:lvl1pPr marL="0" indent="0">
              <a:buNone/>
              <a:defRPr sz="1351" b="1"/>
            </a:lvl1pPr>
            <a:lvl2pPr marL="257168" indent="0">
              <a:buNone/>
              <a:defRPr sz="1125" b="1"/>
            </a:lvl2pPr>
            <a:lvl3pPr marL="514338" indent="0">
              <a:buNone/>
              <a:defRPr sz="1013" b="1"/>
            </a:lvl3pPr>
            <a:lvl4pPr marL="771506" indent="0">
              <a:buNone/>
              <a:defRPr sz="900" b="1"/>
            </a:lvl4pPr>
            <a:lvl5pPr marL="1028674" indent="0">
              <a:buNone/>
              <a:defRPr sz="900" b="1"/>
            </a:lvl5pPr>
            <a:lvl6pPr marL="1285843" indent="0">
              <a:buNone/>
              <a:defRPr sz="900" b="1"/>
            </a:lvl6pPr>
            <a:lvl7pPr marL="1543012" indent="0">
              <a:buNone/>
              <a:defRPr sz="900" b="1"/>
            </a:lvl7pPr>
            <a:lvl8pPr marL="1800180" indent="0">
              <a:buNone/>
              <a:defRPr sz="900" b="1"/>
            </a:lvl8pPr>
            <a:lvl9pPr marL="2057349"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72206"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FDA96A-EDA9-4EC7-BCA4-6A42C9A0A731}" type="datetimeFigureOut">
              <a:rPr lang="en-US" smtClean="0"/>
              <a:t>12/16/2020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D849F3-74EC-40F1-99A0-0B88FFB6EC54}" type="slidenum">
              <a:rPr lang="en-US" smtClean="0"/>
              <a:t>‹#›</a:t>
            </a:fld>
            <a:endParaRPr lang="en-US"/>
          </a:p>
        </p:txBody>
      </p:sp>
    </p:spTree>
    <p:extLst>
      <p:ext uri="{BB962C8B-B14F-4D97-AF65-F5344CB8AC3E}">
        <p14:creationId xmlns:p14="http://schemas.microsoft.com/office/powerpoint/2010/main" val="278108499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RGC 2">
    <p:spTree>
      <p:nvGrpSpPr>
        <p:cNvPr id="1" name=""/>
        <p:cNvGrpSpPr/>
        <p:nvPr/>
      </p:nvGrpSpPr>
      <p:grpSpPr>
        <a:xfrm>
          <a:off x="0" y="0"/>
          <a:ext cx="0" cy="0"/>
          <a:chOff x="0" y="0"/>
          <a:chExt cx="0" cy="0"/>
        </a:xfrm>
      </p:grpSpPr>
      <p:sp>
        <p:nvSpPr>
          <p:cNvPr id="2" name="Title 1"/>
          <p:cNvSpPr>
            <a:spLocks noGrp="1"/>
          </p:cNvSpPr>
          <p:nvPr>
            <p:ph type="title"/>
          </p:nvPr>
        </p:nvSpPr>
        <p:spPr>
          <a:xfrm>
            <a:off x="304800" y="226241"/>
            <a:ext cx="11582400" cy="688163"/>
          </a:xfrm>
        </p:spPr>
        <p:txBody>
          <a:bodyPr anchor="t">
            <a:normAutofit/>
          </a:bodyPr>
          <a:lstStyle>
            <a:lvl1pPr>
              <a:defRPr sz="2100"/>
            </a:lvl1pPr>
          </a:lstStyle>
          <a:p>
            <a:r>
              <a:rPr lang="en-US"/>
              <a:t>Click to edit Master title style</a:t>
            </a:r>
          </a:p>
        </p:txBody>
      </p:sp>
      <p:sp>
        <p:nvSpPr>
          <p:cNvPr id="4" name="Content Placeholder 3"/>
          <p:cNvSpPr>
            <a:spLocks noGrp="1"/>
          </p:cNvSpPr>
          <p:nvPr>
            <p:ph sz="quarter" idx="10"/>
          </p:nvPr>
        </p:nvSpPr>
        <p:spPr>
          <a:xfrm>
            <a:off x="149100" y="1447800"/>
            <a:ext cx="11887200" cy="3505200"/>
          </a:xfrm>
          <a:noFill/>
          <a:ln w="19050">
            <a:noFill/>
          </a:ln>
        </p:spPr>
        <p:txBody>
          <a:bodyPr/>
          <a:lstStyle>
            <a:lvl1pPr marL="6846" indent="0">
              <a:buNone/>
              <a:defRPr sz="900"/>
            </a:lvl1pPr>
            <a:lvl2pPr marL="239681" indent="0">
              <a:buNone/>
              <a:defRPr sz="900"/>
            </a:lvl2pPr>
            <a:lvl3pPr marL="554693" indent="0">
              <a:buNone/>
              <a:defRPr sz="900"/>
            </a:lvl3pPr>
            <a:lvl4pPr marL="828618" indent="0">
              <a:buNone/>
              <a:defRPr sz="900"/>
            </a:lvl4pPr>
            <a:lvl5pPr marL="1102539" indent="0">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5"/>
          </p:nvPr>
        </p:nvSpPr>
        <p:spPr>
          <a:xfrm>
            <a:off x="304800" y="1066800"/>
            <a:ext cx="8737600" cy="381000"/>
          </a:xfrm>
        </p:spPr>
        <p:txBody>
          <a:bodyPr/>
          <a:lstStyle>
            <a:lvl1pPr marL="6846" indent="0">
              <a:buNone/>
              <a:defRPr sz="900" b="1">
                <a:solidFill>
                  <a:srgbClr val="4D4D4D"/>
                </a:solidFill>
              </a:defRPr>
            </a:lvl1pPr>
            <a:lvl2pPr marL="239681" indent="0">
              <a:buNone/>
              <a:defRPr/>
            </a:lvl2pPr>
            <a:lvl3pPr marL="554693" indent="0">
              <a:buNone/>
              <a:defRPr/>
            </a:lvl3pPr>
            <a:lvl4pPr marL="828618" indent="0">
              <a:buNone/>
              <a:defRPr/>
            </a:lvl4pPr>
            <a:lvl5pPr marL="1102539" indent="0">
              <a:buNone/>
              <a:defRPr/>
            </a:lvl5pPr>
          </a:lstStyle>
          <a:p>
            <a:pPr lvl="0"/>
            <a:r>
              <a:rPr lang="en-US"/>
              <a:t>Click to edit Master text styles</a:t>
            </a:r>
          </a:p>
        </p:txBody>
      </p:sp>
      <p:sp>
        <p:nvSpPr>
          <p:cNvPr id="6" name="Text Placeholder 5"/>
          <p:cNvSpPr>
            <a:spLocks noGrp="1"/>
          </p:cNvSpPr>
          <p:nvPr>
            <p:ph type="body" sz="quarter" idx="16"/>
          </p:nvPr>
        </p:nvSpPr>
        <p:spPr>
          <a:xfrm>
            <a:off x="1930400" y="5349240"/>
            <a:ext cx="8026400" cy="353199"/>
          </a:xfrm>
        </p:spPr>
        <p:txBody>
          <a:bodyPr/>
          <a:lstStyle>
            <a:lvl1pPr marL="6846" indent="0">
              <a:buNone/>
              <a:defRPr sz="900">
                <a:solidFill>
                  <a:schemeClr val="tx1"/>
                </a:solidFill>
              </a:defRPr>
            </a:lvl1pPr>
            <a:lvl2pPr>
              <a:defRPr sz="900">
                <a:solidFill>
                  <a:schemeClr val="tx1"/>
                </a:solidFill>
              </a:defRPr>
            </a:lvl2pPr>
            <a:lvl3pPr>
              <a:defRPr sz="900">
                <a:solidFill>
                  <a:schemeClr val="tx1"/>
                </a:solidFill>
              </a:defRPr>
            </a:lvl3pPr>
            <a:lvl4pPr>
              <a:defRPr sz="900">
                <a:solidFill>
                  <a:schemeClr val="tx1"/>
                </a:solidFill>
              </a:defRPr>
            </a:lvl4pPr>
            <a:lvl5pPr>
              <a:defRPr sz="9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5806246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EITGC_3">
    <p:spTree>
      <p:nvGrpSpPr>
        <p:cNvPr id="1" name=""/>
        <p:cNvGrpSpPr/>
        <p:nvPr/>
      </p:nvGrpSpPr>
      <p:grpSpPr>
        <a:xfrm>
          <a:off x="0" y="0"/>
          <a:ext cx="0" cy="0"/>
          <a:chOff x="0" y="0"/>
          <a:chExt cx="0" cy="0"/>
        </a:xfrm>
      </p:grpSpPr>
      <p:sp>
        <p:nvSpPr>
          <p:cNvPr id="2" name="Title 1"/>
          <p:cNvSpPr>
            <a:spLocks noGrp="1"/>
          </p:cNvSpPr>
          <p:nvPr>
            <p:ph type="title"/>
          </p:nvPr>
        </p:nvSpPr>
        <p:spPr>
          <a:xfrm>
            <a:off x="203200" y="228600"/>
            <a:ext cx="11785600" cy="868362"/>
          </a:xfrm>
        </p:spPr>
        <p:txBody>
          <a:bodyPr/>
          <a:lstStyle/>
          <a:p>
            <a:r>
              <a:rPr lang="en-US"/>
              <a:t>Click to edit Master title style</a:t>
            </a:r>
          </a:p>
        </p:txBody>
      </p:sp>
      <p:sp>
        <p:nvSpPr>
          <p:cNvPr id="16" name="Content Placeholder 15"/>
          <p:cNvSpPr>
            <a:spLocks noGrp="1"/>
          </p:cNvSpPr>
          <p:nvPr>
            <p:ph sz="quarter" idx="10"/>
          </p:nvPr>
        </p:nvSpPr>
        <p:spPr>
          <a:xfrm>
            <a:off x="203200" y="6384982"/>
            <a:ext cx="2844800" cy="228600"/>
          </a:xfrm>
        </p:spPr>
        <p:txBody>
          <a:bodyPr/>
          <a:lstStyle>
            <a:lvl1pPr marL="6858" indent="0">
              <a:buNone/>
              <a:defRPr sz="751" b="1"/>
            </a:lvl1pPr>
            <a:lvl2pPr marL="240025" indent="0">
              <a:buNone/>
              <a:defRPr sz="751" b="1"/>
            </a:lvl2pPr>
            <a:lvl3pPr marL="555485" indent="0">
              <a:buNone/>
              <a:defRPr sz="751" b="1"/>
            </a:lvl3pPr>
            <a:lvl4pPr marL="829798" indent="0">
              <a:buNone/>
              <a:defRPr sz="751" b="1"/>
            </a:lvl4pPr>
            <a:lvl5pPr marL="1104111" indent="0">
              <a:buNone/>
              <a:defRPr sz="751"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p:cNvSpPr>
            <a:spLocks noGrp="1"/>
          </p:cNvSpPr>
          <p:nvPr>
            <p:ph sz="quarter" idx="11"/>
          </p:nvPr>
        </p:nvSpPr>
        <p:spPr>
          <a:xfrm>
            <a:off x="304800" y="1371600"/>
            <a:ext cx="7518400" cy="304800"/>
          </a:xfrm>
        </p:spPr>
        <p:txBody>
          <a:bodyPr/>
          <a:lstStyle>
            <a:lvl1pPr marL="6858" indent="0">
              <a:buNone/>
              <a:defRPr sz="900" b="1"/>
            </a:lvl1pPr>
            <a:lvl2pPr marL="240025" indent="0">
              <a:buNone/>
              <a:defRPr sz="900" b="1"/>
            </a:lvl2pPr>
            <a:lvl3pPr marL="555485" indent="0">
              <a:buNone/>
              <a:defRPr sz="900" b="1"/>
            </a:lvl3pPr>
            <a:lvl4pPr marL="829798" indent="0">
              <a:buNone/>
              <a:defRPr sz="900" b="1"/>
            </a:lvl4pPr>
            <a:lvl5pPr marL="1104111" indent="0">
              <a:buNone/>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p:cNvSpPr>
            <a:spLocks noGrp="1"/>
          </p:cNvSpPr>
          <p:nvPr>
            <p:ph sz="quarter" idx="12"/>
          </p:nvPr>
        </p:nvSpPr>
        <p:spPr>
          <a:xfrm>
            <a:off x="304800" y="1752600"/>
            <a:ext cx="114808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p:cNvSpPr>
            <a:spLocks noGrp="1"/>
          </p:cNvSpPr>
          <p:nvPr>
            <p:ph sz="quarter" idx="13"/>
          </p:nvPr>
        </p:nvSpPr>
        <p:spPr>
          <a:xfrm>
            <a:off x="371897" y="3810000"/>
            <a:ext cx="7451305" cy="304800"/>
          </a:xfrm>
        </p:spPr>
        <p:txBody>
          <a:bodyPr/>
          <a:lstStyle>
            <a:lvl1pPr marL="6858" indent="0">
              <a:buNone/>
              <a:defRPr sz="900" b="1"/>
            </a:lvl1pPr>
            <a:lvl2pPr marL="240025" indent="0">
              <a:buNone/>
              <a:defRPr sz="900" b="1"/>
            </a:lvl2pPr>
            <a:lvl3pPr marL="555485" indent="0">
              <a:buNone/>
              <a:defRPr sz="900" b="1"/>
            </a:lvl3pPr>
            <a:lvl4pPr marL="829798" indent="0">
              <a:buNone/>
              <a:defRPr sz="900" b="1"/>
            </a:lvl4pPr>
            <a:lvl5pPr marL="1104111" indent="0">
              <a:buNone/>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p:cNvSpPr>
            <a:spLocks noGrp="1"/>
          </p:cNvSpPr>
          <p:nvPr>
            <p:ph sz="quarter" idx="14"/>
          </p:nvPr>
        </p:nvSpPr>
        <p:spPr>
          <a:xfrm>
            <a:off x="360395" y="4182374"/>
            <a:ext cx="11379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 uri="{28A0092B-C50C-407E-A947-70E740481C1C}">
                <a14:useLocalDpi xmlns:a14="http://schemas.microsoft.com/office/drawing/2010/main"/>
              </a:ext>
            </a:extLst>
          </a:blip>
          <a:srcRect/>
          <a:stretch/>
        </p:blipFill>
        <p:spPr>
          <a:xfrm>
            <a:off x="9093203" y="0"/>
            <a:ext cx="3098800" cy="1047750"/>
          </a:xfrm>
          <a:prstGeom prst="rect">
            <a:avLst/>
          </a:prstGeom>
        </p:spPr>
      </p:pic>
    </p:spTree>
    <p:extLst>
      <p:ext uri="{BB962C8B-B14F-4D97-AF65-F5344CB8AC3E}">
        <p14:creationId xmlns:p14="http://schemas.microsoft.com/office/powerpoint/2010/main" val="6719819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6481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ption 1">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0" y="-8467"/>
            <a:ext cx="12192000" cy="6172200"/>
          </a:xfrm>
          <a:prstGeom prst="rect">
            <a:avLst/>
          </a:prstGeom>
        </p:spPr>
      </p:pic>
      <p:pic>
        <p:nvPicPr>
          <p:cNvPr id="4" name="Picture 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
        <p:nvSpPr>
          <p:cNvPr id="8" name="Text Placeholder 2"/>
          <p:cNvSpPr>
            <a:spLocks noGrp="1"/>
          </p:cNvSpPr>
          <p:nvPr>
            <p:ph type="body" idx="10"/>
          </p:nvPr>
        </p:nvSpPr>
        <p:spPr>
          <a:xfrm>
            <a:off x="4470400" y="2906715"/>
            <a:ext cx="7112000" cy="674686"/>
          </a:xfrm>
        </p:spPr>
        <p:txBody>
          <a:bodyPr anchor="t" anchorCtr="0"/>
          <a:lstStyle>
            <a:lvl1pPr marL="0" indent="0">
              <a:buNone/>
              <a:defRPr sz="18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9" name="Title 1"/>
          <p:cNvSpPr>
            <a:spLocks noGrp="1"/>
          </p:cNvSpPr>
          <p:nvPr>
            <p:ph type="title" hasCustomPrompt="1"/>
          </p:nvPr>
        </p:nvSpPr>
        <p:spPr>
          <a:xfrm>
            <a:off x="4470400" y="1777790"/>
            <a:ext cx="7112000" cy="982662"/>
          </a:xfrm>
        </p:spPr>
        <p:txBody>
          <a:bodyPr anchor="b" anchorCtr="0">
            <a:normAutofit/>
          </a:bodyPr>
          <a:lstStyle>
            <a:lvl1pPr algn="l">
              <a:defRPr sz="2400" b="1" cap="none">
                <a:solidFill>
                  <a:schemeClr val="bg1"/>
                </a:solidFill>
              </a:defRPr>
            </a:lvl1pPr>
          </a:lstStyle>
          <a:p>
            <a:r>
              <a:rPr lang="en-US"/>
              <a:t>Click to edit master title style</a:t>
            </a:r>
          </a:p>
        </p:txBody>
      </p:sp>
      <p:sp>
        <p:nvSpPr>
          <p:cNvPr id="11" name="Text Placeholder 2"/>
          <p:cNvSpPr>
            <a:spLocks noGrp="1"/>
          </p:cNvSpPr>
          <p:nvPr>
            <p:ph type="body" idx="12"/>
          </p:nvPr>
        </p:nvSpPr>
        <p:spPr>
          <a:xfrm>
            <a:off x="4445001" y="5021265"/>
            <a:ext cx="7112000" cy="341656"/>
          </a:xfrm>
        </p:spPr>
        <p:txBody>
          <a:bodyPr anchor="t" anchorCtr="0"/>
          <a:lstStyle>
            <a:lvl1pPr marL="0" indent="0">
              <a:buNone/>
              <a:defRPr sz="1351">
                <a:solidFill>
                  <a:schemeClr val="bg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12" name="Text Placeholder 2"/>
          <p:cNvSpPr>
            <a:spLocks noGrp="1"/>
          </p:cNvSpPr>
          <p:nvPr>
            <p:ph type="body" idx="13"/>
          </p:nvPr>
        </p:nvSpPr>
        <p:spPr>
          <a:xfrm>
            <a:off x="4445001" y="5363820"/>
            <a:ext cx="7112000" cy="341656"/>
          </a:xfrm>
        </p:spPr>
        <p:txBody>
          <a:bodyPr anchor="t" anchorCtr="0"/>
          <a:lstStyle>
            <a:lvl1pPr marL="0" indent="0">
              <a:buNone/>
              <a:defRPr sz="1200" i="1">
                <a:solidFill>
                  <a:schemeClr val="bg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8950412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option 2">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screen">
            <a:extLst>
              <a:ext uri="{28A0092B-C50C-407E-A947-70E740481C1C}">
                <a14:useLocalDpi xmlns:a14="http://schemas.microsoft.com/office/drawing/2010/main" val="0"/>
              </a:ext>
            </a:extLst>
          </a:blip>
          <a:srcRect t="8106"/>
          <a:stretch/>
        </p:blipFill>
        <p:spPr>
          <a:xfrm>
            <a:off x="-25" y="0"/>
            <a:ext cx="11582425" cy="5943600"/>
          </a:xfrm>
          <a:prstGeom prst="rect">
            <a:avLst/>
          </a:prstGeom>
          <a:solidFill>
            <a:srgbClr val="FFFFFF"/>
          </a:solidFill>
        </p:spPr>
      </p:pic>
      <p:sp>
        <p:nvSpPr>
          <p:cNvPr id="6" name="Title 1"/>
          <p:cNvSpPr>
            <a:spLocks noGrp="1"/>
          </p:cNvSpPr>
          <p:nvPr>
            <p:ph type="title" hasCustomPrompt="1"/>
          </p:nvPr>
        </p:nvSpPr>
        <p:spPr>
          <a:xfrm>
            <a:off x="609602" y="968834"/>
            <a:ext cx="7545919" cy="1362075"/>
          </a:xfrm>
        </p:spPr>
        <p:txBody>
          <a:bodyPr anchor="b" anchorCtr="0">
            <a:normAutofit/>
          </a:bodyPr>
          <a:lstStyle>
            <a:lvl1pPr algn="l">
              <a:defRPr sz="2700" b="1" cap="none"/>
            </a:lvl1pPr>
          </a:lstStyle>
          <a:p>
            <a:r>
              <a:rPr lang="en-US"/>
              <a:t>Click to edit master title style</a:t>
            </a:r>
          </a:p>
        </p:txBody>
      </p:sp>
      <p:sp>
        <p:nvSpPr>
          <p:cNvPr id="7" name="Text Placeholder 2"/>
          <p:cNvSpPr>
            <a:spLocks noGrp="1"/>
          </p:cNvSpPr>
          <p:nvPr>
            <p:ph type="body" idx="1"/>
          </p:nvPr>
        </p:nvSpPr>
        <p:spPr>
          <a:xfrm>
            <a:off x="609602" y="2601915"/>
            <a:ext cx="7545919" cy="674686"/>
          </a:xfrm>
        </p:spPr>
        <p:txBody>
          <a:bodyPr anchor="t" anchorCtr="0"/>
          <a:lstStyle>
            <a:lvl1pPr marL="0" indent="0">
              <a:buNone/>
              <a:defRPr sz="18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533401" y="4800600"/>
            <a:ext cx="7112000" cy="341656"/>
          </a:xfrm>
        </p:spPr>
        <p:txBody>
          <a:bodyPr anchor="t" anchorCtr="0"/>
          <a:lstStyle>
            <a:lvl1pPr marL="0" indent="0">
              <a:buNone/>
              <a:defRPr sz="1351">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533401" y="5143155"/>
            <a:ext cx="7112000" cy="341656"/>
          </a:xfrm>
        </p:spPr>
        <p:txBody>
          <a:bodyPr anchor="t" anchorCtr="0"/>
          <a:lstStyle>
            <a:lvl1pPr marL="0" indent="0">
              <a:buNone/>
              <a:defRPr sz="1200" i="1">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pic>
        <p:nvPicPr>
          <p:cNvPr id="10" name="Picture 9"/>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Tree>
    <p:extLst>
      <p:ext uri="{BB962C8B-B14F-4D97-AF65-F5344CB8AC3E}">
        <p14:creationId xmlns:p14="http://schemas.microsoft.com/office/powerpoint/2010/main" val="36183885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w/photo">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screen">
            <a:extLst>
              <a:ext uri="{28A0092B-C50C-407E-A947-70E740481C1C}">
                <a14:useLocalDpi xmlns:a14="http://schemas.microsoft.com/office/drawing/2010/main" val="0"/>
              </a:ext>
            </a:extLst>
          </a:blip>
          <a:srcRect t="15214"/>
          <a:stretch/>
        </p:blipFill>
        <p:spPr>
          <a:xfrm>
            <a:off x="16256" y="0"/>
            <a:ext cx="11566144" cy="5202186"/>
          </a:xfrm>
          <a:prstGeom prst="rect">
            <a:avLst/>
          </a:prstGeom>
        </p:spPr>
      </p:pic>
      <p:sp>
        <p:nvSpPr>
          <p:cNvPr id="9" name="Title 1"/>
          <p:cNvSpPr>
            <a:spLocks noGrp="1"/>
          </p:cNvSpPr>
          <p:nvPr>
            <p:ph type="title" hasCustomPrompt="1"/>
          </p:nvPr>
        </p:nvSpPr>
        <p:spPr>
          <a:xfrm>
            <a:off x="609600" y="4604658"/>
            <a:ext cx="9753600" cy="957942"/>
          </a:xfrm>
        </p:spPr>
        <p:txBody>
          <a:bodyPr anchor="b" anchorCtr="0">
            <a:noAutofit/>
          </a:bodyPr>
          <a:lstStyle>
            <a:lvl1pPr algn="l">
              <a:defRPr sz="2400" b="1" cap="none" baseline="0"/>
            </a:lvl1pPr>
          </a:lstStyle>
          <a:p>
            <a:r>
              <a:rPr lang="en-US"/>
              <a:t>Click to edit master title style</a:t>
            </a:r>
          </a:p>
        </p:txBody>
      </p:sp>
      <p:sp>
        <p:nvSpPr>
          <p:cNvPr id="10" name="Text Placeholder 2"/>
          <p:cNvSpPr>
            <a:spLocks noGrp="1"/>
          </p:cNvSpPr>
          <p:nvPr>
            <p:ph type="body" idx="1"/>
          </p:nvPr>
        </p:nvSpPr>
        <p:spPr>
          <a:xfrm>
            <a:off x="609600" y="5640390"/>
            <a:ext cx="9753600" cy="674686"/>
          </a:xfrm>
        </p:spPr>
        <p:txBody>
          <a:bodyPr anchor="t" anchorCtr="0"/>
          <a:lstStyle>
            <a:lvl1pPr marL="0" indent="0">
              <a:buNone/>
              <a:defRPr sz="1500">
                <a:solidFill>
                  <a:schemeClr val="accent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8" name="Picture Placeholder 4"/>
          <p:cNvSpPr>
            <a:spLocks noGrp="1"/>
          </p:cNvSpPr>
          <p:nvPr>
            <p:ph type="pic" sz="quarter" idx="10"/>
          </p:nvPr>
        </p:nvSpPr>
        <p:spPr>
          <a:xfrm>
            <a:off x="0" y="6"/>
            <a:ext cx="10363200" cy="4505325"/>
          </a:xfrm>
        </p:spPr>
        <p:txBody>
          <a:bodyPr lIns="274320" tIns="548640"/>
          <a:lstStyle>
            <a:lvl1pPr marL="6858" indent="0">
              <a:buFontTx/>
              <a:buNone/>
              <a:defRPr sz="2100"/>
            </a:lvl1pPr>
          </a:lstStyle>
          <a:p>
            <a:r>
              <a:rPr lang="en-US"/>
              <a:t>Click icon to add picture</a:t>
            </a:r>
          </a:p>
        </p:txBody>
      </p:sp>
      <p:pic>
        <p:nvPicPr>
          <p:cNvPr id="11" name="Picture 10"/>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0" y="6369626"/>
            <a:ext cx="1524000" cy="285442"/>
          </a:xfrm>
          <a:prstGeom prst="rect">
            <a:avLst/>
          </a:prstGeom>
          <a:solidFill>
            <a:srgbClr val="FFFFFF"/>
          </a:solidFill>
        </p:spPr>
      </p:pic>
    </p:spTree>
    <p:extLst>
      <p:ext uri="{BB962C8B-B14F-4D97-AF65-F5344CB8AC3E}">
        <p14:creationId xmlns:p14="http://schemas.microsoft.com/office/powerpoint/2010/main" val="20677070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cSld name="Section divider w/text">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screen">
            <a:extLst>
              <a:ext uri="{28A0092B-C50C-407E-A947-70E740481C1C}">
                <a14:useLocalDpi xmlns:a14="http://schemas.microsoft.com/office/drawing/2010/main" val="0"/>
              </a:ext>
            </a:extLst>
          </a:blip>
          <a:srcRect t="8247"/>
          <a:stretch/>
        </p:blipFill>
        <p:spPr>
          <a:xfrm>
            <a:off x="1" y="6"/>
            <a:ext cx="11582425" cy="5934469"/>
          </a:xfrm>
          <a:prstGeom prst="rect">
            <a:avLst/>
          </a:prstGeom>
          <a:solidFill>
            <a:srgbClr val="FFFFFF"/>
          </a:solidFill>
        </p:spPr>
      </p:pic>
      <p:sp>
        <p:nvSpPr>
          <p:cNvPr id="2" name="Title 1"/>
          <p:cNvSpPr>
            <a:spLocks noGrp="1"/>
          </p:cNvSpPr>
          <p:nvPr>
            <p:ph type="title" hasCustomPrompt="1"/>
          </p:nvPr>
        </p:nvSpPr>
        <p:spPr>
          <a:xfrm>
            <a:off x="609600" y="963710"/>
            <a:ext cx="7518400" cy="1362075"/>
          </a:xfrm>
        </p:spPr>
        <p:txBody>
          <a:bodyPr anchor="b" anchorCtr="0">
            <a:normAutofit/>
          </a:bodyPr>
          <a:lstStyle>
            <a:lvl1pPr algn="l">
              <a:defRPr sz="2700" b="1" cap="none"/>
            </a:lvl1pPr>
          </a:lstStyle>
          <a:p>
            <a:r>
              <a:rPr lang="en-US"/>
              <a:t>Click to edit master title style</a:t>
            </a:r>
          </a:p>
        </p:txBody>
      </p:sp>
      <p:sp>
        <p:nvSpPr>
          <p:cNvPr id="3" name="Text Placeholder 2"/>
          <p:cNvSpPr>
            <a:spLocks noGrp="1"/>
          </p:cNvSpPr>
          <p:nvPr>
            <p:ph type="body" idx="1"/>
          </p:nvPr>
        </p:nvSpPr>
        <p:spPr>
          <a:xfrm>
            <a:off x="609600" y="2362200"/>
            <a:ext cx="7518400" cy="3200400"/>
          </a:xfrm>
        </p:spPr>
        <p:txBody>
          <a:bodyPr anchor="t" anchorCtr="0"/>
          <a:lstStyle>
            <a:lvl1pPr marL="0" indent="0">
              <a:buNone/>
              <a:defRPr sz="1500">
                <a:solidFill>
                  <a:schemeClr val="tx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5" name="TextBox 4">
            <a:extLst>
              <a:ext uri="{FF2B5EF4-FFF2-40B4-BE49-F238E27FC236}">
                <a16:creationId xmlns:a16="http://schemas.microsoft.com/office/drawing/2014/main" id="{72A3EFF3-5144-4573-B618-0B122E27DFA2}"/>
              </a:ext>
            </a:extLst>
          </p:cNvPr>
          <p:cNvSpPr txBox="1"/>
          <p:nvPr/>
        </p:nvSpPr>
        <p:spPr>
          <a:xfrm>
            <a:off x="11582424" y="6477006"/>
            <a:ext cx="723993" cy="207877"/>
          </a:xfrm>
          <a:prstGeom prst="rect">
            <a:avLst/>
          </a:prstGeom>
          <a:noFill/>
        </p:spPr>
        <p:txBody>
          <a:bodyPr wrap="square" rtlCol="0">
            <a:spAutoFit/>
          </a:bodyPr>
          <a:lstStyle/>
          <a:p>
            <a:fld id="{A165B3C2-5F9C-419D-82E8-913FDFEEBBBC}" type="slidenum">
              <a:rPr lang="en-US" sz="751" smtClean="0"/>
              <a:t>‹#›</a:t>
            </a:fld>
            <a:endParaRPr lang="en-US" sz="751"/>
          </a:p>
        </p:txBody>
      </p:sp>
    </p:spTree>
    <p:extLst>
      <p:ext uri="{BB962C8B-B14F-4D97-AF65-F5344CB8AC3E}">
        <p14:creationId xmlns:p14="http://schemas.microsoft.com/office/powerpoint/2010/main" val="263111753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4" y="273056"/>
            <a:ext cx="6815668"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6" y="1435104"/>
            <a:ext cx="4011084" cy="4691063"/>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4"/>
          <p:cNvSpPr>
            <a:spLocks noGrp="1"/>
          </p:cNvSpPr>
          <p:nvPr>
            <p:ph type="dt" sz="half" idx="10"/>
          </p:nvPr>
        </p:nvSpPr>
        <p:spPr>
          <a:xfrm>
            <a:off x="609600" y="6356356"/>
            <a:ext cx="2844800" cy="365125"/>
          </a:xfrm>
          <a:prstGeom prst="rect">
            <a:avLst/>
          </a:prstGeom>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a:xfrm>
            <a:off x="4165600" y="6356356"/>
            <a:ext cx="3860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737600" y="6356356"/>
            <a:ext cx="2844800" cy="365125"/>
          </a:xfrm>
          <a:prstGeom prst="rect">
            <a:avLst/>
          </a:prstGeom>
        </p:spPr>
        <p:txBody>
          <a:bodyPr/>
          <a:lstStyle/>
          <a:p>
            <a:fld id="{8291EC3E-F3AA-4BC7-8F56-31E9611F7C6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4092028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31"/>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4"/>
            <a:ext cx="5157787" cy="823912"/>
          </a:xfrm>
        </p:spPr>
        <p:txBody>
          <a:bodyPr anchor="b"/>
          <a:lstStyle>
            <a:lvl1pPr marL="0" indent="0">
              <a:buNone/>
              <a:defRPr sz="1351" b="1"/>
            </a:lvl1pPr>
            <a:lvl2pPr marL="257168" indent="0">
              <a:buNone/>
              <a:defRPr sz="1125" b="1"/>
            </a:lvl2pPr>
            <a:lvl3pPr marL="514338" indent="0">
              <a:buNone/>
              <a:defRPr sz="1013" b="1"/>
            </a:lvl3pPr>
            <a:lvl4pPr marL="771506" indent="0">
              <a:buNone/>
              <a:defRPr sz="900" b="1"/>
            </a:lvl4pPr>
            <a:lvl5pPr marL="1028674" indent="0">
              <a:buNone/>
              <a:defRPr sz="900" b="1"/>
            </a:lvl5pPr>
            <a:lvl6pPr marL="1285843" indent="0">
              <a:buNone/>
              <a:defRPr sz="900" b="1"/>
            </a:lvl6pPr>
            <a:lvl7pPr marL="1543012" indent="0">
              <a:buNone/>
              <a:defRPr sz="900" b="1"/>
            </a:lvl7pPr>
            <a:lvl8pPr marL="1800180" indent="0">
              <a:buNone/>
              <a:defRPr sz="900" b="1"/>
            </a:lvl8pPr>
            <a:lvl9pPr marL="2057349" indent="0">
              <a:buNone/>
              <a:defRPr sz="9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6" y="1681164"/>
            <a:ext cx="5183188" cy="823912"/>
          </a:xfrm>
        </p:spPr>
        <p:txBody>
          <a:bodyPr anchor="b"/>
          <a:lstStyle>
            <a:lvl1pPr marL="0" indent="0">
              <a:buNone/>
              <a:defRPr sz="1351" b="1"/>
            </a:lvl1pPr>
            <a:lvl2pPr marL="257168" indent="0">
              <a:buNone/>
              <a:defRPr sz="1125" b="1"/>
            </a:lvl2pPr>
            <a:lvl3pPr marL="514338" indent="0">
              <a:buNone/>
              <a:defRPr sz="1013" b="1"/>
            </a:lvl3pPr>
            <a:lvl4pPr marL="771506" indent="0">
              <a:buNone/>
              <a:defRPr sz="900" b="1"/>
            </a:lvl4pPr>
            <a:lvl5pPr marL="1028674" indent="0">
              <a:buNone/>
              <a:defRPr sz="900" b="1"/>
            </a:lvl5pPr>
            <a:lvl6pPr marL="1285843" indent="0">
              <a:buNone/>
              <a:defRPr sz="900" b="1"/>
            </a:lvl6pPr>
            <a:lvl7pPr marL="1543012" indent="0">
              <a:buNone/>
              <a:defRPr sz="900" b="1"/>
            </a:lvl7pPr>
            <a:lvl8pPr marL="1800180" indent="0">
              <a:buNone/>
              <a:defRPr sz="900" b="1"/>
            </a:lvl8pPr>
            <a:lvl9pPr marL="2057349"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72206"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FDA96A-EDA9-4EC7-BCA4-6A42C9A0A731}" type="datetimeFigureOut">
              <a:rPr lang="en-US" smtClean="0"/>
              <a:t>12/16/2020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D849F3-74EC-40F1-99A0-0B88FFB6EC54}" type="slidenum">
              <a:rPr lang="en-US" smtClean="0"/>
              <a:t>‹#›</a:t>
            </a:fld>
            <a:endParaRPr lang="en-US"/>
          </a:p>
        </p:txBody>
      </p:sp>
    </p:spTree>
    <p:extLst>
      <p:ext uri="{BB962C8B-B14F-4D97-AF65-F5344CB8AC3E}">
        <p14:creationId xmlns:p14="http://schemas.microsoft.com/office/powerpoint/2010/main" val="240914718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TRGC 2">
    <p:spTree>
      <p:nvGrpSpPr>
        <p:cNvPr id="1" name=""/>
        <p:cNvGrpSpPr/>
        <p:nvPr/>
      </p:nvGrpSpPr>
      <p:grpSpPr>
        <a:xfrm>
          <a:off x="0" y="0"/>
          <a:ext cx="0" cy="0"/>
          <a:chOff x="0" y="0"/>
          <a:chExt cx="0" cy="0"/>
        </a:xfrm>
      </p:grpSpPr>
      <p:sp>
        <p:nvSpPr>
          <p:cNvPr id="2" name="Title 1"/>
          <p:cNvSpPr>
            <a:spLocks noGrp="1"/>
          </p:cNvSpPr>
          <p:nvPr>
            <p:ph type="title"/>
          </p:nvPr>
        </p:nvSpPr>
        <p:spPr>
          <a:xfrm>
            <a:off x="304800" y="226241"/>
            <a:ext cx="11582400" cy="688163"/>
          </a:xfrm>
        </p:spPr>
        <p:txBody>
          <a:bodyPr anchor="t">
            <a:normAutofit/>
          </a:bodyPr>
          <a:lstStyle>
            <a:lvl1pPr>
              <a:defRPr sz="2100"/>
            </a:lvl1pPr>
          </a:lstStyle>
          <a:p>
            <a:r>
              <a:rPr lang="en-US"/>
              <a:t>Click to edit Master title style</a:t>
            </a:r>
          </a:p>
        </p:txBody>
      </p:sp>
      <p:sp>
        <p:nvSpPr>
          <p:cNvPr id="4" name="Content Placeholder 3"/>
          <p:cNvSpPr>
            <a:spLocks noGrp="1"/>
          </p:cNvSpPr>
          <p:nvPr>
            <p:ph sz="quarter" idx="10"/>
          </p:nvPr>
        </p:nvSpPr>
        <p:spPr>
          <a:xfrm>
            <a:off x="149100" y="1447800"/>
            <a:ext cx="11887200" cy="3505200"/>
          </a:xfrm>
          <a:noFill/>
          <a:ln w="19050">
            <a:noFill/>
          </a:ln>
        </p:spPr>
        <p:txBody>
          <a:bodyPr/>
          <a:lstStyle>
            <a:lvl1pPr marL="6846" indent="0">
              <a:buNone/>
              <a:defRPr sz="900"/>
            </a:lvl1pPr>
            <a:lvl2pPr marL="239681" indent="0">
              <a:buNone/>
              <a:defRPr sz="900"/>
            </a:lvl2pPr>
            <a:lvl3pPr marL="554693" indent="0">
              <a:buNone/>
              <a:defRPr sz="900"/>
            </a:lvl3pPr>
            <a:lvl4pPr marL="828618" indent="0">
              <a:buNone/>
              <a:defRPr sz="900"/>
            </a:lvl4pPr>
            <a:lvl5pPr marL="1102539" indent="0">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5"/>
          </p:nvPr>
        </p:nvSpPr>
        <p:spPr>
          <a:xfrm>
            <a:off x="304800" y="1066800"/>
            <a:ext cx="8737600" cy="381000"/>
          </a:xfrm>
        </p:spPr>
        <p:txBody>
          <a:bodyPr/>
          <a:lstStyle>
            <a:lvl1pPr marL="6846" indent="0">
              <a:buNone/>
              <a:defRPr sz="900" b="1">
                <a:solidFill>
                  <a:srgbClr val="4D4D4D"/>
                </a:solidFill>
              </a:defRPr>
            </a:lvl1pPr>
            <a:lvl2pPr marL="239681" indent="0">
              <a:buNone/>
              <a:defRPr/>
            </a:lvl2pPr>
            <a:lvl3pPr marL="554693" indent="0">
              <a:buNone/>
              <a:defRPr/>
            </a:lvl3pPr>
            <a:lvl4pPr marL="828618" indent="0">
              <a:buNone/>
              <a:defRPr/>
            </a:lvl4pPr>
            <a:lvl5pPr marL="1102539" indent="0">
              <a:buNone/>
              <a:defRPr/>
            </a:lvl5pPr>
          </a:lstStyle>
          <a:p>
            <a:pPr lvl="0"/>
            <a:r>
              <a:rPr lang="en-US"/>
              <a:t>Click to edit Master text styles</a:t>
            </a:r>
          </a:p>
        </p:txBody>
      </p:sp>
      <p:sp>
        <p:nvSpPr>
          <p:cNvPr id="6" name="Text Placeholder 5"/>
          <p:cNvSpPr>
            <a:spLocks noGrp="1"/>
          </p:cNvSpPr>
          <p:nvPr>
            <p:ph type="body" sz="quarter" idx="16"/>
          </p:nvPr>
        </p:nvSpPr>
        <p:spPr>
          <a:xfrm>
            <a:off x="1930400" y="5349240"/>
            <a:ext cx="8026400" cy="353199"/>
          </a:xfrm>
        </p:spPr>
        <p:txBody>
          <a:bodyPr/>
          <a:lstStyle>
            <a:lvl1pPr marL="6846" indent="0">
              <a:buNone/>
              <a:defRPr sz="900">
                <a:solidFill>
                  <a:schemeClr val="tx1"/>
                </a:solidFill>
              </a:defRPr>
            </a:lvl1pPr>
            <a:lvl2pPr>
              <a:defRPr sz="900">
                <a:solidFill>
                  <a:schemeClr val="tx1"/>
                </a:solidFill>
              </a:defRPr>
            </a:lvl2pPr>
            <a:lvl3pPr>
              <a:defRPr sz="900">
                <a:solidFill>
                  <a:schemeClr val="tx1"/>
                </a:solidFill>
              </a:defRPr>
            </a:lvl3pPr>
            <a:lvl4pPr>
              <a:defRPr sz="900">
                <a:solidFill>
                  <a:schemeClr val="tx1"/>
                </a:solidFill>
              </a:defRPr>
            </a:lvl4pPr>
            <a:lvl5pPr>
              <a:defRPr sz="9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510364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EITGC_3">
    <p:spTree>
      <p:nvGrpSpPr>
        <p:cNvPr id="1" name=""/>
        <p:cNvGrpSpPr/>
        <p:nvPr/>
      </p:nvGrpSpPr>
      <p:grpSpPr>
        <a:xfrm>
          <a:off x="0" y="0"/>
          <a:ext cx="0" cy="0"/>
          <a:chOff x="0" y="0"/>
          <a:chExt cx="0" cy="0"/>
        </a:xfrm>
      </p:grpSpPr>
      <p:sp>
        <p:nvSpPr>
          <p:cNvPr id="2" name="Title 1"/>
          <p:cNvSpPr>
            <a:spLocks noGrp="1"/>
          </p:cNvSpPr>
          <p:nvPr>
            <p:ph type="title"/>
          </p:nvPr>
        </p:nvSpPr>
        <p:spPr>
          <a:xfrm>
            <a:off x="203200" y="228600"/>
            <a:ext cx="11785600" cy="868362"/>
          </a:xfrm>
        </p:spPr>
        <p:txBody>
          <a:bodyPr/>
          <a:lstStyle/>
          <a:p>
            <a:r>
              <a:rPr lang="en-US"/>
              <a:t>Click to edit Master title style</a:t>
            </a:r>
          </a:p>
        </p:txBody>
      </p:sp>
      <p:sp>
        <p:nvSpPr>
          <p:cNvPr id="16" name="Content Placeholder 15"/>
          <p:cNvSpPr>
            <a:spLocks noGrp="1"/>
          </p:cNvSpPr>
          <p:nvPr>
            <p:ph sz="quarter" idx="10"/>
          </p:nvPr>
        </p:nvSpPr>
        <p:spPr>
          <a:xfrm>
            <a:off x="203200" y="6384982"/>
            <a:ext cx="2844800" cy="228600"/>
          </a:xfrm>
        </p:spPr>
        <p:txBody>
          <a:bodyPr/>
          <a:lstStyle>
            <a:lvl1pPr marL="6858" indent="0">
              <a:buNone/>
              <a:defRPr sz="751" b="1"/>
            </a:lvl1pPr>
            <a:lvl2pPr marL="240025" indent="0">
              <a:buNone/>
              <a:defRPr sz="751" b="1"/>
            </a:lvl2pPr>
            <a:lvl3pPr marL="555485" indent="0">
              <a:buNone/>
              <a:defRPr sz="751" b="1"/>
            </a:lvl3pPr>
            <a:lvl4pPr marL="829798" indent="0">
              <a:buNone/>
              <a:defRPr sz="751" b="1"/>
            </a:lvl4pPr>
            <a:lvl5pPr marL="1104111" indent="0">
              <a:buNone/>
              <a:defRPr sz="751"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p:cNvSpPr>
            <a:spLocks noGrp="1"/>
          </p:cNvSpPr>
          <p:nvPr>
            <p:ph sz="quarter" idx="11"/>
          </p:nvPr>
        </p:nvSpPr>
        <p:spPr>
          <a:xfrm>
            <a:off x="304800" y="1371600"/>
            <a:ext cx="7518400" cy="304800"/>
          </a:xfrm>
        </p:spPr>
        <p:txBody>
          <a:bodyPr/>
          <a:lstStyle>
            <a:lvl1pPr marL="6858" indent="0">
              <a:buNone/>
              <a:defRPr sz="900" b="1"/>
            </a:lvl1pPr>
            <a:lvl2pPr marL="240025" indent="0">
              <a:buNone/>
              <a:defRPr sz="900" b="1"/>
            </a:lvl2pPr>
            <a:lvl3pPr marL="555485" indent="0">
              <a:buNone/>
              <a:defRPr sz="900" b="1"/>
            </a:lvl3pPr>
            <a:lvl4pPr marL="829798" indent="0">
              <a:buNone/>
              <a:defRPr sz="900" b="1"/>
            </a:lvl4pPr>
            <a:lvl5pPr marL="1104111" indent="0">
              <a:buNone/>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p:cNvSpPr>
            <a:spLocks noGrp="1"/>
          </p:cNvSpPr>
          <p:nvPr>
            <p:ph sz="quarter" idx="12"/>
          </p:nvPr>
        </p:nvSpPr>
        <p:spPr>
          <a:xfrm>
            <a:off x="304800" y="1752600"/>
            <a:ext cx="114808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p:cNvSpPr>
            <a:spLocks noGrp="1"/>
          </p:cNvSpPr>
          <p:nvPr>
            <p:ph sz="quarter" idx="13"/>
          </p:nvPr>
        </p:nvSpPr>
        <p:spPr>
          <a:xfrm>
            <a:off x="371897" y="3810000"/>
            <a:ext cx="7451305" cy="304800"/>
          </a:xfrm>
        </p:spPr>
        <p:txBody>
          <a:bodyPr/>
          <a:lstStyle>
            <a:lvl1pPr marL="6858" indent="0">
              <a:buNone/>
              <a:defRPr sz="900" b="1"/>
            </a:lvl1pPr>
            <a:lvl2pPr marL="240025" indent="0">
              <a:buNone/>
              <a:defRPr sz="900" b="1"/>
            </a:lvl2pPr>
            <a:lvl3pPr marL="555485" indent="0">
              <a:buNone/>
              <a:defRPr sz="900" b="1"/>
            </a:lvl3pPr>
            <a:lvl4pPr marL="829798" indent="0">
              <a:buNone/>
              <a:defRPr sz="900" b="1"/>
            </a:lvl4pPr>
            <a:lvl5pPr marL="1104111" indent="0">
              <a:buNone/>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p:cNvSpPr>
            <a:spLocks noGrp="1"/>
          </p:cNvSpPr>
          <p:nvPr>
            <p:ph sz="quarter" idx="14"/>
          </p:nvPr>
        </p:nvSpPr>
        <p:spPr>
          <a:xfrm>
            <a:off x="360395" y="4182374"/>
            <a:ext cx="113792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 uri="{28A0092B-C50C-407E-A947-70E740481C1C}">
                <a14:useLocalDpi xmlns:a14="http://schemas.microsoft.com/office/drawing/2010/main"/>
              </a:ext>
            </a:extLst>
          </a:blip>
          <a:srcRect/>
          <a:stretch/>
        </p:blipFill>
        <p:spPr>
          <a:xfrm>
            <a:off x="9093203" y="0"/>
            <a:ext cx="3098800" cy="1047750"/>
          </a:xfrm>
          <a:prstGeom prst="rect">
            <a:avLst/>
          </a:prstGeom>
        </p:spPr>
      </p:pic>
    </p:spTree>
    <p:extLst>
      <p:ext uri="{BB962C8B-B14F-4D97-AF65-F5344CB8AC3E}">
        <p14:creationId xmlns:p14="http://schemas.microsoft.com/office/powerpoint/2010/main" val="20636089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50312-E2F9-4744-8B54-F1C548DBCC3A}"/>
              </a:ext>
            </a:extLst>
          </p:cNvPr>
          <p:cNvSpPr>
            <a:spLocks noGrp="1"/>
          </p:cNvSpPr>
          <p:nvPr>
            <p:ph type="dt" sz="half" idx="10"/>
          </p:nvPr>
        </p:nvSpPr>
        <p:spPr/>
        <p:txBody>
          <a:bodyPr/>
          <a:lstStyle/>
          <a:p>
            <a:fld id="{8C328885-5E23-4A19-B3D1-2EA4E4836948}" type="datetime1">
              <a:rPr lang="en-US" smtClean="0"/>
              <a:t>12/16/2020</a:t>
            </a:fld>
            <a:endParaRPr lang="en-US"/>
          </a:p>
        </p:txBody>
      </p:sp>
      <p:sp>
        <p:nvSpPr>
          <p:cNvPr id="3" name="Footer Placeholder 2">
            <a:extLst>
              <a:ext uri="{FF2B5EF4-FFF2-40B4-BE49-F238E27FC236}">
                <a16:creationId xmlns:a16="http://schemas.microsoft.com/office/drawing/2014/main" id="{7E3DE803-27AC-7846-9AE6-BC822AA353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BFE7AF-E73B-7542-A9C5-C487A558C8A4}"/>
              </a:ext>
            </a:extLst>
          </p:cNvPr>
          <p:cNvSpPr>
            <a:spLocks noGrp="1"/>
          </p:cNvSpPr>
          <p:nvPr>
            <p:ph type="sldNum" sz="quarter" idx="12"/>
          </p:nvPr>
        </p:nvSpPr>
        <p:spPr/>
        <p:txBody>
          <a:bodyPr/>
          <a:lstStyle/>
          <a:p>
            <a:fld id="{123A2D2A-1C6D-DC4A-BC77-FEFA14C3ACE6}" type="slidenum">
              <a:rPr lang="en-US" smtClean="0"/>
              <a:t>‹#›</a:t>
            </a:fld>
            <a:endParaRPr lang="en-US"/>
          </a:p>
        </p:txBody>
      </p:sp>
    </p:spTree>
    <p:extLst>
      <p:ext uri="{BB962C8B-B14F-4D97-AF65-F5344CB8AC3E}">
        <p14:creationId xmlns:p14="http://schemas.microsoft.com/office/powerpoint/2010/main" val="3383967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10" Type="http://schemas.openxmlformats.org/officeDocument/2006/relationships/image" Target="../media/image2.png"/><Relationship Id="rId4" Type="http://schemas.openxmlformats.org/officeDocument/2006/relationships/slideLayout" Target="../slideLayouts/slideLayout34.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theme" Target="../theme/theme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image" Target="../media/image4.png"/><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5" Type="http://schemas.openxmlformats.org/officeDocument/2006/relationships/slideLayout" Target="../slideLayouts/slideLayout60.xml"/><Relationship Id="rId10" Type="http://schemas.openxmlformats.org/officeDocument/2006/relationships/theme" Target="../theme/theme7.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theme" Target="../theme/theme8.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1"/>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1"/>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6"/>
          <p:cNvSpPr txBox="1">
            <a:spLocks/>
          </p:cNvSpPr>
          <p:nvPr/>
        </p:nvSpPr>
        <p:spPr>
          <a:xfrm>
            <a:off x="11716005" y="6497366"/>
            <a:ext cx="24384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sz="900" b="0" smtClean="0">
                <a:solidFill>
                  <a:schemeClr val="tx2"/>
                </a:solidFill>
                <a:latin typeface="Arial" panose="020B0604020202020204" pitchFamily="34" charset="0"/>
                <a:cs typeface="Arial" panose="020B0604020202020204" pitchFamily="34" charset="0"/>
              </a:rPr>
              <a:pPr algn="l"/>
              <a:t>‹#›</a:t>
            </a:fld>
            <a:endParaRPr lang="en-US" sz="900" b="0">
              <a:solidFill>
                <a:schemeClr val="tx2"/>
              </a:solidFill>
              <a:latin typeface="Arial" panose="020B0604020202020204" pitchFamily="34" charset="0"/>
              <a:cs typeface="Arial" panose="020B0604020202020204" pitchFamily="34" charset="0"/>
            </a:endParaRPr>
          </a:p>
        </p:txBody>
      </p:sp>
      <p:sp>
        <p:nvSpPr>
          <p:cNvPr id="7" name="Footer Placeholder 6"/>
          <p:cNvSpPr txBox="1">
            <a:spLocks/>
          </p:cNvSpPr>
          <p:nvPr/>
        </p:nvSpPr>
        <p:spPr>
          <a:xfrm>
            <a:off x="1930401" y="6497366"/>
            <a:ext cx="96936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900" b="0" spc="60" baseline="0">
                <a:solidFill>
                  <a:schemeClr val="tx2"/>
                </a:solidFill>
                <a:latin typeface="Arial Narrow" panose="020B0606020202030204" pitchFamily="34" charset="0"/>
              </a:rPr>
              <a:t>U.S. Bank Confidential  |  U.S. Bank</a:t>
            </a:r>
            <a:r>
              <a:rPr lang="en-US" sz="900" b="0" spc="60" baseline="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723" r:id="rId3"/>
    <p:sldLayoutId id="2147483724" r:id="rId4"/>
    <p:sldLayoutId id="2147483699" r:id="rId5"/>
    <p:sldLayoutId id="2147483700" r:id="rId6"/>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5"/>
          <p:cNvPicPr>
            <a:picLocks noChangeAspect="1" noChangeArrowheads="1"/>
          </p:cNvPicPr>
          <p:nvPr/>
        </p:nvPicPr>
        <p:blipFill rotWithShape="1">
          <a:blip r:embed="rId16" cstate="email">
            <a:extLst>
              <a:ext uri="{28A0092B-C50C-407E-A947-70E740481C1C}">
                <a14:useLocalDpi xmlns:a14="http://schemas.microsoft.com/office/drawing/2010/main"/>
              </a:ext>
            </a:extLst>
          </a:blip>
          <a:srcRect/>
          <a:stretch/>
        </p:blipFill>
        <p:spPr bwMode="auto">
          <a:xfrm>
            <a:off x="309639" y="5397610"/>
            <a:ext cx="11556021"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1"/>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6"/>
          <p:cNvSpPr txBox="1">
            <a:spLocks/>
          </p:cNvSpPr>
          <p:nvPr/>
        </p:nvSpPr>
        <p:spPr>
          <a:xfrm>
            <a:off x="11716005" y="6497366"/>
            <a:ext cx="24384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sz="900" b="0" smtClean="0">
                <a:solidFill>
                  <a:schemeClr val="tx2"/>
                </a:solidFill>
                <a:latin typeface="Arial" panose="020B0604020202020204" pitchFamily="34" charset="0"/>
                <a:cs typeface="Arial" panose="020B0604020202020204" pitchFamily="34" charset="0"/>
              </a:rPr>
              <a:pPr algn="l"/>
              <a:t>‹#›</a:t>
            </a:fld>
            <a:endParaRPr lang="en-US" sz="900" b="0">
              <a:solidFill>
                <a:schemeClr val="tx2"/>
              </a:solidFill>
              <a:latin typeface="Arial" panose="020B0604020202020204" pitchFamily="34" charset="0"/>
              <a:cs typeface="Arial" panose="020B0604020202020204" pitchFamily="34" charset="0"/>
            </a:endParaRPr>
          </a:p>
        </p:txBody>
      </p:sp>
      <p:sp>
        <p:nvSpPr>
          <p:cNvPr id="13" name="Right Arrow Callout 12"/>
          <p:cNvSpPr/>
          <p:nvPr/>
        </p:nvSpPr>
        <p:spPr>
          <a:xfrm rot="5400000">
            <a:off x="10310158" y="-1011109"/>
            <a:ext cx="870477" cy="28852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Footer Placeholder 6">
            <a:extLst>
              <a:ext uri="{FF2B5EF4-FFF2-40B4-BE49-F238E27FC236}">
                <a16:creationId xmlns:a16="http://schemas.microsoft.com/office/drawing/2014/main" id="{75E4D180-9E9D-4E80-94BD-46D7B04C30E0}"/>
              </a:ext>
            </a:extLst>
          </p:cNvPr>
          <p:cNvSpPr txBox="1">
            <a:spLocks/>
          </p:cNvSpPr>
          <p:nvPr userDrawn="1"/>
        </p:nvSpPr>
        <p:spPr>
          <a:xfrm>
            <a:off x="1930401" y="6497366"/>
            <a:ext cx="96936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900" b="0" spc="60" baseline="0">
                <a:solidFill>
                  <a:schemeClr val="tx2"/>
                </a:solidFill>
                <a:latin typeface="Arial Narrow" panose="020B0606020202030204" pitchFamily="34" charset="0"/>
              </a:rPr>
              <a:t>U.S. Bank Confidential  |  U.S. Bank</a:t>
            </a:r>
            <a:r>
              <a:rPr lang="en-US" sz="900" b="0" spc="60" baseline="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03" r:id="rId6"/>
    <p:sldLayoutId id="2147483705" r:id="rId7"/>
    <p:sldLayoutId id="2147483707" r:id="rId8"/>
    <p:sldLayoutId id="2147483725" r:id="rId9"/>
    <p:sldLayoutId id="2147483708" r:id="rId10"/>
    <p:sldLayoutId id="2147483709" r:id="rId11"/>
    <p:sldLayoutId id="2147483710" r:id="rId12"/>
    <p:sldLayoutId id="2147483696" r:id="rId13"/>
    <p:sldLayoutId id="2147483697"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5"/>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309639" y="5397610"/>
            <a:ext cx="11556021"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1"/>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6"/>
          <p:cNvSpPr txBox="1">
            <a:spLocks/>
          </p:cNvSpPr>
          <p:nvPr/>
        </p:nvSpPr>
        <p:spPr>
          <a:xfrm>
            <a:off x="11716005" y="6497366"/>
            <a:ext cx="24384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sz="900" b="0" smtClean="0">
                <a:solidFill>
                  <a:schemeClr val="tx2"/>
                </a:solidFill>
                <a:latin typeface="Arial" panose="020B0604020202020204" pitchFamily="34" charset="0"/>
                <a:cs typeface="Arial" panose="020B0604020202020204" pitchFamily="34" charset="0"/>
              </a:rPr>
              <a:pPr algn="l"/>
              <a:t>‹#›</a:t>
            </a:fld>
            <a:endParaRPr lang="en-US" sz="900" b="0">
              <a:solidFill>
                <a:schemeClr val="tx2"/>
              </a:solidFill>
              <a:latin typeface="Arial" panose="020B0604020202020204" pitchFamily="34" charset="0"/>
              <a:cs typeface="Arial" panose="020B0604020202020204" pitchFamily="34" charset="0"/>
            </a:endParaRPr>
          </a:p>
        </p:txBody>
      </p:sp>
      <p:sp>
        <p:nvSpPr>
          <p:cNvPr id="9" name="Right Arrow Callout 12"/>
          <p:cNvSpPr/>
          <p:nvPr/>
        </p:nvSpPr>
        <p:spPr>
          <a:xfrm rot="5400000">
            <a:off x="10310158" y="-1011109"/>
            <a:ext cx="870477" cy="28852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ooter Placeholder 6">
            <a:extLst>
              <a:ext uri="{FF2B5EF4-FFF2-40B4-BE49-F238E27FC236}">
                <a16:creationId xmlns:a16="http://schemas.microsoft.com/office/drawing/2014/main" id="{31BE209E-8B79-49E0-9F6B-D089EB1AAEA1}"/>
              </a:ext>
            </a:extLst>
          </p:cNvPr>
          <p:cNvSpPr txBox="1">
            <a:spLocks/>
          </p:cNvSpPr>
          <p:nvPr userDrawn="1"/>
        </p:nvSpPr>
        <p:spPr>
          <a:xfrm>
            <a:off x="1930401" y="6497366"/>
            <a:ext cx="96936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900" b="0" spc="60" baseline="0">
                <a:solidFill>
                  <a:schemeClr val="tx2"/>
                </a:solidFill>
                <a:latin typeface="Arial Narrow" panose="020B0606020202030204" pitchFamily="34" charset="0"/>
              </a:rPr>
              <a:t>U.S. Bank Confidential  |  U.S. Bank</a:t>
            </a:r>
            <a:r>
              <a:rPr lang="en-US" sz="900" b="0" spc="60" baseline="0">
                <a:solidFill>
                  <a:schemeClr val="tx1"/>
                </a:solidFill>
                <a:latin typeface="Arial Narrow" panose="020B0606020202030204" pitchFamily="34" charset="0"/>
              </a:rPr>
              <a:t>  |</a:t>
            </a: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6" r:id="rId3"/>
    <p:sldLayoutId id="2147483676" r:id="rId4"/>
    <p:sldLayoutId id="2147483714" r:id="rId5"/>
    <p:sldLayoutId id="2147483677" r:id="rId6"/>
    <p:sldLayoutId id="2147483716" r:id="rId7"/>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5"/>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a:stretch/>
        </p:blipFill>
        <p:spPr bwMode="auto">
          <a:xfrm>
            <a:off x="309639" y="5397610"/>
            <a:ext cx="11556021"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609600" y="228600"/>
            <a:ext cx="10972800" cy="6397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024054"/>
            <a:ext cx="10972800" cy="4919547"/>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6"/>
          <p:cNvSpPr txBox="1">
            <a:spLocks/>
          </p:cNvSpPr>
          <p:nvPr/>
        </p:nvSpPr>
        <p:spPr>
          <a:xfrm>
            <a:off x="11716005" y="6497366"/>
            <a:ext cx="24384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sz="900" b="0" smtClean="0">
                <a:solidFill>
                  <a:schemeClr val="tx2"/>
                </a:solidFill>
                <a:latin typeface="Arial" panose="020B0604020202020204" pitchFamily="34" charset="0"/>
                <a:cs typeface="Arial" panose="020B0604020202020204" pitchFamily="34" charset="0"/>
              </a:rPr>
              <a:pPr algn="l"/>
              <a:t>‹#›</a:t>
            </a:fld>
            <a:endParaRPr lang="en-US" sz="900" b="0">
              <a:solidFill>
                <a:schemeClr val="tx2"/>
              </a:solidFill>
              <a:latin typeface="Arial" panose="020B0604020202020204" pitchFamily="34" charset="0"/>
              <a:cs typeface="Arial" panose="020B0604020202020204" pitchFamily="34" charset="0"/>
            </a:endParaRPr>
          </a:p>
        </p:txBody>
      </p:sp>
      <p:sp>
        <p:nvSpPr>
          <p:cNvPr id="9" name="Right Arrow Callout 12"/>
          <p:cNvSpPr/>
          <p:nvPr/>
        </p:nvSpPr>
        <p:spPr>
          <a:xfrm rot="5400000">
            <a:off x="10310158" y="-1011109"/>
            <a:ext cx="870477" cy="28852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ooter Placeholder 6">
            <a:extLst>
              <a:ext uri="{FF2B5EF4-FFF2-40B4-BE49-F238E27FC236}">
                <a16:creationId xmlns:a16="http://schemas.microsoft.com/office/drawing/2014/main" id="{02DC56F2-CC81-49CC-98CC-20ACD2EE2F20}"/>
              </a:ext>
            </a:extLst>
          </p:cNvPr>
          <p:cNvSpPr txBox="1">
            <a:spLocks/>
          </p:cNvSpPr>
          <p:nvPr userDrawn="1"/>
        </p:nvSpPr>
        <p:spPr>
          <a:xfrm>
            <a:off x="1930401" y="6497366"/>
            <a:ext cx="96936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900" b="0" spc="60" baseline="0">
                <a:solidFill>
                  <a:schemeClr val="tx2"/>
                </a:solidFill>
                <a:latin typeface="Arial Narrow" panose="020B0606020202030204" pitchFamily="34" charset="0"/>
              </a:rPr>
              <a:t>U.S. Bank Confidential  |  U.S. Bank</a:t>
            </a:r>
            <a:r>
              <a:rPr lang="en-US" sz="900" b="0" spc="60" baseline="0">
                <a:solidFill>
                  <a:schemeClr val="tx1"/>
                </a:solidFill>
                <a:latin typeface="Arial Narrow" panose="020B0606020202030204" pitchFamily="34" charset="0"/>
              </a:rPr>
              <a:t>  |</a:t>
            </a: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2"/>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5"/>
            <a:ext cx="10972800" cy="4560849"/>
          </a:xfrm>
          <a:prstGeom prst="rect">
            <a:avLst/>
          </a:prstGeom>
        </p:spPr>
        <p:txBody>
          <a:bodyPr vert="horz" lIns="45704" tIns="45704" rIns="45704" bIns="45704"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6"/>
          <p:cNvSpPr txBox="1">
            <a:spLocks/>
          </p:cNvSpPr>
          <p:nvPr/>
        </p:nvSpPr>
        <p:spPr>
          <a:xfrm>
            <a:off x="11716005" y="6497370"/>
            <a:ext cx="24384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base">
              <a:spcBef>
                <a:spcPct val="0"/>
              </a:spcBef>
              <a:spcAft>
                <a:spcPct val="0"/>
              </a:spcAft>
            </a:pPr>
            <a:fld id="{2066355A-084C-D24E-9AD2-7E4FC41EA627}" type="slidenum">
              <a:rPr lang="en-US" sz="900" b="0" smtClean="0">
                <a:solidFill>
                  <a:srgbClr val="4D4D4D"/>
                </a:solidFill>
                <a:latin typeface="Arial" panose="020B0604020202020204" pitchFamily="34" charset="0"/>
                <a:cs typeface="Arial" panose="020B0604020202020204" pitchFamily="34" charset="0"/>
              </a:rPr>
              <a:pPr fontAlgn="base">
                <a:spcBef>
                  <a:spcPct val="0"/>
                </a:spcBef>
                <a:spcAft>
                  <a:spcPct val="0"/>
                </a:spcAft>
              </a:pPr>
              <a:t>‹#›</a:t>
            </a:fld>
            <a:endParaRPr lang="en-US" sz="900" b="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9581388" y="6497370"/>
            <a:ext cx="2042669"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base">
              <a:spcBef>
                <a:spcPct val="0"/>
              </a:spcBef>
              <a:spcAft>
                <a:spcPct val="0"/>
              </a:spcAft>
            </a:pPr>
            <a:r>
              <a:rPr lang="en-US" sz="900" b="0" spc="60">
                <a:solidFill>
                  <a:srgbClr val="4D4D4D"/>
                </a:solidFill>
                <a:latin typeface="Arial Narrow" panose="020B0606020202030204" pitchFamily="34" charset="0"/>
              </a:rPr>
              <a:t>U.S. BANK</a:t>
            </a:r>
            <a:r>
              <a:rPr lang="en-US" sz="900" b="0" spc="60">
                <a:latin typeface="Arial Narrow" panose="020B0606020202030204" pitchFamily="34" charset="0"/>
              </a:rPr>
              <a:t>  |</a:t>
            </a:r>
          </a:p>
        </p:txBody>
      </p:sp>
      <p:pic>
        <p:nvPicPr>
          <p:cNvPr id="5" name="Picture 4"/>
          <p:cNvPicPr>
            <a:picLocks noChangeAspect="1"/>
          </p:cNvPicPr>
          <p:nvPr/>
        </p:nvPicPr>
        <p:blipFill>
          <a:blip r:embed="rId19" cstate="screen">
            <a:extLst>
              <a:ext uri="{28A0092B-C50C-407E-A947-70E740481C1C}">
                <a14:useLocalDpi xmlns:a14="http://schemas.microsoft.com/office/drawing/2010/main" val="0"/>
              </a:ext>
            </a:extLst>
          </a:blip>
          <a:stretch>
            <a:fillRect/>
          </a:stretch>
        </p:blipFill>
        <p:spPr>
          <a:xfrm>
            <a:off x="6089" y="6087379"/>
            <a:ext cx="12179833" cy="295657"/>
          </a:xfrm>
          <a:prstGeom prst="rect">
            <a:avLst/>
          </a:prstGeom>
          <a:solidFill>
            <a:srgbClr val="FFFFFF"/>
          </a:solidFill>
        </p:spPr>
      </p:pic>
    </p:spTree>
    <p:extLst>
      <p:ext uri="{BB962C8B-B14F-4D97-AF65-F5344CB8AC3E}">
        <p14:creationId xmlns:p14="http://schemas.microsoft.com/office/powerpoint/2010/main" val="1087616913"/>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66" r:id="rId16"/>
    <p:sldLayoutId id="2147483768" r:id="rId17"/>
  </p:sldLayoutIdLst>
  <p:hf sldNum="0" hdr="0" dt="0"/>
  <p:txStyles>
    <p:titleStyle>
      <a:lvl1pPr algn="l" defTabSz="914074" rtl="0" eaLnBrk="1" latinLnBrk="0" hangingPunct="1">
        <a:spcBef>
          <a:spcPct val="0"/>
        </a:spcBef>
        <a:buNone/>
        <a:defRPr sz="2800" b="1" kern="1200">
          <a:solidFill>
            <a:schemeClr val="tx1"/>
          </a:solidFill>
          <a:latin typeface="+mj-lt"/>
          <a:ea typeface="+mj-ea"/>
          <a:cs typeface="+mj-cs"/>
        </a:defRPr>
      </a:lvl1pPr>
    </p:titleStyle>
    <p:bodyStyle>
      <a:lvl1pPr marL="182814" indent="-173673" algn="l" defTabSz="914074"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445" indent="-228520" algn="l" defTabSz="914074"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074" indent="-173673" algn="l" defTabSz="914074"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79704" indent="-173673" algn="l" defTabSz="914074"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333" indent="-173673" algn="l" defTabSz="914074"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3704" indent="-228520" algn="l" defTabSz="91407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742" indent="-228520" algn="l" defTabSz="91407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78" indent="-228520" algn="l" defTabSz="91407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814" indent="-228520" algn="l" defTabSz="91407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074" rtl="0" eaLnBrk="1" latinLnBrk="0" hangingPunct="1">
        <a:defRPr sz="1800" kern="1200">
          <a:solidFill>
            <a:schemeClr val="tx1"/>
          </a:solidFill>
          <a:latin typeface="+mn-lt"/>
          <a:ea typeface="+mn-ea"/>
          <a:cs typeface="+mn-cs"/>
        </a:defRPr>
      </a:lvl1pPr>
      <a:lvl2pPr marL="457036" algn="l" defTabSz="914074" rtl="0" eaLnBrk="1" latinLnBrk="0" hangingPunct="1">
        <a:defRPr sz="1800" kern="1200">
          <a:solidFill>
            <a:schemeClr val="tx1"/>
          </a:solidFill>
          <a:latin typeface="+mn-lt"/>
          <a:ea typeface="+mn-ea"/>
          <a:cs typeface="+mn-cs"/>
        </a:defRPr>
      </a:lvl2pPr>
      <a:lvl3pPr marL="914074" algn="l" defTabSz="914074" rtl="0" eaLnBrk="1" latinLnBrk="0" hangingPunct="1">
        <a:defRPr sz="1800" kern="1200">
          <a:solidFill>
            <a:schemeClr val="tx1"/>
          </a:solidFill>
          <a:latin typeface="+mn-lt"/>
          <a:ea typeface="+mn-ea"/>
          <a:cs typeface="+mn-cs"/>
        </a:defRPr>
      </a:lvl3pPr>
      <a:lvl4pPr marL="1371109" algn="l" defTabSz="914074" rtl="0" eaLnBrk="1" latinLnBrk="0" hangingPunct="1">
        <a:defRPr sz="1800" kern="1200">
          <a:solidFill>
            <a:schemeClr val="tx1"/>
          </a:solidFill>
          <a:latin typeface="+mn-lt"/>
          <a:ea typeface="+mn-ea"/>
          <a:cs typeface="+mn-cs"/>
        </a:defRPr>
      </a:lvl4pPr>
      <a:lvl5pPr marL="1828148" algn="l" defTabSz="914074" rtl="0" eaLnBrk="1" latinLnBrk="0" hangingPunct="1">
        <a:defRPr sz="1800" kern="1200">
          <a:solidFill>
            <a:schemeClr val="tx1"/>
          </a:solidFill>
          <a:latin typeface="+mn-lt"/>
          <a:ea typeface="+mn-ea"/>
          <a:cs typeface="+mn-cs"/>
        </a:defRPr>
      </a:lvl5pPr>
      <a:lvl6pPr marL="2285186" algn="l" defTabSz="914074" rtl="0" eaLnBrk="1" latinLnBrk="0" hangingPunct="1">
        <a:defRPr sz="1800" kern="1200">
          <a:solidFill>
            <a:schemeClr val="tx1"/>
          </a:solidFill>
          <a:latin typeface="+mn-lt"/>
          <a:ea typeface="+mn-ea"/>
          <a:cs typeface="+mn-cs"/>
        </a:defRPr>
      </a:lvl6pPr>
      <a:lvl7pPr marL="2742224" algn="l" defTabSz="914074" rtl="0" eaLnBrk="1" latinLnBrk="0" hangingPunct="1">
        <a:defRPr sz="1800" kern="1200">
          <a:solidFill>
            <a:schemeClr val="tx1"/>
          </a:solidFill>
          <a:latin typeface="+mn-lt"/>
          <a:ea typeface="+mn-ea"/>
          <a:cs typeface="+mn-cs"/>
        </a:defRPr>
      </a:lvl7pPr>
      <a:lvl8pPr marL="3199260" algn="l" defTabSz="914074" rtl="0" eaLnBrk="1" latinLnBrk="0" hangingPunct="1">
        <a:defRPr sz="1800" kern="1200">
          <a:solidFill>
            <a:schemeClr val="tx1"/>
          </a:solidFill>
          <a:latin typeface="+mn-lt"/>
          <a:ea typeface="+mn-ea"/>
          <a:cs typeface="+mn-cs"/>
        </a:defRPr>
      </a:lvl8pPr>
      <a:lvl9pPr marL="3656296" algn="l" defTabSz="914074"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6"/>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6">
            <a:extLst>
              <a:ext uri="{FF2B5EF4-FFF2-40B4-BE49-F238E27FC236}">
                <a16:creationId xmlns:a16="http://schemas.microsoft.com/office/drawing/2014/main" id="{567691DC-638F-4F9C-8033-C2D004BE276D}"/>
              </a:ext>
            </a:extLst>
          </p:cNvPr>
          <p:cNvSpPr txBox="1">
            <a:spLocks/>
          </p:cNvSpPr>
          <p:nvPr userDrawn="1"/>
        </p:nvSpPr>
        <p:spPr>
          <a:xfrm>
            <a:off x="1930401" y="6497366"/>
            <a:ext cx="9693657"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900" b="0" spc="60" baseline="0">
                <a:solidFill>
                  <a:schemeClr val="tx2"/>
                </a:solidFill>
                <a:latin typeface="Arial Narrow" panose="020B0606020202030204" pitchFamily="34" charset="0"/>
              </a:rPr>
              <a:t>U.S. Bank Confidential  |  U.S. Bank</a:t>
            </a:r>
            <a:r>
              <a:rPr lang="en-US" sz="900" b="0" spc="60" baseline="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12773819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Lst>
  <p:txStyles>
    <p:titleStyle>
      <a:lvl1pPr algn="l" defTabSz="685783" rtl="0" eaLnBrk="1" latinLnBrk="0" hangingPunct="1">
        <a:spcBef>
          <a:spcPct val="0"/>
        </a:spcBef>
        <a:buNone/>
        <a:defRPr sz="2100" b="1" kern="1200">
          <a:solidFill>
            <a:schemeClr val="tx1"/>
          </a:solidFill>
          <a:latin typeface="+mj-lt"/>
          <a:ea typeface="+mj-ea"/>
          <a:cs typeface="+mj-cs"/>
        </a:defRPr>
      </a:lvl1pPr>
    </p:titleStyle>
    <p:bodyStyle>
      <a:lvl1pPr marL="137157" indent="-130299" algn="l" defTabSz="685783" rtl="0" eaLnBrk="1" latinLnBrk="0" hangingPunct="1">
        <a:spcBef>
          <a:spcPts val="0"/>
        </a:spcBef>
        <a:spcAft>
          <a:spcPts val="451"/>
        </a:spcAft>
        <a:buFont typeface="Arial" panose="020B0604020202020204" pitchFamily="34" charset="0"/>
        <a:buChar char="•"/>
        <a:defRPr sz="1500" kern="1200">
          <a:solidFill>
            <a:schemeClr val="tx2"/>
          </a:solidFill>
          <a:latin typeface="+mn-lt"/>
          <a:ea typeface="+mn-ea"/>
          <a:cs typeface="+mn-cs"/>
        </a:defRPr>
      </a:lvl1pPr>
      <a:lvl2pPr marL="411470" indent="-171446" algn="l" defTabSz="685783" rtl="0" eaLnBrk="1" latinLnBrk="0" hangingPunct="1">
        <a:spcBef>
          <a:spcPts val="0"/>
        </a:spcBef>
        <a:spcAft>
          <a:spcPts val="451"/>
        </a:spcAft>
        <a:buFont typeface="Arial" panose="020B0604020202020204" pitchFamily="34" charset="0"/>
        <a:buChar char="–"/>
        <a:defRPr sz="1351" kern="1200">
          <a:solidFill>
            <a:schemeClr val="tx2"/>
          </a:solidFill>
          <a:latin typeface="+mn-lt"/>
          <a:ea typeface="+mn-ea"/>
          <a:cs typeface="+mn-cs"/>
        </a:defRPr>
      </a:lvl2pPr>
      <a:lvl3pPr marL="685783" indent="-130299" algn="l" defTabSz="685783" rtl="0" eaLnBrk="1" latinLnBrk="0" hangingPunct="1">
        <a:spcBef>
          <a:spcPts val="0"/>
        </a:spcBef>
        <a:spcAft>
          <a:spcPts val="451"/>
        </a:spcAft>
        <a:buFont typeface="Arial" panose="020B0604020202020204" pitchFamily="34" charset="0"/>
        <a:buChar char="•"/>
        <a:defRPr sz="1200" kern="1200">
          <a:solidFill>
            <a:schemeClr val="tx2"/>
          </a:solidFill>
          <a:latin typeface="+mn-lt"/>
          <a:ea typeface="+mn-ea"/>
          <a:cs typeface="+mn-cs"/>
        </a:defRPr>
      </a:lvl3pPr>
      <a:lvl4pPr marL="960096" indent="-130299" algn="l" defTabSz="685783" rtl="0" eaLnBrk="1" latinLnBrk="0" hangingPunct="1">
        <a:spcBef>
          <a:spcPts val="0"/>
        </a:spcBef>
        <a:spcAft>
          <a:spcPts val="451"/>
        </a:spcAft>
        <a:buFont typeface="Arial" panose="020B0604020202020204" pitchFamily="34" charset="0"/>
        <a:buChar char="–"/>
        <a:defRPr sz="1051" kern="1200">
          <a:solidFill>
            <a:schemeClr val="tx2"/>
          </a:solidFill>
          <a:latin typeface="+mn-lt"/>
          <a:ea typeface="+mn-ea"/>
          <a:cs typeface="+mn-cs"/>
        </a:defRPr>
      </a:lvl4pPr>
      <a:lvl5pPr marL="1234409" indent="-130299" algn="l" defTabSz="685783" rtl="0" eaLnBrk="1" latinLnBrk="0" hangingPunct="1">
        <a:spcBef>
          <a:spcPts val="0"/>
        </a:spcBef>
        <a:spcAft>
          <a:spcPts val="451"/>
        </a:spcAft>
        <a:buFont typeface="Arial" panose="020B0604020202020204" pitchFamily="34" charset="0"/>
        <a:buChar char="•"/>
        <a:defRPr sz="900" kern="1200">
          <a:solidFill>
            <a:schemeClr val="tx2"/>
          </a:solidFill>
          <a:latin typeface="+mn-lt"/>
          <a:ea typeface="+mn-ea"/>
          <a:cs typeface="+mn-cs"/>
        </a:defRPr>
      </a:lvl5pPr>
      <a:lvl6pPr marL="1885904"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578"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868362"/>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609600" y="1382756"/>
            <a:ext cx="109728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80609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7" r:id="rId9"/>
  </p:sldLayoutIdLst>
  <p:hf hdr="0" ftr="0" dt="0"/>
  <p:txStyles>
    <p:titleStyle>
      <a:lvl1pPr algn="l" defTabSz="685783" rtl="0" eaLnBrk="1" latinLnBrk="0" hangingPunct="1">
        <a:spcBef>
          <a:spcPct val="0"/>
        </a:spcBef>
        <a:buNone/>
        <a:defRPr sz="2100" b="1" kern="1200">
          <a:solidFill>
            <a:schemeClr val="tx1"/>
          </a:solidFill>
          <a:latin typeface="+mj-lt"/>
          <a:ea typeface="+mj-ea"/>
          <a:cs typeface="+mj-cs"/>
        </a:defRPr>
      </a:lvl1pPr>
    </p:titleStyle>
    <p:bodyStyle>
      <a:lvl1pPr marL="137157" indent="-130299" algn="l" defTabSz="685783" rtl="0" eaLnBrk="1" latinLnBrk="0" hangingPunct="1">
        <a:spcBef>
          <a:spcPts val="0"/>
        </a:spcBef>
        <a:spcAft>
          <a:spcPts val="451"/>
        </a:spcAft>
        <a:buFont typeface="Arial" panose="020B0604020202020204" pitchFamily="34" charset="0"/>
        <a:buChar char="•"/>
        <a:defRPr sz="1500" kern="1200">
          <a:solidFill>
            <a:schemeClr val="tx2"/>
          </a:solidFill>
          <a:latin typeface="+mn-lt"/>
          <a:ea typeface="+mn-ea"/>
          <a:cs typeface="+mn-cs"/>
        </a:defRPr>
      </a:lvl1pPr>
      <a:lvl2pPr marL="411470" indent="-171446" algn="l" defTabSz="685783" rtl="0" eaLnBrk="1" latinLnBrk="0" hangingPunct="1">
        <a:spcBef>
          <a:spcPts val="0"/>
        </a:spcBef>
        <a:spcAft>
          <a:spcPts val="451"/>
        </a:spcAft>
        <a:buFont typeface="Arial" panose="020B0604020202020204" pitchFamily="34" charset="0"/>
        <a:buChar char="–"/>
        <a:defRPr sz="1351" kern="1200">
          <a:solidFill>
            <a:schemeClr val="tx2"/>
          </a:solidFill>
          <a:latin typeface="+mn-lt"/>
          <a:ea typeface="+mn-ea"/>
          <a:cs typeface="+mn-cs"/>
        </a:defRPr>
      </a:lvl2pPr>
      <a:lvl3pPr marL="685783" indent="-130299" algn="l" defTabSz="685783" rtl="0" eaLnBrk="1" latinLnBrk="0" hangingPunct="1">
        <a:spcBef>
          <a:spcPts val="0"/>
        </a:spcBef>
        <a:spcAft>
          <a:spcPts val="451"/>
        </a:spcAft>
        <a:buFont typeface="Arial" panose="020B0604020202020204" pitchFamily="34" charset="0"/>
        <a:buChar char="•"/>
        <a:defRPr sz="1200" kern="1200">
          <a:solidFill>
            <a:schemeClr val="tx2"/>
          </a:solidFill>
          <a:latin typeface="+mn-lt"/>
          <a:ea typeface="+mn-ea"/>
          <a:cs typeface="+mn-cs"/>
        </a:defRPr>
      </a:lvl3pPr>
      <a:lvl4pPr marL="960096" indent="-130299" algn="l" defTabSz="685783" rtl="0" eaLnBrk="1" latinLnBrk="0" hangingPunct="1">
        <a:spcBef>
          <a:spcPts val="0"/>
        </a:spcBef>
        <a:spcAft>
          <a:spcPts val="451"/>
        </a:spcAft>
        <a:buFont typeface="Arial" panose="020B0604020202020204" pitchFamily="34" charset="0"/>
        <a:buChar char="–"/>
        <a:defRPr sz="1051" kern="1200">
          <a:solidFill>
            <a:schemeClr val="tx2"/>
          </a:solidFill>
          <a:latin typeface="+mn-lt"/>
          <a:ea typeface="+mn-ea"/>
          <a:cs typeface="+mn-cs"/>
        </a:defRPr>
      </a:lvl4pPr>
      <a:lvl5pPr marL="1234409" indent="-130299" algn="l" defTabSz="685783" rtl="0" eaLnBrk="1" latinLnBrk="0" hangingPunct="1">
        <a:spcBef>
          <a:spcPts val="0"/>
        </a:spcBef>
        <a:spcAft>
          <a:spcPts val="451"/>
        </a:spcAft>
        <a:buFont typeface="Arial" panose="020B0604020202020204" pitchFamily="34" charset="0"/>
        <a:buChar char="•"/>
        <a:defRPr sz="900" kern="1200">
          <a:solidFill>
            <a:schemeClr val="tx2"/>
          </a:solidFill>
          <a:latin typeface="+mn-lt"/>
          <a:ea typeface="+mn-ea"/>
          <a:cs typeface="+mn-cs"/>
        </a:defRPr>
      </a:lvl5pPr>
      <a:lvl6pPr marL="1885904"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578"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7" Type="http://schemas.openxmlformats.org/officeDocument/2006/relationships/chart" Target="../charts/chart1.xml"/><Relationship Id="rId2" Type="http://schemas.microsoft.com/office/2014/relationships/chartEx" Target="../charts/chartEx1.xml"/><Relationship Id="rId1" Type="http://schemas.openxmlformats.org/officeDocument/2006/relationships/slideLayout" Target="../slideLayouts/slideLayout46.xml"/><Relationship Id="rId6" Type="http://schemas.openxmlformats.org/officeDocument/2006/relationships/image" Target="../media/image33.png"/><Relationship Id="rId5" Type="http://schemas.microsoft.com/office/2014/relationships/chartEx" Target="../charts/chartEx2.xml"/><Relationship Id="rId4" Type="http://schemas.openxmlformats.org/officeDocument/2006/relationships/image" Target="../media/image2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6.xml"/><Relationship Id="rId6" Type="http://schemas.openxmlformats.org/officeDocument/2006/relationships/image" Target="../media/image21.png"/><Relationship Id="rId5" Type="http://schemas.openxmlformats.org/officeDocument/2006/relationships/image" Target="../media/image5.png"/><Relationship Id="rId10" Type="http://schemas.openxmlformats.org/officeDocument/2006/relationships/image" Target="../media/image25.jpeg"/><Relationship Id="rId4" Type="http://schemas.openxmlformats.org/officeDocument/2006/relationships/image" Target="../media/image20.jpe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6.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6.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6.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emf"/><Relationship Id="rId3" Type="http://schemas.openxmlformats.org/officeDocument/2006/relationships/diagramLayout" Target="../diagrams/layout1.xml"/><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jpeg"/><Relationship Id="rId2" Type="http://schemas.openxmlformats.org/officeDocument/2006/relationships/diagramData" Target="../diagrams/data1.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49.xml"/><Relationship Id="rId6" Type="http://schemas.microsoft.com/office/2007/relationships/diagramDrawing" Target="../diagrams/drawing1.xml"/><Relationship Id="rId11" Type="http://schemas.openxmlformats.org/officeDocument/2006/relationships/image" Target="../media/image40.emf"/><Relationship Id="rId24" Type="http://schemas.openxmlformats.org/officeDocument/2006/relationships/image" Target="../media/image53.png"/><Relationship Id="rId5" Type="http://schemas.openxmlformats.org/officeDocument/2006/relationships/diagramColors" Target="../diagrams/colors1.xml"/><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emf"/><Relationship Id="rId19" Type="http://schemas.openxmlformats.org/officeDocument/2006/relationships/image" Target="../media/image48.png"/><Relationship Id="rId4" Type="http://schemas.openxmlformats.org/officeDocument/2006/relationships/diagramQuickStyle" Target="../diagrams/quickStyle1.xml"/><Relationship Id="rId9" Type="http://schemas.openxmlformats.org/officeDocument/2006/relationships/image" Target="../media/image38.png"/><Relationship Id="rId14" Type="http://schemas.openxmlformats.org/officeDocument/2006/relationships/image" Target="../media/image43.jpeg"/><Relationship Id="rId22"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hyperlink" Target="https://docs.microsoft.com/en-us/azure/architecture/patterns/strangler" TargetMode="External"/><Relationship Id="rId2" Type="http://schemas.openxmlformats.org/officeDocument/2006/relationships/image" Target="../media/image55.png"/><Relationship Id="rId1" Type="http://schemas.openxmlformats.org/officeDocument/2006/relationships/slideLayout" Target="../slideLayouts/slideLayout4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0.png"/><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image" Target="../media/image63.emf"/><Relationship Id="rId1" Type="http://schemas.openxmlformats.org/officeDocument/2006/relationships/slideLayout" Target="../slideLayouts/slideLayout55.xml"/><Relationship Id="rId6" Type="http://schemas.openxmlformats.org/officeDocument/2006/relationships/image" Target="../media/image66.png"/><Relationship Id="rId11" Type="http://schemas.openxmlformats.org/officeDocument/2006/relationships/image" Target="../media/image71.emf"/><Relationship Id="rId5" Type="http://schemas.openxmlformats.org/officeDocument/2006/relationships/image" Target="../media/image53.png"/><Relationship Id="rId10" Type="http://schemas.openxmlformats.org/officeDocument/2006/relationships/image" Target="../media/image70.png"/><Relationship Id="rId4" Type="http://schemas.openxmlformats.org/officeDocument/2006/relationships/image" Target="../media/image65.png"/><Relationship Id="rId9"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3" Type="http://schemas.openxmlformats.org/officeDocument/2006/relationships/hyperlink" Target="https://usbank.sharepoint.com/teams/HybridCloud/CPS%20Public%20Wiki/Couldbee%20Onboarding%20information.aspx" TargetMode="External"/><Relationship Id="rId2" Type="http://schemas.openxmlformats.org/officeDocument/2006/relationships/hyperlink" Target="https://usbank.sharepoint.com/teams/HybridCloud/CPS%20Public%20Document%20Library/Rancher/k8s-edse-cps-pipeline-pilot.mov?csf=1&amp;web=1&amp;e=tzAtaU" TargetMode="External"/><Relationship Id="rId1" Type="http://schemas.openxmlformats.org/officeDocument/2006/relationships/slideLayout" Target="../slideLayouts/slideLayout50.xml"/><Relationship Id="rId4" Type="http://schemas.openxmlformats.org/officeDocument/2006/relationships/hyperlink" Target="https://usbank.sharepoint.com/teams/CDaaS/SitePages/Enterprise-Pipeline.aspx"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diagramLayout" Target="../diagrams/layout3.xml"/><Relationship Id="rId21" Type="http://schemas.openxmlformats.org/officeDocument/2006/relationships/image" Target="../media/image88.png"/><Relationship Id="rId7" Type="http://schemas.openxmlformats.org/officeDocument/2006/relationships/image" Target="../media/image74.emf"/><Relationship Id="rId12" Type="http://schemas.openxmlformats.org/officeDocument/2006/relationships/image" Target="../media/image79.png"/><Relationship Id="rId17" Type="http://schemas.openxmlformats.org/officeDocument/2006/relationships/image" Target="../media/image84.emf"/><Relationship Id="rId25" Type="http://schemas.openxmlformats.org/officeDocument/2006/relationships/image" Target="../media/image92.png"/><Relationship Id="rId2" Type="http://schemas.openxmlformats.org/officeDocument/2006/relationships/diagramData" Target="../diagrams/data3.xml"/><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50.xml"/><Relationship Id="rId6" Type="http://schemas.microsoft.com/office/2007/relationships/diagramDrawing" Target="../diagrams/drawing3.xml"/><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diagramColors" Target="../diagrams/colors3.xml"/><Relationship Id="rId15" Type="http://schemas.openxmlformats.org/officeDocument/2006/relationships/image" Target="../media/image82.emf"/><Relationship Id="rId23" Type="http://schemas.openxmlformats.org/officeDocument/2006/relationships/image" Target="../media/image90.png"/><Relationship Id="rId10" Type="http://schemas.openxmlformats.org/officeDocument/2006/relationships/image" Target="../media/image77.emf"/><Relationship Id="rId19" Type="http://schemas.openxmlformats.org/officeDocument/2006/relationships/image" Target="../media/image86.png"/><Relationship Id="rId4" Type="http://schemas.openxmlformats.org/officeDocument/2006/relationships/diagramQuickStyle" Target="../diagrams/quickStyle3.xml"/><Relationship Id="rId9" Type="http://schemas.openxmlformats.org/officeDocument/2006/relationships/image" Target="../media/image76.emf"/><Relationship Id="rId14" Type="http://schemas.openxmlformats.org/officeDocument/2006/relationships/image" Target="../media/image81.emf"/><Relationship Id="rId22" Type="http://schemas.openxmlformats.org/officeDocument/2006/relationships/image" Target="../media/image89.png"/><Relationship Id="rId27" Type="http://schemas.openxmlformats.org/officeDocument/2006/relationships/image" Target="../media/image94.png"/></Relationships>
</file>

<file path=ppt/slides/_rels/slide30.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slideLayout" Target="../slideLayouts/slideLayout50.xml"/><Relationship Id="rId5" Type="http://schemas.openxmlformats.org/officeDocument/2006/relationships/hyperlink" Target="https://spring.io/projects/spring-cloud-netflix" TargetMode="External"/><Relationship Id="rId4" Type="http://schemas.openxmlformats.org/officeDocument/2006/relationships/hyperlink" Target="https://spring.io/projects/spring-cloud-config"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dzone.com/articles/understanding-the-cap-theorem" TargetMode="External"/><Relationship Id="rId3" Type="http://schemas.openxmlformats.org/officeDocument/2006/relationships/hyperlink" Target="https://martinfowler.com/bliki/StranglerFigApplication.html" TargetMode="External"/><Relationship Id="rId7" Type="http://schemas.openxmlformats.org/officeDocument/2006/relationships/hyperlink" Target="https://medium.com/swlh/4-types-of-nosql-databases-d88ad21f7d3b" TargetMode="External"/><Relationship Id="rId2" Type="http://schemas.openxmlformats.org/officeDocument/2006/relationships/hyperlink" Target="https://dzone.com/articles/design-patterns-for-microservices" TargetMode="External"/><Relationship Id="rId1" Type="http://schemas.openxmlformats.org/officeDocument/2006/relationships/slideLayout" Target="../slideLayouts/slideLayout39.xml"/><Relationship Id="rId6" Type="http://schemas.openxmlformats.org/officeDocument/2006/relationships/hyperlink" Target="https://dzone.com/articles/graphql-core-features-architecture-pros-and-cons" TargetMode="External"/><Relationship Id="rId11" Type="http://schemas.openxmlformats.org/officeDocument/2006/relationships/hyperlink" Target="https://engineering.pivotal.io/post/local-eureka-zuul-cloud_config-with-spring/" TargetMode="External"/><Relationship Id="rId5" Type="http://schemas.openxmlformats.org/officeDocument/2006/relationships/hyperlink" Target="https://graphql.org/" TargetMode="External"/><Relationship Id="rId10" Type="http://schemas.openxmlformats.org/officeDocument/2006/relationships/hyperlink" Target="https://github.com/Netflix/archaius" TargetMode="External"/><Relationship Id="rId4" Type="http://schemas.openxmlformats.org/officeDocument/2006/relationships/hyperlink" Target="https://dzone.com/articles/monolith-to-microservices-using-the-strangler-patt" TargetMode="External"/><Relationship Id="rId9" Type="http://schemas.openxmlformats.org/officeDocument/2006/relationships/hyperlink" Target="https://dzone.com/articles/microservices-and-spring-cloud-config-serv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bwMode="gray">
          <a:xfrm>
            <a:off x="5181599" y="3037287"/>
            <a:ext cx="4957011" cy="506015"/>
          </a:xfrm>
        </p:spPr>
        <p:txBody>
          <a:bodyPr/>
          <a:lstStyle/>
          <a:p>
            <a:r>
              <a:rPr lang="en-US" dirty="0"/>
              <a:t>Wealth Management  </a:t>
            </a:r>
          </a:p>
        </p:txBody>
      </p:sp>
      <p:sp>
        <p:nvSpPr>
          <p:cNvPr id="3" name="Title 2"/>
          <p:cNvSpPr>
            <a:spLocks noGrp="1"/>
          </p:cNvSpPr>
          <p:nvPr>
            <p:ph type="title"/>
          </p:nvPr>
        </p:nvSpPr>
        <p:spPr bwMode="gray">
          <a:xfrm>
            <a:off x="5181601" y="1620442"/>
            <a:ext cx="4000500" cy="1307148"/>
          </a:xfrm>
        </p:spPr>
        <p:txBody>
          <a:bodyPr>
            <a:normAutofit fontScale="90000"/>
          </a:bodyPr>
          <a:lstStyle/>
          <a:p>
            <a:r>
              <a:rPr lang="en-US" sz="3600" dirty="0"/>
              <a:t>Tech Modernization</a:t>
            </a:r>
            <a:br>
              <a:rPr lang="en-US" sz="3600" dirty="0"/>
            </a:br>
            <a:r>
              <a:rPr lang="en-US" sz="3600" dirty="0"/>
              <a:t>2021 and Beyond …</a:t>
            </a:r>
          </a:p>
        </p:txBody>
      </p:sp>
      <p:sp>
        <p:nvSpPr>
          <p:cNvPr id="9" name="Text Placeholder 8"/>
          <p:cNvSpPr>
            <a:spLocks noGrp="1"/>
          </p:cNvSpPr>
          <p:nvPr>
            <p:ph type="body" idx="13"/>
          </p:nvPr>
        </p:nvSpPr>
        <p:spPr bwMode="gray">
          <a:xfrm>
            <a:off x="5269814" y="3429000"/>
            <a:ext cx="1720266" cy="342555"/>
          </a:xfrm>
        </p:spPr>
        <p:txBody>
          <a:bodyPr/>
          <a:lstStyle/>
          <a:p>
            <a:r>
              <a:rPr lang="en-US" sz="1400" dirty="0">
                <a:solidFill>
                  <a:schemeClr val="accent2"/>
                </a:solidFill>
              </a:rPr>
              <a:t>December 2020</a:t>
            </a:r>
          </a:p>
        </p:txBody>
      </p:sp>
    </p:spTree>
    <p:extLst>
      <p:ext uri="{BB962C8B-B14F-4D97-AF65-F5344CB8AC3E}">
        <p14:creationId xmlns:p14="http://schemas.microsoft.com/office/powerpoint/2010/main" val="83452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E14314D-D7DA-4034-B6F3-291FBB10D4AF}"/>
              </a:ext>
            </a:extLst>
          </p:cNvPr>
          <p:cNvSpPr txBox="1">
            <a:spLocks/>
          </p:cNvSpPr>
          <p:nvPr/>
        </p:nvSpPr>
        <p:spPr>
          <a:xfrm>
            <a:off x="460979" y="160587"/>
            <a:ext cx="8229600" cy="576743"/>
          </a:xfrm>
          <a:prstGeom prst="rect">
            <a:avLst/>
          </a:prstGeom>
        </p:spPr>
        <p:txBody>
          <a:bodyPr vert="horz" lIns="0" tIns="0" rIns="0" bIns="0" rtlCol="0" anchor="b" anchorCtr="0">
            <a:normAutofit fontScale="90000"/>
          </a:bodyPr>
          <a:lstStyle>
            <a:lvl1pPr algn="l" defTabSz="914400" rtl="0" eaLnBrk="1" latinLnBrk="0" hangingPunct="1">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C2074"/>
                </a:solidFill>
                <a:effectLst/>
                <a:uLnTx/>
                <a:uFillTx/>
                <a:latin typeface="Arial"/>
                <a:ea typeface="+mj-ea"/>
                <a:cs typeface="+mj-cs"/>
              </a:rPr>
              <a:t>“Technology Principles” to execute on our strategy</a:t>
            </a:r>
          </a:p>
        </p:txBody>
      </p:sp>
      <p:sp>
        <p:nvSpPr>
          <p:cNvPr id="4" name="Content Placeholder 2">
            <a:extLst>
              <a:ext uri="{FF2B5EF4-FFF2-40B4-BE49-F238E27FC236}">
                <a16:creationId xmlns:a16="http://schemas.microsoft.com/office/drawing/2014/main" id="{50C56598-99C4-4B08-83B6-044172DA60B0}"/>
              </a:ext>
            </a:extLst>
          </p:cNvPr>
          <p:cNvSpPr txBox="1">
            <a:spLocks/>
          </p:cNvSpPr>
          <p:nvPr/>
        </p:nvSpPr>
        <p:spPr>
          <a:xfrm>
            <a:off x="557962" y="1216588"/>
            <a:ext cx="5524185" cy="4560849"/>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37744"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AutoNum type="arabicPeriod"/>
              <a:tabLst/>
              <a:defRPr/>
            </a:pPr>
            <a:r>
              <a:rPr kumimoji="0" lang="en-US" sz="1200" b="1" i="0" u="none" strike="noStrike" kern="1200" cap="none" spc="0" normalizeH="0" baseline="0" noProof="0" dirty="0">
                <a:ln>
                  <a:noFill/>
                </a:ln>
                <a:solidFill>
                  <a:srgbClr val="0C2074"/>
                </a:solidFill>
                <a:effectLst/>
                <a:uLnTx/>
                <a:uFillTx/>
                <a:latin typeface="Arial"/>
                <a:ea typeface="+mn-ea"/>
                <a:cs typeface="+mn-cs"/>
              </a:rPr>
              <a:t>Unified customer experience:</a:t>
            </a:r>
            <a:r>
              <a:rPr kumimoji="0" lang="en-US" sz="1200" b="0" i="0" u="none" strike="noStrike" kern="1200" cap="none" spc="0" normalizeH="0" baseline="0" noProof="0" dirty="0">
                <a:ln>
                  <a:noFill/>
                </a:ln>
                <a:solidFill>
                  <a:srgbClr val="0C2074"/>
                </a:solidFill>
                <a:effectLst/>
                <a:uLnTx/>
                <a:uFillTx/>
                <a:latin typeface="Arial"/>
                <a:ea typeface="+mn-ea"/>
                <a:cs typeface="+mn-cs"/>
              </a:rPr>
              <a:t> </a:t>
            </a:r>
            <a:r>
              <a:rPr kumimoji="0" lang="en-US" sz="1200" b="0" i="0" u="none" strike="noStrike" kern="1200" cap="none" spc="0" normalizeH="0" baseline="0" noProof="0" dirty="0">
                <a:ln>
                  <a:noFill/>
                </a:ln>
                <a:solidFill>
                  <a:srgbClr val="000000"/>
                </a:solidFill>
                <a:effectLst/>
                <a:uLnTx/>
                <a:uFillTx/>
                <a:latin typeface="Arial"/>
                <a:ea typeface="+mn-ea"/>
                <a:cs typeface="+mn-cs"/>
              </a:rPr>
              <a:t>Deliver unified experience across all our businesses/products (rather than product-specific experiences), with the objective of maximizing customer engagement</a:t>
            </a:r>
            <a:br>
              <a:rPr kumimoji="0" lang="en-US" sz="1200" b="0" i="0" u="none" strike="noStrike" kern="1200" cap="none" spc="0" normalizeH="0" baseline="0" noProof="0" dirty="0">
                <a:ln>
                  <a:noFill/>
                </a:ln>
                <a:solidFill>
                  <a:srgbClr val="000000"/>
                </a:solidFill>
                <a:effectLst/>
                <a:uLnTx/>
                <a:uFillTx/>
                <a:latin typeface="Arial"/>
                <a:ea typeface="+mn-ea"/>
                <a:cs typeface="+mn-cs"/>
              </a:rPr>
            </a:b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237744"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AutoNum type="arabicPeriod"/>
              <a:tabLst/>
              <a:defRPr/>
            </a:pPr>
            <a:r>
              <a:rPr kumimoji="0" lang="en-US" sz="1200" b="1" i="0" u="none" strike="noStrike" kern="1200" cap="none" spc="0" normalizeH="0" baseline="0" noProof="0" dirty="0">
                <a:ln>
                  <a:noFill/>
                </a:ln>
                <a:solidFill>
                  <a:srgbClr val="0C2074"/>
                </a:solidFill>
                <a:effectLst/>
                <a:uLnTx/>
                <a:uFillTx/>
                <a:latin typeface="Arial"/>
                <a:ea typeface="+mn-ea"/>
                <a:cs typeface="+mn-cs"/>
              </a:rPr>
              <a:t>APIs</a:t>
            </a:r>
            <a:r>
              <a:rPr kumimoji="0" lang="en-US" sz="1200" b="0" i="0" u="none" strike="noStrike" kern="1200" cap="none" spc="0" normalizeH="0" baseline="0" noProof="0" dirty="0">
                <a:ln>
                  <a:noFill/>
                </a:ln>
                <a:solidFill>
                  <a:srgbClr val="0C2074"/>
                </a:solidFill>
                <a:effectLst/>
                <a:uLnTx/>
                <a:uFillTx/>
                <a:latin typeface="Arial"/>
                <a:ea typeface="+mn-ea"/>
                <a:cs typeface="+mn-cs"/>
              </a:rPr>
              <a:t>: </a:t>
            </a:r>
            <a:r>
              <a:rPr kumimoji="0" lang="en-US" sz="1200" b="0" i="0" u="none" strike="noStrike" kern="1200" cap="none" spc="0" normalizeH="0" baseline="0" noProof="0" dirty="0">
                <a:ln>
                  <a:noFill/>
                </a:ln>
                <a:solidFill>
                  <a:srgbClr val="000000"/>
                </a:solidFill>
                <a:effectLst/>
                <a:uLnTx/>
                <a:uFillTx/>
                <a:latin typeface="Arial"/>
                <a:ea typeface="+mn-ea"/>
                <a:cs typeface="+mn-cs"/>
              </a:rPr>
              <a:t>Applications and customer experiences will access data and services only via our published APIs and microservices. These “open banking APIs” will be used for both internal and external uses. All APIs will be documented, published, discoverable, and will comply with our API standards</a:t>
            </a:r>
            <a:br>
              <a:rPr kumimoji="0" lang="en-US" sz="1200" b="0" i="0" u="none" strike="noStrike" kern="1200" cap="none" spc="0" normalizeH="0" baseline="0" noProof="0" dirty="0">
                <a:ln>
                  <a:noFill/>
                </a:ln>
                <a:solidFill>
                  <a:srgbClr val="000000"/>
                </a:solidFill>
                <a:effectLst/>
                <a:uLnTx/>
                <a:uFillTx/>
                <a:latin typeface="Arial"/>
                <a:ea typeface="+mn-ea"/>
                <a:cs typeface="+mn-cs"/>
              </a:rPr>
            </a:b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237744"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AutoNum type="arabicPeriod"/>
              <a:tabLst/>
              <a:defRPr/>
            </a:pPr>
            <a:r>
              <a:rPr kumimoji="0" lang="en-US" sz="1200" b="1" i="0" u="none" strike="noStrike" kern="1200" cap="none" spc="0" normalizeH="0" baseline="0" noProof="0" dirty="0">
                <a:ln>
                  <a:noFill/>
                </a:ln>
                <a:solidFill>
                  <a:srgbClr val="0C2074"/>
                </a:solidFill>
                <a:effectLst/>
                <a:uLnTx/>
                <a:uFillTx/>
                <a:latin typeface="Arial"/>
                <a:ea typeface="+mn-ea"/>
                <a:cs typeface="+mn-cs"/>
              </a:rPr>
              <a:t>Re-use of shared services, APIs:</a:t>
            </a:r>
            <a:r>
              <a:rPr kumimoji="0" lang="en-US" sz="1200" b="0" i="0" u="none" strike="noStrike" kern="1200" cap="none" spc="0" normalizeH="0" baseline="0" noProof="0" dirty="0">
                <a:ln>
                  <a:noFill/>
                </a:ln>
                <a:solidFill>
                  <a:srgbClr val="000000"/>
                </a:solidFill>
                <a:effectLst/>
                <a:uLnTx/>
                <a:uFillTx/>
                <a:latin typeface="Arial"/>
                <a:ea typeface="+mn-ea"/>
                <a:cs typeface="+mn-cs"/>
              </a:rPr>
              <a:t> Applications and customer experiences will leverage shared, reusable services and APIs for common set of services like authentication, money movement, on-boarding and document management</a:t>
            </a:r>
            <a:br>
              <a:rPr kumimoji="0" lang="en-US" sz="1200" b="0" i="0" u="none" strike="noStrike" kern="1200" cap="none" spc="0" normalizeH="0" baseline="0" noProof="0" dirty="0">
                <a:ln>
                  <a:noFill/>
                </a:ln>
                <a:solidFill>
                  <a:srgbClr val="000000"/>
                </a:solidFill>
                <a:effectLst/>
                <a:uLnTx/>
                <a:uFillTx/>
                <a:latin typeface="Arial"/>
                <a:ea typeface="+mn-ea"/>
                <a:cs typeface="+mn-cs"/>
              </a:rPr>
            </a:b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237744"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AutoNum type="arabicPeriod"/>
              <a:tabLst/>
              <a:defRPr/>
            </a:pPr>
            <a:r>
              <a:rPr kumimoji="0" lang="en-US" sz="1200" b="1" i="0" u="none" strike="noStrike" kern="1200" cap="none" spc="0" normalizeH="0" baseline="0" noProof="0" dirty="0">
                <a:ln>
                  <a:noFill/>
                </a:ln>
                <a:solidFill>
                  <a:srgbClr val="0C2074"/>
                </a:solidFill>
                <a:effectLst/>
                <a:uLnTx/>
                <a:uFillTx/>
                <a:latin typeface="Arial"/>
                <a:ea typeface="+mn-ea"/>
                <a:cs typeface="+mn-cs"/>
              </a:rPr>
              <a:t>Unified data layer &amp; infrastructure</a:t>
            </a:r>
            <a:r>
              <a:rPr kumimoji="0" lang="en-US" sz="1200" b="0" i="0" u="none" strike="noStrike" kern="1200" cap="none" spc="0" normalizeH="0" baseline="0" noProof="0" dirty="0">
                <a:ln>
                  <a:noFill/>
                </a:ln>
                <a:solidFill>
                  <a:srgbClr val="0C2074"/>
                </a:solidFill>
                <a:effectLst/>
                <a:uLnTx/>
                <a:uFillTx/>
                <a:latin typeface="Arial"/>
                <a:ea typeface="+mn-ea"/>
                <a:cs typeface="+mn-cs"/>
              </a:rPr>
              <a:t>: </a:t>
            </a:r>
            <a:r>
              <a:rPr kumimoji="0" lang="en-US" sz="1200" b="0" i="0" u="none" strike="noStrike" kern="1200" cap="none" spc="0" normalizeH="0" baseline="0" noProof="0" dirty="0">
                <a:ln>
                  <a:noFill/>
                </a:ln>
                <a:solidFill>
                  <a:srgbClr val="000000"/>
                </a:solidFill>
                <a:effectLst/>
                <a:uLnTx/>
                <a:uFillTx/>
                <a:latin typeface="Arial"/>
                <a:ea typeface="+mn-ea"/>
                <a:cs typeface="+mn-cs"/>
              </a:rPr>
              <a:t>All data access by applications, customer experiences and analytics uses will use data APIs on the unified data platform. These APIs will provide data of record, without need for redundant copies of data. We will reduce, eliminate unnecessary copies of data</a:t>
            </a:r>
            <a:br>
              <a:rPr kumimoji="0" lang="en-US" sz="1200" b="0" i="0" u="none" strike="noStrike" kern="1200" cap="none" spc="0" normalizeH="0" baseline="0" noProof="0" dirty="0">
                <a:ln>
                  <a:noFill/>
                </a:ln>
                <a:solidFill>
                  <a:srgbClr val="000000"/>
                </a:solidFill>
                <a:effectLst/>
                <a:uLnTx/>
                <a:uFillTx/>
                <a:latin typeface="Arial"/>
                <a:ea typeface="+mn-ea"/>
                <a:cs typeface="+mn-cs"/>
              </a:rPr>
            </a:b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237744"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AutoNum type="arabicPeriod"/>
              <a:tabLst/>
              <a:defRPr/>
            </a:pPr>
            <a:r>
              <a:rPr kumimoji="0" lang="en-US" sz="1200" b="1" i="0" u="none" strike="noStrike" kern="1200" cap="none" spc="0" normalizeH="0" baseline="0" noProof="0" dirty="0">
                <a:ln>
                  <a:noFill/>
                </a:ln>
                <a:solidFill>
                  <a:srgbClr val="0C2074"/>
                </a:solidFill>
                <a:effectLst/>
                <a:uLnTx/>
                <a:uFillTx/>
                <a:latin typeface="Arial"/>
                <a:ea typeface="+mn-ea"/>
                <a:cs typeface="+mn-cs"/>
              </a:rPr>
              <a:t>Cloud-first:</a:t>
            </a:r>
            <a:r>
              <a:rPr kumimoji="0" lang="en-US" sz="1200" b="0" i="0" u="none" strike="noStrike" kern="1200" cap="none" spc="0" normalizeH="0" baseline="0" noProof="0" dirty="0">
                <a:ln>
                  <a:noFill/>
                </a:ln>
                <a:solidFill>
                  <a:srgbClr val="0C2074"/>
                </a:solidFill>
                <a:effectLst/>
                <a:uLnTx/>
                <a:uFillTx/>
                <a:latin typeface="Arial"/>
                <a:ea typeface="+mn-ea"/>
                <a:cs typeface="+mn-cs"/>
              </a:rPr>
              <a:t> </a:t>
            </a:r>
            <a:r>
              <a:rPr kumimoji="0" lang="en-US" sz="1200" b="0" i="0" u="none" strike="noStrike" kern="1200" cap="none" spc="0" normalizeH="0" baseline="0" noProof="0" dirty="0">
                <a:ln>
                  <a:noFill/>
                </a:ln>
                <a:solidFill>
                  <a:srgbClr val="000000"/>
                </a:solidFill>
                <a:effectLst/>
                <a:uLnTx/>
                <a:uFillTx/>
                <a:latin typeface="Arial"/>
                <a:ea typeface="+mn-ea"/>
                <a:cs typeface="+mn-cs"/>
              </a:rPr>
              <a:t>All new applications to be deployed on AWS or Google Cloud. We do not intend to add hardware or systems to the on-premise data centers and will limit mainframe expansion.</a:t>
            </a:r>
          </a:p>
        </p:txBody>
      </p:sp>
      <p:sp>
        <p:nvSpPr>
          <p:cNvPr id="5" name="Content Placeholder 2">
            <a:extLst>
              <a:ext uri="{FF2B5EF4-FFF2-40B4-BE49-F238E27FC236}">
                <a16:creationId xmlns:a16="http://schemas.microsoft.com/office/drawing/2014/main" id="{F1B7D789-D33A-4E49-B716-F375749371D6}"/>
              </a:ext>
            </a:extLst>
          </p:cNvPr>
          <p:cNvSpPr txBox="1">
            <a:spLocks/>
          </p:cNvSpPr>
          <p:nvPr/>
        </p:nvSpPr>
        <p:spPr>
          <a:xfrm>
            <a:off x="6505341" y="1216588"/>
            <a:ext cx="4980078" cy="4560849"/>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37744" indent="-228600">
              <a:buAutoNum type="arabicPeriod" startAt="6"/>
            </a:pPr>
            <a:r>
              <a:rPr lang="en-US" sz="1200" b="1" dirty="0">
                <a:solidFill>
                  <a:srgbClr val="0C2074"/>
                </a:solidFill>
                <a:latin typeface="Arial"/>
              </a:rPr>
              <a:t>Open source:</a:t>
            </a:r>
            <a:r>
              <a:rPr lang="en-US" sz="1200" dirty="0">
                <a:solidFill>
                  <a:srgbClr val="000000"/>
                </a:solidFill>
                <a:latin typeface="Arial"/>
              </a:rPr>
              <a:t> Applications, customer experiences and other users will leverage open source tools and software wherever possible</a:t>
            </a:r>
            <a:br>
              <a:rPr lang="en-US" sz="1200" dirty="0">
                <a:solidFill>
                  <a:srgbClr val="000000"/>
                </a:solidFill>
                <a:latin typeface="Arial"/>
              </a:rPr>
            </a:br>
            <a:endParaRPr lang="en-US" sz="1200" dirty="0">
              <a:solidFill>
                <a:srgbClr val="000000"/>
              </a:solidFill>
              <a:latin typeface="Arial"/>
            </a:endParaRPr>
          </a:p>
          <a:p>
            <a:pPr marL="237744" indent="-228600">
              <a:buAutoNum type="arabicPeriod" startAt="6"/>
            </a:pPr>
            <a:r>
              <a:rPr lang="en-US" sz="1200" b="1" dirty="0">
                <a:solidFill>
                  <a:srgbClr val="0C2074"/>
                </a:solidFill>
                <a:latin typeface="Arial"/>
              </a:rPr>
              <a:t>Hollow out the core:</a:t>
            </a:r>
            <a:r>
              <a:rPr lang="en-US" sz="1200" dirty="0">
                <a:solidFill>
                  <a:srgbClr val="000000"/>
                </a:solidFill>
                <a:latin typeface="Arial"/>
              </a:rPr>
              <a:t> The core systems like Hogan should only be used to fulfill their primary purpose as systems of record. Data and processing not relevant to their primary purpose will be moved out of the core. Applications will use shared services or data APIs, rather than directly accessing core systems</a:t>
            </a:r>
            <a:br>
              <a:rPr lang="en-US" sz="1200" dirty="0">
                <a:solidFill>
                  <a:srgbClr val="000000"/>
                </a:solidFill>
                <a:latin typeface="Arial"/>
              </a:rPr>
            </a:br>
            <a:endParaRPr lang="en-US" sz="1200" dirty="0">
              <a:solidFill>
                <a:srgbClr val="000000"/>
              </a:solidFill>
              <a:latin typeface="Arial"/>
            </a:endParaRPr>
          </a:p>
          <a:p>
            <a:pPr marL="237744" indent="-228600">
              <a:buAutoNum type="arabicPeriod" startAt="6"/>
            </a:pPr>
            <a:r>
              <a:rPr lang="en-US" sz="1200" b="1" dirty="0">
                <a:solidFill>
                  <a:srgbClr val="0C2074"/>
                </a:solidFill>
                <a:latin typeface="Arial"/>
              </a:rPr>
              <a:t>Resiliency</a:t>
            </a:r>
            <a:r>
              <a:rPr lang="en-US" sz="1200" dirty="0">
                <a:solidFill>
                  <a:srgbClr val="0C2074"/>
                </a:solidFill>
                <a:latin typeface="Arial"/>
              </a:rPr>
              <a:t>: </a:t>
            </a:r>
            <a:r>
              <a:rPr lang="en-US" sz="1200" dirty="0">
                <a:solidFill>
                  <a:srgbClr val="000000"/>
                </a:solidFill>
                <a:latin typeface="Arial"/>
              </a:rPr>
              <a:t>Each application, service and API will be designed &amp; tested to be individually resilient and scalable. Our systems, in the Cloud and on-prem, will have an active-active resiliency configuration</a:t>
            </a:r>
            <a:br>
              <a:rPr lang="en-US" sz="1200" dirty="0">
                <a:solidFill>
                  <a:srgbClr val="000000"/>
                </a:solidFill>
                <a:latin typeface="Arial"/>
              </a:rPr>
            </a:br>
            <a:endParaRPr lang="en-US" sz="1200" dirty="0">
              <a:solidFill>
                <a:srgbClr val="000000"/>
              </a:solidFill>
              <a:latin typeface="Arial"/>
            </a:endParaRPr>
          </a:p>
          <a:p>
            <a:pPr marL="237744" indent="-228600">
              <a:buAutoNum type="arabicPeriod" startAt="6"/>
            </a:pPr>
            <a:r>
              <a:rPr lang="en-US" sz="1200" b="1" dirty="0">
                <a:solidFill>
                  <a:srgbClr val="0C2074"/>
                </a:solidFill>
                <a:latin typeface="Arial"/>
              </a:rPr>
              <a:t>Security and Risk Management</a:t>
            </a:r>
            <a:r>
              <a:rPr lang="en-US" sz="1200" dirty="0">
                <a:solidFill>
                  <a:srgbClr val="0C2074"/>
                </a:solidFill>
                <a:latin typeface="Arial"/>
              </a:rPr>
              <a:t>: </a:t>
            </a:r>
            <a:r>
              <a:rPr lang="en-US" sz="1200" dirty="0">
                <a:solidFill>
                  <a:srgbClr val="000000"/>
                </a:solidFill>
                <a:latin typeface="Arial"/>
              </a:rPr>
              <a:t>Systematically integrate security and risk management into our applications and development frameworks</a:t>
            </a:r>
            <a:br>
              <a:rPr lang="en-US" sz="1200" dirty="0">
                <a:solidFill>
                  <a:srgbClr val="000000"/>
                </a:solidFill>
                <a:latin typeface="Arial"/>
              </a:rPr>
            </a:br>
            <a:endParaRPr lang="en-US" sz="1200" dirty="0">
              <a:solidFill>
                <a:srgbClr val="000000"/>
              </a:solidFill>
              <a:latin typeface="Arial"/>
            </a:endParaRPr>
          </a:p>
          <a:p>
            <a:pPr marL="237744" indent="-228600">
              <a:buAutoNum type="arabicPeriod" startAt="6"/>
            </a:pPr>
            <a:r>
              <a:rPr lang="en-US" sz="1200" b="1" dirty="0">
                <a:solidFill>
                  <a:srgbClr val="0C2074"/>
                </a:solidFill>
                <a:latin typeface="Arial"/>
              </a:rPr>
              <a:t>Architectural rigor</a:t>
            </a:r>
            <a:r>
              <a:rPr lang="en-US" sz="1200" dirty="0">
                <a:solidFill>
                  <a:srgbClr val="0C2074"/>
                </a:solidFill>
                <a:latin typeface="Arial"/>
              </a:rPr>
              <a:t>: </a:t>
            </a:r>
            <a:r>
              <a:rPr lang="en-US" sz="1200" dirty="0">
                <a:solidFill>
                  <a:srgbClr val="000000"/>
                </a:solidFill>
                <a:latin typeface="Arial"/>
              </a:rPr>
              <a:t>Any exceptions to above principles need to be explicitly approved by Enterprise Architecture.</a:t>
            </a:r>
          </a:p>
          <a:p>
            <a:pPr marL="9144" indent="0">
              <a:buFont typeface="Arial" panose="020B0604020202020204" pitchFamily="34" charset="0"/>
              <a:buNone/>
            </a:pPr>
            <a:endParaRPr lang="en-US" sz="1200" dirty="0">
              <a:solidFill>
                <a:srgbClr val="000000"/>
              </a:solidFill>
              <a:latin typeface="Arial"/>
            </a:endParaRPr>
          </a:p>
        </p:txBody>
      </p:sp>
      <p:sp>
        <p:nvSpPr>
          <p:cNvPr id="6" name="Rectangle 5">
            <a:extLst>
              <a:ext uri="{FF2B5EF4-FFF2-40B4-BE49-F238E27FC236}">
                <a16:creationId xmlns:a16="http://schemas.microsoft.com/office/drawing/2014/main" id="{AC56F22F-56C4-4BC8-B3B4-58E438484E3E}"/>
              </a:ext>
            </a:extLst>
          </p:cNvPr>
          <p:cNvSpPr/>
          <p:nvPr/>
        </p:nvSpPr>
        <p:spPr>
          <a:xfrm>
            <a:off x="474834" y="1993164"/>
            <a:ext cx="5718149" cy="886062"/>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5B5589E-83AF-4AD8-83A0-3F5C3F836782}"/>
              </a:ext>
            </a:extLst>
          </p:cNvPr>
          <p:cNvSpPr/>
          <p:nvPr/>
        </p:nvSpPr>
        <p:spPr>
          <a:xfrm>
            <a:off x="6478382" y="1858397"/>
            <a:ext cx="5180849" cy="1012641"/>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03D93C-905E-4457-8BAE-D6E4209290F1}"/>
              </a:ext>
            </a:extLst>
          </p:cNvPr>
          <p:cNvSpPr/>
          <p:nvPr/>
        </p:nvSpPr>
        <p:spPr>
          <a:xfrm>
            <a:off x="476092" y="3001082"/>
            <a:ext cx="5718149" cy="886062"/>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A23F308-79FE-400C-ACAF-A429ABCA37BB}"/>
              </a:ext>
            </a:extLst>
          </p:cNvPr>
          <p:cNvSpPr/>
          <p:nvPr/>
        </p:nvSpPr>
        <p:spPr>
          <a:xfrm>
            <a:off x="460979" y="4011832"/>
            <a:ext cx="5718149" cy="995119"/>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93F181A-6718-4A88-8DA5-B4073D70933A}"/>
              </a:ext>
            </a:extLst>
          </p:cNvPr>
          <p:cNvSpPr/>
          <p:nvPr/>
        </p:nvSpPr>
        <p:spPr>
          <a:xfrm>
            <a:off x="6478382" y="1146165"/>
            <a:ext cx="5180849" cy="576743"/>
          </a:xfrm>
          <a:prstGeom prst="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955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14">
            <a:extLst>
              <a:ext uri="{FF2B5EF4-FFF2-40B4-BE49-F238E27FC236}">
                <a16:creationId xmlns:a16="http://schemas.microsoft.com/office/drawing/2014/main" id="{8D77B430-228F-481A-82C8-9F799F60BA09}"/>
              </a:ext>
            </a:extLst>
          </p:cNvPr>
          <p:cNvGraphicFramePr>
            <a:graphicFrameLocks noGrp="1"/>
          </p:cNvGraphicFramePr>
          <p:nvPr/>
        </p:nvGraphicFramePr>
        <p:xfrm>
          <a:off x="-1" y="487679"/>
          <a:ext cx="12192001" cy="7132910"/>
        </p:xfrm>
        <a:graphic>
          <a:graphicData uri="http://schemas.openxmlformats.org/drawingml/2006/table">
            <a:tbl>
              <a:tblPr firstRow="1" bandRow="1"/>
              <a:tblGrid>
                <a:gridCol w="5127987">
                  <a:extLst>
                    <a:ext uri="{9D8B030D-6E8A-4147-A177-3AD203B41FA5}">
                      <a16:colId xmlns:a16="http://schemas.microsoft.com/office/drawing/2014/main" val="2046272036"/>
                    </a:ext>
                  </a:extLst>
                </a:gridCol>
                <a:gridCol w="968013">
                  <a:extLst>
                    <a:ext uri="{9D8B030D-6E8A-4147-A177-3AD203B41FA5}">
                      <a16:colId xmlns:a16="http://schemas.microsoft.com/office/drawing/2014/main" val="3589560912"/>
                    </a:ext>
                  </a:extLst>
                </a:gridCol>
                <a:gridCol w="2368217">
                  <a:extLst>
                    <a:ext uri="{9D8B030D-6E8A-4147-A177-3AD203B41FA5}">
                      <a16:colId xmlns:a16="http://schemas.microsoft.com/office/drawing/2014/main" val="2791607870"/>
                    </a:ext>
                  </a:extLst>
                </a:gridCol>
                <a:gridCol w="3727784">
                  <a:extLst>
                    <a:ext uri="{9D8B030D-6E8A-4147-A177-3AD203B41FA5}">
                      <a16:colId xmlns:a16="http://schemas.microsoft.com/office/drawing/2014/main" val="3884257251"/>
                    </a:ext>
                  </a:extLst>
                </a:gridCol>
              </a:tblGrid>
              <a:tr h="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API Catalog</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C2074"/>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DevOps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C2074"/>
                    </a:solidFill>
                  </a:tcPr>
                </a:tc>
                <a:tc hMerge="1">
                  <a:txBody>
                    <a:bodyPr/>
                    <a:lstStyle/>
                    <a:p>
                      <a:endParaRPr lang="en-US"/>
                    </a:p>
                  </a:txBody>
                  <a:tcPr/>
                </a:tc>
                <a:tc>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Data Platform / Sprawl Reduction</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extLst>
                  <a:ext uri="{0D108BD9-81ED-4DB2-BD59-A6C34878D82A}">
                    <a16:rowId xmlns:a16="http://schemas.microsoft.com/office/drawing/2014/main" val="222263176"/>
                  </a:ext>
                </a:extLst>
              </a:tr>
              <a:tr h="1651001">
                <a:tc rowSpan="3">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461 Wealth API’s in Production</a:t>
                      </a:r>
                      <a:endParaRPr kumimoji="0" lang="en-US" sz="1200" b="0" i="1"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40% Modern stack / 60% Legacy</a:t>
                      </a:r>
                    </a:p>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30% of API’s external</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j-lt"/>
                          <a:ea typeface="+mn-ea"/>
                          <a:cs typeface="+mn-cs"/>
                        </a:rPr>
                        <a:t>45% WMIS reusable</a:t>
                      </a:r>
                    </a:p>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21% of API’s Enterprise re-usable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7EC"/>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Engineering SLA for deployments reduced from 5 days to 1 hour</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100% all new API development deployed via CI/CD pipelines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100% of all new API’s have automated tests written in 2020</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500+ pipeline deployments in 2020 </a:t>
                      </a:r>
                      <a:r>
                        <a:rPr kumimoji="0" lang="en-US" sz="1200" b="0" i="1" u="none" strike="noStrike" kern="1200" cap="none" spc="0" normalizeH="0" baseline="0" noProof="0" dirty="0">
                          <a:ln>
                            <a:noFill/>
                          </a:ln>
                          <a:solidFill>
                            <a:prstClr val="black"/>
                          </a:solidFill>
                          <a:effectLst/>
                          <a:uLnTx/>
                          <a:uFillTx/>
                          <a:latin typeface="Calibri Light" panose="020F0302020204030204"/>
                          <a:ea typeface="+mn-ea"/>
                          <a:cs typeface="+mn-cs"/>
                        </a:rPr>
                        <a:t>(DEV, IT, UAT, PRD)</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7EC"/>
                    </a:solidFill>
                  </a:tcPr>
                </a:tc>
                <a:tc h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Reduced MIPS – US Bank Mobile App &amp; data aggregators use Wealth API’s sourcing data from Cassandra. </a:t>
                      </a:r>
                      <a:r>
                        <a:rPr kumimoji="0" lang="en-US" sz="1200" b="0" i="1" u="none" strike="noStrike" kern="1200" cap="none" spc="0" normalizeH="0" baseline="0" noProof="0" dirty="0">
                          <a:ln>
                            <a:noFill/>
                          </a:ln>
                          <a:solidFill>
                            <a:prstClr val="black"/>
                          </a:solidFill>
                          <a:effectLst/>
                          <a:uLnTx/>
                          <a:uFillTx/>
                          <a:latin typeface="Calibri Light" panose="020F0302020204030204"/>
                          <a:ea typeface="+mn-ea"/>
                          <a:cs typeface="+mn-cs"/>
                        </a:rPr>
                        <a:t>(Impacts Hogan CIS and FIS)</a:t>
                      </a: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15 data streaming services built to populate Online/Cassandra data stores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13 Online/Cassandra tables built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10 API’s sourcing data from Online/Cassandra</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extLst>
                  <a:ext uri="{0D108BD9-81ED-4DB2-BD59-A6C34878D82A}">
                    <a16:rowId xmlns:a16="http://schemas.microsoft.com/office/drawing/2014/main" val="761180475"/>
                  </a:ext>
                </a:extLst>
              </a:tr>
              <a:tr h="0">
                <a:tc vMerge="1">
                  <a:txBody>
                    <a:bodyPr/>
                    <a:lstStyle/>
                    <a:p>
                      <a:endParaRPr lang="en-US"/>
                    </a:p>
                  </a:txBody>
                  <a:tcPr>
                    <a:lnT w="12700" cap="flat" cmpd="sng" algn="ctr">
                      <a:solidFill>
                        <a:sysClr val="window" lastClr="FFFFFF"/>
                      </a:solidFill>
                      <a:prstDash val="solid"/>
                      <a:round/>
                      <a:headEnd type="none" w="med" len="med"/>
                      <a:tailEnd type="none" w="med" len="med"/>
                    </a:lnT>
                  </a:tcPr>
                </a:tc>
                <a:tc gridSpan="2">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Public Cloud Readiness</a:t>
                      </a:r>
                    </a:p>
                  </a:txBody>
                  <a:tcPr>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endParaRPr lang="en-US"/>
                    </a:p>
                  </a:txBody>
                  <a:tcPr/>
                </a:tc>
                <a:tc>
                  <a:txBody>
                    <a:bodyPr/>
                    <a:lstStyle/>
                    <a:p>
                      <a:r>
                        <a:rPr lang="en-US" sz="1200" b="1" kern="1200" dirty="0">
                          <a:solidFill>
                            <a:schemeClr val="lt1"/>
                          </a:solidFill>
                          <a:latin typeface="+mn-lt"/>
                          <a:ea typeface="+mn-ea"/>
                          <a:cs typeface="+mn-cs"/>
                        </a:rPr>
                        <a:t>Workforce</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extLst>
                  <a:ext uri="{0D108BD9-81ED-4DB2-BD59-A6C34878D82A}">
                    <a16:rowId xmlns:a16="http://schemas.microsoft.com/office/drawing/2014/main" val="1885463480"/>
                  </a:ext>
                </a:extLst>
              </a:tr>
              <a:tr h="2368551">
                <a:tc vMerge="1">
                  <a:txBody>
                    <a:bodyPr/>
                    <a:lstStyle/>
                    <a:p>
                      <a:endParaRPr lang="en-US"/>
                    </a:p>
                  </a:txBody>
                  <a:tcPr/>
                </a:tc>
                <a:tc gridSpan="2">
                  <a:txBody>
                    <a:bodyPr/>
                    <a:lstStyle/>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100% of new API development is cloud-ready</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0 API’s on public cloud</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50 API’s available for public cloud deployment</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Migration to public  cloud must align with Broad Stroke data modernization</a:t>
                      </a:r>
                      <a:endParaRPr kumimoji="0" lang="en-US" sz="1400" b="1" i="0" u="none" strike="noStrike" kern="1200" cap="none" spc="0" normalizeH="0" baseline="0" noProof="0" dirty="0">
                        <a:ln>
                          <a:noFill/>
                        </a:ln>
                        <a:solidFill>
                          <a:prstClr val="black"/>
                        </a:solidFill>
                        <a:effectLst/>
                        <a:uLnTx/>
                        <a:uFillTx/>
                        <a:latin typeface="Calibri Light" panose="020F0302020204030204"/>
                        <a:ea typeface="+mn-ea"/>
                        <a:cs typeface="+mn-cs"/>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E7EC"/>
                    </a:solidFill>
                  </a:tcPr>
                </a:tc>
                <a:tc hMerge="1">
                  <a:txBody>
                    <a:bodyPr/>
                    <a:lstStyle/>
                    <a:p>
                      <a:endParaRPr lang="en-US"/>
                    </a:p>
                  </a:txBody>
                  <a:tcPr/>
                </a:tc>
                <a:tc>
                  <a:txBody>
                    <a:bodyPr/>
                    <a:lstStyle/>
                    <a:p>
                      <a:endParaRPr 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extLst>
                  <a:ext uri="{0D108BD9-81ED-4DB2-BD59-A6C34878D82A}">
                    <a16:rowId xmlns:a16="http://schemas.microsoft.com/office/drawing/2014/main" val="2813460111"/>
                  </a:ext>
                </a:extLst>
              </a:tr>
              <a:tr h="0">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Accomplishments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pPr lvl="0">
                        <a:buNone/>
                      </a:pPr>
                      <a:endParaRPr lang="en-US" sz="1200" dirty="0">
                        <a:latin typeface="+mn-lt"/>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CD6"/>
                    </a:solidFill>
                  </a:tcPr>
                </a:tc>
                <a:tc gridSpan="2">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Next Steps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endParaRPr lang="en-US"/>
                    </a:p>
                  </a:txBody>
                  <a:tcPr/>
                </a:tc>
                <a:extLst>
                  <a:ext uri="{0D108BD9-81ED-4DB2-BD59-A6C34878D82A}">
                    <a16:rowId xmlns:a16="http://schemas.microsoft.com/office/drawing/2014/main" val="3196860827"/>
                  </a:ext>
                </a:extLst>
              </a:tr>
              <a:tr h="2272619">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lvl="0" indent="0" algn="l">
                        <a:lnSpc>
                          <a:spcPct val="100000"/>
                        </a:lnSpc>
                        <a:spcBef>
                          <a:spcPts val="0"/>
                        </a:spcBef>
                        <a:spcAft>
                          <a:spcPts val="300"/>
                        </a:spcAft>
                        <a:buFont typeface="Arial"/>
                        <a:buChar char="•"/>
                      </a:pPr>
                      <a:r>
                        <a:rPr lang="en-US" sz="1200" b="0" i="0" u="none" strike="noStrike" noProof="0" dirty="0">
                          <a:latin typeface="+mn-lt"/>
                        </a:rPr>
                        <a:t> </a:t>
                      </a:r>
                      <a:r>
                        <a:rPr lang="en-US" sz="1200" b="0" i="0" u="none" strike="noStrike" kern="1200" noProof="0" dirty="0">
                          <a:solidFill>
                            <a:schemeClr val="dk1"/>
                          </a:solidFill>
                          <a:latin typeface="+mj-lt"/>
                          <a:ea typeface="+mn-ea"/>
                          <a:cs typeface="+mn-cs"/>
                        </a:rPr>
                        <a:t>30% Production API increase; 100 net-new Production API’s in 2020</a:t>
                      </a:r>
                    </a:p>
                    <a:p>
                      <a:pPr marL="0" lvl="0" indent="0" algn="l">
                        <a:lnSpc>
                          <a:spcPct val="100000"/>
                        </a:lnSpc>
                        <a:spcBef>
                          <a:spcPts val="0"/>
                        </a:spcBef>
                        <a:spcAft>
                          <a:spcPts val="300"/>
                        </a:spcAft>
                        <a:buFont typeface="Arial"/>
                        <a:buChar char="•"/>
                      </a:pPr>
                      <a:r>
                        <a:rPr lang="en-US" sz="1200" b="0" i="0" u="none" strike="noStrike" noProof="0" dirty="0">
                          <a:latin typeface="+mj-lt"/>
                        </a:rPr>
                        <a:t> 10% reduction in Technical Debt; 50 legacy API’s converted to modern stack</a:t>
                      </a:r>
                      <a:endParaRPr lang="en-US" sz="1200" b="0" i="1" u="none" strike="noStrike" noProof="0" dirty="0">
                        <a:latin typeface="+mj-lt"/>
                      </a:endParaRPr>
                    </a:p>
                    <a:p>
                      <a:pPr marL="0" lvl="0" indent="0" algn="l">
                        <a:lnSpc>
                          <a:spcPct val="100000"/>
                        </a:lnSpc>
                        <a:spcBef>
                          <a:spcPts val="0"/>
                        </a:spcBef>
                        <a:spcAft>
                          <a:spcPts val="300"/>
                        </a:spcAft>
                        <a:buFont typeface="Arial"/>
                        <a:buChar char="•"/>
                      </a:pPr>
                      <a:r>
                        <a:rPr lang="en-US" sz="1200" b="0" i="0" u="none" strike="noStrike" noProof="0" dirty="0">
                          <a:latin typeface="+mj-lt"/>
                        </a:rPr>
                        <a:t> APIs as Product as well as enabler; Product Model rollout</a:t>
                      </a:r>
                    </a:p>
                    <a:p>
                      <a:pPr marL="0" marR="0" lvl="0" indent="0" algn="l" defTabSz="914400" rtl="0" eaLnBrk="1" fontAlgn="auto" latinLnBrk="0" hangingPunct="1">
                        <a:lnSpc>
                          <a:spcPct val="100000"/>
                        </a:lnSpc>
                        <a:spcBef>
                          <a:spcPts val="0"/>
                        </a:spcBef>
                        <a:spcAft>
                          <a:spcPts val="300"/>
                        </a:spcAft>
                        <a:buClrTx/>
                        <a:buSzTx/>
                        <a:buFont typeface="Arial"/>
                        <a:buChar char="•"/>
                        <a:tabLst/>
                        <a:defRPr/>
                      </a:pPr>
                      <a:r>
                        <a:rPr lang="en-US" sz="1200" b="0" i="0" u="none" strike="noStrike" kern="1200" noProof="0" dirty="0">
                          <a:solidFill>
                            <a:schemeClr val="dk1"/>
                          </a:solidFill>
                          <a:latin typeface="+mj-lt"/>
                          <a:ea typeface="+mn-ea"/>
                          <a:cs typeface="+mn-cs"/>
                        </a:rPr>
                        <a:t> Federated engineering model with core Enterprise platforms </a:t>
                      </a:r>
                      <a:r>
                        <a:rPr lang="en-US" sz="1200" b="0" i="1" u="none" strike="noStrike" kern="1200" noProof="0" dirty="0">
                          <a:solidFill>
                            <a:schemeClr val="dk1"/>
                          </a:solidFill>
                          <a:latin typeface="+mj-lt"/>
                          <a:ea typeface="+mn-ea"/>
                          <a:cs typeface="+mn-cs"/>
                        </a:rPr>
                        <a:t>(Apigee, Cassandra, </a:t>
                      </a:r>
                      <a:r>
                        <a:rPr lang="en-US" sz="1200" b="0" i="1" u="none" strike="noStrike" kern="1200" noProof="0" dirty="0" err="1">
                          <a:solidFill>
                            <a:schemeClr val="dk1"/>
                          </a:solidFill>
                          <a:latin typeface="+mj-lt"/>
                          <a:ea typeface="+mn-ea"/>
                          <a:cs typeface="+mn-cs"/>
                        </a:rPr>
                        <a:t>GraphQL</a:t>
                      </a:r>
                      <a:r>
                        <a:rPr lang="en-US" sz="1200" b="0" i="1" u="none" strike="noStrike" kern="1200" noProof="0" dirty="0">
                          <a:solidFill>
                            <a:schemeClr val="dk1"/>
                          </a:solidFill>
                          <a:latin typeface="+mj-lt"/>
                          <a:ea typeface="+mn-ea"/>
                          <a:cs typeface="+mn-cs"/>
                        </a:rPr>
                        <a:t>)</a:t>
                      </a:r>
                    </a:p>
                    <a:p>
                      <a:pPr marL="0" lvl="0" indent="0" algn="l">
                        <a:lnSpc>
                          <a:spcPct val="100000"/>
                        </a:lnSpc>
                        <a:spcBef>
                          <a:spcPts val="0"/>
                        </a:spcBef>
                        <a:spcAft>
                          <a:spcPts val="300"/>
                        </a:spcAft>
                        <a:buFont typeface="Arial"/>
                        <a:buChar char="•"/>
                      </a:pPr>
                      <a:r>
                        <a:rPr lang="en-US" sz="1200" b="0" i="0" u="none" strike="noStrike" noProof="0" dirty="0">
                          <a:latin typeface="+mj-lt"/>
                        </a:rPr>
                        <a:t> Diversified workforce sourcing across strategic vendors </a:t>
                      </a:r>
                      <a:r>
                        <a:rPr lang="en-US" sz="1200" b="0" i="1" u="none" strike="noStrike" noProof="0" dirty="0">
                          <a:latin typeface="+mj-lt"/>
                        </a:rPr>
                        <a:t>(</a:t>
                      </a:r>
                      <a:r>
                        <a:rPr lang="en-US" sz="1200" b="0" i="1" u="none" strike="noStrike" noProof="0" dirty="0" err="1">
                          <a:latin typeface="+mj-lt"/>
                        </a:rPr>
                        <a:t>WiPro</a:t>
                      </a:r>
                      <a:r>
                        <a:rPr lang="en-US" sz="1200" b="0" i="1" u="none" strike="noStrike" noProof="0" dirty="0">
                          <a:latin typeface="+mj-lt"/>
                        </a:rPr>
                        <a:t>, Cognizant, TCS)</a:t>
                      </a:r>
                    </a:p>
                    <a:p>
                      <a:pPr marL="0" lvl="0" indent="0" algn="l">
                        <a:lnSpc>
                          <a:spcPct val="100000"/>
                        </a:lnSpc>
                        <a:spcBef>
                          <a:spcPts val="0"/>
                        </a:spcBef>
                        <a:spcAft>
                          <a:spcPts val="300"/>
                        </a:spcAft>
                        <a:buFont typeface="Arial"/>
                        <a:buChar char="•"/>
                      </a:pPr>
                      <a:r>
                        <a:rPr lang="en-US" sz="1200" b="0" i="1" u="none" strike="noStrike" noProof="0" dirty="0">
                          <a:latin typeface="+mj-lt"/>
                        </a:rPr>
                        <a:t> </a:t>
                      </a:r>
                      <a:r>
                        <a:rPr lang="en-US" sz="1200" b="0" i="0" u="none" strike="noStrike" kern="1200" noProof="0" dirty="0">
                          <a:solidFill>
                            <a:schemeClr val="dk1"/>
                          </a:solidFill>
                          <a:latin typeface="+mj-lt"/>
                          <a:ea typeface="+mn-ea"/>
                          <a:cs typeface="+mn-cs"/>
                        </a:rPr>
                        <a:t>WM APIs strategy aligned with Data strategy</a:t>
                      </a:r>
                      <a:endParaRPr lang="en-US" sz="1200" b="0" i="0" u="none" strike="sngStrike" noProof="0" dirty="0">
                        <a:latin typeface="+mj-lt"/>
                      </a:endParaRPr>
                    </a:p>
                    <a:p>
                      <a:pPr marL="285750" lvl="0" indent="-285750">
                        <a:spcBef>
                          <a:spcPts val="0"/>
                        </a:spcBef>
                        <a:spcAft>
                          <a:spcPts val="0"/>
                        </a:spcAft>
                        <a:buFont typeface="Arial,Sans-Serif"/>
                        <a:buChar char="•"/>
                      </a:pPr>
                      <a:endParaRPr lang="en-US" sz="1200" b="0" i="0" u="none" strike="noStrike" noProof="0" dirty="0">
                        <a:latin typeface="+mn-lt"/>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tc hMerge="1">
                  <a:txBody>
                    <a:bodyPr/>
                    <a:lstStyle/>
                    <a:p>
                      <a:pPr marL="285750" lvl="0" indent="-285750">
                        <a:spcBef>
                          <a:spcPts val="0"/>
                        </a:spcBef>
                        <a:spcAft>
                          <a:spcPts val="0"/>
                        </a:spcAft>
                        <a:buFont typeface="Arial,Sans-Serif"/>
                        <a:buChar char="•"/>
                      </a:pPr>
                      <a:endParaRPr lang="en-US" sz="1200" dirty="0">
                        <a:latin typeface="+mn-lt"/>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E7EC"/>
                    </a:solidFill>
                  </a:tcPr>
                </a:tc>
                <a:tc gridSpan="2">
                  <a:txBody>
                    <a:bodyPr/>
                    <a:lstStyle/>
                    <a:p>
                      <a:pPr marL="285750" marR="0" lvl="0" indent="-285750" algn="l" defTabSz="914400" rtl="0" eaLnBrk="1" fontAlgn="auto" latinLnBrk="0" hangingPunct="1">
                        <a:lnSpc>
                          <a:spcPct val="100000"/>
                        </a:lnSpc>
                        <a:spcBef>
                          <a:spcPts val="0"/>
                        </a:spcBef>
                        <a:spcAft>
                          <a:spcPts val="300"/>
                        </a:spcAft>
                        <a:buClrTx/>
                        <a:buSzTx/>
                        <a:buFont typeface="Arial,Sans-Serif"/>
                        <a:buChar char="•"/>
                        <a:tabLst/>
                        <a:defRPr/>
                      </a:pPr>
                      <a:r>
                        <a:rPr lang="en-US" sz="1200" kern="1200" dirty="0">
                          <a:solidFill>
                            <a:schemeClr val="dk1"/>
                          </a:solidFill>
                          <a:latin typeface="+mj-lt"/>
                          <a:ea typeface="+mn-ea"/>
                          <a:cs typeface="+mn-cs"/>
                        </a:rPr>
                        <a:t>Expand API Catalog to include entire universe; increase reusability targets</a:t>
                      </a:r>
                    </a:p>
                    <a:p>
                      <a:pPr marL="285750" lvl="0" indent="-285750">
                        <a:spcBef>
                          <a:spcPts val="0"/>
                        </a:spcBef>
                        <a:spcAft>
                          <a:spcPts val="300"/>
                        </a:spcAft>
                        <a:buFont typeface="Arial,Sans-Serif"/>
                        <a:buChar char="•"/>
                      </a:pPr>
                      <a:r>
                        <a:rPr lang="en-US" sz="1200" kern="1200" dirty="0">
                          <a:solidFill>
                            <a:schemeClr val="dk1"/>
                          </a:solidFill>
                          <a:latin typeface="+mj-lt"/>
                          <a:ea typeface="+mn-ea"/>
                          <a:cs typeface="+mn-cs"/>
                        </a:rPr>
                        <a:t>Expand external/partner API footprint by strengthening CDO product alignment</a:t>
                      </a:r>
                    </a:p>
                    <a:p>
                      <a:pPr marL="285750" lvl="0" indent="-285750">
                        <a:spcBef>
                          <a:spcPts val="0"/>
                        </a:spcBef>
                        <a:spcAft>
                          <a:spcPts val="300"/>
                        </a:spcAft>
                        <a:buFont typeface="Arial,Sans-Serif"/>
                        <a:buChar char="•"/>
                      </a:pPr>
                      <a:r>
                        <a:rPr lang="en-US" sz="1200" kern="1200" dirty="0">
                          <a:solidFill>
                            <a:schemeClr val="dk1"/>
                          </a:solidFill>
                          <a:latin typeface="+mj-lt"/>
                          <a:ea typeface="+mn-ea"/>
                          <a:cs typeface="+mn-cs"/>
                        </a:rPr>
                        <a:t>Formalize  Product Model with dedicated Technology Product Owner</a:t>
                      </a:r>
                    </a:p>
                    <a:p>
                      <a:pPr marL="285750" lvl="0" indent="-285750">
                        <a:spcBef>
                          <a:spcPts val="0"/>
                        </a:spcBef>
                        <a:spcAft>
                          <a:spcPts val="300"/>
                        </a:spcAft>
                        <a:buFont typeface="Arial,Sans-Serif"/>
                        <a:buChar char="•"/>
                      </a:pPr>
                      <a:r>
                        <a:rPr lang="en-US" sz="1200" dirty="0">
                          <a:solidFill>
                            <a:schemeClr val="dk1"/>
                          </a:solidFill>
                          <a:latin typeface="+mj-lt"/>
                        </a:rPr>
                        <a:t>Reduce technical debt and align w</a:t>
                      </a:r>
                      <a:r>
                        <a:rPr lang="en-US" sz="1200" b="0" dirty="0">
                          <a:solidFill>
                            <a:schemeClr val="dk1"/>
                          </a:solidFill>
                          <a:latin typeface="+mj-lt"/>
                        </a:rPr>
                        <a:t>ith Broad/Bold Stroke program</a:t>
                      </a:r>
                      <a:r>
                        <a:rPr lang="en-US" sz="1200" b="0" kern="1200" dirty="0">
                          <a:solidFill>
                            <a:schemeClr val="dk1"/>
                          </a:solidFill>
                          <a:latin typeface="+mj-lt"/>
                          <a:ea typeface="+mn-ea"/>
                          <a:cs typeface="+mn-cs"/>
                        </a:rPr>
                        <a:t> </a:t>
                      </a:r>
                      <a:r>
                        <a:rPr lang="en-US" sz="1200" b="0" i="1" kern="1200" dirty="0">
                          <a:solidFill>
                            <a:schemeClr val="dk1"/>
                          </a:solidFill>
                          <a:latin typeface="+mj-lt"/>
                          <a:ea typeface="+mn-ea"/>
                          <a:cs typeface="+mn-cs"/>
                        </a:rPr>
                        <a:t>(OSB, ESD, </a:t>
                      </a:r>
                      <a:r>
                        <a:rPr lang="en-US" sz="1200" b="0" i="1" kern="1200" dirty="0" err="1">
                          <a:solidFill>
                            <a:schemeClr val="dk1"/>
                          </a:solidFill>
                          <a:latin typeface="+mj-lt"/>
                          <a:ea typeface="+mn-ea"/>
                          <a:cs typeface="+mn-cs"/>
                        </a:rPr>
                        <a:t>Mulesoft</a:t>
                      </a:r>
                      <a:r>
                        <a:rPr lang="en-US" sz="1200" b="0" i="1" kern="1200" dirty="0">
                          <a:solidFill>
                            <a:schemeClr val="dk1"/>
                          </a:solidFill>
                          <a:latin typeface="+mj-lt"/>
                          <a:ea typeface="+mn-ea"/>
                          <a:cs typeface="+mn-cs"/>
                        </a:rPr>
                        <a:t>)</a:t>
                      </a:r>
                      <a:endParaRPr lang="en-US" sz="1200" b="0" dirty="0">
                        <a:solidFill>
                          <a:schemeClr val="dk1"/>
                        </a:solidFill>
                        <a:latin typeface="+mj-lt"/>
                      </a:endParaRPr>
                    </a:p>
                    <a:p>
                      <a:pPr marL="285750" lvl="0" indent="-285750">
                        <a:spcBef>
                          <a:spcPts val="0"/>
                        </a:spcBef>
                        <a:spcAft>
                          <a:spcPts val="300"/>
                        </a:spcAft>
                        <a:buFont typeface="Arial,Sans-Serif"/>
                        <a:buChar char="•"/>
                      </a:pPr>
                      <a:r>
                        <a:rPr lang="en-US" sz="1200" dirty="0">
                          <a:solidFill>
                            <a:schemeClr val="dk1"/>
                          </a:solidFill>
                          <a:latin typeface="+mj-lt"/>
                        </a:rPr>
                        <a:t>Build out Wealth data sets in Online / Cassandra</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tc hMerge="1">
                  <a:txBody>
                    <a:bodyPr/>
                    <a:lstStyle/>
                    <a:p>
                      <a:endParaRPr lang="en-US"/>
                    </a:p>
                  </a:txBody>
                  <a:tcPr/>
                </a:tc>
                <a:extLst>
                  <a:ext uri="{0D108BD9-81ED-4DB2-BD59-A6C34878D82A}">
                    <a16:rowId xmlns:a16="http://schemas.microsoft.com/office/drawing/2014/main" val="1986039029"/>
                  </a:ext>
                </a:extLst>
              </a:tr>
            </a:tbl>
          </a:graphicData>
        </a:graphic>
      </p:graphicFrame>
      <p:sp>
        <p:nvSpPr>
          <p:cNvPr id="2" name="Rectangle 1">
            <a:extLst>
              <a:ext uri="{FF2B5EF4-FFF2-40B4-BE49-F238E27FC236}">
                <a16:creationId xmlns:a16="http://schemas.microsoft.com/office/drawing/2014/main" id="{F19C2462-0079-4ADB-8F9C-D487589D0D82}"/>
              </a:ext>
            </a:extLst>
          </p:cNvPr>
          <p:cNvSpPr/>
          <p:nvPr/>
        </p:nvSpPr>
        <p:spPr>
          <a:xfrm>
            <a:off x="-1" y="13007"/>
            <a:ext cx="5200654"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WEALTH MANAGEMENT API Engineering</a:t>
            </a:r>
          </a:p>
        </p:txBody>
      </p:sp>
      <p:sp>
        <p:nvSpPr>
          <p:cNvPr id="4" name="Rectangle 3">
            <a:extLst>
              <a:ext uri="{FF2B5EF4-FFF2-40B4-BE49-F238E27FC236}">
                <a16:creationId xmlns:a16="http://schemas.microsoft.com/office/drawing/2014/main" id="{78B777F9-052E-48FB-883D-9F58B3D0BD81}"/>
              </a:ext>
            </a:extLst>
          </p:cNvPr>
          <p:cNvSpPr/>
          <p:nvPr/>
        </p:nvSpPr>
        <p:spPr>
          <a:xfrm>
            <a:off x="10922317" y="59174"/>
            <a:ext cx="1199105" cy="369332"/>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NOV 2020</a:t>
            </a:r>
          </a:p>
        </p:txBody>
      </p:sp>
      <mc:AlternateContent xmlns:mc="http://schemas.openxmlformats.org/markup-compatibility/2006" xmlns:cx1="http://schemas.microsoft.com/office/drawing/2015/9/8/chartex">
        <mc:Choice Requires="cx1">
          <p:graphicFrame>
            <p:nvGraphicFramePr>
              <p:cNvPr id="34" name="Chart 33">
                <a:extLst>
                  <a:ext uri="{FF2B5EF4-FFF2-40B4-BE49-F238E27FC236}">
                    <a16:creationId xmlns:a16="http://schemas.microsoft.com/office/drawing/2014/main" id="{14B9F15B-222D-4E70-AE27-A8CFB7F3FA1B}"/>
                  </a:ext>
                </a:extLst>
              </p:cNvPr>
              <p:cNvGraphicFramePr/>
              <p:nvPr/>
            </p:nvGraphicFramePr>
            <p:xfrm>
              <a:off x="1003902" y="1673905"/>
              <a:ext cx="3054353" cy="276994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4" name="Chart 33">
                <a:extLst>
                  <a:ext uri="{FF2B5EF4-FFF2-40B4-BE49-F238E27FC236}">
                    <a16:creationId xmlns:a16="http://schemas.microsoft.com/office/drawing/2014/main" id="{14B9F15B-222D-4E70-AE27-A8CFB7F3FA1B}"/>
                  </a:ext>
                </a:extLst>
              </p:cNvPr>
              <p:cNvPicPr>
                <a:picLocks noGrp="1" noRot="1" noChangeAspect="1" noMove="1" noResize="1" noEditPoints="1" noAdjustHandles="1" noChangeArrowheads="1" noChangeShapeType="1"/>
              </p:cNvPicPr>
              <p:nvPr/>
            </p:nvPicPr>
            <p:blipFill>
              <a:blip r:embed="rId4"/>
              <a:stretch>
                <a:fillRect/>
              </a:stretch>
            </p:blipFill>
            <p:spPr>
              <a:xfrm>
                <a:off x="1003902" y="1673905"/>
                <a:ext cx="3054353" cy="2769947"/>
              </a:xfrm>
              <a:prstGeom prst="rect">
                <a:avLst/>
              </a:prstGeom>
            </p:spPr>
          </p:pic>
        </mc:Fallback>
      </mc:AlternateContent>
      <p:grpSp>
        <p:nvGrpSpPr>
          <p:cNvPr id="59" name="Group 58">
            <a:extLst>
              <a:ext uri="{FF2B5EF4-FFF2-40B4-BE49-F238E27FC236}">
                <a16:creationId xmlns:a16="http://schemas.microsoft.com/office/drawing/2014/main" id="{12BD6480-C2B8-4BED-8665-7BAED5F4C727}"/>
              </a:ext>
            </a:extLst>
          </p:cNvPr>
          <p:cNvGrpSpPr/>
          <p:nvPr/>
        </p:nvGrpSpPr>
        <p:grpSpPr>
          <a:xfrm>
            <a:off x="85683" y="4333386"/>
            <a:ext cx="1187450" cy="578132"/>
            <a:chOff x="213017" y="4249005"/>
            <a:chExt cx="1187450" cy="578132"/>
          </a:xfrm>
        </p:grpSpPr>
        <p:sp>
          <p:nvSpPr>
            <p:cNvPr id="51" name="Rectangle 50">
              <a:extLst>
                <a:ext uri="{FF2B5EF4-FFF2-40B4-BE49-F238E27FC236}">
                  <a16:creationId xmlns:a16="http://schemas.microsoft.com/office/drawing/2014/main" id="{B8F5E29E-1C11-4D11-AD76-E9F437B1B3A2}"/>
                </a:ext>
              </a:extLst>
            </p:cNvPr>
            <p:cNvSpPr/>
            <p:nvPr/>
          </p:nvSpPr>
          <p:spPr>
            <a:xfrm>
              <a:off x="213017" y="4249005"/>
              <a:ext cx="1187450" cy="578132"/>
            </a:xfrm>
            <a:prstGeom prst="rect">
              <a:avLst/>
            </a:prstGeom>
            <a:solidFill>
              <a:schemeClr val="accent1">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Trust &amp; Investment</a:t>
              </a:r>
            </a:p>
          </p:txBody>
        </p:sp>
        <p:sp>
          <p:nvSpPr>
            <p:cNvPr id="52" name="Rectangle 51">
              <a:extLst>
                <a:ext uri="{FF2B5EF4-FFF2-40B4-BE49-F238E27FC236}">
                  <a16:creationId xmlns:a16="http://schemas.microsoft.com/office/drawing/2014/main" id="{4B750438-4E40-4519-8287-5E22B942B6F6}"/>
                </a:ext>
              </a:extLst>
            </p:cNvPr>
            <p:cNvSpPr/>
            <p:nvPr/>
          </p:nvSpPr>
          <p:spPr>
            <a:xfrm>
              <a:off x="213228" y="4481545"/>
              <a:ext cx="1187239" cy="343182"/>
            </a:xfrm>
            <a:prstGeom prst="rect">
              <a:avLst/>
            </a:prstGeom>
            <a:solidFill>
              <a:schemeClr val="accent1">
                <a:lumMod val="20000"/>
                <a:lumOff val="8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7E6E6">
                      <a:lumMod val="10000"/>
                    </a:srgbClr>
                  </a:solidFill>
                  <a:effectLst/>
                  <a:uLnTx/>
                  <a:uFillTx/>
                  <a:latin typeface="Calibri Light" panose="020F0302020204030204"/>
                  <a:ea typeface="+mn-ea"/>
                  <a:cs typeface="+mn-cs"/>
                </a:rPr>
                <a:t>253</a:t>
              </a:r>
            </a:p>
          </p:txBody>
        </p:sp>
      </p:grpSp>
      <p:sp>
        <p:nvSpPr>
          <p:cNvPr id="53" name="Rectangle 52">
            <a:extLst>
              <a:ext uri="{FF2B5EF4-FFF2-40B4-BE49-F238E27FC236}">
                <a16:creationId xmlns:a16="http://schemas.microsoft.com/office/drawing/2014/main" id="{60DB20DF-9A72-407B-9592-6F196389A645}"/>
              </a:ext>
            </a:extLst>
          </p:cNvPr>
          <p:cNvSpPr/>
          <p:nvPr/>
        </p:nvSpPr>
        <p:spPr>
          <a:xfrm>
            <a:off x="1343314" y="4333386"/>
            <a:ext cx="1187450" cy="578132"/>
          </a:xfrm>
          <a:prstGeom prst="rect">
            <a:avLst/>
          </a:prstGeom>
          <a:solidFill>
            <a:schemeClr val="accent1">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Brokerage</a:t>
            </a:r>
          </a:p>
        </p:txBody>
      </p:sp>
      <p:sp>
        <p:nvSpPr>
          <p:cNvPr id="54" name="Rectangle 53">
            <a:extLst>
              <a:ext uri="{FF2B5EF4-FFF2-40B4-BE49-F238E27FC236}">
                <a16:creationId xmlns:a16="http://schemas.microsoft.com/office/drawing/2014/main" id="{C32664C2-68D3-4D6F-8C8A-FA8D66A15982}"/>
              </a:ext>
            </a:extLst>
          </p:cNvPr>
          <p:cNvSpPr/>
          <p:nvPr/>
        </p:nvSpPr>
        <p:spPr>
          <a:xfrm>
            <a:off x="1343525" y="4565926"/>
            <a:ext cx="1187239" cy="343182"/>
          </a:xfrm>
          <a:prstGeom prst="rect">
            <a:avLst/>
          </a:prstGeom>
          <a:solidFill>
            <a:schemeClr val="accent1">
              <a:lumMod val="20000"/>
              <a:lumOff val="8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7E6E6">
                    <a:lumMod val="10000"/>
                  </a:srgbClr>
                </a:solidFill>
                <a:effectLst/>
                <a:uLnTx/>
                <a:uFillTx/>
                <a:latin typeface="Calibri Light" panose="020F0302020204030204"/>
                <a:ea typeface="+mn-ea"/>
                <a:cs typeface="+mn-cs"/>
              </a:rPr>
              <a:t>146</a:t>
            </a:r>
          </a:p>
        </p:txBody>
      </p:sp>
      <p:sp>
        <p:nvSpPr>
          <p:cNvPr id="55" name="Rectangle 54">
            <a:extLst>
              <a:ext uri="{FF2B5EF4-FFF2-40B4-BE49-F238E27FC236}">
                <a16:creationId xmlns:a16="http://schemas.microsoft.com/office/drawing/2014/main" id="{9B588736-5288-4C02-9115-CB5CA8625020}"/>
              </a:ext>
            </a:extLst>
          </p:cNvPr>
          <p:cNvSpPr/>
          <p:nvPr/>
        </p:nvSpPr>
        <p:spPr>
          <a:xfrm>
            <a:off x="2600945" y="4333386"/>
            <a:ext cx="1187450" cy="578132"/>
          </a:xfrm>
          <a:prstGeom prst="rect">
            <a:avLst/>
          </a:prstGeom>
          <a:solidFill>
            <a:schemeClr val="accent1">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Financial Planning</a:t>
            </a:r>
          </a:p>
        </p:txBody>
      </p:sp>
      <p:sp>
        <p:nvSpPr>
          <p:cNvPr id="56" name="Rectangle 55">
            <a:extLst>
              <a:ext uri="{FF2B5EF4-FFF2-40B4-BE49-F238E27FC236}">
                <a16:creationId xmlns:a16="http://schemas.microsoft.com/office/drawing/2014/main" id="{B908ED62-C099-47F0-90D6-91F8B1D5FD7E}"/>
              </a:ext>
            </a:extLst>
          </p:cNvPr>
          <p:cNvSpPr/>
          <p:nvPr/>
        </p:nvSpPr>
        <p:spPr>
          <a:xfrm>
            <a:off x="2601156" y="4565926"/>
            <a:ext cx="1187239" cy="343182"/>
          </a:xfrm>
          <a:prstGeom prst="rect">
            <a:avLst/>
          </a:prstGeom>
          <a:solidFill>
            <a:schemeClr val="accent1">
              <a:lumMod val="20000"/>
              <a:lumOff val="8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7E6E6">
                    <a:lumMod val="10000"/>
                  </a:srgbClr>
                </a:solidFill>
                <a:effectLst/>
                <a:uLnTx/>
                <a:uFillTx/>
                <a:latin typeface="Calibri Light" panose="020F0302020204030204"/>
                <a:ea typeface="+mn-ea"/>
                <a:cs typeface="+mn-cs"/>
              </a:rPr>
              <a:t>14</a:t>
            </a:r>
          </a:p>
        </p:txBody>
      </p:sp>
      <p:sp>
        <p:nvSpPr>
          <p:cNvPr id="57" name="Rectangle 56">
            <a:extLst>
              <a:ext uri="{FF2B5EF4-FFF2-40B4-BE49-F238E27FC236}">
                <a16:creationId xmlns:a16="http://schemas.microsoft.com/office/drawing/2014/main" id="{E8C76131-98A7-4091-8453-596758A47DB9}"/>
              </a:ext>
            </a:extLst>
          </p:cNvPr>
          <p:cNvSpPr/>
          <p:nvPr/>
        </p:nvSpPr>
        <p:spPr>
          <a:xfrm>
            <a:off x="3858576" y="4333386"/>
            <a:ext cx="1187450" cy="578132"/>
          </a:xfrm>
          <a:prstGeom prst="rect">
            <a:avLst/>
          </a:prstGeom>
          <a:solidFill>
            <a:schemeClr val="accent1">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Banking</a:t>
            </a:r>
          </a:p>
        </p:txBody>
      </p:sp>
      <p:sp>
        <p:nvSpPr>
          <p:cNvPr id="58" name="Rectangle 57">
            <a:extLst>
              <a:ext uri="{FF2B5EF4-FFF2-40B4-BE49-F238E27FC236}">
                <a16:creationId xmlns:a16="http://schemas.microsoft.com/office/drawing/2014/main" id="{6BB363DF-837C-475B-8D2A-6B0C05DE481F}"/>
              </a:ext>
            </a:extLst>
          </p:cNvPr>
          <p:cNvSpPr/>
          <p:nvPr/>
        </p:nvSpPr>
        <p:spPr>
          <a:xfrm>
            <a:off x="3858787" y="4565926"/>
            <a:ext cx="1187239" cy="343182"/>
          </a:xfrm>
          <a:prstGeom prst="rect">
            <a:avLst/>
          </a:prstGeom>
          <a:solidFill>
            <a:schemeClr val="accent1">
              <a:lumMod val="20000"/>
              <a:lumOff val="8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7E6E6">
                    <a:lumMod val="10000"/>
                  </a:srgbClr>
                </a:solidFill>
                <a:effectLst/>
                <a:uLnTx/>
                <a:uFillTx/>
                <a:latin typeface="Calibri Light" panose="020F0302020204030204"/>
                <a:ea typeface="+mn-ea"/>
                <a:cs typeface="+mn-cs"/>
              </a:rPr>
              <a:t>48</a:t>
            </a:r>
          </a:p>
        </p:txBody>
      </p:sp>
      <p:sp>
        <p:nvSpPr>
          <p:cNvPr id="29" name="Rectangle: Rounded Corners 28">
            <a:extLst>
              <a:ext uri="{FF2B5EF4-FFF2-40B4-BE49-F238E27FC236}">
                <a16:creationId xmlns:a16="http://schemas.microsoft.com/office/drawing/2014/main" id="{EC75207A-0B9B-470F-A327-A6D25F693418}"/>
              </a:ext>
            </a:extLst>
          </p:cNvPr>
          <p:cNvSpPr/>
          <p:nvPr/>
        </p:nvSpPr>
        <p:spPr>
          <a:xfrm>
            <a:off x="231126" y="2262057"/>
            <a:ext cx="1087762" cy="1427293"/>
          </a:xfrm>
          <a:prstGeom prst="roundRect">
            <a:avLst>
              <a:gd name="adj" fmla="val 5066"/>
            </a:avLst>
          </a:prstGeom>
          <a:solidFill>
            <a:schemeClr val="tx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cx1="http://schemas.microsoft.com/office/drawing/2015/9/8/chartex">
        <mc:Choice Requires="cx1">
          <p:graphicFrame>
            <p:nvGraphicFramePr>
              <p:cNvPr id="32" name="Chart 31">
                <a:extLst>
                  <a:ext uri="{FF2B5EF4-FFF2-40B4-BE49-F238E27FC236}">
                    <a16:creationId xmlns:a16="http://schemas.microsoft.com/office/drawing/2014/main" id="{5A1B51E6-8FF3-4622-807E-DB6EB0342DBB}"/>
                  </a:ext>
                </a:extLst>
              </p:cNvPr>
              <p:cNvGraphicFramePr/>
              <p:nvPr/>
            </p:nvGraphicFramePr>
            <p:xfrm>
              <a:off x="1003902" y="1673905"/>
              <a:ext cx="3054353" cy="276994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32" name="Chart 31">
                <a:extLst>
                  <a:ext uri="{FF2B5EF4-FFF2-40B4-BE49-F238E27FC236}">
                    <a16:creationId xmlns:a16="http://schemas.microsoft.com/office/drawing/2014/main" id="{5A1B51E6-8FF3-4622-807E-DB6EB0342DBB}"/>
                  </a:ext>
                </a:extLst>
              </p:cNvPr>
              <p:cNvPicPr>
                <a:picLocks noGrp="1" noRot="1" noChangeAspect="1" noMove="1" noResize="1" noEditPoints="1" noAdjustHandles="1" noChangeArrowheads="1" noChangeShapeType="1"/>
              </p:cNvPicPr>
              <p:nvPr/>
            </p:nvPicPr>
            <p:blipFill>
              <a:blip r:embed="rId6"/>
              <a:stretch>
                <a:fillRect/>
              </a:stretch>
            </p:blipFill>
            <p:spPr>
              <a:xfrm>
                <a:off x="1003902" y="1673905"/>
                <a:ext cx="3054353" cy="2769947"/>
              </a:xfrm>
              <a:prstGeom prst="rect">
                <a:avLst/>
              </a:prstGeom>
            </p:spPr>
          </p:pic>
        </mc:Fallback>
      </mc:AlternateContent>
      <p:sp>
        <p:nvSpPr>
          <p:cNvPr id="30" name="TextBox 29">
            <a:extLst>
              <a:ext uri="{FF2B5EF4-FFF2-40B4-BE49-F238E27FC236}">
                <a16:creationId xmlns:a16="http://schemas.microsoft.com/office/drawing/2014/main" id="{B2E12423-2993-4F8E-8784-3E2C88D2CDFF}"/>
              </a:ext>
            </a:extLst>
          </p:cNvPr>
          <p:cNvSpPr txBox="1"/>
          <p:nvPr/>
        </p:nvSpPr>
        <p:spPr>
          <a:xfrm>
            <a:off x="1925037" y="2732747"/>
            <a:ext cx="118723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25000"/>
                  </a:srgbClr>
                </a:solidFill>
                <a:effectLst/>
                <a:uLnTx/>
                <a:uFillTx/>
                <a:latin typeface="Calibri Light" panose="020F0302020204030204"/>
                <a:ea typeface="+mn-ea"/>
                <a:cs typeface="+mn-cs"/>
              </a:rPr>
              <a:t>461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25000"/>
                  </a:srgbClr>
                </a:solidFill>
                <a:effectLst/>
                <a:uLnTx/>
                <a:uFillTx/>
                <a:latin typeface="Calibri Light" panose="020F0302020204030204"/>
                <a:ea typeface="+mn-ea"/>
                <a:cs typeface="+mn-cs"/>
              </a:rPr>
              <a:t>API’s</a:t>
            </a:r>
          </a:p>
        </p:txBody>
      </p:sp>
      <p:sp>
        <p:nvSpPr>
          <p:cNvPr id="31" name="TextBox 30">
            <a:extLst>
              <a:ext uri="{FF2B5EF4-FFF2-40B4-BE49-F238E27FC236}">
                <a16:creationId xmlns:a16="http://schemas.microsoft.com/office/drawing/2014/main" id="{347BF952-6A76-4146-B79C-6F6EA5E6EADD}"/>
              </a:ext>
            </a:extLst>
          </p:cNvPr>
          <p:cNvSpPr txBox="1"/>
          <p:nvPr/>
        </p:nvSpPr>
        <p:spPr>
          <a:xfrm>
            <a:off x="219853" y="2271154"/>
            <a:ext cx="108776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dirty="0">
                <a:ln>
                  <a:noFill/>
                </a:ln>
                <a:solidFill>
                  <a:prstClr val="black"/>
                </a:solidFill>
                <a:effectLst/>
                <a:uLnTx/>
                <a:uFillTx/>
                <a:latin typeface="Calibri" panose="020F0502020204030204"/>
                <a:ea typeface="+mn-ea"/>
                <a:cs typeface="+mn-cs"/>
              </a:rPr>
              <a:t>Legacy</a:t>
            </a:r>
          </a:p>
        </p:txBody>
      </p:sp>
      <p:sp>
        <p:nvSpPr>
          <p:cNvPr id="33" name="Callout: Bent Line with No Border 32">
            <a:extLst>
              <a:ext uri="{FF2B5EF4-FFF2-40B4-BE49-F238E27FC236}">
                <a16:creationId xmlns:a16="http://schemas.microsoft.com/office/drawing/2014/main" id="{96560B3B-0A6B-408D-BCD9-0A14CF43D240}"/>
              </a:ext>
            </a:extLst>
          </p:cNvPr>
          <p:cNvSpPr/>
          <p:nvPr/>
        </p:nvSpPr>
        <p:spPr>
          <a:xfrm>
            <a:off x="296098" y="2548912"/>
            <a:ext cx="838200" cy="381000"/>
          </a:xfrm>
          <a:prstGeom prst="callout2">
            <a:avLst>
              <a:gd name="adj1" fmla="val 50417"/>
              <a:gd name="adj2" fmla="val 99999"/>
              <a:gd name="adj3" fmla="val -114008"/>
              <a:gd name="adj4" fmla="val 240190"/>
              <a:gd name="adj5" fmla="val -95219"/>
              <a:gd name="adj6" fmla="val 243885"/>
            </a:avLst>
          </a:prstGeom>
          <a:no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MuleSoft: 9</a:t>
            </a:r>
          </a:p>
        </p:txBody>
      </p:sp>
      <p:sp>
        <p:nvSpPr>
          <p:cNvPr id="35" name="Callout: Bent Line with No Border 34">
            <a:extLst>
              <a:ext uri="{FF2B5EF4-FFF2-40B4-BE49-F238E27FC236}">
                <a16:creationId xmlns:a16="http://schemas.microsoft.com/office/drawing/2014/main" id="{3A95C46F-26F9-4DFC-B102-9D0D2730B58E}"/>
              </a:ext>
            </a:extLst>
          </p:cNvPr>
          <p:cNvSpPr/>
          <p:nvPr/>
        </p:nvSpPr>
        <p:spPr>
          <a:xfrm>
            <a:off x="260623" y="3308350"/>
            <a:ext cx="838200" cy="381000"/>
          </a:xfrm>
          <a:prstGeom prst="callout2">
            <a:avLst>
              <a:gd name="adj1" fmla="val 49610"/>
              <a:gd name="adj2" fmla="val 101417"/>
              <a:gd name="adj3" fmla="val 49043"/>
              <a:gd name="adj4" fmla="val 218762"/>
              <a:gd name="adj5" fmla="val 56048"/>
              <a:gd name="adj6" fmla="val 223421"/>
            </a:avLst>
          </a:prstGeom>
          <a:no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OSB: 146</a:t>
            </a:r>
          </a:p>
        </p:txBody>
      </p:sp>
      <p:sp>
        <p:nvSpPr>
          <p:cNvPr id="40" name="Callout: Bent Line with No Border 39">
            <a:extLst>
              <a:ext uri="{FF2B5EF4-FFF2-40B4-BE49-F238E27FC236}">
                <a16:creationId xmlns:a16="http://schemas.microsoft.com/office/drawing/2014/main" id="{E6D38250-6963-4F50-83E6-A95879329B74}"/>
              </a:ext>
            </a:extLst>
          </p:cNvPr>
          <p:cNvSpPr/>
          <p:nvPr/>
        </p:nvSpPr>
        <p:spPr>
          <a:xfrm>
            <a:off x="311754" y="2893624"/>
            <a:ext cx="838200" cy="381000"/>
          </a:xfrm>
          <a:prstGeom prst="callout2">
            <a:avLst>
              <a:gd name="adj1" fmla="val 51629"/>
              <a:gd name="adj2" fmla="val 98429"/>
              <a:gd name="adj3" fmla="val 52031"/>
              <a:gd name="adj4" fmla="val 183657"/>
              <a:gd name="adj5" fmla="val 62500"/>
              <a:gd name="adj6" fmla="val 186098"/>
            </a:avLst>
          </a:prstGeom>
          <a:no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TIBCO: 132</a:t>
            </a:r>
          </a:p>
        </p:txBody>
      </p:sp>
      <p:sp>
        <p:nvSpPr>
          <p:cNvPr id="48" name="TextBox 47">
            <a:extLst>
              <a:ext uri="{FF2B5EF4-FFF2-40B4-BE49-F238E27FC236}">
                <a16:creationId xmlns:a16="http://schemas.microsoft.com/office/drawing/2014/main" id="{15E38FF3-4624-4826-8D6A-96B78A3491A4}"/>
              </a:ext>
            </a:extLst>
          </p:cNvPr>
          <p:cNvSpPr txBox="1"/>
          <p:nvPr/>
        </p:nvSpPr>
        <p:spPr>
          <a:xfrm>
            <a:off x="3608681" y="3588675"/>
            <a:ext cx="71933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4472C4">
                    <a:lumMod val="50000"/>
                  </a:srgbClr>
                </a:solidFill>
                <a:effectLst/>
                <a:uLnTx/>
                <a:uFillTx/>
                <a:latin typeface="Calibri Light" panose="020F0302020204030204"/>
                <a:ea typeface="+mn-ea"/>
                <a:cs typeface="+mn-cs"/>
              </a:rPr>
              <a:t>Enterprise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4472C4">
                    <a:lumMod val="50000"/>
                  </a:srgbClr>
                </a:solidFill>
                <a:effectLst/>
                <a:uLnTx/>
                <a:uFillTx/>
                <a:latin typeface="Calibri Light" panose="020F0302020204030204"/>
                <a:ea typeface="+mn-ea"/>
                <a:cs typeface="+mn-cs"/>
              </a:rPr>
              <a:t>Reusable</a:t>
            </a:r>
          </a:p>
        </p:txBody>
      </p:sp>
      <p:sp>
        <p:nvSpPr>
          <p:cNvPr id="37" name="Rectangle: Rounded Corners 36">
            <a:extLst>
              <a:ext uri="{FF2B5EF4-FFF2-40B4-BE49-F238E27FC236}">
                <a16:creationId xmlns:a16="http://schemas.microsoft.com/office/drawing/2014/main" id="{7D268975-C52C-4A76-8CF4-F2BAFB2D9516}"/>
              </a:ext>
            </a:extLst>
          </p:cNvPr>
          <p:cNvSpPr/>
          <p:nvPr/>
        </p:nvSpPr>
        <p:spPr>
          <a:xfrm>
            <a:off x="3663950" y="1368078"/>
            <a:ext cx="1249211" cy="1609669"/>
          </a:xfrm>
          <a:prstGeom prst="roundRect">
            <a:avLst>
              <a:gd name="adj" fmla="val 5066"/>
            </a:avLst>
          </a:prstGeom>
          <a:solidFill>
            <a:schemeClr val="tx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ED279CC6-4A0D-4309-83D2-4900C96DDFF5}"/>
              </a:ext>
            </a:extLst>
          </p:cNvPr>
          <p:cNvSpPr txBox="1"/>
          <p:nvPr/>
        </p:nvSpPr>
        <p:spPr>
          <a:xfrm>
            <a:off x="3814126" y="1377175"/>
            <a:ext cx="108776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dirty="0">
                <a:ln>
                  <a:noFill/>
                </a:ln>
                <a:solidFill>
                  <a:prstClr val="black"/>
                </a:solidFill>
                <a:effectLst/>
                <a:uLnTx/>
                <a:uFillTx/>
                <a:latin typeface="Calibri" panose="020F0502020204030204"/>
                <a:ea typeface="+mn-ea"/>
                <a:cs typeface="+mn-cs"/>
              </a:rPr>
              <a:t>Modern Stack</a:t>
            </a:r>
          </a:p>
        </p:txBody>
      </p:sp>
      <p:sp>
        <p:nvSpPr>
          <p:cNvPr id="39" name="Callout: Bent Line with No Border 38">
            <a:extLst>
              <a:ext uri="{FF2B5EF4-FFF2-40B4-BE49-F238E27FC236}">
                <a16:creationId xmlns:a16="http://schemas.microsoft.com/office/drawing/2014/main" id="{6083320D-CDC6-46B7-B436-1964A68D65F7}"/>
              </a:ext>
            </a:extLst>
          </p:cNvPr>
          <p:cNvSpPr/>
          <p:nvPr/>
        </p:nvSpPr>
        <p:spPr>
          <a:xfrm>
            <a:off x="3730032" y="1650278"/>
            <a:ext cx="1052561" cy="381000"/>
          </a:xfrm>
          <a:prstGeom prst="callout2">
            <a:avLst>
              <a:gd name="adj1" fmla="val 55209"/>
              <a:gd name="adj2" fmla="val 7545"/>
              <a:gd name="adj3" fmla="val 117659"/>
              <a:gd name="adj4" fmla="val -113942"/>
              <a:gd name="adj5" fmla="val 133115"/>
              <a:gd name="adj6" fmla="val -118089"/>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TIBCO BWCE: 9</a:t>
            </a:r>
          </a:p>
        </p:txBody>
      </p:sp>
      <p:sp>
        <p:nvSpPr>
          <p:cNvPr id="44" name="Callout: Bent Line with No Border 43">
            <a:extLst>
              <a:ext uri="{FF2B5EF4-FFF2-40B4-BE49-F238E27FC236}">
                <a16:creationId xmlns:a16="http://schemas.microsoft.com/office/drawing/2014/main" id="{026FE3D4-88CE-4A41-A9DD-13D734D0A0DC}"/>
              </a:ext>
            </a:extLst>
          </p:cNvPr>
          <p:cNvSpPr/>
          <p:nvPr/>
        </p:nvSpPr>
        <p:spPr>
          <a:xfrm>
            <a:off x="3908917" y="2492266"/>
            <a:ext cx="889331" cy="381000"/>
          </a:xfrm>
          <a:prstGeom prst="callout2">
            <a:avLst>
              <a:gd name="adj1" fmla="val 49610"/>
              <a:gd name="adj2" fmla="val -3886"/>
              <a:gd name="adj3" fmla="val 49043"/>
              <a:gd name="adj4" fmla="val -94875"/>
              <a:gd name="adj5" fmla="val 66048"/>
              <a:gd name="adj6" fmla="val -97791"/>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Apigee: 147</a:t>
            </a:r>
          </a:p>
        </p:txBody>
      </p:sp>
      <p:sp>
        <p:nvSpPr>
          <p:cNvPr id="45" name="Callout: Bent Line with No Border 44">
            <a:extLst>
              <a:ext uri="{FF2B5EF4-FFF2-40B4-BE49-F238E27FC236}">
                <a16:creationId xmlns:a16="http://schemas.microsoft.com/office/drawing/2014/main" id="{6EC6776C-EF98-4F02-9F58-EBF9931FAB83}"/>
              </a:ext>
            </a:extLst>
          </p:cNvPr>
          <p:cNvSpPr/>
          <p:nvPr/>
        </p:nvSpPr>
        <p:spPr>
          <a:xfrm>
            <a:off x="3730032" y="2045790"/>
            <a:ext cx="1068217" cy="381000"/>
          </a:xfrm>
          <a:prstGeom prst="callout2">
            <a:avLst>
              <a:gd name="adj1" fmla="val 55171"/>
              <a:gd name="adj2" fmla="val 9114"/>
              <a:gd name="adj3" fmla="val 92031"/>
              <a:gd name="adj4" fmla="val -131995"/>
              <a:gd name="adj5" fmla="val 100833"/>
              <a:gd name="adj6" fmla="val -133715"/>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4546A">
                    <a:lumMod val="50000"/>
                  </a:srgbClr>
                </a:solidFill>
                <a:effectLst/>
                <a:uLnTx/>
                <a:uFillTx/>
                <a:latin typeface="Calibri Light" panose="020F0302020204030204"/>
                <a:ea typeface="+mn-ea"/>
                <a:cs typeface="+mn-cs"/>
              </a:rPr>
              <a:t>Spring Boot: 18</a:t>
            </a:r>
          </a:p>
        </p:txBody>
      </p:sp>
      <p:sp>
        <p:nvSpPr>
          <p:cNvPr id="47" name="TextBox 46">
            <a:extLst>
              <a:ext uri="{FF2B5EF4-FFF2-40B4-BE49-F238E27FC236}">
                <a16:creationId xmlns:a16="http://schemas.microsoft.com/office/drawing/2014/main" id="{2657FB62-B34A-49C7-B616-61A03C2A674B}"/>
              </a:ext>
            </a:extLst>
          </p:cNvPr>
          <p:cNvSpPr txBox="1"/>
          <p:nvPr/>
        </p:nvSpPr>
        <p:spPr>
          <a:xfrm>
            <a:off x="85683" y="4064298"/>
            <a:ext cx="497647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7E6E6">
                    <a:lumMod val="25000"/>
                  </a:srgbClr>
                </a:solidFill>
                <a:effectLst/>
                <a:uLnTx/>
                <a:uFillTx/>
                <a:latin typeface="Calibri Light" panose="020F0302020204030204"/>
                <a:ea typeface="+mn-ea"/>
                <a:cs typeface="+mn-cs"/>
              </a:rPr>
              <a:t>API’s per Product Group</a:t>
            </a:r>
          </a:p>
        </p:txBody>
      </p:sp>
      <p:graphicFrame>
        <p:nvGraphicFramePr>
          <p:cNvPr id="36" name="Chart 35">
            <a:extLst>
              <a:ext uri="{FF2B5EF4-FFF2-40B4-BE49-F238E27FC236}">
                <a16:creationId xmlns:a16="http://schemas.microsoft.com/office/drawing/2014/main" id="{22A07162-37E8-4153-BB27-419F34734608}"/>
              </a:ext>
            </a:extLst>
          </p:cNvPr>
          <p:cNvGraphicFramePr/>
          <p:nvPr/>
        </p:nvGraphicFramePr>
        <p:xfrm>
          <a:off x="10033960" y="2999127"/>
          <a:ext cx="2119212" cy="1179096"/>
        </p:xfrm>
        <a:graphic>
          <a:graphicData uri="http://schemas.openxmlformats.org/drawingml/2006/chart">
            <c:chart xmlns:c="http://schemas.openxmlformats.org/drawingml/2006/chart" xmlns:r="http://schemas.openxmlformats.org/officeDocument/2006/relationships" r:id="rId7"/>
          </a:graphicData>
        </a:graphic>
      </p:graphicFrame>
      <p:sp>
        <p:nvSpPr>
          <p:cNvPr id="41" name="Rectangle 40">
            <a:extLst>
              <a:ext uri="{FF2B5EF4-FFF2-40B4-BE49-F238E27FC236}">
                <a16:creationId xmlns:a16="http://schemas.microsoft.com/office/drawing/2014/main" id="{3214A2ED-4F54-415B-A1B6-57388ABA5882}"/>
              </a:ext>
            </a:extLst>
          </p:cNvPr>
          <p:cNvSpPr/>
          <p:nvPr/>
        </p:nvSpPr>
        <p:spPr>
          <a:xfrm>
            <a:off x="8476920" y="2777352"/>
            <a:ext cx="2380196" cy="2169825"/>
          </a:xfrm>
          <a:prstGeom prst="rect">
            <a:avLst/>
          </a:prstGeom>
        </p:spPr>
        <p:txBody>
          <a:bodyPr wrap="square">
            <a:spAutoFit/>
          </a:bodyPr>
          <a:lstStyle/>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89% Engineers</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77% Offshore contractors</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17% FTE/FTC ratio</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Engineering capacity increased 53% over 2019</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Upgrading Engineering talent and cross-training Data &amp; API staff</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4 Product Model teams</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Technology Product Ownership</a:t>
            </a:r>
          </a:p>
        </p:txBody>
      </p:sp>
      <p:sp>
        <p:nvSpPr>
          <p:cNvPr id="42" name="Rectangle 41">
            <a:extLst>
              <a:ext uri="{FF2B5EF4-FFF2-40B4-BE49-F238E27FC236}">
                <a16:creationId xmlns:a16="http://schemas.microsoft.com/office/drawing/2014/main" id="{0A4F172D-0D6B-4994-B722-CC1BB6A44EC7}"/>
              </a:ext>
            </a:extLst>
          </p:cNvPr>
          <p:cNvSpPr/>
          <p:nvPr/>
        </p:nvSpPr>
        <p:spPr>
          <a:xfrm>
            <a:off x="10460014" y="2893624"/>
            <a:ext cx="728084" cy="215444"/>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Onshore 23%</a:t>
            </a:r>
          </a:p>
        </p:txBody>
      </p:sp>
    </p:spTree>
    <p:extLst>
      <p:ext uri="{BB962C8B-B14F-4D97-AF65-F5344CB8AC3E}">
        <p14:creationId xmlns:p14="http://schemas.microsoft.com/office/powerpoint/2010/main" val="2876660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D9AAA3-286E-4454-829F-99EF099EA46F}"/>
              </a:ext>
            </a:extLst>
          </p:cNvPr>
          <p:cNvPicPr>
            <a:picLocks noChangeAspect="1"/>
          </p:cNvPicPr>
          <p:nvPr/>
        </p:nvPicPr>
        <p:blipFill rotWithShape="1">
          <a:blip r:embed="rId2"/>
          <a:srcRect t="11391"/>
          <a:stretch/>
        </p:blipFill>
        <p:spPr>
          <a:xfrm>
            <a:off x="0" y="882437"/>
            <a:ext cx="6133528" cy="4435357"/>
          </a:xfrm>
          <a:prstGeom prst="rect">
            <a:avLst/>
          </a:prstGeom>
        </p:spPr>
      </p:pic>
      <p:pic>
        <p:nvPicPr>
          <p:cNvPr id="6" name="Picture 5">
            <a:extLst>
              <a:ext uri="{FF2B5EF4-FFF2-40B4-BE49-F238E27FC236}">
                <a16:creationId xmlns:a16="http://schemas.microsoft.com/office/drawing/2014/main" id="{249CAFAF-B36F-4351-9C3C-86D602EB2B88}"/>
              </a:ext>
            </a:extLst>
          </p:cNvPr>
          <p:cNvPicPr>
            <a:picLocks noChangeAspect="1"/>
          </p:cNvPicPr>
          <p:nvPr/>
        </p:nvPicPr>
        <p:blipFill>
          <a:blip r:embed="rId3"/>
          <a:stretch>
            <a:fillRect/>
          </a:stretch>
        </p:blipFill>
        <p:spPr>
          <a:xfrm>
            <a:off x="6134399" y="894630"/>
            <a:ext cx="6020683" cy="3079164"/>
          </a:xfrm>
          <a:prstGeom prst="rect">
            <a:avLst/>
          </a:prstGeom>
        </p:spPr>
      </p:pic>
      <p:sp>
        <p:nvSpPr>
          <p:cNvPr id="7" name="Rectangle 6">
            <a:extLst>
              <a:ext uri="{FF2B5EF4-FFF2-40B4-BE49-F238E27FC236}">
                <a16:creationId xmlns:a16="http://schemas.microsoft.com/office/drawing/2014/main" id="{E65CE71E-515A-48D6-BA11-6BB659BF51E7}"/>
              </a:ext>
            </a:extLst>
          </p:cNvPr>
          <p:cNvSpPr/>
          <p:nvPr/>
        </p:nvSpPr>
        <p:spPr>
          <a:xfrm>
            <a:off x="164592" y="221150"/>
            <a:ext cx="2227276" cy="461665"/>
          </a:xfrm>
          <a:prstGeom prst="rect">
            <a:avLst/>
          </a:prstGeom>
        </p:spPr>
        <p:txBody>
          <a:bodyPr wrap="none">
            <a:spAutoFit/>
          </a:bodyPr>
          <a:lstStyle/>
          <a:p>
            <a:pPr lvl="0" defTabSz="685800">
              <a:defRPr/>
            </a:pPr>
            <a:r>
              <a:rPr lang="en-US" sz="2400" b="1" dirty="0">
                <a:solidFill>
                  <a:srgbClr val="011893"/>
                </a:solidFill>
                <a:latin typeface="Calibri Light" panose="020F0302020204030204" pitchFamily="34" charset="0"/>
                <a:cs typeface="Calibri Light" panose="020F0302020204030204" pitchFamily="34" charset="0"/>
              </a:rPr>
              <a:t>API Classification</a:t>
            </a:r>
          </a:p>
        </p:txBody>
      </p:sp>
    </p:spTree>
    <p:extLst>
      <p:ext uri="{BB962C8B-B14F-4D97-AF65-F5344CB8AC3E}">
        <p14:creationId xmlns:p14="http://schemas.microsoft.com/office/powerpoint/2010/main" val="169713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B79C8A-644C-4BEB-9CE1-094386486B61}"/>
              </a:ext>
            </a:extLst>
          </p:cNvPr>
          <p:cNvSpPr/>
          <p:nvPr/>
        </p:nvSpPr>
        <p:spPr>
          <a:xfrm>
            <a:off x="159910" y="207023"/>
            <a:ext cx="1511311"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API Proxies</a:t>
            </a:r>
          </a:p>
        </p:txBody>
      </p:sp>
      <p:sp>
        <p:nvSpPr>
          <p:cNvPr id="6" name="Rectangle 5">
            <a:extLst>
              <a:ext uri="{FF2B5EF4-FFF2-40B4-BE49-F238E27FC236}">
                <a16:creationId xmlns:a16="http://schemas.microsoft.com/office/drawing/2014/main" id="{BCFEEB4C-FCDF-410A-8546-42653CE1A893}"/>
              </a:ext>
            </a:extLst>
          </p:cNvPr>
          <p:cNvSpPr/>
          <p:nvPr/>
        </p:nvSpPr>
        <p:spPr>
          <a:xfrm>
            <a:off x="0" y="5470173"/>
            <a:ext cx="6592616" cy="461665"/>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  Oracle Service Bus (OSB)	</a:t>
            </a:r>
            <a:r>
              <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Enterprise Service Bus</a:t>
            </a:r>
          </a:p>
        </p:txBody>
      </p:sp>
      <p:sp>
        <p:nvSpPr>
          <p:cNvPr id="7" name="Rectangle 6">
            <a:extLst>
              <a:ext uri="{FF2B5EF4-FFF2-40B4-BE49-F238E27FC236}">
                <a16:creationId xmlns:a16="http://schemas.microsoft.com/office/drawing/2014/main" id="{25C602BB-6494-466B-81AE-4091DE0D45E5}"/>
              </a:ext>
            </a:extLst>
          </p:cNvPr>
          <p:cNvSpPr/>
          <p:nvPr/>
        </p:nvSpPr>
        <p:spPr>
          <a:xfrm>
            <a:off x="0" y="833830"/>
            <a:ext cx="5398507" cy="461665"/>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  Google Apigee: 		</a:t>
            </a:r>
            <a:r>
              <a:rPr lang="en-US" sz="2400" b="1" dirty="0">
                <a:solidFill>
                  <a:srgbClr val="011893"/>
                </a:solidFill>
                <a:latin typeface="Calibri Light" panose="020F0302020204030204" pitchFamily="34" charset="0"/>
                <a:cs typeface="Calibri Light" panose="020F0302020204030204" pitchFamily="34" charset="0"/>
              </a:rPr>
              <a:t>API Gateway</a:t>
            </a:r>
            <a:endPar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8" name="Rectangle 7">
            <a:extLst>
              <a:ext uri="{FF2B5EF4-FFF2-40B4-BE49-F238E27FC236}">
                <a16:creationId xmlns:a16="http://schemas.microsoft.com/office/drawing/2014/main" id="{69F845A9-459A-4AE7-A6B9-4B966B3ED6F8}"/>
              </a:ext>
            </a:extLst>
          </p:cNvPr>
          <p:cNvSpPr/>
          <p:nvPr/>
        </p:nvSpPr>
        <p:spPr>
          <a:xfrm>
            <a:off x="0" y="2526542"/>
            <a:ext cx="5433260" cy="461665"/>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  Google </a:t>
            </a:r>
            <a:r>
              <a:rPr lang="en-US" sz="2400" dirty="0" err="1">
                <a:solidFill>
                  <a:srgbClr val="011893"/>
                </a:solidFill>
                <a:latin typeface="Calibri Light" panose="020F0302020204030204" pitchFamily="34" charset="0"/>
                <a:cs typeface="Calibri Light" panose="020F0302020204030204" pitchFamily="34" charset="0"/>
              </a:rPr>
              <a:t>Istio</a:t>
            </a:r>
            <a:r>
              <a:rPr lang="en-US" sz="2400" dirty="0">
                <a:solidFill>
                  <a:srgbClr val="011893"/>
                </a:solidFill>
                <a:latin typeface="Calibri Light" panose="020F0302020204030204" pitchFamily="34" charset="0"/>
                <a:cs typeface="Calibri Light" panose="020F0302020204030204" pitchFamily="34" charset="0"/>
              </a:rPr>
              <a:t>: 			</a:t>
            </a:r>
            <a:r>
              <a:rPr lang="en-US" sz="2400" b="1" dirty="0">
                <a:solidFill>
                  <a:srgbClr val="011893"/>
                </a:solidFill>
                <a:latin typeface="Calibri Light" panose="020F0302020204030204" pitchFamily="34" charset="0"/>
                <a:cs typeface="Calibri Light" panose="020F0302020204030204" pitchFamily="34" charset="0"/>
              </a:rPr>
              <a:t>Service Mesh</a:t>
            </a:r>
            <a:endPar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1" name="Rectangle 10">
            <a:extLst>
              <a:ext uri="{FF2B5EF4-FFF2-40B4-BE49-F238E27FC236}">
                <a16:creationId xmlns:a16="http://schemas.microsoft.com/office/drawing/2014/main" id="{D5810C35-9ABC-4FD0-91B6-FFACCB203832}"/>
              </a:ext>
            </a:extLst>
          </p:cNvPr>
          <p:cNvSpPr/>
          <p:nvPr/>
        </p:nvSpPr>
        <p:spPr>
          <a:xfrm>
            <a:off x="7606162" y="2388042"/>
            <a:ext cx="4496938" cy="1815882"/>
          </a:xfrm>
          <a:prstGeom prst="rect">
            <a:avLst/>
          </a:prstGeom>
        </p:spPr>
        <p:txBody>
          <a:bodyPr wrap="square">
            <a:spAutoFit/>
          </a:bodyPr>
          <a:lstStyle/>
          <a:p>
            <a:r>
              <a:rPr lang="en-US" sz="1400" dirty="0"/>
              <a:t>Dedicated infrastructure layer for facilitating service-to-service communications between microservices.  An inter-service communication infrastructure.</a:t>
            </a:r>
          </a:p>
          <a:p>
            <a:endParaRPr lang="en-US" sz="1400" dirty="0"/>
          </a:p>
          <a:p>
            <a:r>
              <a:rPr lang="en-US" sz="1400" dirty="0"/>
              <a:t>Having such a dedicated communication layer can provide a number of benefits, such as providing observability into communications, providing secure connections, or automating retries for failed requests.</a:t>
            </a:r>
          </a:p>
        </p:txBody>
      </p:sp>
      <p:sp>
        <p:nvSpPr>
          <p:cNvPr id="15" name="Rectangle 14">
            <a:extLst>
              <a:ext uri="{FF2B5EF4-FFF2-40B4-BE49-F238E27FC236}">
                <a16:creationId xmlns:a16="http://schemas.microsoft.com/office/drawing/2014/main" id="{9A4DD43C-852D-40A3-9F1D-3D63C8F7F19A}"/>
              </a:ext>
            </a:extLst>
          </p:cNvPr>
          <p:cNvSpPr/>
          <p:nvPr/>
        </p:nvSpPr>
        <p:spPr>
          <a:xfrm>
            <a:off x="0" y="4597552"/>
            <a:ext cx="6066592" cy="461665"/>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  PingFederate: 			</a:t>
            </a:r>
            <a:r>
              <a:rPr lang="en-US" sz="2400" b="1" dirty="0">
                <a:solidFill>
                  <a:srgbClr val="011893"/>
                </a:solidFill>
                <a:latin typeface="Calibri Light" panose="020F0302020204030204" pitchFamily="34" charset="0"/>
                <a:cs typeface="Calibri Light" panose="020F0302020204030204" pitchFamily="34" charset="0"/>
              </a:rPr>
              <a:t>Federation Server</a:t>
            </a:r>
            <a:endPar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6" name="Rectangle 15">
            <a:extLst>
              <a:ext uri="{FF2B5EF4-FFF2-40B4-BE49-F238E27FC236}">
                <a16:creationId xmlns:a16="http://schemas.microsoft.com/office/drawing/2014/main" id="{12F0EE0B-BB42-4622-8FD3-3E1EF2A70D3E}"/>
              </a:ext>
            </a:extLst>
          </p:cNvPr>
          <p:cNvSpPr/>
          <p:nvPr/>
        </p:nvSpPr>
        <p:spPr>
          <a:xfrm>
            <a:off x="7606162" y="4634837"/>
            <a:ext cx="4048730" cy="523220"/>
          </a:xfrm>
          <a:prstGeom prst="rect">
            <a:avLst/>
          </a:prstGeom>
        </p:spPr>
        <p:txBody>
          <a:bodyPr wrap="square">
            <a:spAutoFit/>
          </a:bodyPr>
          <a:lstStyle/>
          <a:p>
            <a:r>
              <a:rPr lang="en-US" sz="1400" dirty="0"/>
              <a:t>Security layer; enables authentication and single sign-on</a:t>
            </a:r>
          </a:p>
        </p:txBody>
      </p:sp>
      <p:sp>
        <p:nvSpPr>
          <p:cNvPr id="17" name="Rectangle 16">
            <a:extLst>
              <a:ext uri="{FF2B5EF4-FFF2-40B4-BE49-F238E27FC236}">
                <a16:creationId xmlns:a16="http://schemas.microsoft.com/office/drawing/2014/main" id="{3EC264E5-638E-4C44-844F-D53AF61BA864}"/>
              </a:ext>
            </a:extLst>
          </p:cNvPr>
          <p:cNvSpPr/>
          <p:nvPr/>
        </p:nvSpPr>
        <p:spPr>
          <a:xfrm>
            <a:off x="7583265" y="5562505"/>
            <a:ext cx="2087431" cy="307777"/>
          </a:xfrm>
          <a:prstGeom prst="rect">
            <a:avLst/>
          </a:prstGeom>
        </p:spPr>
        <p:txBody>
          <a:bodyPr wrap="none">
            <a:spAutoFit/>
          </a:bodyPr>
          <a:lstStyle/>
          <a:p>
            <a:r>
              <a:rPr lang="en-US" sz="1400" dirty="0"/>
              <a:t>Phasing out at US Bank</a:t>
            </a:r>
          </a:p>
        </p:txBody>
      </p:sp>
      <p:sp>
        <p:nvSpPr>
          <p:cNvPr id="18" name="Rectangle 17">
            <a:extLst>
              <a:ext uri="{FF2B5EF4-FFF2-40B4-BE49-F238E27FC236}">
                <a16:creationId xmlns:a16="http://schemas.microsoft.com/office/drawing/2014/main" id="{53C704A5-5423-468C-AC39-8427C00A7FFE}"/>
              </a:ext>
            </a:extLst>
          </p:cNvPr>
          <p:cNvSpPr/>
          <p:nvPr/>
        </p:nvSpPr>
        <p:spPr>
          <a:xfrm>
            <a:off x="7583265" y="926162"/>
            <a:ext cx="4071627" cy="1169551"/>
          </a:xfrm>
          <a:prstGeom prst="rect">
            <a:avLst/>
          </a:prstGeom>
        </p:spPr>
        <p:txBody>
          <a:bodyPr wrap="square">
            <a:spAutoFit/>
          </a:bodyPr>
          <a:lstStyle/>
          <a:p>
            <a:r>
              <a:rPr lang="en-US" sz="1400" dirty="0"/>
              <a:t>Exposes your services as managed APIs. Single entryway into a system; ensures reliable processing of every API call.  Provides enterprise-grade security and central management of APIs </a:t>
            </a:r>
          </a:p>
        </p:txBody>
      </p:sp>
      <p:sp>
        <p:nvSpPr>
          <p:cNvPr id="19" name="Rectangle: Rounded Corners 18">
            <a:extLst>
              <a:ext uri="{FF2B5EF4-FFF2-40B4-BE49-F238E27FC236}">
                <a16:creationId xmlns:a16="http://schemas.microsoft.com/office/drawing/2014/main" id="{3ACBA9B5-4990-4C2E-8DE0-3B4A200D2838}"/>
              </a:ext>
            </a:extLst>
          </p:cNvPr>
          <p:cNvSpPr/>
          <p:nvPr/>
        </p:nvSpPr>
        <p:spPr>
          <a:xfrm>
            <a:off x="88900" y="795730"/>
            <a:ext cx="12039600" cy="3585770"/>
          </a:xfrm>
          <a:prstGeom prst="roundRect">
            <a:avLst>
              <a:gd name="adj" fmla="val 2495"/>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38489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C602BB-6494-466B-81AE-4091DE0D45E5}"/>
              </a:ext>
            </a:extLst>
          </p:cNvPr>
          <p:cNvSpPr/>
          <p:nvPr/>
        </p:nvSpPr>
        <p:spPr>
          <a:xfrm>
            <a:off x="24523" y="131350"/>
            <a:ext cx="7145033"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(Apigee) API Gateway: Exposes services as managed API’s</a:t>
            </a: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4" name="Rectangle 13">
            <a:extLst>
              <a:ext uri="{FF2B5EF4-FFF2-40B4-BE49-F238E27FC236}">
                <a16:creationId xmlns:a16="http://schemas.microsoft.com/office/drawing/2014/main" id="{FE119B2A-26F3-40E9-8AA4-0BA8B0034184}"/>
              </a:ext>
            </a:extLst>
          </p:cNvPr>
          <p:cNvSpPr/>
          <p:nvPr/>
        </p:nvSpPr>
        <p:spPr>
          <a:xfrm>
            <a:off x="8701206" y="408349"/>
            <a:ext cx="2541530" cy="369332"/>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rgbClr val="011893"/>
                </a:solidFill>
                <a:latin typeface="Calibri Light" panose="020F0302020204030204" pitchFamily="34" charset="0"/>
                <a:cs typeface="Calibri Light" panose="020F0302020204030204" pitchFamily="34" charset="0"/>
              </a:rPr>
              <a:t>API Gateway Architecture</a:t>
            </a:r>
            <a:endParaRPr kumimoji="0" lang="en-US"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8" name="Rectangle 17">
            <a:extLst>
              <a:ext uri="{FF2B5EF4-FFF2-40B4-BE49-F238E27FC236}">
                <a16:creationId xmlns:a16="http://schemas.microsoft.com/office/drawing/2014/main" id="{66BA7C6E-5035-4FAC-9610-7325F1BE5EDA}"/>
              </a:ext>
            </a:extLst>
          </p:cNvPr>
          <p:cNvSpPr/>
          <p:nvPr/>
        </p:nvSpPr>
        <p:spPr>
          <a:xfrm>
            <a:off x="229311" y="777681"/>
            <a:ext cx="7022685" cy="2569934"/>
          </a:xfrm>
          <a:prstGeom prst="rect">
            <a:avLst/>
          </a:prstGeom>
        </p:spPr>
        <p:txBody>
          <a:bodyPr wrap="square">
            <a:spAutoFit/>
          </a:bodyPr>
          <a:lstStyle/>
          <a:p>
            <a:pPr marL="285750" indent="-285750">
              <a:spcAft>
                <a:spcPts val="600"/>
              </a:spcAft>
              <a:buFont typeface="Arial" panose="020B0604020202020204" pitchFamily="34" charset="0"/>
              <a:buChar char="•"/>
            </a:pPr>
            <a:r>
              <a:rPr lang="en-US" sz="1400" dirty="0"/>
              <a:t>Single entryway into a system</a:t>
            </a:r>
          </a:p>
          <a:p>
            <a:pPr marL="285750" indent="-285750">
              <a:spcAft>
                <a:spcPts val="600"/>
              </a:spcAft>
              <a:buFont typeface="Arial" panose="020B0604020202020204" pitchFamily="34" charset="0"/>
              <a:buChar char="•"/>
            </a:pPr>
            <a:r>
              <a:rPr lang="en-US" sz="1400" dirty="0"/>
              <a:t>Primary goal: ensure reliable processing of every API call. </a:t>
            </a:r>
          </a:p>
          <a:p>
            <a:pPr marL="285750" indent="-285750">
              <a:spcAft>
                <a:spcPts val="600"/>
              </a:spcAft>
              <a:buFont typeface="Arial" panose="020B0604020202020204" pitchFamily="34" charset="0"/>
              <a:buChar char="•"/>
            </a:pPr>
            <a:r>
              <a:rPr lang="en-US" sz="1400" dirty="0"/>
              <a:t>“Edge” Proxy API services exposed to applications call downstream back-end microservices </a:t>
            </a:r>
          </a:p>
          <a:p>
            <a:pPr marL="285750" indent="-285750">
              <a:spcAft>
                <a:spcPts val="600"/>
              </a:spcAft>
              <a:buFont typeface="Arial" panose="020B0604020202020204" pitchFamily="34" charset="0"/>
              <a:buChar char="•"/>
            </a:pPr>
            <a:r>
              <a:rPr lang="en-US" sz="1400" dirty="0"/>
              <a:t>Enforce network policies to connect, secure, encrypt, observe traffic.</a:t>
            </a:r>
          </a:p>
          <a:p>
            <a:pPr marL="285750" indent="-285750">
              <a:spcAft>
                <a:spcPts val="600"/>
              </a:spcAft>
              <a:buFont typeface="Arial" panose="020B0604020202020204" pitchFamily="34" charset="0"/>
              <a:buChar char="•"/>
            </a:pPr>
            <a:r>
              <a:rPr lang="en-US" sz="1400" dirty="0"/>
              <a:t>Resiliency capabilities built-in: Circuit Breakers, Timeouts, Load Balancing/Failover</a:t>
            </a:r>
          </a:p>
          <a:p>
            <a:pPr marL="285750" indent="-285750">
              <a:spcAft>
                <a:spcPts val="600"/>
              </a:spcAft>
              <a:buFont typeface="Arial" panose="020B0604020202020204" pitchFamily="34" charset="0"/>
              <a:buChar char="•"/>
            </a:pPr>
            <a:r>
              <a:rPr lang="en-US" sz="1400" dirty="0"/>
              <a:t>Built-in support for service discovery &amp; analytics </a:t>
            </a:r>
          </a:p>
          <a:p>
            <a:pPr marL="285750" indent="-285750">
              <a:spcAft>
                <a:spcPts val="600"/>
              </a:spcAft>
              <a:buFont typeface="Arial" panose="020B0604020202020204" pitchFamily="34" charset="0"/>
              <a:buChar char="•"/>
            </a:pPr>
            <a:r>
              <a:rPr lang="en-US" sz="1400" dirty="0"/>
              <a:t>API’s as a product</a:t>
            </a:r>
          </a:p>
          <a:p>
            <a:pPr marL="285750" indent="-285750">
              <a:spcAft>
                <a:spcPts val="600"/>
              </a:spcAft>
              <a:buFont typeface="Arial" panose="020B0604020202020204" pitchFamily="34" charset="0"/>
              <a:buChar char="•"/>
            </a:pPr>
            <a:r>
              <a:rPr lang="en-US" sz="1400" dirty="0"/>
              <a:t>Apigee Est. 2009</a:t>
            </a:r>
          </a:p>
        </p:txBody>
      </p:sp>
      <p:sp>
        <p:nvSpPr>
          <p:cNvPr id="19" name="Rectangle 18">
            <a:extLst>
              <a:ext uri="{FF2B5EF4-FFF2-40B4-BE49-F238E27FC236}">
                <a16:creationId xmlns:a16="http://schemas.microsoft.com/office/drawing/2014/main" id="{CBDE4035-0469-4855-8F1F-793F6D2EF94F}"/>
              </a:ext>
            </a:extLst>
          </p:cNvPr>
          <p:cNvSpPr/>
          <p:nvPr/>
        </p:nvSpPr>
        <p:spPr>
          <a:xfrm>
            <a:off x="7993626" y="1023698"/>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Web Application</a:t>
            </a:r>
          </a:p>
        </p:txBody>
      </p:sp>
      <p:sp>
        <p:nvSpPr>
          <p:cNvPr id="20" name="Rectangle 19">
            <a:extLst>
              <a:ext uri="{FF2B5EF4-FFF2-40B4-BE49-F238E27FC236}">
                <a16:creationId xmlns:a16="http://schemas.microsoft.com/office/drawing/2014/main" id="{0B018B52-D375-4E73-ADE5-F418ECCA9573}"/>
              </a:ext>
            </a:extLst>
          </p:cNvPr>
          <p:cNvSpPr/>
          <p:nvPr/>
        </p:nvSpPr>
        <p:spPr>
          <a:xfrm>
            <a:off x="9347794" y="1023698"/>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Mobile Application</a:t>
            </a:r>
          </a:p>
        </p:txBody>
      </p:sp>
      <p:sp>
        <p:nvSpPr>
          <p:cNvPr id="21" name="Rectangle 20">
            <a:extLst>
              <a:ext uri="{FF2B5EF4-FFF2-40B4-BE49-F238E27FC236}">
                <a16:creationId xmlns:a16="http://schemas.microsoft.com/office/drawing/2014/main" id="{34CC7A54-C186-462A-9E55-CC2B12C4049A}"/>
              </a:ext>
            </a:extLst>
          </p:cNvPr>
          <p:cNvSpPr/>
          <p:nvPr/>
        </p:nvSpPr>
        <p:spPr>
          <a:xfrm>
            <a:off x="10701962" y="1023698"/>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3</a:t>
            </a:r>
            <a:r>
              <a:rPr lang="en-US" sz="1400" baseline="30000" dirty="0"/>
              <a:t>rd</a:t>
            </a:r>
            <a:r>
              <a:rPr lang="en-US" sz="1400" dirty="0"/>
              <a:t> Party Application</a:t>
            </a:r>
          </a:p>
        </p:txBody>
      </p:sp>
      <p:sp>
        <p:nvSpPr>
          <p:cNvPr id="22" name="Rectangle 21">
            <a:extLst>
              <a:ext uri="{FF2B5EF4-FFF2-40B4-BE49-F238E27FC236}">
                <a16:creationId xmlns:a16="http://schemas.microsoft.com/office/drawing/2014/main" id="{FBEE84A3-0075-4149-8FD4-6A6236BC00FE}"/>
              </a:ext>
            </a:extLst>
          </p:cNvPr>
          <p:cNvSpPr/>
          <p:nvPr/>
        </p:nvSpPr>
        <p:spPr>
          <a:xfrm>
            <a:off x="7993626" y="2035868"/>
            <a:ext cx="3789884" cy="1836176"/>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t"/>
          <a:lstStyle/>
          <a:p>
            <a:pPr algn="ctr"/>
            <a:r>
              <a:rPr lang="en-US" sz="1400" dirty="0"/>
              <a:t>API Gateway</a:t>
            </a:r>
          </a:p>
        </p:txBody>
      </p:sp>
      <p:sp>
        <p:nvSpPr>
          <p:cNvPr id="23" name="Rectangle 22">
            <a:extLst>
              <a:ext uri="{FF2B5EF4-FFF2-40B4-BE49-F238E27FC236}">
                <a16:creationId xmlns:a16="http://schemas.microsoft.com/office/drawing/2014/main" id="{5787EB21-CD9E-40FE-89AB-1845F20A43BD}"/>
              </a:ext>
            </a:extLst>
          </p:cNvPr>
          <p:cNvSpPr/>
          <p:nvPr/>
        </p:nvSpPr>
        <p:spPr>
          <a:xfrm>
            <a:off x="8077029" y="2398314"/>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Mediate</a:t>
            </a:r>
          </a:p>
        </p:txBody>
      </p:sp>
      <p:sp>
        <p:nvSpPr>
          <p:cNvPr id="24" name="Rectangle 23">
            <a:extLst>
              <a:ext uri="{FF2B5EF4-FFF2-40B4-BE49-F238E27FC236}">
                <a16:creationId xmlns:a16="http://schemas.microsoft.com/office/drawing/2014/main" id="{BAF2DEFA-D923-492B-BEE6-E1DF7DB46558}"/>
              </a:ext>
            </a:extLst>
          </p:cNvPr>
          <p:cNvSpPr/>
          <p:nvPr/>
        </p:nvSpPr>
        <p:spPr>
          <a:xfrm>
            <a:off x="8077029" y="2866680"/>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Transform</a:t>
            </a:r>
          </a:p>
        </p:txBody>
      </p:sp>
      <p:sp>
        <p:nvSpPr>
          <p:cNvPr id="25" name="Rectangle 24">
            <a:extLst>
              <a:ext uri="{FF2B5EF4-FFF2-40B4-BE49-F238E27FC236}">
                <a16:creationId xmlns:a16="http://schemas.microsoft.com/office/drawing/2014/main" id="{FFB37646-CB8E-4C7A-82C0-00AA5E9CD14E}"/>
              </a:ext>
            </a:extLst>
          </p:cNvPr>
          <p:cNvSpPr/>
          <p:nvPr/>
        </p:nvSpPr>
        <p:spPr>
          <a:xfrm>
            <a:off x="8077029" y="3309138"/>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Throttle</a:t>
            </a:r>
          </a:p>
        </p:txBody>
      </p:sp>
      <p:sp>
        <p:nvSpPr>
          <p:cNvPr id="26" name="Rectangle 25">
            <a:extLst>
              <a:ext uri="{FF2B5EF4-FFF2-40B4-BE49-F238E27FC236}">
                <a16:creationId xmlns:a16="http://schemas.microsoft.com/office/drawing/2014/main" id="{2D3C0AB7-191C-48CB-9EB5-498BFDBBF526}"/>
              </a:ext>
            </a:extLst>
          </p:cNvPr>
          <p:cNvSpPr/>
          <p:nvPr/>
        </p:nvSpPr>
        <p:spPr>
          <a:xfrm>
            <a:off x="9347794" y="2398313"/>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Secure</a:t>
            </a:r>
          </a:p>
        </p:txBody>
      </p:sp>
      <p:sp>
        <p:nvSpPr>
          <p:cNvPr id="27" name="Rectangle 26">
            <a:extLst>
              <a:ext uri="{FF2B5EF4-FFF2-40B4-BE49-F238E27FC236}">
                <a16:creationId xmlns:a16="http://schemas.microsoft.com/office/drawing/2014/main" id="{BB6BC6D6-6B05-4693-A909-66F4A19B498D}"/>
              </a:ext>
            </a:extLst>
          </p:cNvPr>
          <p:cNvSpPr/>
          <p:nvPr/>
        </p:nvSpPr>
        <p:spPr>
          <a:xfrm>
            <a:off x="9347794" y="2866679"/>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Meter</a:t>
            </a:r>
          </a:p>
        </p:txBody>
      </p:sp>
      <p:sp>
        <p:nvSpPr>
          <p:cNvPr id="28" name="Rectangle 27">
            <a:extLst>
              <a:ext uri="{FF2B5EF4-FFF2-40B4-BE49-F238E27FC236}">
                <a16:creationId xmlns:a16="http://schemas.microsoft.com/office/drawing/2014/main" id="{C69B1443-3AEC-4F20-AFB5-702FE293856F}"/>
              </a:ext>
            </a:extLst>
          </p:cNvPr>
          <p:cNvSpPr/>
          <p:nvPr/>
        </p:nvSpPr>
        <p:spPr>
          <a:xfrm>
            <a:off x="9347794" y="3309137"/>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Protocol</a:t>
            </a:r>
          </a:p>
        </p:txBody>
      </p:sp>
      <p:sp>
        <p:nvSpPr>
          <p:cNvPr id="29" name="Rectangle 28">
            <a:extLst>
              <a:ext uri="{FF2B5EF4-FFF2-40B4-BE49-F238E27FC236}">
                <a16:creationId xmlns:a16="http://schemas.microsoft.com/office/drawing/2014/main" id="{378B3CF1-2BC8-4250-81C9-2C009E6B1FA4}"/>
              </a:ext>
            </a:extLst>
          </p:cNvPr>
          <p:cNvSpPr/>
          <p:nvPr/>
        </p:nvSpPr>
        <p:spPr>
          <a:xfrm>
            <a:off x="10565652" y="2403336"/>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Composition</a:t>
            </a:r>
          </a:p>
        </p:txBody>
      </p:sp>
      <p:sp>
        <p:nvSpPr>
          <p:cNvPr id="30" name="Rectangle 29">
            <a:extLst>
              <a:ext uri="{FF2B5EF4-FFF2-40B4-BE49-F238E27FC236}">
                <a16:creationId xmlns:a16="http://schemas.microsoft.com/office/drawing/2014/main" id="{4F7BA554-60C1-42AA-A50A-E42198662ADF}"/>
              </a:ext>
            </a:extLst>
          </p:cNvPr>
          <p:cNvSpPr/>
          <p:nvPr/>
        </p:nvSpPr>
        <p:spPr>
          <a:xfrm>
            <a:off x="10565652" y="2868077"/>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Error Handling</a:t>
            </a:r>
          </a:p>
        </p:txBody>
      </p:sp>
      <p:sp>
        <p:nvSpPr>
          <p:cNvPr id="31" name="Rectangle 30">
            <a:extLst>
              <a:ext uri="{FF2B5EF4-FFF2-40B4-BE49-F238E27FC236}">
                <a16:creationId xmlns:a16="http://schemas.microsoft.com/office/drawing/2014/main" id="{75EF9027-B5B0-46BC-9BD7-957D45D05FF2}"/>
              </a:ext>
            </a:extLst>
          </p:cNvPr>
          <p:cNvSpPr/>
          <p:nvPr/>
        </p:nvSpPr>
        <p:spPr>
          <a:xfrm>
            <a:off x="10565652" y="3306693"/>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Caching</a:t>
            </a:r>
          </a:p>
        </p:txBody>
      </p:sp>
      <p:sp>
        <p:nvSpPr>
          <p:cNvPr id="32" name="Rectangle 31">
            <a:extLst>
              <a:ext uri="{FF2B5EF4-FFF2-40B4-BE49-F238E27FC236}">
                <a16:creationId xmlns:a16="http://schemas.microsoft.com/office/drawing/2014/main" id="{00747DD9-40E7-40D0-A432-59F63AAE9EFD}"/>
              </a:ext>
            </a:extLst>
          </p:cNvPr>
          <p:cNvSpPr/>
          <p:nvPr/>
        </p:nvSpPr>
        <p:spPr>
          <a:xfrm>
            <a:off x="8038761" y="4300181"/>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A</a:t>
            </a:r>
          </a:p>
        </p:txBody>
      </p:sp>
      <p:sp>
        <p:nvSpPr>
          <p:cNvPr id="33" name="Rectangle 32">
            <a:extLst>
              <a:ext uri="{FF2B5EF4-FFF2-40B4-BE49-F238E27FC236}">
                <a16:creationId xmlns:a16="http://schemas.microsoft.com/office/drawing/2014/main" id="{91948D43-D231-4E29-BEBD-04E422C52782}"/>
              </a:ext>
            </a:extLst>
          </p:cNvPr>
          <p:cNvSpPr/>
          <p:nvPr/>
        </p:nvSpPr>
        <p:spPr>
          <a:xfrm>
            <a:off x="9286115" y="4294456"/>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B</a:t>
            </a:r>
          </a:p>
        </p:txBody>
      </p:sp>
      <p:sp>
        <p:nvSpPr>
          <p:cNvPr id="34" name="Rectangle 33">
            <a:extLst>
              <a:ext uri="{FF2B5EF4-FFF2-40B4-BE49-F238E27FC236}">
                <a16:creationId xmlns:a16="http://schemas.microsoft.com/office/drawing/2014/main" id="{F9F18E33-37E5-44E1-BABE-168D0AA58E22}"/>
              </a:ext>
            </a:extLst>
          </p:cNvPr>
          <p:cNvSpPr/>
          <p:nvPr/>
        </p:nvSpPr>
        <p:spPr>
          <a:xfrm>
            <a:off x="10578605" y="4303822"/>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C</a:t>
            </a:r>
          </a:p>
        </p:txBody>
      </p:sp>
      <p:cxnSp>
        <p:nvCxnSpPr>
          <p:cNvPr id="36" name="Straight Arrow Connector 35">
            <a:extLst>
              <a:ext uri="{FF2B5EF4-FFF2-40B4-BE49-F238E27FC236}">
                <a16:creationId xmlns:a16="http://schemas.microsoft.com/office/drawing/2014/main" id="{145105F9-6F04-4789-BEA4-A42ADB6FC4B2}"/>
              </a:ext>
            </a:extLst>
          </p:cNvPr>
          <p:cNvCxnSpPr>
            <a:stCxn id="19" idx="2"/>
            <a:endCxn id="22" idx="0"/>
          </p:cNvCxnSpPr>
          <p:nvPr/>
        </p:nvCxnSpPr>
        <p:spPr>
          <a:xfrm>
            <a:off x="8534400" y="1633298"/>
            <a:ext cx="1354168" cy="402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C801AE1-FAFF-4B86-B68F-C12FD86A6DF5}"/>
              </a:ext>
            </a:extLst>
          </p:cNvPr>
          <p:cNvCxnSpPr>
            <a:cxnSpLocks/>
            <a:endCxn id="22" idx="0"/>
          </p:cNvCxnSpPr>
          <p:nvPr/>
        </p:nvCxnSpPr>
        <p:spPr>
          <a:xfrm>
            <a:off x="9888568" y="1707729"/>
            <a:ext cx="0" cy="328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D67FADF-A1B8-4853-82D0-C9B1E41851C4}"/>
              </a:ext>
            </a:extLst>
          </p:cNvPr>
          <p:cNvCxnSpPr>
            <a:cxnSpLocks/>
            <a:stCxn id="21" idx="2"/>
            <a:endCxn id="22" idx="0"/>
          </p:cNvCxnSpPr>
          <p:nvPr/>
        </p:nvCxnSpPr>
        <p:spPr>
          <a:xfrm flipH="1">
            <a:off x="9888568" y="1633298"/>
            <a:ext cx="1354168" cy="402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B715BF0-C7E8-4551-8B62-8917EDFC8E28}"/>
              </a:ext>
            </a:extLst>
          </p:cNvPr>
          <p:cNvCxnSpPr>
            <a:cxnSpLocks/>
            <a:stCxn id="22" idx="2"/>
            <a:endCxn id="32" idx="0"/>
          </p:cNvCxnSpPr>
          <p:nvPr/>
        </p:nvCxnSpPr>
        <p:spPr>
          <a:xfrm flipH="1">
            <a:off x="8579535" y="3872044"/>
            <a:ext cx="1309033" cy="428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1581A6C-0526-4665-AE73-AC492D96EEBC}"/>
              </a:ext>
            </a:extLst>
          </p:cNvPr>
          <p:cNvCxnSpPr>
            <a:cxnSpLocks/>
            <a:stCxn id="22" idx="2"/>
            <a:endCxn id="33" idx="0"/>
          </p:cNvCxnSpPr>
          <p:nvPr/>
        </p:nvCxnSpPr>
        <p:spPr>
          <a:xfrm flipH="1">
            <a:off x="9826889" y="3872044"/>
            <a:ext cx="61679" cy="422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92F491C-AF0B-45C8-81FB-B009CF71849A}"/>
              </a:ext>
            </a:extLst>
          </p:cNvPr>
          <p:cNvCxnSpPr>
            <a:cxnSpLocks/>
            <a:stCxn id="22" idx="2"/>
            <a:endCxn id="34" idx="0"/>
          </p:cNvCxnSpPr>
          <p:nvPr/>
        </p:nvCxnSpPr>
        <p:spPr>
          <a:xfrm>
            <a:off x="9888568" y="3872044"/>
            <a:ext cx="1230811" cy="431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Arrow: Up-Down 56">
            <a:extLst>
              <a:ext uri="{FF2B5EF4-FFF2-40B4-BE49-F238E27FC236}">
                <a16:creationId xmlns:a16="http://schemas.microsoft.com/office/drawing/2014/main" id="{954108B8-2752-4795-A529-BD86682FAF8A}"/>
              </a:ext>
            </a:extLst>
          </p:cNvPr>
          <p:cNvSpPr/>
          <p:nvPr/>
        </p:nvSpPr>
        <p:spPr>
          <a:xfrm>
            <a:off x="7661611" y="1080893"/>
            <a:ext cx="183973" cy="383253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141F9B3E-916F-4FAA-BBEF-F7C3D0CB5D5B}"/>
              </a:ext>
            </a:extLst>
          </p:cNvPr>
          <p:cNvSpPr/>
          <p:nvPr/>
        </p:nvSpPr>
        <p:spPr>
          <a:xfrm rot="16200000">
            <a:off x="6990315" y="2881182"/>
            <a:ext cx="1091966" cy="307777"/>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solidFill>
                  <a:srgbClr val="011893"/>
                </a:solidFill>
                <a:latin typeface="Calibri Light" panose="020F0302020204030204" pitchFamily="34" charset="0"/>
                <a:cs typeface="Calibri Light" panose="020F0302020204030204" pitchFamily="34" charset="0"/>
              </a:rPr>
              <a:t>North/South</a:t>
            </a:r>
            <a:endParaRPr kumimoji="0" lang="en-US" sz="1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59" name="Rectangle 58">
            <a:extLst>
              <a:ext uri="{FF2B5EF4-FFF2-40B4-BE49-F238E27FC236}">
                <a16:creationId xmlns:a16="http://schemas.microsoft.com/office/drawing/2014/main" id="{85E5132F-EBEA-436C-B73D-5ECA403D4B88}"/>
              </a:ext>
            </a:extLst>
          </p:cNvPr>
          <p:cNvSpPr/>
          <p:nvPr/>
        </p:nvSpPr>
        <p:spPr>
          <a:xfrm>
            <a:off x="68826" y="3634477"/>
            <a:ext cx="6903969" cy="2539157"/>
          </a:xfrm>
          <a:prstGeom prst="rect">
            <a:avLst/>
          </a:prstGeom>
        </p:spPr>
        <p:txBody>
          <a:bodyPr wrap="square">
            <a:spAutoFit/>
          </a:bodyPr>
          <a:lstStyle/>
          <a:p>
            <a:pPr>
              <a:spcAft>
                <a:spcPts val="600"/>
              </a:spcAft>
            </a:pPr>
            <a:r>
              <a:rPr lang="en-US" sz="1400" u="sng" dirty="0"/>
              <a:t>At the edge, you don’t control the client</a:t>
            </a:r>
          </a:p>
          <a:p>
            <a:pPr marL="285750" indent="-114300">
              <a:buFont typeface="Arial" panose="020B0604020202020204" pitchFamily="34" charset="0"/>
              <a:buChar char="•"/>
            </a:pPr>
            <a:r>
              <a:rPr lang="en-US" sz="1400" dirty="0"/>
              <a:t>The fundamental difference between edge routing </a:t>
            </a:r>
            <a:r>
              <a:rPr lang="en-US" sz="1400" i="1" dirty="0"/>
              <a:t>(north/south)</a:t>
            </a:r>
            <a:r>
              <a:rPr lang="en-US" sz="1400" dirty="0"/>
              <a:t> and internal </a:t>
            </a:r>
            <a:r>
              <a:rPr lang="en-US" sz="1400" i="1" dirty="0"/>
              <a:t>(east/west)</a:t>
            </a:r>
            <a:r>
              <a:rPr lang="en-US" sz="1400" dirty="0"/>
              <a:t> routing is that with the edge, you don’t control the client. </a:t>
            </a:r>
          </a:p>
          <a:p>
            <a:pPr marL="285750" indent="-114300"/>
            <a:endParaRPr lang="en-US" sz="1400" dirty="0"/>
          </a:p>
          <a:p>
            <a:pPr marL="285750" indent="-114300">
              <a:buFont typeface="Arial" panose="020B0604020202020204" pitchFamily="34" charset="0"/>
              <a:buChar char="•"/>
            </a:pPr>
            <a:r>
              <a:rPr lang="en-US" sz="1400" dirty="0"/>
              <a:t>The client can make requests with arbitrary formats and types that need to be handled.  Some examples:</a:t>
            </a:r>
          </a:p>
          <a:p>
            <a:pPr marL="742950" lvl="2" indent="-114300">
              <a:buFont typeface="Arial" panose="020B0604020202020204" pitchFamily="34" charset="0"/>
              <a:buChar char="•"/>
            </a:pPr>
            <a:r>
              <a:rPr lang="en-US" sz="1400" dirty="0"/>
              <a:t>Supporting redirection from HTTP to HTTPS. </a:t>
            </a:r>
          </a:p>
          <a:p>
            <a:pPr marL="742950" lvl="2" indent="-114300">
              <a:buFont typeface="Arial" panose="020B0604020202020204" pitchFamily="34" charset="0"/>
              <a:buChar char="•"/>
            </a:pPr>
            <a:r>
              <a:rPr lang="en-US" sz="1400" dirty="0"/>
              <a:t>Support for the X-Forwarded-For HTTP header</a:t>
            </a:r>
          </a:p>
          <a:p>
            <a:pPr marL="742950" lvl="2" indent="-114300">
              <a:buFont typeface="Arial" panose="020B0604020202020204" pitchFamily="34" charset="0"/>
              <a:buChar char="•"/>
            </a:pPr>
            <a:r>
              <a:rPr lang="en-US" sz="1400" dirty="0"/>
              <a:t>Human to machine authentication via OAuth, OIDC, and the like.</a:t>
            </a:r>
          </a:p>
          <a:p>
            <a:pPr marL="742950" lvl="2" indent="-114300">
              <a:buFont typeface="Arial" panose="020B0604020202020204" pitchFamily="34" charset="0"/>
              <a:buChar char="•"/>
            </a:pPr>
            <a:r>
              <a:rPr lang="en-US" sz="1400" dirty="0"/>
              <a:t>Many different ways of routing (regex routing, header-based routing, host header routing)</a:t>
            </a:r>
          </a:p>
        </p:txBody>
      </p:sp>
    </p:spTree>
    <p:extLst>
      <p:ext uri="{BB962C8B-B14F-4D97-AF65-F5344CB8AC3E}">
        <p14:creationId xmlns:p14="http://schemas.microsoft.com/office/powerpoint/2010/main" val="491389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C602BB-6494-466B-81AE-4091DE0D45E5}"/>
              </a:ext>
            </a:extLst>
          </p:cNvPr>
          <p:cNvSpPr/>
          <p:nvPr/>
        </p:nvSpPr>
        <p:spPr>
          <a:xfrm>
            <a:off x="24523" y="131350"/>
            <a:ext cx="7608365"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a:t>
            </a:r>
            <a:r>
              <a:rPr lang="en-US" sz="2400" dirty="0" err="1">
                <a:solidFill>
                  <a:srgbClr val="011893"/>
                </a:solidFill>
                <a:latin typeface="Calibri Light" panose="020F0302020204030204" pitchFamily="34" charset="0"/>
                <a:cs typeface="Calibri Light" panose="020F0302020204030204" pitchFamily="34" charset="0"/>
              </a:rPr>
              <a:t>Istio</a:t>
            </a:r>
            <a:r>
              <a:rPr lang="en-US" sz="2400" dirty="0">
                <a:solidFill>
                  <a:srgbClr val="011893"/>
                </a:solidFill>
                <a:latin typeface="Calibri Light" panose="020F0302020204030204" pitchFamily="34" charset="0"/>
                <a:cs typeface="Calibri Light" panose="020F0302020204030204" pitchFamily="34" charset="0"/>
              </a:rPr>
              <a:t>) Service Mesh: Network Communication Infrastructure</a:t>
            </a: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4" name="Rectangle 13">
            <a:extLst>
              <a:ext uri="{FF2B5EF4-FFF2-40B4-BE49-F238E27FC236}">
                <a16:creationId xmlns:a16="http://schemas.microsoft.com/office/drawing/2014/main" id="{FE119B2A-26F3-40E9-8AA4-0BA8B0034184}"/>
              </a:ext>
            </a:extLst>
          </p:cNvPr>
          <p:cNvSpPr/>
          <p:nvPr/>
        </p:nvSpPr>
        <p:spPr>
          <a:xfrm>
            <a:off x="8500922" y="1498756"/>
            <a:ext cx="2620846" cy="369332"/>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rgbClr val="011893"/>
                </a:solidFill>
                <a:latin typeface="Calibri Light" panose="020F0302020204030204" pitchFamily="34" charset="0"/>
                <a:cs typeface="Calibri Light" panose="020F0302020204030204" pitchFamily="34" charset="0"/>
              </a:rPr>
              <a:t>Service Mesh Architecture</a:t>
            </a:r>
            <a:endParaRPr kumimoji="0" lang="en-US"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18" name="Rectangle 17">
            <a:extLst>
              <a:ext uri="{FF2B5EF4-FFF2-40B4-BE49-F238E27FC236}">
                <a16:creationId xmlns:a16="http://schemas.microsoft.com/office/drawing/2014/main" id="{66BA7C6E-5035-4FAC-9610-7325F1BE5EDA}"/>
              </a:ext>
            </a:extLst>
          </p:cNvPr>
          <p:cNvSpPr/>
          <p:nvPr/>
        </p:nvSpPr>
        <p:spPr>
          <a:xfrm>
            <a:off x="150383" y="911412"/>
            <a:ext cx="7238607" cy="5401479"/>
          </a:xfrm>
          <a:prstGeom prst="rect">
            <a:avLst/>
          </a:prstGeom>
        </p:spPr>
        <p:txBody>
          <a:bodyPr wrap="square">
            <a:spAutoFit/>
          </a:bodyPr>
          <a:lstStyle/>
          <a:p>
            <a:pPr marL="285750" indent="-285750">
              <a:spcAft>
                <a:spcPts val="600"/>
              </a:spcAft>
              <a:buFont typeface="Arial" panose="020B0604020202020204" pitchFamily="34" charset="0"/>
              <a:buChar char="•"/>
            </a:pPr>
            <a:r>
              <a:rPr lang="en-US" sz="1600" dirty="0"/>
              <a:t>Primary Goal: Mitigate risk of microservice application failure.</a:t>
            </a:r>
          </a:p>
          <a:p>
            <a:pPr marL="285750" indent="-285750">
              <a:spcAft>
                <a:spcPts val="600"/>
              </a:spcAft>
              <a:buFont typeface="Arial" panose="020B0604020202020204" pitchFamily="34" charset="0"/>
              <a:buChar char="•"/>
            </a:pPr>
            <a:r>
              <a:rPr lang="en-US" sz="1600" dirty="0"/>
              <a:t>Facilitates communication between microservices within a platform.</a:t>
            </a:r>
          </a:p>
          <a:p>
            <a:pPr marL="285750" indent="-285750">
              <a:spcAft>
                <a:spcPts val="600"/>
              </a:spcAft>
              <a:buFont typeface="Arial" panose="020B0604020202020204" pitchFamily="34" charset="0"/>
              <a:buChar char="•"/>
            </a:pPr>
            <a:r>
              <a:rPr lang="en-US" sz="1600" dirty="0"/>
              <a:t>Takes logic governing service-to-service communication out of individual services and abstracts it to a layer of infrastructure. </a:t>
            </a:r>
          </a:p>
          <a:p>
            <a:pPr marL="285750" indent="-285750">
              <a:spcAft>
                <a:spcPts val="600"/>
              </a:spcAft>
              <a:buFont typeface="Arial" panose="020B0604020202020204" pitchFamily="34" charset="0"/>
              <a:buChar char="•"/>
            </a:pPr>
            <a:r>
              <a:rPr lang="en-US" sz="1600" dirty="0"/>
              <a:t>Provides observability into communications, secure connections, automated retries of failed requests</a:t>
            </a:r>
          </a:p>
          <a:p>
            <a:pPr marL="285750" indent="-285750">
              <a:spcAft>
                <a:spcPts val="600"/>
              </a:spcAft>
              <a:buFont typeface="Arial" panose="020B0604020202020204" pitchFamily="34" charset="0"/>
              <a:buChar char="•"/>
            </a:pPr>
            <a:r>
              <a:rPr lang="en-US" sz="1600" dirty="0"/>
              <a:t>Can document how well </a:t>
            </a:r>
            <a:r>
              <a:rPr lang="en-US" sz="1600" i="1" dirty="0"/>
              <a:t>(or not)</a:t>
            </a:r>
            <a:r>
              <a:rPr lang="en-US" sz="1600" dirty="0"/>
              <a:t> different parts of an app interact; allowing optimization and efficient app growth.</a:t>
            </a:r>
          </a:p>
          <a:p>
            <a:pPr marL="285750" indent="-285750">
              <a:spcAft>
                <a:spcPts val="600"/>
              </a:spcAft>
              <a:buFont typeface="Arial" panose="020B0604020202020204" pitchFamily="34" charset="0"/>
              <a:buChar char="•"/>
            </a:pPr>
            <a:r>
              <a:rPr lang="en-US" sz="1600" dirty="0"/>
              <a:t>A given Microservice won’t directly communicate with the other microservices; requests are routed between microservices through proxies in their own infrastructure layer. Individual proxies that make up a service mesh are sometimes called “sidecars,” since they run alongside each service, rather than within them. Together, these “sidecar” proxies form a mesh network.</a:t>
            </a:r>
          </a:p>
          <a:p>
            <a:pPr marL="285750" indent="-285750">
              <a:spcAft>
                <a:spcPts val="600"/>
              </a:spcAft>
              <a:buFont typeface="Arial" panose="020B0604020202020204" pitchFamily="34" charset="0"/>
              <a:buChar char="•"/>
            </a:pPr>
            <a:r>
              <a:rPr lang="en-US" sz="1600" dirty="0"/>
              <a:t>Easy deployment to Docker, Kubernetes.</a:t>
            </a:r>
          </a:p>
          <a:p>
            <a:pPr marL="285750" indent="-285750">
              <a:spcAft>
                <a:spcPts val="600"/>
              </a:spcAft>
              <a:buFont typeface="Arial" panose="020B0604020202020204" pitchFamily="34" charset="0"/>
              <a:buChar char="•"/>
            </a:pPr>
            <a:r>
              <a:rPr lang="en-US" sz="1600" dirty="0"/>
              <a:t>API’s as pieces of atomic functionality.</a:t>
            </a:r>
          </a:p>
          <a:p>
            <a:pPr marL="285750" indent="-285750">
              <a:spcAft>
                <a:spcPts val="600"/>
              </a:spcAft>
              <a:buFont typeface="Arial" panose="020B0604020202020204" pitchFamily="34" charset="0"/>
              <a:buChar char="•"/>
            </a:pPr>
            <a:r>
              <a:rPr lang="en-US" sz="1600" dirty="0"/>
              <a:t>Pattern Est. ~2017</a:t>
            </a:r>
          </a:p>
          <a:p>
            <a:pPr marL="285750" indent="-285750">
              <a:buFont typeface="Arial" panose="020B0604020202020204" pitchFamily="34" charset="0"/>
              <a:buChar char="•"/>
            </a:pPr>
            <a:endParaRPr lang="en-US" sz="1400" dirty="0">
              <a:solidFill>
                <a:srgbClr val="FF0000"/>
              </a:solidFill>
            </a:endParaRPr>
          </a:p>
          <a:p>
            <a:pPr marL="285750" indent="-285750">
              <a:buFont typeface="Arial" panose="020B0604020202020204" pitchFamily="34" charset="0"/>
              <a:buChar char="•"/>
            </a:pPr>
            <a:endParaRPr lang="en-US" sz="1400" dirty="0"/>
          </a:p>
        </p:txBody>
      </p:sp>
      <p:sp>
        <p:nvSpPr>
          <p:cNvPr id="32" name="Rectangle 31">
            <a:extLst>
              <a:ext uri="{FF2B5EF4-FFF2-40B4-BE49-F238E27FC236}">
                <a16:creationId xmlns:a16="http://schemas.microsoft.com/office/drawing/2014/main" id="{00747DD9-40E7-40D0-A432-59F63AAE9EFD}"/>
              </a:ext>
            </a:extLst>
          </p:cNvPr>
          <p:cNvSpPr/>
          <p:nvPr/>
        </p:nvSpPr>
        <p:spPr>
          <a:xfrm>
            <a:off x="7650625" y="2116004"/>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A</a:t>
            </a:r>
          </a:p>
        </p:txBody>
      </p:sp>
      <p:sp>
        <p:nvSpPr>
          <p:cNvPr id="33" name="Rectangle 32">
            <a:extLst>
              <a:ext uri="{FF2B5EF4-FFF2-40B4-BE49-F238E27FC236}">
                <a16:creationId xmlns:a16="http://schemas.microsoft.com/office/drawing/2014/main" id="{91948D43-D231-4E29-BEBD-04E422C52782}"/>
              </a:ext>
            </a:extLst>
          </p:cNvPr>
          <p:cNvSpPr/>
          <p:nvPr/>
        </p:nvSpPr>
        <p:spPr>
          <a:xfrm>
            <a:off x="9107529" y="2110279"/>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B</a:t>
            </a:r>
          </a:p>
        </p:txBody>
      </p:sp>
      <p:sp>
        <p:nvSpPr>
          <p:cNvPr id="34" name="Rectangle 33">
            <a:extLst>
              <a:ext uri="{FF2B5EF4-FFF2-40B4-BE49-F238E27FC236}">
                <a16:creationId xmlns:a16="http://schemas.microsoft.com/office/drawing/2014/main" id="{F9F18E33-37E5-44E1-BABE-168D0AA58E22}"/>
              </a:ext>
            </a:extLst>
          </p:cNvPr>
          <p:cNvSpPr/>
          <p:nvPr/>
        </p:nvSpPr>
        <p:spPr>
          <a:xfrm>
            <a:off x="10580994" y="2119645"/>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C</a:t>
            </a:r>
          </a:p>
        </p:txBody>
      </p:sp>
      <p:sp>
        <p:nvSpPr>
          <p:cNvPr id="57" name="Arrow: Up-Down 56">
            <a:extLst>
              <a:ext uri="{FF2B5EF4-FFF2-40B4-BE49-F238E27FC236}">
                <a16:creationId xmlns:a16="http://schemas.microsoft.com/office/drawing/2014/main" id="{954108B8-2752-4795-A529-BD86682FAF8A}"/>
              </a:ext>
            </a:extLst>
          </p:cNvPr>
          <p:cNvSpPr/>
          <p:nvPr/>
        </p:nvSpPr>
        <p:spPr>
          <a:xfrm rot="5400000">
            <a:off x="9683002" y="2027478"/>
            <a:ext cx="173530" cy="4238283"/>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141F9B3E-916F-4FAA-BBEF-F7C3D0CB5D5B}"/>
              </a:ext>
            </a:extLst>
          </p:cNvPr>
          <p:cNvSpPr/>
          <p:nvPr/>
        </p:nvSpPr>
        <p:spPr>
          <a:xfrm>
            <a:off x="9070632" y="4233382"/>
            <a:ext cx="992516" cy="307777"/>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solidFill>
                  <a:srgbClr val="011893"/>
                </a:solidFill>
                <a:latin typeface="Calibri Light" panose="020F0302020204030204" pitchFamily="34" charset="0"/>
                <a:cs typeface="Calibri Light" panose="020F0302020204030204" pitchFamily="34" charset="0"/>
              </a:rPr>
              <a:t>East / West</a:t>
            </a:r>
            <a:endParaRPr kumimoji="0" lang="en-US" sz="1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44" name="Rectangle 43">
            <a:extLst>
              <a:ext uri="{FF2B5EF4-FFF2-40B4-BE49-F238E27FC236}">
                <a16:creationId xmlns:a16="http://schemas.microsoft.com/office/drawing/2014/main" id="{5FC2CCB5-7D2C-43A0-B048-A400A0B9983B}"/>
              </a:ext>
            </a:extLst>
          </p:cNvPr>
          <p:cNvSpPr/>
          <p:nvPr/>
        </p:nvSpPr>
        <p:spPr>
          <a:xfrm>
            <a:off x="7650625" y="3094383"/>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D</a:t>
            </a:r>
          </a:p>
        </p:txBody>
      </p:sp>
      <p:sp>
        <p:nvSpPr>
          <p:cNvPr id="45" name="Rectangle 44">
            <a:extLst>
              <a:ext uri="{FF2B5EF4-FFF2-40B4-BE49-F238E27FC236}">
                <a16:creationId xmlns:a16="http://schemas.microsoft.com/office/drawing/2014/main" id="{37257A61-2700-42A0-8543-6E8902ED2E57}"/>
              </a:ext>
            </a:extLst>
          </p:cNvPr>
          <p:cNvSpPr/>
          <p:nvPr/>
        </p:nvSpPr>
        <p:spPr>
          <a:xfrm>
            <a:off x="9107529" y="3088658"/>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E</a:t>
            </a:r>
          </a:p>
        </p:txBody>
      </p:sp>
      <p:sp>
        <p:nvSpPr>
          <p:cNvPr id="47" name="Rectangle 46">
            <a:extLst>
              <a:ext uri="{FF2B5EF4-FFF2-40B4-BE49-F238E27FC236}">
                <a16:creationId xmlns:a16="http://schemas.microsoft.com/office/drawing/2014/main" id="{B25E07A2-CB1C-4E0D-9EED-66AA0AD27B6F}"/>
              </a:ext>
            </a:extLst>
          </p:cNvPr>
          <p:cNvSpPr/>
          <p:nvPr/>
        </p:nvSpPr>
        <p:spPr>
          <a:xfrm>
            <a:off x="10580994" y="3098024"/>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F</a:t>
            </a:r>
          </a:p>
        </p:txBody>
      </p:sp>
      <p:sp>
        <p:nvSpPr>
          <p:cNvPr id="48" name="Rectangle 47">
            <a:extLst>
              <a:ext uri="{FF2B5EF4-FFF2-40B4-BE49-F238E27FC236}">
                <a16:creationId xmlns:a16="http://schemas.microsoft.com/office/drawing/2014/main" id="{FA4F0E94-5420-4098-A76F-D9DF92E48548}"/>
              </a:ext>
            </a:extLst>
          </p:cNvPr>
          <p:cNvSpPr/>
          <p:nvPr/>
        </p:nvSpPr>
        <p:spPr>
          <a:xfrm>
            <a:off x="8727114" y="2113549"/>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50" name="Rectangle 49">
            <a:extLst>
              <a:ext uri="{FF2B5EF4-FFF2-40B4-BE49-F238E27FC236}">
                <a16:creationId xmlns:a16="http://schemas.microsoft.com/office/drawing/2014/main" id="{CD2A12E5-877F-4CF0-A24A-72A9AC785B42}"/>
              </a:ext>
            </a:extLst>
          </p:cNvPr>
          <p:cNvSpPr/>
          <p:nvPr/>
        </p:nvSpPr>
        <p:spPr>
          <a:xfrm>
            <a:off x="8730508" y="3094754"/>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51" name="Rectangle 50">
            <a:extLst>
              <a:ext uri="{FF2B5EF4-FFF2-40B4-BE49-F238E27FC236}">
                <a16:creationId xmlns:a16="http://schemas.microsoft.com/office/drawing/2014/main" id="{D7481F78-445F-4199-9AC0-FDD96C667165}"/>
              </a:ext>
            </a:extLst>
          </p:cNvPr>
          <p:cNvSpPr/>
          <p:nvPr/>
        </p:nvSpPr>
        <p:spPr>
          <a:xfrm>
            <a:off x="10189077" y="2110279"/>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52" name="Rectangle 51">
            <a:extLst>
              <a:ext uri="{FF2B5EF4-FFF2-40B4-BE49-F238E27FC236}">
                <a16:creationId xmlns:a16="http://schemas.microsoft.com/office/drawing/2014/main" id="{3B7CE382-72A4-46DC-BD8D-BD13771B7613}"/>
              </a:ext>
            </a:extLst>
          </p:cNvPr>
          <p:cNvSpPr/>
          <p:nvPr/>
        </p:nvSpPr>
        <p:spPr>
          <a:xfrm>
            <a:off x="10189077" y="3088658"/>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53" name="Rectangle 52">
            <a:extLst>
              <a:ext uri="{FF2B5EF4-FFF2-40B4-BE49-F238E27FC236}">
                <a16:creationId xmlns:a16="http://schemas.microsoft.com/office/drawing/2014/main" id="{EA2F6C5C-41D9-4752-81D8-F92D30174935}"/>
              </a:ext>
            </a:extLst>
          </p:cNvPr>
          <p:cNvSpPr/>
          <p:nvPr/>
        </p:nvSpPr>
        <p:spPr>
          <a:xfrm>
            <a:off x="11653173" y="2119645"/>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54" name="Rectangle 53">
            <a:extLst>
              <a:ext uri="{FF2B5EF4-FFF2-40B4-BE49-F238E27FC236}">
                <a16:creationId xmlns:a16="http://schemas.microsoft.com/office/drawing/2014/main" id="{C435702D-7640-420A-B9B5-146E9B59BAAB}"/>
              </a:ext>
            </a:extLst>
          </p:cNvPr>
          <p:cNvSpPr/>
          <p:nvPr/>
        </p:nvSpPr>
        <p:spPr>
          <a:xfrm>
            <a:off x="11648291" y="3098024"/>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cxnSp>
        <p:nvCxnSpPr>
          <p:cNvPr id="5" name="Straight Connector 4">
            <a:extLst>
              <a:ext uri="{FF2B5EF4-FFF2-40B4-BE49-F238E27FC236}">
                <a16:creationId xmlns:a16="http://schemas.microsoft.com/office/drawing/2014/main" id="{1A19971D-4E3C-4230-BB25-A050EEBC504D}"/>
              </a:ext>
            </a:extLst>
          </p:cNvPr>
          <p:cNvCxnSpPr>
            <a:stCxn id="48" idx="2"/>
            <a:endCxn id="50" idx="0"/>
          </p:cNvCxnSpPr>
          <p:nvPr/>
        </p:nvCxnSpPr>
        <p:spPr>
          <a:xfrm>
            <a:off x="8847423" y="2723149"/>
            <a:ext cx="3394" cy="371605"/>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7967509-66D2-4BE7-9D85-173BDAB200C7}"/>
              </a:ext>
            </a:extLst>
          </p:cNvPr>
          <p:cNvCxnSpPr>
            <a:cxnSpLocks/>
            <a:stCxn id="51" idx="2"/>
            <a:endCxn id="52" idx="0"/>
          </p:cNvCxnSpPr>
          <p:nvPr/>
        </p:nvCxnSpPr>
        <p:spPr>
          <a:xfrm>
            <a:off x="10309386" y="2719879"/>
            <a:ext cx="0" cy="36877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56DDCFD-3B75-49BE-B3AC-8D8050F80E2B}"/>
              </a:ext>
            </a:extLst>
          </p:cNvPr>
          <p:cNvCxnSpPr>
            <a:cxnSpLocks/>
            <a:stCxn id="53" idx="2"/>
            <a:endCxn id="54" idx="0"/>
          </p:cNvCxnSpPr>
          <p:nvPr/>
        </p:nvCxnSpPr>
        <p:spPr>
          <a:xfrm flipH="1">
            <a:off x="11768600" y="2729245"/>
            <a:ext cx="4882" cy="36877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822B5E-5D39-4C0F-B3AC-45C31263495F}"/>
              </a:ext>
            </a:extLst>
          </p:cNvPr>
          <p:cNvCxnSpPr>
            <a:cxnSpLocks/>
            <a:stCxn id="48" idx="2"/>
            <a:endCxn id="52" idx="0"/>
          </p:cNvCxnSpPr>
          <p:nvPr/>
        </p:nvCxnSpPr>
        <p:spPr>
          <a:xfrm>
            <a:off x="8847423" y="2723149"/>
            <a:ext cx="1461963" cy="36550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98DEE04-9D14-4575-ABFB-87612D6EDD06}"/>
              </a:ext>
            </a:extLst>
          </p:cNvPr>
          <p:cNvCxnSpPr>
            <a:cxnSpLocks/>
            <a:stCxn id="51" idx="2"/>
            <a:endCxn id="54" idx="0"/>
          </p:cNvCxnSpPr>
          <p:nvPr/>
        </p:nvCxnSpPr>
        <p:spPr>
          <a:xfrm>
            <a:off x="10309386" y="2719879"/>
            <a:ext cx="1459214" cy="378145"/>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958BFD2-7D9F-4BC0-9A86-E3AAA4D1C459}"/>
              </a:ext>
            </a:extLst>
          </p:cNvPr>
          <p:cNvCxnSpPr>
            <a:cxnSpLocks/>
            <a:stCxn id="53" idx="2"/>
            <a:endCxn id="52" idx="0"/>
          </p:cNvCxnSpPr>
          <p:nvPr/>
        </p:nvCxnSpPr>
        <p:spPr>
          <a:xfrm flipH="1">
            <a:off x="10309386" y="2729245"/>
            <a:ext cx="1464096" cy="359413"/>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BFDA5E5-F846-420F-ACCA-3BEA1193334C}"/>
              </a:ext>
            </a:extLst>
          </p:cNvPr>
          <p:cNvCxnSpPr>
            <a:cxnSpLocks/>
            <a:stCxn id="51" idx="2"/>
            <a:endCxn id="50" idx="0"/>
          </p:cNvCxnSpPr>
          <p:nvPr/>
        </p:nvCxnSpPr>
        <p:spPr>
          <a:xfrm flipH="1">
            <a:off x="8850817" y="2719879"/>
            <a:ext cx="1458569" cy="374875"/>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733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54D1884-F887-4621-863A-BC2D5D7DF7EC}"/>
              </a:ext>
            </a:extLst>
          </p:cNvPr>
          <p:cNvSpPr/>
          <p:nvPr/>
        </p:nvSpPr>
        <p:spPr>
          <a:xfrm>
            <a:off x="98322" y="117987"/>
            <a:ext cx="3762825"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dirty="0">
                <a:solidFill>
                  <a:srgbClr val="011893"/>
                </a:solidFill>
                <a:latin typeface="Calibri Light" panose="020F0302020204030204" pitchFamily="34" charset="0"/>
                <a:cs typeface="Calibri Light" panose="020F0302020204030204" pitchFamily="34" charset="0"/>
              </a:rPr>
              <a:t>API Gateway vs Service Mesh</a:t>
            </a: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6" name="Rectangle 5">
            <a:extLst>
              <a:ext uri="{FF2B5EF4-FFF2-40B4-BE49-F238E27FC236}">
                <a16:creationId xmlns:a16="http://schemas.microsoft.com/office/drawing/2014/main" id="{3D6BD3C6-D81E-48C6-8B53-B3C2EACE0BD9}"/>
              </a:ext>
            </a:extLst>
          </p:cNvPr>
          <p:cNvSpPr/>
          <p:nvPr/>
        </p:nvSpPr>
        <p:spPr>
          <a:xfrm>
            <a:off x="157315" y="765604"/>
            <a:ext cx="6366848" cy="2262158"/>
          </a:xfrm>
          <a:prstGeom prst="rect">
            <a:avLst/>
          </a:prstGeom>
        </p:spPr>
        <p:txBody>
          <a:bodyPr wrap="square">
            <a:spAutoFit/>
          </a:bodyPr>
          <a:lstStyle/>
          <a:p>
            <a:pPr marL="285750" indent="-285750">
              <a:spcAft>
                <a:spcPts val="600"/>
              </a:spcAft>
              <a:buFont typeface="Arial" panose="020B0604020202020204" pitchFamily="34" charset="0"/>
              <a:buChar char="•"/>
            </a:pPr>
            <a:r>
              <a:rPr lang="en-US" dirty="0"/>
              <a:t>API Gateways </a:t>
            </a:r>
            <a:r>
              <a:rPr lang="en-US" i="1" dirty="0"/>
              <a:t>(in general)</a:t>
            </a:r>
            <a:r>
              <a:rPr lang="en-US" dirty="0"/>
              <a:t> focus on north/south traffic. </a:t>
            </a:r>
          </a:p>
          <a:p>
            <a:pPr marL="285750" indent="-285750">
              <a:spcAft>
                <a:spcPts val="600"/>
              </a:spcAft>
              <a:buFont typeface="Arial" panose="020B0604020202020204" pitchFamily="34" charset="0"/>
              <a:buChar char="•"/>
            </a:pPr>
            <a:r>
              <a:rPr lang="en-US" dirty="0"/>
              <a:t>Service meshes handle east/west traffic.</a:t>
            </a:r>
          </a:p>
          <a:p>
            <a:pPr marL="285750" indent="-285750">
              <a:spcAft>
                <a:spcPts val="600"/>
              </a:spcAft>
              <a:buFont typeface="Arial" panose="020B0604020202020204" pitchFamily="34" charset="0"/>
              <a:buChar char="•"/>
            </a:pPr>
            <a:r>
              <a:rPr lang="en-US" dirty="0"/>
              <a:t>Most organizations start with an API Gateway over a service mesh, because everyone needs an ingress solution, while not everyone needs a service mesh.</a:t>
            </a:r>
          </a:p>
          <a:p>
            <a:pPr marL="285750" indent="-285750">
              <a:spcAft>
                <a:spcPts val="600"/>
              </a:spcAft>
              <a:buFont typeface="Arial" panose="020B0604020202020204" pitchFamily="34" charset="0"/>
              <a:buChar char="•"/>
            </a:pPr>
            <a:r>
              <a:rPr lang="en-US" dirty="0"/>
              <a:t>For many applications, API Gateways can provide much of the functionality that a service mesh provides.</a:t>
            </a:r>
          </a:p>
        </p:txBody>
      </p:sp>
      <p:sp>
        <p:nvSpPr>
          <p:cNvPr id="9" name="Rectangle 8">
            <a:extLst>
              <a:ext uri="{FF2B5EF4-FFF2-40B4-BE49-F238E27FC236}">
                <a16:creationId xmlns:a16="http://schemas.microsoft.com/office/drawing/2014/main" id="{BCFFD4D6-B0E1-4572-89FD-C0637D4DC53E}"/>
              </a:ext>
            </a:extLst>
          </p:cNvPr>
          <p:cNvSpPr/>
          <p:nvPr/>
        </p:nvSpPr>
        <p:spPr>
          <a:xfrm>
            <a:off x="7770222" y="460457"/>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Web Application</a:t>
            </a:r>
          </a:p>
        </p:txBody>
      </p:sp>
      <p:sp>
        <p:nvSpPr>
          <p:cNvPr id="10" name="Rectangle 9">
            <a:extLst>
              <a:ext uri="{FF2B5EF4-FFF2-40B4-BE49-F238E27FC236}">
                <a16:creationId xmlns:a16="http://schemas.microsoft.com/office/drawing/2014/main" id="{2301FAF3-851B-4278-8B2C-4FDD6B623B0C}"/>
              </a:ext>
            </a:extLst>
          </p:cNvPr>
          <p:cNvSpPr/>
          <p:nvPr/>
        </p:nvSpPr>
        <p:spPr>
          <a:xfrm>
            <a:off x="9124390" y="460457"/>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Mobile Application</a:t>
            </a:r>
          </a:p>
        </p:txBody>
      </p:sp>
      <p:sp>
        <p:nvSpPr>
          <p:cNvPr id="11" name="Rectangle 10">
            <a:extLst>
              <a:ext uri="{FF2B5EF4-FFF2-40B4-BE49-F238E27FC236}">
                <a16:creationId xmlns:a16="http://schemas.microsoft.com/office/drawing/2014/main" id="{706FF54D-1AFF-4F76-8789-C0E0BCC8FF3C}"/>
              </a:ext>
            </a:extLst>
          </p:cNvPr>
          <p:cNvSpPr/>
          <p:nvPr/>
        </p:nvSpPr>
        <p:spPr>
          <a:xfrm>
            <a:off x="10478558" y="460457"/>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3</a:t>
            </a:r>
            <a:r>
              <a:rPr lang="en-US" sz="1400" baseline="30000" dirty="0"/>
              <a:t>rd</a:t>
            </a:r>
            <a:r>
              <a:rPr lang="en-US" sz="1400" dirty="0"/>
              <a:t> Party Application</a:t>
            </a:r>
          </a:p>
        </p:txBody>
      </p:sp>
      <p:sp>
        <p:nvSpPr>
          <p:cNvPr id="12" name="Rectangle 11">
            <a:extLst>
              <a:ext uri="{FF2B5EF4-FFF2-40B4-BE49-F238E27FC236}">
                <a16:creationId xmlns:a16="http://schemas.microsoft.com/office/drawing/2014/main" id="{CA8E88BE-DDC8-4F01-B307-F87F83EB18E4}"/>
              </a:ext>
            </a:extLst>
          </p:cNvPr>
          <p:cNvSpPr/>
          <p:nvPr/>
        </p:nvSpPr>
        <p:spPr>
          <a:xfrm>
            <a:off x="7770222" y="1472627"/>
            <a:ext cx="3789884" cy="1836176"/>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t"/>
          <a:lstStyle/>
          <a:p>
            <a:pPr algn="ctr"/>
            <a:r>
              <a:rPr lang="en-US" sz="1400" dirty="0"/>
              <a:t>API Gateway</a:t>
            </a:r>
          </a:p>
        </p:txBody>
      </p:sp>
      <p:sp>
        <p:nvSpPr>
          <p:cNvPr id="13" name="Rectangle 12">
            <a:extLst>
              <a:ext uri="{FF2B5EF4-FFF2-40B4-BE49-F238E27FC236}">
                <a16:creationId xmlns:a16="http://schemas.microsoft.com/office/drawing/2014/main" id="{4D95E636-B807-498C-B51D-348EC949967D}"/>
              </a:ext>
            </a:extLst>
          </p:cNvPr>
          <p:cNvSpPr/>
          <p:nvPr/>
        </p:nvSpPr>
        <p:spPr>
          <a:xfrm>
            <a:off x="7853625" y="1835073"/>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Mediate</a:t>
            </a:r>
          </a:p>
        </p:txBody>
      </p:sp>
      <p:sp>
        <p:nvSpPr>
          <p:cNvPr id="14" name="Rectangle 13">
            <a:extLst>
              <a:ext uri="{FF2B5EF4-FFF2-40B4-BE49-F238E27FC236}">
                <a16:creationId xmlns:a16="http://schemas.microsoft.com/office/drawing/2014/main" id="{C5718AB4-CED8-446E-8716-4381E1B5CD32}"/>
              </a:ext>
            </a:extLst>
          </p:cNvPr>
          <p:cNvSpPr/>
          <p:nvPr/>
        </p:nvSpPr>
        <p:spPr>
          <a:xfrm>
            <a:off x="7853625" y="2303439"/>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Transform</a:t>
            </a:r>
          </a:p>
        </p:txBody>
      </p:sp>
      <p:sp>
        <p:nvSpPr>
          <p:cNvPr id="15" name="Rectangle 14">
            <a:extLst>
              <a:ext uri="{FF2B5EF4-FFF2-40B4-BE49-F238E27FC236}">
                <a16:creationId xmlns:a16="http://schemas.microsoft.com/office/drawing/2014/main" id="{4047CF5A-AE81-4122-8F2A-6A1AF0DC1C99}"/>
              </a:ext>
            </a:extLst>
          </p:cNvPr>
          <p:cNvSpPr/>
          <p:nvPr/>
        </p:nvSpPr>
        <p:spPr>
          <a:xfrm>
            <a:off x="7853625" y="2745897"/>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Throttle</a:t>
            </a:r>
          </a:p>
        </p:txBody>
      </p:sp>
      <p:sp>
        <p:nvSpPr>
          <p:cNvPr id="16" name="Rectangle 15">
            <a:extLst>
              <a:ext uri="{FF2B5EF4-FFF2-40B4-BE49-F238E27FC236}">
                <a16:creationId xmlns:a16="http://schemas.microsoft.com/office/drawing/2014/main" id="{4E63CFFE-0C07-46B8-88D9-7A356286FF87}"/>
              </a:ext>
            </a:extLst>
          </p:cNvPr>
          <p:cNvSpPr/>
          <p:nvPr/>
        </p:nvSpPr>
        <p:spPr>
          <a:xfrm>
            <a:off x="9124390" y="1835072"/>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Secure</a:t>
            </a:r>
          </a:p>
        </p:txBody>
      </p:sp>
      <p:sp>
        <p:nvSpPr>
          <p:cNvPr id="17" name="Rectangle 16">
            <a:extLst>
              <a:ext uri="{FF2B5EF4-FFF2-40B4-BE49-F238E27FC236}">
                <a16:creationId xmlns:a16="http://schemas.microsoft.com/office/drawing/2014/main" id="{ABA726C3-8E78-4B5D-B9FA-3A9AFB194893}"/>
              </a:ext>
            </a:extLst>
          </p:cNvPr>
          <p:cNvSpPr/>
          <p:nvPr/>
        </p:nvSpPr>
        <p:spPr>
          <a:xfrm>
            <a:off x="9124390" y="2303438"/>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Meter</a:t>
            </a:r>
          </a:p>
        </p:txBody>
      </p:sp>
      <p:sp>
        <p:nvSpPr>
          <p:cNvPr id="18" name="Rectangle 17">
            <a:extLst>
              <a:ext uri="{FF2B5EF4-FFF2-40B4-BE49-F238E27FC236}">
                <a16:creationId xmlns:a16="http://schemas.microsoft.com/office/drawing/2014/main" id="{833158A3-B278-45AD-9599-DA14805DD893}"/>
              </a:ext>
            </a:extLst>
          </p:cNvPr>
          <p:cNvSpPr/>
          <p:nvPr/>
        </p:nvSpPr>
        <p:spPr>
          <a:xfrm>
            <a:off x="9124390" y="2745896"/>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Protocol</a:t>
            </a:r>
          </a:p>
        </p:txBody>
      </p:sp>
      <p:sp>
        <p:nvSpPr>
          <p:cNvPr id="19" name="Rectangle 18">
            <a:extLst>
              <a:ext uri="{FF2B5EF4-FFF2-40B4-BE49-F238E27FC236}">
                <a16:creationId xmlns:a16="http://schemas.microsoft.com/office/drawing/2014/main" id="{2627EF23-6878-4F25-8225-DBAD279F0783}"/>
              </a:ext>
            </a:extLst>
          </p:cNvPr>
          <p:cNvSpPr/>
          <p:nvPr/>
        </p:nvSpPr>
        <p:spPr>
          <a:xfrm>
            <a:off x="10342248" y="1840095"/>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Composition</a:t>
            </a:r>
          </a:p>
        </p:txBody>
      </p:sp>
      <p:sp>
        <p:nvSpPr>
          <p:cNvPr id="20" name="Rectangle 19">
            <a:extLst>
              <a:ext uri="{FF2B5EF4-FFF2-40B4-BE49-F238E27FC236}">
                <a16:creationId xmlns:a16="http://schemas.microsoft.com/office/drawing/2014/main" id="{3DCB3E44-AF71-480A-B08D-FB112C14A157}"/>
              </a:ext>
            </a:extLst>
          </p:cNvPr>
          <p:cNvSpPr/>
          <p:nvPr/>
        </p:nvSpPr>
        <p:spPr>
          <a:xfrm>
            <a:off x="10342248" y="2304836"/>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Error Handling</a:t>
            </a:r>
          </a:p>
        </p:txBody>
      </p:sp>
      <p:sp>
        <p:nvSpPr>
          <p:cNvPr id="21" name="Rectangle 20">
            <a:extLst>
              <a:ext uri="{FF2B5EF4-FFF2-40B4-BE49-F238E27FC236}">
                <a16:creationId xmlns:a16="http://schemas.microsoft.com/office/drawing/2014/main" id="{839B5B90-BC66-40E1-8ACD-C057CC39C3DA}"/>
              </a:ext>
            </a:extLst>
          </p:cNvPr>
          <p:cNvSpPr/>
          <p:nvPr/>
        </p:nvSpPr>
        <p:spPr>
          <a:xfrm>
            <a:off x="10342248" y="2743452"/>
            <a:ext cx="1081548" cy="39393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Caching</a:t>
            </a:r>
          </a:p>
        </p:txBody>
      </p:sp>
      <p:cxnSp>
        <p:nvCxnSpPr>
          <p:cNvPr id="25" name="Straight Arrow Connector 24">
            <a:extLst>
              <a:ext uri="{FF2B5EF4-FFF2-40B4-BE49-F238E27FC236}">
                <a16:creationId xmlns:a16="http://schemas.microsoft.com/office/drawing/2014/main" id="{39800C4E-54EB-461C-A23D-CB0F54C32FF9}"/>
              </a:ext>
            </a:extLst>
          </p:cNvPr>
          <p:cNvCxnSpPr>
            <a:stCxn id="9" idx="2"/>
            <a:endCxn id="12" idx="0"/>
          </p:cNvCxnSpPr>
          <p:nvPr/>
        </p:nvCxnSpPr>
        <p:spPr>
          <a:xfrm>
            <a:off x="8310996" y="1070057"/>
            <a:ext cx="1354168" cy="402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49486D-25F6-404F-A96D-AD3D3368C4AA}"/>
              </a:ext>
            </a:extLst>
          </p:cNvPr>
          <p:cNvCxnSpPr>
            <a:cxnSpLocks/>
            <a:endCxn id="12" idx="0"/>
          </p:cNvCxnSpPr>
          <p:nvPr/>
        </p:nvCxnSpPr>
        <p:spPr>
          <a:xfrm>
            <a:off x="9665164" y="1144488"/>
            <a:ext cx="0" cy="328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A36BF82-5570-4F23-AE7C-F30784E732FB}"/>
              </a:ext>
            </a:extLst>
          </p:cNvPr>
          <p:cNvCxnSpPr>
            <a:cxnSpLocks/>
            <a:stCxn id="11" idx="2"/>
            <a:endCxn id="12" idx="0"/>
          </p:cNvCxnSpPr>
          <p:nvPr/>
        </p:nvCxnSpPr>
        <p:spPr>
          <a:xfrm flipH="1">
            <a:off x="9665164" y="1070057"/>
            <a:ext cx="1354168" cy="402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01E78D3-6DC5-4DF4-9D11-B245C0F989DE}"/>
              </a:ext>
            </a:extLst>
          </p:cNvPr>
          <p:cNvCxnSpPr>
            <a:cxnSpLocks/>
            <a:stCxn id="12" idx="2"/>
            <a:endCxn id="33" idx="0"/>
          </p:cNvCxnSpPr>
          <p:nvPr/>
        </p:nvCxnSpPr>
        <p:spPr>
          <a:xfrm flipH="1">
            <a:off x="8191647" y="3308803"/>
            <a:ext cx="1473517" cy="607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167F214-6B57-4EB3-BB44-E88EED1ADA58}"/>
              </a:ext>
            </a:extLst>
          </p:cNvPr>
          <p:cNvCxnSpPr>
            <a:cxnSpLocks/>
            <a:stCxn id="12" idx="2"/>
            <a:endCxn id="34" idx="0"/>
          </p:cNvCxnSpPr>
          <p:nvPr/>
        </p:nvCxnSpPr>
        <p:spPr>
          <a:xfrm flipH="1">
            <a:off x="9648551" y="3308803"/>
            <a:ext cx="16613" cy="601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D20D742-F29F-4E24-A0EA-933FB06F682A}"/>
              </a:ext>
            </a:extLst>
          </p:cNvPr>
          <p:cNvCxnSpPr>
            <a:cxnSpLocks/>
            <a:stCxn id="12" idx="2"/>
            <a:endCxn id="35" idx="0"/>
          </p:cNvCxnSpPr>
          <p:nvPr/>
        </p:nvCxnSpPr>
        <p:spPr>
          <a:xfrm>
            <a:off x="9665164" y="3308803"/>
            <a:ext cx="1456852" cy="610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Arrow: Up-Down 30">
            <a:extLst>
              <a:ext uri="{FF2B5EF4-FFF2-40B4-BE49-F238E27FC236}">
                <a16:creationId xmlns:a16="http://schemas.microsoft.com/office/drawing/2014/main" id="{43AF631A-4EB5-4F52-8EB0-179FF0A85D73}"/>
              </a:ext>
            </a:extLst>
          </p:cNvPr>
          <p:cNvSpPr/>
          <p:nvPr/>
        </p:nvSpPr>
        <p:spPr>
          <a:xfrm>
            <a:off x="7329464" y="460457"/>
            <a:ext cx="149384" cy="3298743"/>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BA9D75E-3036-4966-A470-2074F24D0E1F}"/>
              </a:ext>
            </a:extLst>
          </p:cNvPr>
          <p:cNvSpPr/>
          <p:nvPr/>
        </p:nvSpPr>
        <p:spPr>
          <a:xfrm rot="16200000">
            <a:off x="6612969" y="2298759"/>
            <a:ext cx="1104596" cy="307777"/>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solidFill>
                  <a:srgbClr val="011893"/>
                </a:solidFill>
                <a:latin typeface="Calibri Light" panose="020F0302020204030204" pitchFamily="34" charset="0"/>
                <a:cs typeface="Calibri Light" panose="020F0302020204030204" pitchFamily="34" charset="0"/>
              </a:rPr>
              <a:t>North/South</a:t>
            </a:r>
            <a:endParaRPr kumimoji="0" lang="en-US" sz="1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33" name="Rectangle 32">
            <a:extLst>
              <a:ext uri="{FF2B5EF4-FFF2-40B4-BE49-F238E27FC236}">
                <a16:creationId xmlns:a16="http://schemas.microsoft.com/office/drawing/2014/main" id="{BA86E630-CABF-4D61-A151-B6D9AA92FB4F}"/>
              </a:ext>
            </a:extLst>
          </p:cNvPr>
          <p:cNvSpPr/>
          <p:nvPr/>
        </p:nvSpPr>
        <p:spPr>
          <a:xfrm>
            <a:off x="7650873" y="3916147"/>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A</a:t>
            </a:r>
          </a:p>
        </p:txBody>
      </p:sp>
      <p:sp>
        <p:nvSpPr>
          <p:cNvPr id="34" name="Rectangle 33">
            <a:extLst>
              <a:ext uri="{FF2B5EF4-FFF2-40B4-BE49-F238E27FC236}">
                <a16:creationId xmlns:a16="http://schemas.microsoft.com/office/drawing/2014/main" id="{DABC6BD9-D549-49FF-AF1A-FFA5B6E6CB89}"/>
              </a:ext>
            </a:extLst>
          </p:cNvPr>
          <p:cNvSpPr/>
          <p:nvPr/>
        </p:nvSpPr>
        <p:spPr>
          <a:xfrm>
            <a:off x="9107777" y="3910422"/>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B</a:t>
            </a:r>
          </a:p>
        </p:txBody>
      </p:sp>
      <p:sp>
        <p:nvSpPr>
          <p:cNvPr id="35" name="Rectangle 34">
            <a:extLst>
              <a:ext uri="{FF2B5EF4-FFF2-40B4-BE49-F238E27FC236}">
                <a16:creationId xmlns:a16="http://schemas.microsoft.com/office/drawing/2014/main" id="{890F9DFB-1B78-4BFC-954C-3EBBF68AADF3}"/>
              </a:ext>
            </a:extLst>
          </p:cNvPr>
          <p:cNvSpPr/>
          <p:nvPr/>
        </p:nvSpPr>
        <p:spPr>
          <a:xfrm>
            <a:off x="10581242" y="3919788"/>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C</a:t>
            </a:r>
          </a:p>
        </p:txBody>
      </p:sp>
      <p:sp>
        <p:nvSpPr>
          <p:cNvPr id="36" name="Arrow: Up-Down 35">
            <a:extLst>
              <a:ext uri="{FF2B5EF4-FFF2-40B4-BE49-F238E27FC236}">
                <a16:creationId xmlns:a16="http://schemas.microsoft.com/office/drawing/2014/main" id="{14B62A28-CBC3-469A-A116-1BBC5F04F691}"/>
              </a:ext>
            </a:extLst>
          </p:cNvPr>
          <p:cNvSpPr/>
          <p:nvPr/>
        </p:nvSpPr>
        <p:spPr>
          <a:xfrm rot="5400000">
            <a:off x="9683250" y="3827621"/>
            <a:ext cx="173530" cy="4238283"/>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75679CE-00B2-4A3A-A298-DBB29DC22E3E}"/>
              </a:ext>
            </a:extLst>
          </p:cNvPr>
          <p:cNvSpPr/>
          <p:nvPr/>
        </p:nvSpPr>
        <p:spPr>
          <a:xfrm>
            <a:off x="9070880" y="6033525"/>
            <a:ext cx="992516" cy="307777"/>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solidFill>
                  <a:srgbClr val="011893"/>
                </a:solidFill>
                <a:latin typeface="Calibri Light" panose="020F0302020204030204" pitchFamily="34" charset="0"/>
                <a:cs typeface="Calibri Light" panose="020F0302020204030204" pitchFamily="34" charset="0"/>
              </a:rPr>
              <a:t>East / West</a:t>
            </a:r>
            <a:endParaRPr kumimoji="0" lang="en-US" sz="1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38" name="Rectangle 37">
            <a:extLst>
              <a:ext uri="{FF2B5EF4-FFF2-40B4-BE49-F238E27FC236}">
                <a16:creationId xmlns:a16="http://schemas.microsoft.com/office/drawing/2014/main" id="{59B3DF69-848A-4183-B4B2-3C35832D7741}"/>
              </a:ext>
            </a:extLst>
          </p:cNvPr>
          <p:cNvSpPr/>
          <p:nvPr/>
        </p:nvSpPr>
        <p:spPr>
          <a:xfrm>
            <a:off x="7650873" y="4894526"/>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D</a:t>
            </a:r>
          </a:p>
        </p:txBody>
      </p:sp>
      <p:sp>
        <p:nvSpPr>
          <p:cNvPr id="39" name="Rectangle 38">
            <a:extLst>
              <a:ext uri="{FF2B5EF4-FFF2-40B4-BE49-F238E27FC236}">
                <a16:creationId xmlns:a16="http://schemas.microsoft.com/office/drawing/2014/main" id="{00CCE8F7-647C-40CB-B0B3-9B7F1D1C925F}"/>
              </a:ext>
            </a:extLst>
          </p:cNvPr>
          <p:cNvSpPr/>
          <p:nvPr/>
        </p:nvSpPr>
        <p:spPr>
          <a:xfrm>
            <a:off x="9107777" y="4888801"/>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E</a:t>
            </a:r>
          </a:p>
        </p:txBody>
      </p:sp>
      <p:sp>
        <p:nvSpPr>
          <p:cNvPr id="40" name="Rectangle 39">
            <a:extLst>
              <a:ext uri="{FF2B5EF4-FFF2-40B4-BE49-F238E27FC236}">
                <a16:creationId xmlns:a16="http://schemas.microsoft.com/office/drawing/2014/main" id="{075B2885-CECD-4AAB-9929-E74928E6A1A7}"/>
              </a:ext>
            </a:extLst>
          </p:cNvPr>
          <p:cNvSpPr/>
          <p:nvPr/>
        </p:nvSpPr>
        <p:spPr>
          <a:xfrm>
            <a:off x="10581242" y="4898167"/>
            <a:ext cx="1081548" cy="609600"/>
          </a:xfrm>
          <a:prstGeom prst="rect">
            <a:avLst/>
          </a:prstGeom>
          <a:ln w="12700"/>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Service F</a:t>
            </a:r>
          </a:p>
        </p:txBody>
      </p:sp>
      <p:sp>
        <p:nvSpPr>
          <p:cNvPr id="41" name="Rectangle 40">
            <a:extLst>
              <a:ext uri="{FF2B5EF4-FFF2-40B4-BE49-F238E27FC236}">
                <a16:creationId xmlns:a16="http://schemas.microsoft.com/office/drawing/2014/main" id="{6E76C756-570F-4131-ABD4-1E4819EE61D2}"/>
              </a:ext>
            </a:extLst>
          </p:cNvPr>
          <p:cNvSpPr/>
          <p:nvPr/>
        </p:nvSpPr>
        <p:spPr>
          <a:xfrm>
            <a:off x="8739554" y="3919788"/>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42" name="Rectangle 41">
            <a:extLst>
              <a:ext uri="{FF2B5EF4-FFF2-40B4-BE49-F238E27FC236}">
                <a16:creationId xmlns:a16="http://schemas.microsoft.com/office/drawing/2014/main" id="{B7B8D05F-8045-4F47-B0D6-48864C4DB3C5}"/>
              </a:ext>
            </a:extLst>
          </p:cNvPr>
          <p:cNvSpPr/>
          <p:nvPr/>
        </p:nvSpPr>
        <p:spPr>
          <a:xfrm>
            <a:off x="8736852" y="4888801"/>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43" name="Rectangle 42">
            <a:extLst>
              <a:ext uri="{FF2B5EF4-FFF2-40B4-BE49-F238E27FC236}">
                <a16:creationId xmlns:a16="http://schemas.microsoft.com/office/drawing/2014/main" id="{3219D815-C9D9-4FB1-8F7F-E663D9973B1E}"/>
              </a:ext>
            </a:extLst>
          </p:cNvPr>
          <p:cNvSpPr/>
          <p:nvPr/>
        </p:nvSpPr>
        <p:spPr>
          <a:xfrm>
            <a:off x="10189325" y="3910422"/>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44" name="Rectangle 43">
            <a:extLst>
              <a:ext uri="{FF2B5EF4-FFF2-40B4-BE49-F238E27FC236}">
                <a16:creationId xmlns:a16="http://schemas.microsoft.com/office/drawing/2014/main" id="{4D24C27A-5910-4E29-8492-1D17ACEE2C61}"/>
              </a:ext>
            </a:extLst>
          </p:cNvPr>
          <p:cNvSpPr/>
          <p:nvPr/>
        </p:nvSpPr>
        <p:spPr>
          <a:xfrm>
            <a:off x="10189325" y="4888801"/>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45" name="Rectangle 44">
            <a:extLst>
              <a:ext uri="{FF2B5EF4-FFF2-40B4-BE49-F238E27FC236}">
                <a16:creationId xmlns:a16="http://schemas.microsoft.com/office/drawing/2014/main" id="{4F514887-D415-4994-9F6F-9818CB04595A}"/>
              </a:ext>
            </a:extLst>
          </p:cNvPr>
          <p:cNvSpPr/>
          <p:nvPr/>
        </p:nvSpPr>
        <p:spPr>
          <a:xfrm>
            <a:off x="11653421" y="3919788"/>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sp>
        <p:nvSpPr>
          <p:cNvPr id="46" name="Rectangle 45">
            <a:extLst>
              <a:ext uri="{FF2B5EF4-FFF2-40B4-BE49-F238E27FC236}">
                <a16:creationId xmlns:a16="http://schemas.microsoft.com/office/drawing/2014/main" id="{5A4C4E16-F079-440E-BB1D-FA67D36CBDE8}"/>
              </a:ext>
            </a:extLst>
          </p:cNvPr>
          <p:cNvSpPr/>
          <p:nvPr/>
        </p:nvSpPr>
        <p:spPr>
          <a:xfrm>
            <a:off x="11648539" y="4898167"/>
            <a:ext cx="240618" cy="609600"/>
          </a:xfrm>
          <a:prstGeom prst="rect">
            <a:avLst/>
          </a:prstGeom>
          <a:solidFill>
            <a:schemeClr val="accent2">
              <a:lumMod val="75000"/>
            </a:schemeClr>
          </a:solid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p>
        </p:txBody>
      </p:sp>
      <p:cxnSp>
        <p:nvCxnSpPr>
          <p:cNvPr id="47" name="Straight Connector 46">
            <a:extLst>
              <a:ext uri="{FF2B5EF4-FFF2-40B4-BE49-F238E27FC236}">
                <a16:creationId xmlns:a16="http://schemas.microsoft.com/office/drawing/2014/main" id="{B29D0F62-15D1-4E6D-B327-4666E2A4E234}"/>
              </a:ext>
            </a:extLst>
          </p:cNvPr>
          <p:cNvCxnSpPr>
            <a:stCxn id="41" idx="2"/>
            <a:endCxn id="42" idx="0"/>
          </p:cNvCxnSpPr>
          <p:nvPr/>
        </p:nvCxnSpPr>
        <p:spPr>
          <a:xfrm flipH="1">
            <a:off x="8857161" y="4529388"/>
            <a:ext cx="2702" cy="359413"/>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8724C8C-E536-4167-9018-666995AAA771}"/>
              </a:ext>
            </a:extLst>
          </p:cNvPr>
          <p:cNvCxnSpPr>
            <a:cxnSpLocks/>
            <a:stCxn id="43" idx="2"/>
            <a:endCxn id="44" idx="0"/>
          </p:cNvCxnSpPr>
          <p:nvPr/>
        </p:nvCxnSpPr>
        <p:spPr>
          <a:xfrm>
            <a:off x="10309634" y="4520022"/>
            <a:ext cx="0" cy="36877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4ED10F3-BB3C-40CF-BA8C-4F100CD323C6}"/>
              </a:ext>
            </a:extLst>
          </p:cNvPr>
          <p:cNvCxnSpPr>
            <a:cxnSpLocks/>
            <a:stCxn id="45" idx="2"/>
            <a:endCxn id="46" idx="0"/>
          </p:cNvCxnSpPr>
          <p:nvPr/>
        </p:nvCxnSpPr>
        <p:spPr>
          <a:xfrm flipH="1">
            <a:off x="11768848" y="4529388"/>
            <a:ext cx="4882" cy="36877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5CBAC88-275F-4987-83A4-D5DAC86F6471}"/>
              </a:ext>
            </a:extLst>
          </p:cNvPr>
          <p:cNvCxnSpPr>
            <a:cxnSpLocks/>
            <a:stCxn id="41" idx="2"/>
            <a:endCxn id="44" idx="0"/>
          </p:cNvCxnSpPr>
          <p:nvPr/>
        </p:nvCxnSpPr>
        <p:spPr>
          <a:xfrm>
            <a:off x="8859863" y="4529388"/>
            <a:ext cx="1449771" cy="359413"/>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6800FA2-DEEA-477C-B1B0-460383B9A33D}"/>
              </a:ext>
            </a:extLst>
          </p:cNvPr>
          <p:cNvCxnSpPr>
            <a:cxnSpLocks/>
            <a:stCxn id="43" idx="2"/>
            <a:endCxn id="46" idx="0"/>
          </p:cNvCxnSpPr>
          <p:nvPr/>
        </p:nvCxnSpPr>
        <p:spPr>
          <a:xfrm>
            <a:off x="10309634" y="4520022"/>
            <a:ext cx="1459214" cy="378145"/>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05046B-9CE9-4173-AD78-80B96FDD759C}"/>
              </a:ext>
            </a:extLst>
          </p:cNvPr>
          <p:cNvCxnSpPr>
            <a:cxnSpLocks/>
            <a:stCxn id="45" idx="2"/>
            <a:endCxn id="44" idx="0"/>
          </p:cNvCxnSpPr>
          <p:nvPr/>
        </p:nvCxnSpPr>
        <p:spPr>
          <a:xfrm flipH="1">
            <a:off x="10309634" y="4529388"/>
            <a:ext cx="1464096" cy="359413"/>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0D6F212-D5AD-4C52-AB0B-504B5A1F044E}"/>
              </a:ext>
            </a:extLst>
          </p:cNvPr>
          <p:cNvCxnSpPr>
            <a:cxnSpLocks/>
            <a:stCxn id="43" idx="2"/>
            <a:endCxn id="42" idx="0"/>
          </p:cNvCxnSpPr>
          <p:nvPr/>
        </p:nvCxnSpPr>
        <p:spPr>
          <a:xfrm flipH="1">
            <a:off x="8857161" y="4520022"/>
            <a:ext cx="1452473" cy="368779"/>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2D1DB597-2122-4E5E-A182-EE8EE72D3F46}"/>
              </a:ext>
            </a:extLst>
          </p:cNvPr>
          <p:cNvSpPr/>
          <p:nvPr/>
        </p:nvSpPr>
        <p:spPr>
          <a:xfrm>
            <a:off x="327887" y="3644900"/>
            <a:ext cx="6465488" cy="2308324"/>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When considering an API Proxy…get your compass:</a:t>
            </a:r>
          </a:p>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Using microservice architecture?</a:t>
            </a:r>
          </a:p>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11893"/>
                </a:solidFill>
                <a:latin typeface="Calibri Light" panose="020F0302020204030204" pitchFamily="34" charset="0"/>
                <a:cs typeface="Calibri Light" panose="020F0302020204030204" pitchFamily="34" charset="0"/>
              </a:rPr>
              <a:t>Will it be reused/shared within WMIS?</a:t>
            </a:r>
          </a:p>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W</a:t>
            </a:r>
            <a:r>
              <a:rPr lang="en-US" sz="2400" dirty="0">
                <a:solidFill>
                  <a:srgbClr val="011893"/>
                </a:solidFill>
                <a:latin typeface="Calibri Light" panose="020F0302020204030204" pitchFamily="34" charset="0"/>
                <a:cs typeface="Calibri Light" panose="020F0302020204030204" pitchFamily="34" charset="0"/>
              </a:rPr>
              <a:t>ill it be reused/shared across US Bank?</a:t>
            </a:r>
          </a:p>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Will it be reused/shared </a:t>
            </a:r>
            <a:r>
              <a:rPr lang="en-US" sz="2400" dirty="0">
                <a:solidFill>
                  <a:srgbClr val="011893"/>
                </a:solidFill>
                <a:latin typeface="Calibri Light" panose="020F0302020204030204" pitchFamily="34" charset="0"/>
                <a:cs typeface="Calibri Light" panose="020F0302020204030204" pitchFamily="34" charset="0"/>
              </a:rPr>
              <a:t>externally?</a:t>
            </a: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61" name="Rectangle: Rounded Corners 60">
            <a:extLst>
              <a:ext uri="{FF2B5EF4-FFF2-40B4-BE49-F238E27FC236}">
                <a16:creationId xmlns:a16="http://schemas.microsoft.com/office/drawing/2014/main" id="{3C5D6DED-8157-4CB3-BF29-46697C6C0CE0}"/>
              </a:ext>
            </a:extLst>
          </p:cNvPr>
          <p:cNvSpPr/>
          <p:nvPr/>
        </p:nvSpPr>
        <p:spPr>
          <a:xfrm>
            <a:off x="262627" y="3556050"/>
            <a:ext cx="6599558" cy="2167617"/>
          </a:xfrm>
          <a:prstGeom prst="roundRect">
            <a:avLst>
              <a:gd name="adj" fmla="val 2495"/>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288070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220E33C-0CED-45CB-9DB3-7E356154D67D}"/>
              </a:ext>
            </a:extLst>
          </p:cNvPr>
          <p:cNvPicPr>
            <a:picLocks noChangeAspect="1"/>
          </p:cNvPicPr>
          <p:nvPr/>
        </p:nvPicPr>
        <p:blipFill>
          <a:blip r:embed="rId2"/>
          <a:stretch>
            <a:fillRect/>
          </a:stretch>
        </p:blipFill>
        <p:spPr>
          <a:xfrm>
            <a:off x="4749800" y="49282"/>
            <a:ext cx="6813550" cy="6246482"/>
          </a:xfrm>
          <a:prstGeom prst="rect">
            <a:avLst/>
          </a:prstGeom>
          <a:ln w="3175">
            <a:solidFill>
              <a:schemeClr val="tx1"/>
            </a:solidFill>
          </a:ln>
        </p:spPr>
      </p:pic>
      <p:sp>
        <p:nvSpPr>
          <p:cNvPr id="27" name="Rectangle 26">
            <a:extLst>
              <a:ext uri="{FF2B5EF4-FFF2-40B4-BE49-F238E27FC236}">
                <a16:creationId xmlns:a16="http://schemas.microsoft.com/office/drawing/2014/main" id="{B189D28C-EAF7-4456-A875-A447BFBEE0F2}"/>
              </a:ext>
            </a:extLst>
          </p:cNvPr>
          <p:cNvSpPr/>
          <p:nvPr/>
        </p:nvSpPr>
        <p:spPr>
          <a:xfrm>
            <a:off x="151760" y="6232497"/>
            <a:ext cx="8461248" cy="276999"/>
          </a:xfrm>
          <a:prstGeom prst="rect">
            <a:avLst/>
          </a:prstGeom>
        </p:spPr>
        <p:txBody>
          <a:bodyPr wrap="square">
            <a:spAutoFit/>
          </a:bodyPr>
          <a:lstStyle/>
          <a:p>
            <a:r>
              <a:rPr lang="en-US" sz="1200" dirty="0"/>
              <a:t>Marco Palladino - https://konghq.com/blog/the-difference-between-api-gateways-and-service-mesh/</a:t>
            </a:r>
          </a:p>
        </p:txBody>
      </p:sp>
      <p:sp>
        <p:nvSpPr>
          <p:cNvPr id="29" name="Rectangle 28">
            <a:extLst>
              <a:ext uri="{FF2B5EF4-FFF2-40B4-BE49-F238E27FC236}">
                <a16:creationId xmlns:a16="http://schemas.microsoft.com/office/drawing/2014/main" id="{AD47EAEE-C030-4FAC-A6CE-25E9A22D0C01}"/>
              </a:ext>
            </a:extLst>
          </p:cNvPr>
          <p:cNvSpPr/>
          <p:nvPr/>
        </p:nvSpPr>
        <p:spPr>
          <a:xfrm>
            <a:off x="98322" y="117987"/>
            <a:ext cx="4205454" cy="1200329"/>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API Gateway &amp; Service Mesh Implementation example: financial institution</a:t>
            </a:r>
          </a:p>
        </p:txBody>
      </p:sp>
    </p:spTree>
    <p:extLst>
      <p:ext uri="{BB962C8B-B14F-4D97-AF65-F5344CB8AC3E}">
        <p14:creationId xmlns:p14="http://schemas.microsoft.com/office/powerpoint/2010/main" val="128663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93C630F1-5152-4CF9-9496-72E436D1591A}"/>
              </a:ext>
            </a:extLst>
          </p:cNvPr>
          <p:cNvSpPr/>
          <p:nvPr/>
        </p:nvSpPr>
        <p:spPr>
          <a:xfrm>
            <a:off x="3263900" y="589761"/>
            <a:ext cx="5383187" cy="1039994"/>
          </a:xfrm>
          <a:prstGeom prst="roundRect">
            <a:avLst>
              <a:gd name="adj" fmla="val 5066"/>
            </a:avLst>
          </a:prstGeom>
          <a:solidFill>
            <a:srgbClr val="44546A">
              <a:lumMod val="20000"/>
              <a:lumOff val="80000"/>
            </a:srgbClr>
          </a:solidFill>
          <a:ln w="6350" cap="flat" cmpd="sng" algn="ctr">
            <a:solidFill>
              <a:srgbClr val="A5A5A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 name="Cylinder 2">
            <a:extLst>
              <a:ext uri="{FF2B5EF4-FFF2-40B4-BE49-F238E27FC236}">
                <a16:creationId xmlns:a16="http://schemas.microsoft.com/office/drawing/2014/main" id="{7F16C35C-E4DE-4647-87AF-B189F17590FF}"/>
              </a:ext>
            </a:extLst>
          </p:cNvPr>
          <p:cNvSpPr/>
          <p:nvPr/>
        </p:nvSpPr>
        <p:spPr>
          <a:xfrm>
            <a:off x="5612574" y="5806169"/>
            <a:ext cx="859536" cy="646332"/>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800" dirty="0"/>
              <a:t>Cassandra</a:t>
            </a:r>
          </a:p>
        </p:txBody>
      </p:sp>
      <p:sp>
        <p:nvSpPr>
          <p:cNvPr id="4" name="Rectangle 3">
            <a:extLst>
              <a:ext uri="{FF2B5EF4-FFF2-40B4-BE49-F238E27FC236}">
                <a16:creationId xmlns:a16="http://schemas.microsoft.com/office/drawing/2014/main" id="{DFFEB352-7353-48EC-A488-F8184DCC0FCB}"/>
              </a:ext>
            </a:extLst>
          </p:cNvPr>
          <p:cNvSpPr/>
          <p:nvPr/>
        </p:nvSpPr>
        <p:spPr>
          <a:xfrm>
            <a:off x="5137202" y="3106553"/>
            <a:ext cx="1731264" cy="551048"/>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t>Trust Account Details API</a:t>
            </a:r>
            <a:br>
              <a:rPr lang="en-US" sz="800" dirty="0"/>
            </a:br>
            <a:r>
              <a:rPr lang="en-US" sz="800" dirty="0"/>
              <a:t>(Apigee)</a:t>
            </a:r>
          </a:p>
        </p:txBody>
      </p:sp>
      <p:sp>
        <p:nvSpPr>
          <p:cNvPr id="6" name="Rectangle 5">
            <a:extLst>
              <a:ext uri="{FF2B5EF4-FFF2-40B4-BE49-F238E27FC236}">
                <a16:creationId xmlns:a16="http://schemas.microsoft.com/office/drawing/2014/main" id="{2F2A565E-7106-4107-9499-94F8C98DA0E0}"/>
              </a:ext>
            </a:extLst>
          </p:cNvPr>
          <p:cNvSpPr/>
          <p:nvPr/>
        </p:nvSpPr>
        <p:spPr>
          <a:xfrm>
            <a:off x="3615348" y="915729"/>
            <a:ext cx="944880" cy="5913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800" dirty="0"/>
              <a:t>Application 1</a:t>
            </a:r>
          </a:p>
        </p:txBody>
      </p:sp>
      <p:sp>
        <p:nvSpPr>
          <p:cNvPr id="9" name="Arrow: Right 8">
            <a:extLst>
              <a:ext uri="{FF2B5EF4-FFF2-40B4-BE49-F238E27FC236}">
                <a16:creationId xmlns:a16="http://schemas.microsoft.com/office/drawing/2014/main" id="{73FFAB94-F529-463D-BDBC-335642A60A4E}"/>
              </a:ext>
            </a:extLst>
          </p:cNvPr>
          <p:cNvSpPr/>
          <p:nvPr/>
        </p:nvSpPr>
        <p:spPr>
          <a:xfrm>
            <a:off x="2288154" y="1067922"/>
            <a:ext cx="892553"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AF37F9DD-920B-47DD-A159-13D65845D658}"/>
              </a:ext>
            </a:extLst>
          </p:cNvPr>
          <p:cNvSpPr/>
          <p:nvPr/>
        </p:nvSpPr>
        <p:spPr>
          <a:xfrm rot="5400000">
            <a:off x="3918484" y="1660930"/>
            <a:ext cx="328060"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04052962-1762-4364-9921-117A37497226}"/>
              </a:ext>
            </a:extLst>
          </p:cNvPr>
          <p:cNvSpPr/>
          <p:nvPr/>
        </p:nvSpPr>
        <p:spPr>
          <a:xfrm rot="1173021">
            <a:off x="4286763" y="2761820"/>
            <a:ext cx="1058588"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03098A-1D7A-43E3-9608-C5CCA52A7895}"/>
              </a:ext>
            </a:extLst>
          </p:cNvPr>
          <p:cNvSpPr/>
          <p:nvPr/>
        </p:nvSpPr>
        <p:spPr>
          <a:xfrm>
            <a:off x="5137203" y="4022310"/>
            <a:ext cx="1731264" cy="614949"/>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dirty="0" err="1"/>
              <a:t>Taxlots</a:t>
            </a:r>
            <a:r>
              <a:rPr lang="en-US" sz="800" dirty="0"/>
              <a:t> Domain API</a:t>
            </a:r>
            <a:br>
              <a:rPr lang="en-US" sz="800" dirty="0"/>
            </a:br>
            <a:r>
              <a:rPr lang="en-US" sz="800" dirty="0"/>
              <a:t>(</a:t>
            </a:r>
            <a:r>
              <a:rPr lang="en-US" sz="800" dirty="0" err="1"/>
              <a:t>Springboot</a:t>
            </a:r>
            <a:r>
              <a:rPr lang="en-US" sz="800" dirty="0"/>
              <a:t>)</a:t>
            </a:r>
          </a:p>
        </p:txBody>
      </p:sp>
      <p:sp>
        <p:nvSpPr>
          <p:cNvPr id="13" name="Arrow: Right 12">
            <a:extLst>
              <a:ext uri="{FF2B5EF4-FFF2-40B4-BE49-F238E27FC236}">
                <a16:creationId xmlns:a16="http://schemas.microsoft.com/office/drawing/2014/main" id="{A9B35C29-4422-42D3-8F81-450BA2103B74}"/>
              </a:ext>
            </a:extLst>
          </p:cNvPr>
          <p:cNvSpPr/>
          <p:nvPr/>
        </p:nvSpPr>
        <p:spPr>
          <a:xfrm rot="5400000">
            <a:off x="5867057" y="3763392"/>
            <a:ext cx="288937"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8E355A6-F478-4609-8695-3AF272EC7A99}"/>
              </a:ext>
            </a:extLst>
          </p:cNvPr>
          <p:cNvSpPr/>
          <p:nvPr/>
        </p:nvSpPr>
        <p:spPr>
          <a:xfrm>
            <a:off x="5132596" y="5004963"/>
            <a:ext cx="1731263" cy="433502"/>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err="1"/>
              <a:t>Taxlots</a:t>
            </a:r>
            <a:r>
              <a:rPr lang="en-US" sz="800" dirty="0"/>
              <a:t> Data API</a:t>
            </a:r>
          </a:p>
          <a:p>
            <a:pPr algn="ctr"/>
            <a:r>
              <a:rPr lang="en-US" sz="800" dirty="0"/>
              <a:t>(</a:t>
            </a:r>
            <a:r>
              <a:rPr lang="en-US" sz="800" dirty="0" err="1"/>
              <a:t>GraphQL</a:t>
            </a:r>
            <a:r>
              <a:rPr lang="en-US" sz="800" dirty="0"/>
              <a:t>)</a:t>
            </a:r>
          </a:p>
        </p:txBody>
      </p:sp>
      <p:sp>
        <p:nvSpPr>
          <p:cNvPr id="27" name="Rectangle 26">
            <a:extLst>
              <a:ext uri="{FF2B5EF4-FFF2-40B4-BE49-F238E27FC236}">
                <a16:creationId xmlns:a16="http://schemas.microsoft.com/office/drawing/2014/main" id="{6DB08E8A-DA64-4D0F-82D6-8CB66F6F7F1E}"/>
              </a:ext>
            </a:extLst>
          </p:cNvPr>
          <p:cNvSpPr/>
          <p:nvPr/>
        </p:nvSpPr>
        <p:spPr>
          <a:xfrm>
            <a:off x="5490586" y="923906"/>
            <a:ext cx="944880" cy="5913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800" dirty="0"/>
              <a:t>Application 2</a:t>
            </a:r>
          </a:p>
        </p:txBody>
      </p:sp>
      <p:sp>
        <p:nvSpPr>
          <p:cNvPr id="28" name="Rectangle 27">
            <a:extLst>
              <a:ext uri="{FF2B5EF4-FFF2-40B4-BE49-F238E27FC236}">
                <a16:creationId xmlns:a16="http://schemas.microsoft.com/office/drawing/2014/main" id="{17582E80-B783-4257-BE94-5D7BB54A5DC8}"/>
              </a:ext>
            </a:extLst>
          </p:cNvPr>
          <p:cNvSpPr/>
          <p:nvPr/>
        </p:nvSpPr>
        <p:spPr>
          <a:xfrm>
            <a:off x="7278714" y="915729"/>
            <a:ext cx="944880" cy="5913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800" dirty="0"/>
              <a:t>Application 3</a:t>
            </a:r>
          </a:p>
        </p:txBody>
      </p:sp>
      <p:sp>
        <p:nvSpPr>
          <p:cNvPr id="31" name="Arrow: Right 30">
            <a:extLst>
              <a:ext uri="{FF2B5EF4-FFF2-40B4-BE49-F238E27FC236}">
                <a16:creationId xmlns:a16="http://schemas.microsoft.com/office/drawing/2014/main" id="{3E337A97-CBE6-435B-A0BD-F9DF19811EF2}"/>
              </a:ext>
            </a:extLst>
          </p:cNvPr>
          <p:cNvSpPr/>
          <p:nvPr/>
        </p:nvSpPr>
        <p:spPr>
          <a:xfrm rot="9002072">
            <a:off x="6814919" y="2744190"/>
            <a:ext cx="831564"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B8C31E2D-FA1F-4C64-B22A-A990092ABC1B}"/>
              </a:ext>
            </a:extLst>
          </p:cNvPr>
          <p:cNvSpPr/>
          <p:nvPr/>
        </p:nvSpPr>
        <p:spPr>
          <a:xfrm rot="5400000">
            <a:off x="5798873" y="2769646"/>
            <a:ext cx="425302"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75ACF47B-22AC-4645-9E1D-BB10BB8A0129}"/>
              </a:ext>
            </a:extLst>
          </p:cNvPr>
          <p:cNvSpPr/>
          <p:nvPr/>
        </p:nvSpPr>
        <p:spPr>
          <a:xfrm rot="5400000">
            <a:off x="5858085" y="1642164"/>
            <a:ext cx="306879"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0CF18265-16E4-4800-8EBE-3B082F2602FA}"/>
              </a:ext>
            </a:extLst>
          </p:cNvPr>
          <p:cNvSpPr/>
          <p:nvPr/>
        </p:nvSpPr>
        <p:spPr>
          <a:xfrm rot="5400000">
            <a:off x="7607290" y="1628402"/>
            <a:ext cx="306878"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4B2C3D0-62C6-491C-9C38-52CA4230E47F}"/>
              </a:ext>
            </a:extLst>
          </p:cNvPr>
          <p:cNvSpPr/>
          <p:nvPr/>
        </p:nvSpPr>
        <p:spPr>
          <a:xfrm>
            <a:off x="8832507" y="1824628"/>
            <a:ext cx="3351694" cy="707886"/>
          </a:xfrm>
          <a:prstGeom prst="rect">
            <a:avLst/>
          </a:prstGeom>
        </p:spPr>
        <p:txBody>
          <a:bodyPr wrap="square">
            <a:spAutoFit/>
          </a:bodyPr>
          <a:lstStyle/>
          <a:p>
            <a:pPr algn="ctr"/>
            <a:r>
              <a:rPr lang="en-US" sz="1000" b="1" u="sng" dirty="0"/>
              <a:t>API Request Payload</a:t>
            </a:r>
          </a:p>
          <a:p>
            <a:pPr marL="114300" indent="-114300">
              <a:buFont typeface="Arial" panose="020B0604020202020204" pitchFamily="34" charset="0"/>
              <a:buChar char="•"/>
            </a:pPr>
            <a:r>
              <a:rPr lang="en-US" sz="1000" dirty="0"/>
              <a:t>Trusted access to API granted via API keys</a:t>
            </a:r>
          </a:p>
          <a:p>
            <a:pPr marL="114300" indent="-114300">
              <a:buFont typeface="Arial" panose="020B0604020202020204" pitchFamily="34" charset="0"/>
              <a:buChar char="•"/>
            </a:pPr>
            <a:r>
              <a:rPr lang="en-US" sz="1000" dirty="0"/>
              <a:t>Application provides user credentials &amp; entitlements</a:t>
            </a:r>
          </a:p>
          <a:p>
            <a:pPr marL="114300" indent="-114300">
              <a:buFont typeface="Arial" panose="020B0604020202020204" pitchFamily="34" charset="0"/>
              <a:buChar char="•"/>
            </a:pPr>
            <a:r>
              <a:rPr lang="en-US" sz="1000" dirty="0"/>
              <a:t>Application provides additional filters as needed</a:t>
            </a:r>
          </a:p>
        </p:txBody>
      </p:sp>
      <p:pic>
        <p:nvPicPr>
          <p:cNvPr id="42" name="Picture 41" descr="Icon&#10;&#10;Description automatically generated">
            <a:extLst>
              <a:ext uri="{FF2B5EF4-FFF2-40B4-BE49-F238E27FC236}">
                <a16:creationId xmlns:a16="http://schemas.microsoft.com/office/drawing/2014/main" id="{6E74920F-ABCF-4DFA-8BC7-1D9AA2D44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022" y="686752"/>
            <a:ext cx="537005" cy="888265"/>
          </a:xfrm>
          <a:prstGeom prst="rect">
            <a:avLst/>
          </a:prstGeom>
        </p:spPr>
      </p:pic>
      <p:sp>
        <p:nvSpPr>
          <p:cNvPr id="45" name="Rectangle 44">
            <a:extLst>
              <a:ext uri="{FF2B5EF4-FFF2-40B4-BE49-F238E27FC236}">
                <a16:creationId xmlns:a16="http://schemas.microsoft.com/office/drawing/2014/main" id="{96805D70-BB9A-48BD-B118-3D3FCA58B039}"/>
              </a:ext>
            </a:extLst>
          </p:cNvPr>
          <p:cNvSpPr/>
          <p:nvPr/>
        </p:nvSpPr>
        <p:spPr>
          <a:xfrm>
            <a:off x="3143371" y="545840"/>
            <a:ext cx="5873750" cy="307777"/>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Application Layer</a:t>
            </a:r>
          </a:p>
        </p:txBody>
      </p:sp>
      <p:sp>
        <p:nvSpPr>
          <p:cNvPr id="46" name="Rectangle 45">
            <a:extLst>
              <a:ext uri="{FF2B5EF4-FFF2-40B4-BE49-F238E27FC236}">
                <a16:creationId xmlns:a16="http://schemas.microsoft.com/office/drawing/2014/main" id="{AD154AFA-2B72-464E-B10D-235588FBE687}"/>
              </a:ext>
            </a:extLst>
          </p:cNvPr>
          <p:cNvSpPr/>
          <p:nvPr/>
        </p:nvSpPr>
        <p:spPr>
          <a:xfrm>
            <a:off x="9725076" y="878505"/>
            <a:ext cx="944880" cy="5913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800" dirty="0"/>
              <a:t>Active Directory</a:t>
            </a:r>
          </a:p>
        </p:txBody>
      </p:sp>
      <p:sp>
        <p:nvSpPr>
          <p:cNvPr id="47" name="Arrow: Right 46">
            <a:extLst>
              <a:ext uri="{FF2B5EF4-FFF2-40B4-BE49-F238E27FC236}">
                <a16:creationId xmlns:a16="http://schemas.microsoft.com/office/drawing/2014/main" id="{14363B46-E2DA-48BC-9C41-A502777C0AED}"/>
              </a:ext>
            </a:extLst>
          </p:cNvPr>
          <p:cNvSpPr/>
          <p:nvPr/>
        </p:nvSpPr>
        <p:spPr>
          <a:xfrm rot="10800000">
            <a:off x="8730280" y="1096043"/>
            <a:ext cx="944879"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E32593E-4FFD-427C-90A8-786F3992F9FA}"/>
              </a:ext>
            </a:extLst>
          </p:cNvPr>
          <p:cNvSpPr/>
          <p:nvPr/>
        </p:nvSpPr>
        <p:spPr>
          <a:xfrm>
            <a:off x="2333542" y="820086"/>
            <a:ext cx="627095" cy="276999"/>
          </a:xfrm>
          <a:prstGeom prst="rect">
            <a:avLst/>
          </a:prstGeom>
        </p:spPr>
        <p:txBody>
          <a:bodyPr wrap="none">
            <a:spAutoFit/>
          </a:bodyPr>
          <a:lstStyle/>
          <a:p>
            <a:r>
              <a:rPr lang="en-US" sz="1200" b="1" dirty="0">
                <a:solidFill>
                  <a:srgbClr val="011893"/>
                </a:solidFill>
                <a:latin typeface="Calibri Light" panose="020F0302020204030204" pitchFamily="34" charset="0"/>
                <a:cs typeface="Calibri Light" panose="020F0302020204030204" pitchFamily="34" charset="0"/>
              </a:rPr>
              <a:t>User ID</a:t>
            </a:r>
            <a:endParaRPr lang="en-US" sz="1200" dirty="0"/>
          </a:p>
        </p:txBody>
      </p:sp>
      <p:sp>
        <p:nvSpPr>
          <p:cNvPr id="49" name="Rectangle 48">
            <a:extLst>
              <a:ext uri="{FF2B5EF4-FFF2-40B4-BE49-F238E27FC236}">
                <a16:creationId xmlns:a16="http://schemas.microsoft.com/office/drawing/2014/main" id="{9B29DBE9-CE55-4B0C-9742-DF0558EC1E88}"/>
              </a:ext>
            </a:extLst>
          </p:cNvPr>
          <p:cNvSpPr/>
          <p:nvPr/>
        </p:nvSpPr>
        <p:spPr>
          <a:xfrm>
            <a:off x="8779732" y="853617"/>
            <a:ext cx="955967" cy="276999"/>
          </a:xfrm>
          <a:prstGeom prst="rect">
            <a:avLst/>
          </a:prstGeom>
        </p:spPr>
        <p:txBody>
          <a:bodyPr wrap="none">
            <a:spAutoFit/>
          </a:bodyPr>
          <a:lstStyle/>
          <a:p>
            <a:r>
              <a:rPr lang="en-US" sz="1200" b="1" dirty="0">
                <a:solidFill>
                  <a:srgbClr val="011893"/>
                </a:solidFill>
                <a:latin typeface="Calibri Light" panose="020F0302020204030204" pitchFamily="34" charset="0"/>
                <a:cs typeface="Calibri Light" panose="020F0302020204030204" pitchFamily="34" charset="0"/>
              </a:rPr>
              <a:t>Entitlements</a:t>
            </a:r>
            <a:endParaRPr lang="en-US" sz="1200" dirty="0"/>
          </a:p>
        </p:txBody>
      </p:sp>
      <p:sp>
        <p:nvSpPr>
          <p:cNvPr id="50" name="Rectangle: Rounded Corners 49">
            <a:extLst>
              <a:ext uri="{FF2B5EF4-FFF2-40B4-BE49-F238E27FC236}">
                <a16:creationId xmlns:a16="http://schemas.microsoft.com/office/drawing/2014/main" id="{B0ED7B0D-EE77-41F6-902A-648191B287F2}"/>
              </a:ext>
            </a:extLst>
          </p:cNvPr>
          <p:cNvSpPr/>
          <p:nvPr/>
        </p:nvSpPr>
        <p:spPr>
          <a:xfrm>
            <a:off x="3577485" y="1947638"/>
            <a:ext cx="982743" cy="64633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gn="ctr"/>
            <a:r>
              <a:rPr lang="en-US" sz="800" b="1" dirty="0">
                <a:solidFill>
                  <a:srgbClr val="0C2074"/>
                </a:solidFill>
              </a:rPr>
              <a:t>API Key</a:t>
            </a:r>
          </a:p>
          <a:p>
            <a:pPr lvl="0" algn="ctr"/>
            <a:r>
              <a:rPr lang="en-US" sz="800" dirty="0" err="1">
                <a:solidFill>
                  <a:srgbClr val="0C2074"/>
                </a:solidFill>
              </a:rPr>
              <a:t>UserID</a:t>
            </a:r>
            <a:endParaRPr lang="en-US" sz="800" dirty="0">
              <a:solidFill>
                <a:srgbClr val="0C2074"/>
              </a:solidFill>
            </a:endParaRPr>
          </a:p>
          <a:p>
            <a:pPr lvl="0" algn="ctr"/>
            <a:r>
              <a:rPr lang="en-US" sz="800" dirty="0">
                <a:solidFill>
                  <a:srgbClr val="0C2074"/>
                </a:solidFill>
              </a:rPr>
              <a:t>User Roles</a:t>
            </a:r>
          </a:p>
          <a:p>
            <a:pPr lvl="0" algn="ctr"/>
            <a:r>
              <a:rPr lang="en-US" sz="800" dirty="0">
                <a:solidFill>
                  <a:srgbClr val="0C2074"/>
                </a:solidFill>
              </a:rPr>
              <a:t>Product Type(s)</a:t>
            </a:r>
          </a:p>
        </p:txBody>
      </p:sp>
      <p:sp>
        <p:nvSpPr>
          <p:cNvPr id="51" name="Rectangle: Rounded Corners 50">
            <a:extLst>
              <a:ext uri="{FF2B5EF4-FFF2-40B4-BE49-F238E27FC236}">
                <a16:creationId xmlns:a16="http://schemas.microsoft.com/office/drawing/2014/main" id="{F7AD4188-B845-4044-A1E3-8BFC0280D4BF}"/>
              </a:ext>
            </a:extLst>
          </p:cNvPr>
          <p:cNvSpPr/>
          <p:nvPr/>
        </p:nvSpPr>
        <p:spPr>
          <a:xfrm>
            <a:off x="5502280" y="1909721"/>
            <a:ext cx="982743" cy="64633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gn="ctr"/>
            <a:r>
              <a:rPr lang="en-US" sz="800" b="1" dirty="0">
                <a:solidFill>
                  <a:srgbClr val="0C2074"/>
                </a:solidFill>
              </a:rPr>
              <a:t>API Key</a:t>
            </a:r>
          </a:p>
          <a:p>
            <a:pPr lvl="0" algn="ctr"/>
            <a:r>
              <a:rPr lang="en-US" sz="800" dirty="0" err="1">
                <a:solidFill>
                  <a:srgbClr val="0C2074"/>
                </a:solidFill>
              </a:rPr>
              <a:t>UserID</a:t>
            </a:r>
            <a:endParaRPr lang="en-US" sz="800" dirty="0">
              <a:solidFill>
                <a:srgbClr val="0C2074"/>
              </a:solidFill>
            </a:endParaRPr>
          </a:p>
          <a:p>
            <a:pPr lvl="0" algn="ctr"/>
            <a:r>
              <a:rPr lang="en-US" sz="800" dirty="0">
                <a:solidFill>
                  <a:srgbClr val="0C2074"/>
                </a:solidFill>
              </a:rPr>
              <a:t>User Roles</a:t>
            </a:r>
          </a:p>
          <a:p>
            <a:pPr lvl="0" algn="ctr"/>
            <a:r>
              <a:rPr lang="en-US" sz="800" dirty="0">
                <a:solidFill>
                  <a:srgbClr val="0C2074"/>
                </a:solidFill>
              </a:rPr>
              <a:t>Product Type(s)</a:t>
            </a:r>
          </a:p>
        </p:txBody>
      </p:sp>
      <p:sp>
        <p:nvSpPr>
          <p:cNvPr id="52" name="Rectangle: Rounded Corners 51">
            <a:extLst>
              <a:ext uri="{FF2B5EF4-FFF2-40B4-BE49-F238E27FC236}">
                <a16:creationId xmlns:a16="http://schemas.microsoft.com/office/drawing/2014/main" id="{062A3C90-EB1C-4511-87BB-FF94FA360CCC}"/>
              </a:ext>
            </a:extLst>
          </p:cNvPr>
          <p:cNvSpPr/>
          <p:nvPr/>
        </p:nvSpPr>
        <p:spPr>
          <a:xfrm>
            <a:off x="7254843" y="1894669"/>
            <a:ext cx="982743" cy="64633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gn="ctr"/>
            <a:r>
              <a:rPr lang="en-US" sz="800" b="1" dirty="0">
                <a:solidFill>
                  <a:srgbClr val="0C2074"/>
                </a:solidFill>
              </a:rPr>
              <a:t>API Key</a:t>
            </a:r>
          </a:p>
          <a:p>
            <a:pPr lvl="0" algn="ctr"/>
            <a:r>
              <a:rPr lang="en-US" sz="800" dirty="0" err="1">
                <a:solidFill>
                  <a:srgbClr val="0C2074"/>
                </a:solidFill>
              </a:rPr>
              <a:t>UserID</a:t>
            </a:r>
            <a:endParaRPr lang="en-US" sz="800" dirty="0">
              <a:solidFill>
                <a:srgbClr val="0C2074"/>
              </a:solidFill>
            </a:endParaRPr>
          </a:p>
          <a:p>
            <a:pPr lvl="0" algn="ctr"/>
            <a:r>
              <a:rPr lang="en-US" sz="800" dirty="0">
                <a:solidFill>
                  <a:srgbClr val="0C2074"/>
                </a:solidFill>
              </a:rPr>
              <a:t>User Roles</a:t>
            </a:r>
          </a:p>
          <a:p>
            <a:pPr lvl="0" algn="ctr"/>
            <a:r>
              <a:rPr lang="en-US" sz="800" dirty="0">
                <a:solidFill>
                  <a:srgbClr val="0C2074"/>
                </a:solidFill>
              </a:rPr>
              <a:t>Product Type(s)</a:t>
            </a:r>
          </a:p>
        </p:txBody>
      </p:sp>
      <p:sp>
        <p:nvSpPr>
          <p:cNvPr id="54" name="Arrow: Right 53">
            <a:extLst>
              <a:ext uri="{FF2B5EF4-FFF2-40B4-BE49-F238E27FC236}">
                <a16:creationId xmlns:a16="http://schemas.microsoft.com/office/drawing/2014/main" id="{8697FADB-A92E-4F95-91AD-E435D7BA2E35}"/>
              </a:ext>
            </a:extLst>
          </p:cNvPr>
          <p:cNvSpPr/>
          <p:nvPr/>
        </p:nvSpPr>
        <p:spPr>
          <a:xfrm rot="5400000">
            <a:off x="5897874" y="5549444"/>
            <a:ext cx="288937"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Brace 55">
            <a:extLst>
              <a:ext uri="{FF2B5EF4-FFF2-40B4-BE49-F238E27FC236}">
                <a16:creationId xmlns:a16="http://schemas.microsoft.com/office/drawing/2014/main" id="{AA0FDF44-CF12-4BD0-B22D-FDC42ECA9C2D}"/>
              </a:ext>
            </a:extLst>
          </p:cNvPr>
          <p:cNvSpPr/>
          <p:nvPr/>
        </p:nvSpPr>
        <p:spPr>
          <a:xfrm>
            <a:off x="8439396" y="1810966"/>
            <a:ext cx="341756" cy="838460"/>
          </a:xfrm>
          <a:prstGeom prst="rightBrace">
            <a:avLst>
              <a:gd name="adj1" fmla="val 23197"/>
              <a:gd name="adj2" fmla="val 5113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Rectangle 56">
            <a:extLst>
              <a:ext uri="{FF2B5EF4-FFF2-40B4-BE49-F238E27FC236}">
                <a16:creationId xmlns:a16="http://schemas.microsoft.com/office/drawing/2014/main" id="{6031699F-1D22-4149-854C-8ACD30F08F47}"/>
              </a:ext>
            </a:extLst>
          </p:cNvPr>
          <p:cNvSpPr/>
          <p:nvPr/>
        </p:nvSpPr>
        <p:spPr>
          <a:xfrm>
            <a:off x="8781152" y="3994154"/>
            <a:ext cx="3351694" cy="707886"/>
          </a:xfrm>
          <a:prstGeom prst="rect">
            <a:avLst/>
          </a:prstGeom>
        </p:spPr>
        <p:txBody>
          <a:bodyPr wrap="square">
            <a:spAutoFit/>
          </a:bodyPr>
          <a:lstStyle/>
          <a:p>
            <a:pPr algn="ctr"/>
            <a:r>
              <a:rPr lang="en-US" sz="1000" b="1" u="sng" dirty="0"/>
              <a:t>Data Query</a:t>
            </a:r>
          </a:p>
          <a:p>
            <a:pPr marL="171450" indent="-171450">
              <a:buFont typeface="Arial" panose="020B0604020202020204" pitchFamily="34" charset="0"/>
              <a:buChar char="•"/>
            </a:pPr>
            <a:r>
              <a:rPr lang="en-US" sz="1000" dirty="0"/>
              <a:t>Application-specific filters </a:t>
            </a:r>
            <a:r>
              <a:rPr lang="en-US" sz="1000" i="1" dirty="0"/>
              <a:t>(Product Type)</a:t>
            </a:r>
          </a:p>
          <a:p>
            <a:pPr marL="171450" indent="-171450">
              <a:buFont typeface="Arial" panose="020B0604020202020204" pitchFamily="34" charset="0"/>
              <a:buChar char="•"/>
            </a:pPr>
            <a:r>
              <a:rPr lang="en-US" sz="1000" dirty="0"/>
              <a:t>User role-based filtering   </a:t>
            </a:r>
            <a:r>
              <a:rPr lang="en-US" sz="1000" i="1" dirty="0"/>
              <a:t>(Role based security)</a:t>
            </a:r>
          </a:p>
          <a:p>
            <a:pPr marL="171450" indent="-171450">
              <a:buFont typeface="Arial" panose="020B0604020202020204" pitchFamily="34" charset="0"/>
              <a:buChar char="•"/>
            </a:pPr>
            <a:r>
              <a:rPr lang="en-US" sz="1000" dirty="0"/>
              <a:t>User input                         </a:t>
            </a:r>
            <a:r>
              <a:rPr lang="en-US" sz="1000" i="1" dirty="0"/>
              <a:t>(Account#)</a:t>
            </a:r>
          </a:p>
        </p:txBody>
      </p:sp>
      <p:sp>
        <p:nvSpPr>
          <p:cNvPr id="59" name="Rectangle 58">
            <a:extLst>
              <a:ext uri="{FF2B5EF4-FFF2-40B4-BE49-F238E27FC236}">
                <a16:creationId xmlns:a16="http://schemas.microsoft.com/office/drawing/2014/main" id="{57BC3653-A1F8-440F-AA43-A41B56509CEF}"/>
              </a:ext>
            </a:extLst>
          </p:cNvPr>
          <p:cNvSpPr/>
          <p:nvPr/>
        </p:nvSpPr>
        <p:spPr>
          <a:xfrm>
            <a:off x="0" y="13886"/>
            <a:ext cx="10033644" cy="461665"/>
          </a:xfrm>
          <a:prstGeom prst="rect">
            <a:avLst/>
          </a:prstGeom>
        </p:spPr>
        <p:txBody>
          <a:bodyPr wrap="none">
            <a:spAutoFit/>
          </a:bodyPr>
          <a:lstStyle/>
          <a:p>
            <a:pPr lvl="0" defTabSz="685800">
              <a:defRPr/>
            </a:pPr>
            <a:r>
              <a:rPr lang="en-US" sz="2400" b="1" dirty="0">
                <a:solidFill>
                  <a:srgbClr val="011893"/>
                </a:solidFill>
                <a:latin typeface="Calibri Light" panose="020F0302020204030204" pitchFamily="34" charset="0"/>
                <a:cs typeface="Calibri Light" panose="020F0302020204030204" pitchFamily="34" charset="0"/>
              </a:rPr>
              <a:t>Authentication &amp; Authorization – Granular Data Control within Reused/Shared API</a:t>
            </a:r>
          </a:p>
        </p:txBody>
      </p:sp>
      <p:sp>
        <p:nvSpPr>
          <p:cNvPr id="61" name="Rectangle 60">
            <a:extLst>
              <a:ext uri="{FF2B5EF4-FFF2-40B4-BE49-F238E27FC236}">
                <a16:creationId xmlns:a16="http://schemas.microsoft.com/office/drawing/2014/main" id="{C54695F1-3D12-4A99-AA61-AC3AC931D5F3}"/>
              </a:ext>
            </a:extLst>
          </p:cNvPr>
          <p:cNvSpPr/>
          <p:nvPr/>
        </p:nvSpPr>
        <p:spPr>
          <a:xfrm>
            <a:off x="2698245" y="3867663"/>
            <a:ext cx="2133923" cy="1169551"/>
          </a:xfrm>
          <a:prstGeom prst="rect">
            <a:avLst/>
          </a:prstGeom>
        </p:spPr>
        <p:txBody>
          <a:bodyPr wrap="square">
            <a:spAutoFit/>
          </a:bodyPr>
          <a:lstStyle/>
          <a:p>
            <a:r>
              <a:rPr lang="en-US" sz="1000" b="1" u="sng" dirty="0"/>
              <a:t>App examples:</a:t>
            </a:r>
          </a:p>
          <a:p>
            <a:r>
              <a:rPr lang="en-US" sz="1000" dirty="0"/>
              <a:t>App_1	COID_1</a:t>
            </a:r>
          </a:p>
          <a:p>
            <a:r>
              <a:rPr lang="en-US" sz="1000" dirty="0"/>
              <a:t>App_2	COID_2</a:t>
            </a:r>
          </a:p>
          <a:p>
            <a:r>
              <a:rPr lang="en-US" sz="1000" dirty="0"/>
              <a:t>App_3	COID_1, COID_3</a:t>
            </a:r>
          </a:p>
          <a:p>
            <a:endParaRPr lang="en-US" sz="1000" dirty="0"/>
          </a:p>
          <a:p>
            <a:r>
              <a:rPr lang="en-US" sz="1000" b="1" u="sng" dirty="0"/>
              <a:t>Role examples:</a:t>
            </a:r>
          </a:p>
          <a:p>
            <a:r>
              <a:rPr lang="en-US" sz="1000" dirty="0"/>
              <a:t>Role_1	COID_1</a:t>
            </a:r>
          </a:p>
        </p:txBody>
      </p:sp>
      <p:sp>
        <p:nvSpPr>
          <p:cNvPr id="60" name="Rectangle 59">
            <a:extLst>
              <a:ext uri="{FF2B5EF4-FFF2-40B4-BE49-F238E27FC236}">
                <a16:creationId xmlns:a16="http://schemas.microsoft.com/office/drawing/2014/main" id="{E4B38571-78B9-4848-9C59-F655E3654A95}"/>
              </a:ext>
            </a:extLst>
          </p:cNvPr>
          <p:cNvSpPr/>
          <p:nvPr/>
        </p:nvSpPr>
        <p:spPr>
          <a:xfrm>
            <a:off x="5202144" y="4379553"/>
            <a:ext cx="1618759" cy="215605"/>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dirty="0"/>
              <a:t>Data Security Implementation</a:t>
            </a:r>
          </a:p>
        </p:txBody>
      </p:sp>
      <p:sp>
        <p:nvSpPr>
          <p:cNvPr id="62" name="Arrow: Right 61">
            <a:extLst>
              <a:ext uri="{FF2B5EF4-FFF2-40B4-BE49-F238E27FC236}">
                <a16:creationId xmlns:a16="http://schemas.microsoft.com/office/drawing/2014/main" id="{93CE6BF7-4D58-4B40-9EF6-C6D595A710F3}"/>
              </a:ext>
            </a:extLst>
          </p:cNvPr>
          <p:cNvSpPr/>
          <p:nvPr/>
        </p:nvSpPr>
        <p:spPr>
          <a:xfrm rot="5400000">
            <a:off x="5882833" y="4732100"/>
            <a:ext cx="288937" cy="1725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Brace 63">
            <a:extLst>
              <a:ext uri="{FF2B5EF4-FFF2-40B4-BE49-F238E27FC236}">
                <a16:creationId xmlns:a16="http://schemas.microsoft.com/office/drawing/2014/main" id="{9E315947-60C5-4C7B-BC8B-72E086690A62}"/>
              </a:ext>
            </a:extLst>
          </p:cNvPr>
          <p:cNvSpPr/>
          <p:nvPr/>
        </p:nvSpPr>
        <p:spPr>
          <a:xfrm>
            <a:off x="4743276" y="3883017"/>
            <a:ext cx="341756" cy="1177598"/>
          </a:xfrm>
          <a:prstGeom prst="rightBrace">
            <a:avLst>
              <a:gd name="adj1" fmla="val 23197"/>
              <a:gd name="adj2" fmla="val 5113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ectangle 67">
            <a:extLst>
              <a:ext uri="{FF2B5EF4-FFF2-40B4-BE49-F238E27FC236}">
                <a16:creationId xmlns:a16="http://schemas.microsoft.com/office/drawing/2014/main" id="{B8C5EDFA-A98D-495C-A0E1-5686BFFE940B}"/>
              </a:ext>
            </a:extLst>
          </p:cNvPr>
          <p:cNvSpPr/>
          <p:nvPr/>
        </p:nvSpPr>
        <p:spPr>
          <a:xfrm>
            <a:off x="934511" y="4022309"/>
            <a:ext cx="1731264" cy="614949"/>
          </a:xfrm>
          <a:prstGeom prst="rect">
            <a:avLst/>
          </a:prstGeom>
          <a:solidFill>
            <a:schemeClr val="tx2">
              <a:lumMod val="40000"/>
              <a:lumOff val="60000"/>
            </a:schemeClr>
          </a:solidFill>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t>Wealth Security API</a:t>
            </a:r>
          </a:p>
        </p:txBody>
      </p:sp>
    </p:spTree>
    <p:extLst>
      <p:ext uri="{BB962C8B-B14F-4D97-AF65-F5344CB8AC3E}">
        <p14:creationId xmlns:p14="http://schemas.microsoft.com/office/powerpoint/2010/main" val="1905551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4BE72D-C4D0-4992-86AE-3E00D7AD7307}"/>
              </a:ext>
            </a:extLst>
          </p:cNvPr>
          <p:cNvSpPr/>
          <p:nvPr/>
        </p:nvSpPr>
        <p:spPr>
          <a:xfrm>
            <a:off x="7330733" y="901186"/>
            <a:ext cx="1101423" cy="694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Apply Smart &lt;1&gt;</a:t>
            </a:r>
          </a:p>
        </p:txBody>
      </p:sp>
      <p:sp>
        <p:nvSpPr>
          <p:cNvPr id="8" name="Rectangle 7">
            <a:extLst>
              <a:ext uri="{FF2B5EF4-FFF2-40B4-BE49-F238E27FC236}">
                <a16:creationId xmlns:a16="http://schemas.microsoft.com/office/drawing/2014/main" id="{A4B36E9D-27CB-446E-82F4-CD8F17507CD5}"/>
              </a:ext>
            </a:extLst>
          </p:cNvPr>
          <p:cNvSpPr/>
          <p:nvPr/>
        </p:nvSpPr>
        <p:spPr>
          <a:xfrm>
            <a:off x="10346831" y="887967"/>
            <a:ext cx="1164779" cy="720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panose="020F0502020204030204"/>
                <a:ea typeface="+mn-ea"/>
                <a:cs typeface="+mn-cs"/>
              </a:rPr>
              <a:t>GraphQL</a:t>
            </a: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 API &lt;3&gt;</a:t>
            </a:r>
          </a:p>
        </p:txBody>
      </p:sp>
      <p:cxnSp>
        <p:nvCxnSpPr>
          <p:cNvPr id="9" name="Straight Arrow Connector 8">
            <a:extLst>
              <a:ext uri="{FF2B5EF4-FFF2-40B4-BE49-F238E27FC236}">
                <a16:creationId xmlns:a16="http://schemas.microsoft.com/office/drawing/2014/main" id="{E452CDFE-25AE-4B38-B81F-DE39CA573B9F}"/>
              </a:ext>
            </a:extLst>
          </p:cNvPr>
          <p:cNvCxnSpPr>
            <a:cxnSpLocks/>
            <a:stCxn id="7" idx="3"/>
            <a:endCxn id="14" idx="1"/>
          </p:cNvCxnSpPr>
          <p:nvPr/>
        </p:nvCxnSpPr>
        <p:spPr>
          <a:xfrm>
            <a:off x="8432156" y="1248198"/>
            <a:ext cx="406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A9F474-1233-4D2F-9327-D4F32D76E014}"/>
              </a:ext>
            </a:extLst>
          </p:cNvPr>
          <p:cNvCxnSpPr>
            <a:cxnSpLocks/>
            <a:stCxn id="14" idx="3"/>
            <a:endCxn id="8" idx="1"/>
          </p:cNvCxnSpPr>
          <p:nvPr/>
        </p:nvCxnSpPr>
        <p:spPr>
          <a:xfrm>
            <a:off x="9940205" y="1248198"/>
            <a:ext cx="4066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Flowchart: Magnetic Disk 10">
            <a:extLst>
              <a:ext uri="{FF2B5EF4-FFF2-40B4-BE49-F238E27FC236}">
                <a16:creationId xmlns:a16="http://schemas.microsoft.com/office/drawing/2014/main" id="{CB285ADC-3031-485D-8532-324D3BF64050}"/>
              </a:ext>
            </a:extLst>
          </p:cNvPr>
          <p:cNvSpPr/>
          <p:nvPr/>
        </p:nvSpPr>
        <p:spPr>
          <a:xfrm>
            <a:off x="10380172" y="1854005"/>
            <a:ext cx="1096549" cy="784907"/>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Cassandra &lt;4&gt;</a:t>
            </a:r>
          </a:p>
        </p:txBody>
      </p:sp>
      <p:cxnSp>
        <p:nvCxnSpPr>
          <p:cNvPr id="12" name="Straight Arrow Connector 11">
            <a:extLst>
              <a:ext uri="{FF2B5EF4-FFF2-40B4-BE49-F238E27FC236}">
                <a16:creationId xmlns:a16="http://schemas.microsoft.com/office/drawing/2014/main" id="{FD891EB8-5AAD-4DF5-8430-B98899E0BC44}"/>
              </a:ext>
            </a:extLst>
          </p:cNvPr>
          <p:cNvCxnSpPr>
            <a:cxnSpLocks/>
            <a:stCxn id="8" idx="2"/>
            <a:endCxn id="11" idx="1"/>
          </p:cNvCxnSpPr>
          <p:nvPr/>
        </p:nvCxnSpPr>
        <p:spPr>
          <a:xfrm flipH="1">
            <a:off x="10928447" y="1608429"/>
            <a:ext cx="774" cy="245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89D1FFC-A8C8-4F5D-A875-EEC38728ED42}"/>
              </a:ext>
            </a:extLst>
          </p:cNvPr>
          <p:cNvSpPr txBox="1"/>
          <p:nvPr/>
        </p:nvSpPr>
        <p:spPr>
          <a:xfrm flipH="1">
            <a:off x="7330732" y="3371491"/>
            <a:ext cx="4625192" cy="252376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Apply will be sending the promotion code and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cust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lpid</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information.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Apigee proxy will be sending it to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GraphQL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API.</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GraphQL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is a mutation where it will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upsert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to Cassandra.</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Data will be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upsert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to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customer_datastore.mktg_prfl_by_lpid</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usb</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/customer-services/data/</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graphql</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-mutation/v1/</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graphql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Rounded Corners 13">
            <a:extLst>
              <a:ext uri="{FF2B5EF4-FFF2-40B4-BE49-F238E27FC236}">
                <a16:creationId xmlns:a16="http://schemas.microsoft.com/office/drawing/2014/main" id="{39E47936-E851-40A9-9960-FE89B19900CF}"/>
              </a:ext>
            </a:extLst>
          </p:cNvPr>
          <p:cNvSpPr/>
          <p:nvPr/>
        </p:nvSpPr>
        <p:spPr>
          <a:xfrm>
            <a:off x="8838782" y="901186"/>
            <a:ext cx="1101423" cy="6940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Wise APIGEE Proxy</a:t>
            </a:r>
          </a:p>
        </p:txBody>
      </p:sp>
      <p:sp>
        <p:nvSpPr>
          <p:cNvPr id="15" name="TextBox 14">
            <a:extLst>
              <a:ext uri="{FF2B5EF4-FFF2-40B4-BE49-F238E27FC236}">
                <a16:creationId xmlns:a16="http://schemas.microsoft.com/office/drawing/2014/main" id="{539573E6-7CCE-45E7-9487-DA58EF6F6748}"/>
              </a:ext>
            </a:extLst>
          </p:cNvPr>
          <p:cNvSpPr txBox="1"/>
          <p:nvPr/>
        </p:nvSpPr>
        <p:spPr>
          <a:xfrm flipH="1">
            <a:off x="8230447" y="6806327"/>
            <a:ext cx="2947387"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Sample Request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Mutation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createMktgPrflByLpid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custlpid</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“327329382",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loadts</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"2020-06-28 16:48:37",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wbppromocde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abcd</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BD6751C-5E59-4768-B670-109BADA9CCF4}"/>
              </a:ext>
            </a:extLst>
          </p:cNvPr>
          <p:cNvSpPr/>
          <p:nvPr/>
        </p:nvSpPr>
        <p:spPr>
          <a:xfrm>
            <a:off x="7881444" y="168607"/>
            <a:ext cx="2925994"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b="1" dirty="0">
                <a:solidFill>
                  <a:srgbClr val="011893"/>
                </a:solidFill>
                <a:latin typeface="Calibri Light" panose="020F0302020204030204" pitchFamily="34" charset="0"/>
                <a:cs typeface="Calibri Light" panose="020F0302020204030204" pitchFamily="34" charset="0"/>
              </a:rPr>
              <a:t>Smart Apply Data API’s</a:t>
            </a:r>
            <a:endPar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pic>
        <p:nvPicPr>
          <p:cNvPr id="17" name="Picture 16" descr="Timeline&#10;&#10;Description automatically generated">
            <a:extLst>
              <a:ext uri="{FF2B5EF4-FFF2-40B4-BE49-F238E27FC236}">
                <a16:creationId xmlns:a16="http://schemas.microsoft.com/office/drawing/2014/main" id="{C9155986-679A-4BE4-8F6F-330F01D9B4F6}"/>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69" y="1248198"/>
            <a:ext cx="6667500" cy="3867150"/>
          </a:xfrm>
          <a:prstGeom prst="rect">
            <a:avLst/>
          </a:prstGeom>
        </p:spPr>
      </p:pic>
      <p:cxnSp>
        <p:nvCxnSpPr>
          <p:cNvPr id="18" name="Straight Connector 17">
            <a:extLst>
              <a:ext uri="{FF2B5EF4-FFF2-40B4-BE49-F238E27FC236}">
                <a16:creationId xmlns:a16="http://schemas.microsoft.com/office/drawing/2014/main" id="{B6ADC0E5-6F71-4BDF-B749-FE159E5C69A2}"/>
              </a:ext>
            </a:extLst>
          </p:cNvPr>
          <p:cNvCxnSpPr/>
          <p:nvPr/>
        </p:nvCxnSpPr>
        <p:spPr>
          <a:xfrm>
            <a:off x="6832600" y="437855"/>
            <a:ext cx="0" cy="5835945"/>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C26BC88C-0410-43E5-AFE6-29A800F10999}"/>
              </a:ext>
            </a:extLst>
          </p:cNvPr>
          <p:cNvSpPr/>
          <p:nvPr/>
        </p:nvSpPr>
        <p:spPr>
          <a:xfrm>
            <a:off x="1198400" y="168607"/>
            <a:ext cx="4173258"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400" b="1" dirty="0">
                <a:solidFill>
                  <a:srgbClr val="011893"/>
                </a:solidFill>
                <a:latin typeface="Calibri Light" panose="020F0302020204030204" pitchFamily="34" charset="0"/>
                <a:cs typeface="Calibri Light" panose="020F0302020204030204" pitchFamily="34" charset="0"/>
              </a:rPr>
              <a:t>US Bank Online/Mobile API Stack</a:t>
            </a:r>
            <a:endParaRPr kumimoji="0" lang="en-US" sz="2400" b="1"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Tree>
    <p:extLst>
      <p:ext uri="{BB962C8B-B14F-4D97-AF65-F5344CB8AC3E}">
        <p14:creationId xmlns:p14="http://schemas.microsoft.com/office/powerpoint/2010/main" val="244712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14">
            <a:extLst>
              <a:ext uri="{FF2B5EF4-FFF2-40B4-BE49-F238E27FC236}">
                <a16:creationId xmlns:a16="http://schemas.microsoft.com/office/drawing/2014/main" id="{8D77B430-228F-481A-82C8-9F799F60BA09}"/>
              </a:ext>
            </a:extLst>
          </p:cNvPr>
          <p:cNvGraphicFramePr>
            <a:graphicFrameLocks noGrp="1"/>
          </p:cNvGraphicFramePr>
          <p:nvPr/>
        </p:nvGraphicFramePr>
        <p:xfrm>
          <a:off x="-1" y="544829"/>
          <a:ext cx="12192001" cy="7667579"/>
        </p:xfrm>
        <a:graphic>
          <a:graphicData uri="http://schemas.openxmlformats.org/drawingml/2006/table">
            <a:tbl>
              <a:tblPr firstRow="1" bandRow="1"/>
              <a:tblGrid>
                <a:gridCol w="4486276">
                  <a:extLst>
                    <a:ext uri="{9D8B030D-6E8A-4147-A177-3AD203B41FA5}">
                      <a16:colId xmlns:a16="http://schemas.microsoft.com/office/drawing/2014/main" val="2046272036"/>
                    </a:ext>
                  </a:extLst>
                </a:gridCol>
                <a:gridCol w="1609724">
                  <a:extLst>
                    <a:ext uri="{9D8B030D-6E8A-4147-A177-3AD203B41FA5}">
                      <a16:colId xmlns:a16="http://schemas.microsoft.com/office/drawing/2014/main" val="3589560912"/>
                    </a:ext>
                  </a:extLst>
                </a:gridCol>
                <a:gridCol w="2368217">
                  <a:extLst>
                    <a:ext uri="{9D8B030D-6E8A-4147-A177-3AD203B41FA5}">
                      <a16:colId xmlns:a16="http://schemas.microsoft.com/office/drawing/2014/main" val="2791607870"/>
                    </a:ext>
                  </a:extLst>
                </a:gridCol>
                <a:gridCol w="3727784">
                  <a:extLst>
                    <a:ext uri="{9D8B030D-6E8A-4147-A177-3AD203B41FA5}">
                      <a16:colId xmlns:a16="http://schemas.microsoft.com/office/drawing/2014/main" val="3884257251"/>
                    </a:ext>
                  </a:extLst>
                </a:gridCol>
              </a:tblGrid>
              <a:tr h="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Test Automation</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C2074"/>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DevOps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C2074"/>
                    </a:solidFill>
                  </a:tcPr>
                </a:tc>
                <a:tc hMerge="1">
                  <a:txBody>
                    <a:bodyPr/>
                    <a:lstStyle/>
                    <a:p>
                      <a:endParaRPr lang="en-US"/>
                    </a:p>
                  </a:txBody>
                  <a:tcPr/>
                </a:tc>
                <a:tc>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Test Data</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extLst>
                  <a:ext uri="{0D108BD9-81ED-4DB2-BD59-A6C34878D82A}">
                    <a16:rowId xmlns:a16="http://schemas.microsoft.com/office/drawing/2014/main" val="222263176"/>
                  </a:ext>
                </a:extLst>
              </a:tr>
              <a:tr h="1651001">
                <a:tc rowSpan="3">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79% test automation coverage for inflight products.</a:t>
                      </a:r>
                      <a:endParaRPr kumimoji="0" lang="en-US" sz="1200" b="0" i="1"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$7.24M in cost avoidance year-to-date.</a:t>
                      </a:r>
                    </a:p>
                    <a:p>
                      <a:pPr marL="171450" marR="0" lvl="0" indent="-171450" algn="l" rtl="0" eaLnBrk="1" fontAlgn="auto" latinLnBrk="0" hangingPunct="1">
                        <a:lnSpc>
                          <a:spcPct val="100000"/>
                        </a:lnSpc>
                        <a:spcBef>
                          <a:spcPts val="0"/>
                        </a:spcBef>
                        <a:spcAft>
                          <a:spcPts val="300"/>
                        </a:spcAft>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mj-lt"/>
                          <a:ea typeface="+mn-ea"/>
                          <a:cs typeface="+mn-cs"/>
                        </a:rPr>
                        <a:t>11K manual testing hours saved in October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7EC"/>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5 Products with CI/CD established. Latest one was added in Oct.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Maturity score trending upwards.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30% of tests are being executed on private cloud.</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90% of tests are being executed using Jenkins pipeline.  Process is fully automated from execution till reporting.</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7EC"/>
                    </a:solidFill>
                  </a:tcPr>
                </a:tc>
                <a:tc h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Test Data as a Service (</a:t>
                      </a:r>
                      <a:r>
                        <a:rPr kumimoji="0" lang="en-US" sz="1200" b="0" i="0" u="none" strike="noStrike" kern="1200" cap="none" spc="0" normalizeH="0" baseline="0" noProof="0" dirty="0" err="1">
                          <a:ln>
                            <a:noFill/>
                          </a:ln>
                          <a:solidFill>
                            <a:prstClr val="black"/>
                          </a:solidFill>
                          <a:effectLst/>
                          <a:uLnTx/>
                          <a:uFillTx/>
                          <a:latin typeface="Calibri Light" panose="020F0302020204030204"/>
                          <a:ea typeface="+mn-ea"/>
                          <a:cs typeface="+mn-cs"/>
                        </a:rPr>
                        <a:t>TDaaS</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 v3.0) released in October. </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Released 2 major enhancement around Brokerage Account conditioning and reservation.</a:t>
                      </a:r>
                    </a:p>
                    <a:p>
                      <a:pPr marL="6286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130 total </a:t>
                      </a:r>
                      <a:r>
                        <a:rPr kumimoji="0" lang="en-US" sz="1200" b="0" i="0" u="none" strike="noStrike" kern="1200" cap="none" spc="0" normalizeH="0" baseline="0" noProof="0" dirty="0" err="1">
                          <a:ln>
                            <a:noFill/>
                          </a:ln>
                          <a:solidFill>
                            <a:prstClr val="black"/>
                          </a:solidFill>
                          <a:effectLst/>
                          <a:uLnTx/>
                          <a:uFillTx/>
                          <a:latin typeface="Calibri Light" panose="020F0302020204030204"/>
                          <a:ea typeface="+mn-ea"/>
                          <a:cs typeface="+mn-cs"/>
                        </a:rPr>
                        <a:t>TDaaS</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 users</a:t>
                      </a:r>
                    </a:p>
                    <a:p>
                      <a:pPr marL="6286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5,400 </a:t>
                      </a:r>
                      <a:r>
                        <a:rPr kumimoji="0" lang="en-US" sz="1200" b="0" i="0" u="none" strike="noStrike" kern="1200" cap="none" spc="0" normalizeH="0" baseline="0" noProof="0" dirty="0" err="1">
                          <a:ln>
                            <a:noFill/>
                          </a:ln>
                          <a:solidFill>
                            <a:prstClr val="black"/>
                          </a:solidFill>
                          <a:effectLst/>
                          <a:uLnTx/>
                          <a:uFillTx/>
                          <a:latin typeface="Calibri Light" panose="020F0302020204030204"/>
                          <a:ea typeface="+mn-ea"/>
                          <a:cs typeface="+mn-cs"/>
                        </a:rPr>
                        <a:t>TDaaS</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 requests in between October and November</a:t>
                      </a:r>
                      <a:endParaRPr lang="en-US" sz="1200" b="0" i="0" u="none" strike="noStrike" noProof="0" dirty="0">
                        <a:latin typeface="+mn-lt"/>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extLst>
                  <a:ext uri="{0D108BD9-81ED-4DB2-BD59-A6C34878D82A}">
                    <a16:rowId xmlns:a16="http://schemas.microsoft.com/office/drawing/2014/main" val="761180475"/>
                  </a:ext>
                </a:extLst>
              </a:tr>
              <a:tr h="0">
                <a:tc vMerge="1">
                  <a:txBody>
                    <a:bodyPr/>
                    <a:lstStyle/>
                    <a:p>
                      <a:endParaRPr lang="en-US"/>
                    </a:p>
                  </a:txBody>
                  <a:tcPr>
                    <a:lnT w="12700" cap="flat" cmpd="sng" algn="ctr">
                      <a:solidFill>
                        <a:sysClr val="window" lastClr="FFFFFF"/>
                      </a:solidFill>
                      <a:prstDash val="solid"/>
                      <a:round/>
                      <a:headEnd type="none" w="med" len="med"/>
                      <a:tailEnd type="none" w="med" len="med"/>
                    </a:lnT>
                  </a:tcPr>
                </a:tc>
                <a:tc gridSpan="2">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Public Cloud Readiness</a:t>
                      </a:r>
                    </a:p>
                  </a:txBody>
                  <a:tcPr>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endParaRPr lang="en-US"/>
                    </a:p>
                  </a:txBody>
                  <a:tcPr/>
                </a:tc>
                <a:tc>
                  <a:txBody>
                    <a:bodyPr/>
                    <a:lstStyle/>
                    <a:p>
                      <a:r>
                        <a:rPr lang="en-US" sz="1200" b="1" kern="1200" dirty="0">
                          <a:solidFill>
                            <a:schemeClr val="lt1"/>
                          </a:solidFill>
                          <a:latin typeface="+mn-lt"/>
                          <a:ea typeface="+mn-ea"/>
                          <a:cs typeface="+mn-cs"/>
                        </a:rPr>
                        <a:t>2021 and beyond…</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extLst>
                  <a:ext uri="{0D108BD9-81ED-4DB2-BD59-A6C34878D82A}">
                    <a16:rowId xmlns:a16="http://schemas.microsoft.com/office/drawing/2014/main" val="1885463480"/>
                  </a:ext>
                </a:extLst>
              </a:tr>
              <a:tr h="292830">
                <a:tc vMerge="1">
                  <a:txBody>
                    <a:bodyPr/>
                    <a:lstStyle/>
                    <a:p>
                      <a:endParaRPr lang="en-US"/>
                    </a:p>
                  </a:txBody>
                  <a:tcPr/>
                </a:tc>
                <a:tc gridSpan="2">
                  <a:txBody>
                    <a:bodyPr/>
                    <a:lstStyle/>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Wealth Management products being built this year are using containerized workloads, deployed to Rancher, these are public cloud ready workloads.</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Identified candidate workloads for public cloud migration.</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Wealth Management product teams, continue to stay aligned with CAWG for Governance and Training.</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Wealth Management product teams, continue to target private cloud until enterprise controls and processes are </a:t>
                      </a:r>
                      <a:r>
                        <a:rPr kumimoji="0" lang="en-US" sz="1200" b="0" i="0" u="none" strike="noStrike" kern="1200" cap="none" spc="0" normalizeH="0" baseline="0" noProof="0">
                          <a:ln>
                            <a:noFill/>
                          </a:ln>
                          <a:solidFill>
                            <a:prstClr val="black"/>
                          </a:solidFill>
                          <a:effectLst/>
                          <a:uLnTx/>
                          <a:uFillTx/>
                          <a:latin typeface="Calibri Light" panose="020F0302020204030204"/>
                          <a:ea typeface="+mn-ea"/>
                          <a:cs typeface="+mn-cs"/>
                        </a:rPr>
                        <a:t>in place</a:t>
                      </a: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E7EC"/>
                    </a:solidFill>
                  </a:tcPr>
                </a:tc>
                <a:tc hMerge="1">
                  <a:txBody>
                    <a:bodyPr/>
                    <a:lstStyle/>
                    <a:p>
                      <a:endParaRPr lang="en-US"/>
                    </a:p>
                  </a:txBody>
                  <a:tcPr/>
                </a:tc>
                <a:tc>
                  <a:txBody>
                    <a:bodyPr/>
                    <a:lstStyle/>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All Wealth Management products will transition to new CI/CD pipeline, which supports Pipeline-as-Code capabilities.</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The new pipeline would be multi-cloud capable.</a:t>
                      </a:r>
                    </a:p>
                    <a:p>
                      <a:pPr marL="171450" marR="0" lvl="0" indent="-171450" algn="l" defTabSz="91437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mn-cs"/>
                        </a:rPr>
                        <a:t>Wealth Management product teams have started doing technical proof-of-concepts to get better understanding of Pipeline-as-Code and multi-cloud deployments.</a:t>
                      </a:r>
                    </a:p>
                    <a:p>
                      <a:endParaRPr lang="en-US" dirty="0"/>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extLst>
                  <a:ext uri="{0D108BD9-81ED-4DB2-BD59-A6C34878D82A}">
                    <a16:rowId xmlns:a16="http://schemas.microsoft.com/office/drawing/2014/main" val="2813460111"/>
                  </a:ext>
                </a:extLst>
              </a:tr>
              <a:tr h="0">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Accomplishments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pPr lvl="0">
                        <a:buNone/>
                      </a:pPr>
                      <a:endParaRPr lang="en-US" sz="1200" dirty="0">
                        <a:latin typeface="+mn-lt"/>
                      </a:endParaRP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CD6"/>
                    </a:solidFill>
                  </a:tcPr>
                </a:tc>
                <a:tc gridSpan="2">
                  <a:txBody>
                    <a:bodyPr/>
                    <a:lstStyle/>
                    <a:p>
                      <a:pPr marL="0" marR="0" lvl="0" indent="0" algn="l" defTabSz="1828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kern="1200" dirty="0">
                          <a:solidFill>
                            <a:schemeClr val="lt1"/>
                          </a:solidFill>
                          <a:latin typeface="+mn-lt"/>
                          <a:ea typeface="+mn-ea"/>
                          <a:cs typeface="+mn-cs"/>
                        </a:rPr>
                        <a:t>Next Steps</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C2074"/>
                    </a:solidFill>
                  </a:tcPr>
                </a:tc>
                <a:tc hMerge="1">
                  <a:txBody>
                    <a:bodyPr/>
                    <a:lstStyle/>
                    <a:p>
                      <a:endParaRPr lang="en-US"/>
                    </a:p>
                  </a:txBody>
                  <a:tcPr/>
                </a:tc>
                <a:extLst>
                  <a:ext uri="{0D108BD9-81ED-4DB2-BD59-A6C34878D82A}">
                    <a16:rowId xmlns:a16="http://schemas.microsoft.com/office/drawing/2014/main" val="3196860827"/>
                  </a:ext>
                </a:extLst>
              </a:tr>
              <a:tr h="2272619">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lvl="0" indent="0" algn="l">
                        <a:lnSpc>
                          <a:spcPct val="100000"/>
                        </a:lnSpc>
                        <a:spcBef>
                          <a:spcPts val="0"/>
                        </a:spcBef>
                        <a:spcAft>
                          <a:spcPts val="300"/>
                        </a:spcAft>
                        <a:buFont typeface="Arial"/>
                        <a:buChar char="•"/>
                      </a:pPr>
                      <a:r>
                        <a:rPr lang="en-US" sz="1200" b="0" i="0" u="none" strike="noStrike" noProof="0" dirty="0">
                          <a:latin typeface="+mn-lt"/>
                        </a:rPr>
                        <a:t> </a:t>
                      </a:r>
                      <a:r>
                        <a:rPr lang="en-US" sz="1200" b="0" i="0" u="none" strike="noStrike" kern="1200" noProof="0" dirty="0">
                          <a:solidFill>
                            <a:schemeClr val="dk1"/>
                          </a:solidFill>
                          <a:latin typeface="+mj-lt"/>
                          <a:ea typeface="+mn-ea"/>
                          <a:cs typeface="+mn-cs"/>
                        </a:rPr>
                        <a:t>Published a new Tech Modernization dashboard that includes Test Automation, Test Data, DevOps and WISE metrics on Tech Modernization SharePoint.</a:t>
                      </a:r>
                    </a:p>
                    <a:p>
                      <a:pPr marL="0" lvl="0" indent="0" algn="l">
                        <a:lnSpc>
                          <a:spcPct val="100000"/>
                        </a:lnSpc>
                        <a:spcBef>
                          <a:spcPts val="0"/>
                        </a:spcBef>
                        <a:spcAft>
                          <a:spcPts val="300"/>
                        </a:spcAft>
                        <a:buFont typeface="Arial"/>
                        <a:buChar char="•"/>
                      </a:pPr>
                      <a:r>
                        <a:rPr lang="en-US" sz="1200" b="0" i="0" u="none" strike="noStrike" noProof="0" dirty="0">
                          <a:latin typeface="+mj-lt"/>
                        </a:rPr>
                        <a:t> Developed automated test report integration for .</a:t>
                      </a:r>
                      <a:r>
                        <a:rPr lang="en-US" sz="1200" b="0" i="0" u="none" strike="noStrike" noProof="0" dirty="0" err="1">
                          <a:latin typeface="+mj-lt"/>
                        </a:rPr>
                        <a:t>NetCore</a:t>
                      </a:r>
                      <a:r>
                        <a:rPr lang="en-US" sz="1200" b="0" i="0" u="none" strike="noStrike" noProof="0" dirty="0">
                          <a:latin typeface="+mj-lt"/>
                        </a:rPr>
                        <a:t> projects.</a:t>
                      </a:r>
                      <a:endParaRPr lang="en-US" sz="1200" b="0" i="1" u="none" strike="noStrike" noProof="0" dirty="0">
                        <a:latin typeface="+mj-lt"/>
                      </a:endParaRPr>
                    </a:p>
                    <a:p>
                      <a:pPr marL="0" lvl="0" indent="0" algn="l">
                        <a:lnSpc>
                          <a:spcPct val="100000"/>
                        </a:lnSpc>
                        <a:spcBef>
                          <a:spcPts val="0"/>
                        </a:spcBef>
                        <a:spcAft>
                          <a:spcPts val="300"/>
                        </a:spcAft>
                        <a:buFont typeface="Arial"/>
                        <a:buChar char="•"/>
                      </a:pPr>
                      <a:r>
                        <a:rPr lang="en-US" sz="1200" b="0" i="0" u="none" strike="noStrike" noProof="0" dirty="0">
                          <a:latin typeface="+mj-lt"/>
                        </a:rPr>
                        <a:t> Implemented Sauce Labs integration with U.S. Bank to mitigate risks for Mobile Development and Testing.</a:t>
                      </a:r>
                    </a:p>
                    <a:p>
                      <a:pPr marL="0" marR="0" lvl="0" indent="0" algn="l" defTabSz="914400" rtl="0" eaLnBrk="1" fontAlgn="auto" latinLnBrk="0" hangingPunct="1">
                        <a:lnSpc>
                          <a:spcPct val="100000"/>
                        </a:lnSpc>
                        <a:spcBef>
                          <a:spcPts val="0"/>
                        </a:spcBef>
                        <a:spcAft>
                          <a:spcPts val="300"/>
                        </a:spcAft>
                        <a:buClrTx/>
                        <a:buSzTx/>
                        <a:buFont typeface="Arial"/>
                        <a:buChar char="•"/>
                        <a:tabLst/>
                        <a:defRPr/>
                      </a:pPr>
                      <a:r>
                        <a:rPr lang="en-US" sz="1200" b="0" i="0" u="none" strike="noStrike" kern="1200" noProof="0" dirty="0">
                          <a:solidFill>
                            <a:schemeClr val="dk1"/>
                          </a:solidFill>
                          <a:latin typeface="+mj-lt"/>
                          <a:ea typeface="+mn-ea"/>
                          <a:cs typeface="+mn-cs"/>
                        </a:rPr>
                        <a:t> TDaaS usage up 50% in comparison with September.</a:t>
                      </a:r>
                    </a:p>
                    <a:p>
                      <a:pPr marL="0" marR="0" lvl="0" indent="0" algn="l" defTabSz="914400" rtl="0" eaLnBrk="1" fontAlgn="auto" latinLnBrk="0" hangingPunct="1">
                        <a:lnSpc>
                          <a:spcPct val="100000"/>
                        </a:lnSpc>
                        <a:spcBef>
                          <a:spcPts val="0"/>
                        </a:spcBef>
                        <a:spcAft>
                          <a:spcPts val="300"/>
                        </a:spcAft>
                        <a:buClrTx/>
                        <a:buSzTx/>
                        <a:buFont typeface="Arial"/>
                        <a:buChar char="•"/>
                        <a:tabLst/>
                        <a:defRPr/>
                      </a:pPr>
                      <a:r>
                        <a:rPr lang="en-US" sz="1200" b="0" i="0" u="none" strike="noStrike" kern="1200" noProof="0" dirty="0">
                          <a:solidFill>
                            <a:schemeClr val="dk1"/>
                          </a:solidFill>
                          <a:latin typeface="+mj-lt"/>
                          <a:ea typeface="+mn-ea"/>
                          <a:cs typeface="+mn-cs"/>
                        </a:rPr>
                        <a:t>Using containerized workloads which are public cloud ready.</a:t>
                      </a:r>
                      <a:endParaRPr lang="en-US" sz="1200" b="0" i="0" u="none" strike="noStrike" noProof="0" dirty="0">
                        <a:latin typeface="+mn-lt"/>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tc hMerge="1">
                  <a:txBody>
                    <a:bodyPr/>
                    <a:lstStyle/>
                    <a:p>
                      <a:pPr marL="285750" lvl="0" indent="-285750">
                        <a:spcBef>
                          <a:spcPts val="0"/>
                        </a:spcBef>
                        <a:spcAft>
                          <a:spcPts val="0"/>
                        </a:spcAft>
                        <a:buFont typeface="Arial,Sans-Serif"/>
                        <a:buChar char="•"/>
                      </a:pPr>
                      <a:endParaRPr lang="en-US" sz="1200" dirty="0">
                        <a:latin typeface="+mn-lt"/>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E7EC"/>
                    </a:solidFill>
                  </a:tcPr>
                </a:tc>
                <a:tc gridSpan="2">
                  <a:txBody>
                    <a:bodyPr/>
                    <a:lstStyle/>
                    <a:p>
                      <a:pPr marL="285750" lvl="0" indent="-285750">
                        <a:spcBef>
                          <a:spcPts val="0"/>
                        </a:spcBef>
                        <a:spcAft>
                          <a:spcPts val="300"/>
                        </a:spcAft>
                        <a:buFont typeface="Arial,Sans-Serif"/>
                        <a:buChar char="•"/>
                      </a:pPr>
                      <a:r>
                        <a:rPr lang="en-US" sz="1200" kern="1200" dirty="0">
                          <a:solidFill>
                            <a:schemeClr val="dk1"/>
                          </a:solidFill>
                          <a:latin typeface="+mj-lt"/>
                          <a:ea typeface="+mn-ea"/>
                          <a:cs typeface="+mn-cs"/>
                        </a:rPr>
                        <a:t>Working on JavaScript visual testing solution.</a:t>
                      </a:r>
                    </a:p>
                    <a:p>
                      <a:pPr marL="285750" lvl="0" indent="-285750">
                        <a:spcBef>
                          <a:spcPts val="0"/>
                        </a:spcBef>
                        <a:spcAft>
                          <a:spcPts val="300"/>
                        </a:spcAft>
                        <a:buFont typeface="Arial,Sans-Serif"/>
                        <a:buChar char="•"/>
                      </a:pPr>
                      <a:r>
                        <a:rPr lang="en-US" sz="1200" kern="1200" dirty="0">
                          <a:solidFill>
                            <a:schemeClr val="dk1"/>
                          </a:solidFill>
                          <a:latin typeface="+mj-lt"/>
                          <a:ea typeface="+mn-ea"/>
                          <a:cs typeface="+mn-cs"/>
                        </a:rPr>
                        <a:t>Working with few vendors to understand the capabilities of AI and ML in new Test Automation tools.</a:t>
                      </a:r>
                    </a:p>
                    <a:p>
                      <a:pPr marL="285750" lvl="0" indent="-285750">
                        <a:spcBef>
                          <a:spcPts val="0"/>
                        </a:spcBef>
                        <a:spcAft>
                          <a:spcPts val="300"/>
                        </a:spcAft>
                        <a:buFont typeface="Arial,Sans-Serif"/>
                        <a:buChar char="•"/>
                      </a:pPr>
                      <a:r>
                        <a:rPr lang="en-US" sz="1200" kern="1200" dirty="0" err="1">
                          <a:solidFill>
                            <a:schemeClr val="dk1"/>
                          </a:solidFill>
                          <a:latin typeface="+mj-lt"/>
                          <a:ea typeface="+mn-ea"/>
                          <a:cs typeface="+mn-cs"/>
                        </a:rPr>
                        <a:t>TDaaS</a:t>
                      </a:r>
                      <a:r>
                        <a:rPr lang="en-US" sz="1200" kern="1200" dirty="0">
                          <a:solidFill>
                            <a:schemeClr val="dk1"/>
                          </a:solidFill>
                          <a:latin typeface="+mj-lt"/>
                          <a:ea typeface="+mn-ea"/>
                          <a:cs typeface="+mn-cs"/>
                        </a:rPr>
                        <a:t> v4.0 release scheduled on 12/03</a:t>
                      </a:r>
                    </a:p>
                    <a:p>
                      <a:pPr marL="285750" lvl="0" indent="-285750">
                        <a:spcBef>
                          <a:spcPts val="0"/>
                        </a:spcBef>
                        <a:spcAft>
                          <a:spcPts val="300"/>
                        </a:spcAft>
                        <a:buFont typeface="Arial,Sans-Serif"/>
                        <a:buChar char="•"/>
                      </a:pPr>
                      <a:r>
                        <a:rPr lang="en-US" sz="1200" kern="1200" dirty="0">
                          <a:solidFill>
                            <a:schemeClr val="dk1"/>
                          </a:solidFill>
                          <a:latin typeface="+mj-lt"/>
                          <a:ea typeface="+mn-ea"/>
                          <a:cs typeface="+mn-cs"/>
                        </a:rPr>
                        <a:t>Candidates identified for Public Cloud migration as soon as enterprise controls and processes are in place.</a:t>
                      </a:r>
                    </a:p>
                    <a:p>
                      <a:pPr marL="285750" lvl="0" indent="-285750">
                        <a:spcBef>
                          <a:spcPts val="0"/>
                        </a:spcBef>
                        <a:spcAft>
                          <a:spcPts val="300"/>
                        </a:spcAft>
                        <a:buFont typeface="Arial,Sans-Serif"/>
                        <a:buChar char="•"/>
                      </a:pPr>
                      <a:endParaRPr lang="en-US" sz="1200" kern="1200" dirty="0">
                        <a:solidFill>
                          <a:schemeClr val="dk1"/>
                        </a:solidFill>
                        <a:latin typeface="+mj-lt"/>
                        <a:ea typeface="+mn-ea"/>
                        <a:cs typeface="+mn-cs"/>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7E7EC"/>
                    </a:solidFill>
                  </a:tcPr>
                </a:tc>
                <a:tc hMerge="1">
                  <a:txBody>
                    <a:bodyPr/>
                    <a:lstStyle/>
                    <a:p>
                      <a:endParaRPr lang="en-US"/>
                    </a:p>
                  </a:txBody>
                  <a:tcPr/>
                </a:tc>
                <a:extLst>
                  <a:ext uri="{0D108BD9-81ED-4DB2-BD59-A6C34878D82A}">
                    <a16:rowId xmlns:a16="http://schemas.microsoft.com/office/drawing/2014/main" val="1986039029"/>
                  </a:ext>
                </a:extLst>
              </a:tr>
            </a:tbl>
          </a:graphicData>
        </a:graphic>
      </p:graphicFrame>
      <p:sp>
        <p:nvSpPr>
          <p:cNvPr id="2" name="Rectangle 1">
            <a:extLst>
              <a:ext uri="{FF2B5EF4-FFF2-40B4-BE49-F238E27FC236}">
                <a16:creationId xmlns:a16="http://schemas.microsoft.com/office/drawing/2014/main" id="{F19C2462-0079-4ADB-8F9C-D487589D0D82}"/>
              </a:ext>
            </a:extLst>
          </p:cNvPr>
          <p:cNvSpPr/>
          <p:nvPr/>
        </p:nvSpPr>
        <p:spPr>
          <a:xfrm>
            <a:off x="-1" y="13007"/>
            <a:ext cx="6859122" cy="461665"/>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rPr>
              <a:t>WEALTH MANAGEMENT Test Automation and </a:t>
            </a:r>
            <a:r>
              <a:rPr kumimoji="0" lang="en-US" sz="2400" b="0" i="0" u="none" strike="noStrike" kern="1200" cap="none" spc="0" normalizeH="0" baseline="0" noProof="0" dirty="0" err="1">
                <a:ln>
                  <a:noFill/>
                </a:ln>
                <a:solidFill>
                  <a:srgbClr val="011893"/>
                </a:solidFill>
                <a:effectLst/>
                <a:uLnTx/>
                <a:uFillTx/>
                <a:latin typeface="Calibri Light" panose="020F0302020204030204" pitchFamily="34" charset="0"/>
                <a:ea typeface="+mn-ea"/>
                <a:cs typeface="Calibri Light" panose="020F0302020204030204" pitchFamily="34" charset="0"/>
              </a:rPr>
              <a:t>DevOPS</a:t>
            </a:r>
            <a:endParaRPr kumimoji="0" lang="en-US" sz="2400" b="0" i="0" u="none" strike="noStrike" kern="1200" cap="none" spc="0" normalizeH="0" baseline="0" noProof="0" dirty="0">
              <a:ln>
                <a:noFill/>
              </a:ln>
              <a:solidFill>
                <a:srgbClr val="011893"/>
              </a:solidFill>
              <a:effectLst/>
              <a:uLnTx/>
              <a:uFillTx/>
              <a:latin typeface="Calibri Light" panose="020F0302020204030204" pitchFamily="34" charset="0"/>
              <a:ea typeface="+mn-ea"/>
              <a:cs typeface="Calibri Light" panose="020F0302020204030204" pitchFamily="34" charset="0"/>
            </a:endParaRPr>
          </a:p>
        </p:txBody>
      </p:sp>
      <p:sp>
        <p:nvSpPr>
          <p:cNvPr id="4" name="Rectangle 3">
            <a:extLst>
              <a:ext uri="{FF2B5EF4-FFF2-40B4-BE49-F238E27FC236}">
                <a16:creationId xmlns:a16="http://schemas.microsoft.com/office/drawing/2014/main" id="{78B777F9-052E-48FB-883D-9F58B3D0BD81}"/>
              </a:ext>
            </a:extLst>
          </p:cNvPr>
          <p:cNvSpPr/>
          <p:nvPr/>
        </p:nvSpPr>
        <p:spPr>
          <a:xfrm>
            <a:off x="10922317" y="59174"/>
            <a:ext cx="1199105" cy="369332"/>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NOV 2020</a:t>
            </a:r>
          </a:p>
        </p:txBody>
      </p:sp>
      <p:pic>
        <p:nvPicPr>
          <p:cNvPr id="3" name="Picture 2">
            <a:extLst>
              <a:ext uri="{FF2B5EF4-FFF2-40B4-BE49-F238E27FC236}">
                <a16:creationId xmlns:a16="http://schemas.microsoft.com/office/drawing/2014/main" id="{83D3BBED-4F1D-4AA4-8627-0BB28D625464}"/>
              </a:ext>
            </a:extLst>
          </p:cNvPr>
          <p:cNvPicPr>
            <a:picLocks noChangeAspect="1"/>
          </p:cNvPicPr>
          <p:nvPr/>
        </p:nvPicPr>
        <p:blipFill>
          <a:blip r:embed="rId2"/>
          <a:stretch>
            <a:fillRect/>
          </a:stretch>
        </p:blipFill>
        <p:spPr>
          <a:xfrm>
            <a:off x="196114" y="3765096"/>
            <a:ext cx="4104054" cy="1497887"/>
          </a:xfrm>
          <a:prstGeom prst="rect">
            <a:avLst/>
          </a:prstGeom>
        </p:spPr>
      </p:pic>
      <p:pic>
        <p:nvPicPr>
          <p:cNvPr id="6" name="Picture 5">
            <a:extLst>
              <a:ext uri="{FF2B5EF4-FFF2-40B4-BE49-F238E27FC236}">
                <a16:creationId xmlns:a16="http://schemas.microsoft.com/office/drawing/2014/main" id="{FFD2988D-0708-462A-A6C1-D8A9CAD2BACB}"/>
              </a:ext>
            </a:extLst>
          </p:cNvPr>
          <p:cNvPicPr>
            <a:picLocks noChangeAspect="1"/>
          </p:cNvPicPr>
          <p:nvPr/>
        </p:nvPicPr>
        <p:blipFill>
          <a:blip r:embed="rId3"/>
          <a:stretch>
            <a:fillRect/>
          </a:stretch>
        </p:blipFill>
        <p:spPr>
          <a:xfrm>
            <a:off x="209550" y="1517058"/>
            <a:ext cx="4104055" cy="1741597"/>
          </a:xfrm>
          <a:prstGeom prst="rect">
            <a:avLst/>
          </a:prstGeom>
        </p:spPr>
      </p:pic>
      <p:pic>
        <p:nvPicPr>
          <p:cNvPr id="7" name="Picture 6">
            <a:extLst>
              <a:ext uri="{FF2B5EF4-FFF2-40B4-BE49-F238E27FC236}">
                <a16:creationId xmlns:a16="http://schemas.microsoft.com/office/drawing/2014/main" id="{737219CB-27E1-47E9-BF2F-FFBBA83853B6}"/>
              </a:ext>
            </a:extLst>
          </p:cNvPr>
          <p:cNvPicPr>
            <a:picLocks noChangeAspect="1"/>
          </p:cNvPicPr>
          <p:nvPr/>
        </p:nvPicPr>
        <p:blipFill>
          <a:blip r:embed="rId4"/>
          <a:stretch>
            <a:fillRect/>
          </a:stretch>
        </p:blipFill>
        <p:spPr>
          <a:xfrm>
            <a:off x="4652352" y="2133600"/>
            <a:ext cx="3600450" cy="1125055"/>
          </a:xfrm>
          <a:prstGeom prst="rect">
            <a:avLst/>
          </a:prstGeom>
        </p:spPr>
      </p:pic>
    </p:spTree>
    <p:extLst>
      <p:ext uri="{BB962C8B-B14F-4D97-AF65-F5344CB8AC3E}">
        <p14:creationId xmlns:p14="http://schemas.microsoft.com/office/powerpoint/2010/main" val="1730277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10;&#10;Description automatically generated">
            <a:extLst>
              <a:ext uri="{FF2B5EF4-FFF2-40B4-BE49-F238E27FC236}">
                <a16:creationId xmlns:a16="http://schemas.microsoft.com/office/drawing/2014/main" id="{902015A4-0E41-4CC5-B2D3-553F238CF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71" y="1529248"/>
            <a:ext cx="1276712" cy="717350"/>
          </a:xfrm>
          <a:prstGeom prst="rect">
            <a:avLst/>
          </a:prstGeom>
        </p:spPr>
      </p:pic>
      <p:sp>
        <p:nvSpPr>
          <p:cNvPr id="3" name="Rectangle 2">
            <a:extLst>
              <a:ext uri="{FF2B5EF4-FFF2-40B4-BE49-F238E27FC236}">
                <a16:creationId xmlns:a16="http://schemas.microsoft.com/office/drawing/2014/main" id="{96F332AE-172B-431A-B80C-9D3C262DF413}"/>
              </a:ext>
            </a:extLst>
          </p:cNvPr>
          <p:cNvSpPr/>
          <p:nvPr/>
        </p:nvSpPr>
        <p:spPr>
          <a:xfrm>
            <a:off x="609604" y="1332959"/>
            <a:ext cx="10265542" cy="4801314"/>
          </a:xfrm>
          <a:prstGeom prst="rect">
            <a:avLst/>
          </a:prstGeom>
        </p:spPr>
        <p:txBody>
          <a:bodyPr wrap="square" lIns="91440" tIns="45720" rIns="91440" bIns="45720" anchor="t">
            <a:spAutoFit/>
          </a:bodyPr>
          <a:lstStyle/>
          <a:p>
            <a:pPr algn="ctr"/>
            <a:r>
              <a:rPr lang="en-US" b="1" dirty="0">
                <a:solidFill>
                  <a:schemeClr val="tx2">
                    <a:lumMod val="75000"/>
                  </a:schemeClr>
                </a:solidFill>
              </a:rPr>
              <a:t>Test Automation and Governance</a:t>
            </a:r>
            <a:endParaRPr lang="en-US" dirty="0">
              <a:solidFill>
                <a:schemeClr val="tx2">
                  <a:lumMod val="75000"/>
                </a:schemeClr>
              </a:solidFill>
              <a:cs typeface="Arial"/>
            </a:endParaRPr>
          </a:p>
          <a:p>
            <a:pPr marL="285750" indent="-285750">
              <a:buFont typeface="Arial" panose="020B0604020202020204" pitchFamily="34" charset="0"/>
              <a:buChar char="•"/>
            </a:pPr>
            <a:endParaRPr lang="en-US" sz="1600" b="1"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Protractor JavaScript Framework</a:t>
            </a:r>
            <a:r>
              <a:rPr lang="en-US" sz="1600" dirty="0">
                <a:solidFill>
                  <a:schemeClr val="tx2">
                    <a:lumMod val="75000"/>
                  </a:schemeClr>
                </a:solidFill>
              </a:rPr>
              <a:t>: enabled responsive test design on web and mobile using same test automation code simplifying the process and saving substantial time.</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Rest-Assured:</a:t>
            </a:r>
            <a:r>
              <a:rPr lang="en-US" sz="1600" dirty="0">
                <a:solidFill>
                  <a:schemeClr val="tx2">
                    <a:lumMod val="75000"/>
                  </a:schemeClr>
                </a:solidFill>
              </a:rPr>
              <a:t> API testing in Java Framework decoupling API and UI tests to better align with Above/Below the glass approach and reusability of test components.</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Sauce Labs: </a:t>
            </a:r>
            <a:r>
              <a:rPr lang="en-US" sz="1600" dirty="0">
                <a:solidFill>
                  <a:schemeClr val="tx2">
                    <a:lumMod val="75000"/>
                  </a:schemeClr>
                </a:solidFill>
              </a:rPr>
              <a:t>Vendor</a:t>
            </a:r>
            <a:r>
              <a:rPr lang="en-US" sz="1600" b="1" dirty="0">
                <a:solidFill>
                  <a:schemeClr val="tx2">
                    <a:lumMod val="75000"/>
                  </a:schemeClr>
                </a:solidFill>
              </a:rPr>
              <a:t> </a:t>
            </a:r>
            <a:r>
              <a:rPr lang="en-US" sz="1600" dirty="0">
                <a:solidFill>
                  <a:schemeClr val="tx2">
                    <a:lumMod val="75000"/>
                  </a:schemeClr>
                </a:solidFill>
              </a:rPr>
              <a:t>solution implemented for Business Line and Software Engineers to help mitigate risks with mobile testing.  A new lab environment has been set up.</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Private cloud:</a:t>
            </a:r>
            <a:r>
              <a:rPr lang="en-US" sz="1600" dirty="0">
                <a:solidFill>
                  <a:schemeClr val="tx2">
                    <a:lumMod val="75000"/>
                  </a:schemeClr>
                </a:solidFill>
              </a:rPr>
              <a:t> Migrated Selenium Grid to Rancher and Kubernetes for faster and parallel automated execution on US Bank Cloud.</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Tech Modernization:</a:t>
            </a:r>
            <a:r>
              <a:rPr lang="en-US" sz="1600" dirty="0">
                <a:solidFill>
                  <a:schemeClr val="tx2">
                    <a:lumMod val="75000"/>
                  </a:schemeClr>
                </a:solidFill>
              </a:rPr>
              <a:t> Created a dashboard as a single source of data to report Tech Modernization Metrics.</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Automated Test Reports:</a:t>
            </a:r>
            <a:r>
              <a:rPr lang="en-US" sz="1600" dirty="0">
                <a:solidFill>
                  <a:schemeClr val="tx2">
                    <a:lumMod val="75000"/>
                  </a:schemeClr>
                </a:solidFill>
              </a:rPr>
              <a:t> Java, JavaScript and .NetCore. Reports are automated and sent to the relevant team without any manual intervention.</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CI/CD pipeline: </a:t>
            </a:r>
            <a:r>
              <a:rPr lang="en-US" sz="1600" dirty="0">
                <a:solidFill>
                  <a:schemeClr val="tx2">
                    <a:lumMod val="75000"/>
                  </a:schemeClr>
                </a:solidFill>
              </a:rPr>
              <a:t>5 teams are CI/CD enabled from code deployment, test automation to reporting.</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Visual Testing:</a:t>
            </a:r>
            <a:r>
              <a:rPr lang="en-US" sz="1600" dirty="0">
                <a:solidFill>
                  <a:schemeClr val="tx2">
                    <a:lumMod val="75000"/>
                  </a:schemeClr>
                </a:solidFill>
              </a:rPr>
              <a:t> Added Sikuli framework for Java for more robust testing to save time and cost.</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b="1" dirty="0">
                <a:solidFill>
                  <a:schemeClr val="tx2">
                    <a:lumMod val="75000"/>
                  </a:schemeClr>
                </a:solidFill>
              </a:rPr>
              <a:t>Performance Testing: </a:t>
            </a:r>
            <a:r>
              <a:rPr lang="en-US" sz="1600" dirty="0">
                <a:solidFill>
                  <a:schemeClr val="tx2">
                    <a:lumMod val="75000"/>
                  </a:schemeClr>
                </a:solidFill>
              </a:rPr>
              <a:t>JMeter set up completed for performance testing.</a:t>
            </a:r>
            <a:endParaRPr lang="en-US" sz="1600" b="1" dirty="0">
              <a:solidFill>
                <a:schemeClr val="tx2">
                  <a:lumMod val="75000"/>
                </a:schemeClr>
              </a:solidFill>
            </a:endParaRPr>
          </a:p>
        </p:txBody>
      </p:sp>
      <p:pic>
        <p:nvPicPr>
          <p:cNvPr id="14" name="Picture 13" descr="Icon&#10;&#10;Description automatically generated">
            <a:extLst>
              <a:ext uri="{FF2B5EF4-FFF2-40B4-BE49-F238E27FC236}">
                <a16:creationId xmlns:a16="http://schemas.microsoft.com/office/drawing/2014/main" id="{04C825CE-87E7-413B-94EC-F7B8555C1C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88285" y="3426915"/>
            <a:ext cx="687688" cy="687688"/>
          </a:xfrm>
          <a:prstGeom prst="rect">
            <a:avLst/>
          </a:prstGeom>
        </p:spPr>
      </p:pic>
      <p:pic>
        <p:nvPicPr>
          <p:cNvPr id="4" name="Picture 3">
            <a:extLst>
              <a:ext uri="{FF2B5EF4-FFF2-40B4-BE49-F238E27FC236}">
                <a16:creationId xmlns:a16="http://schemas.microsoft.com/office/drawing/2014/main" id="{70395F47-A23B-49B0-8478-71197D5B20DC}"/>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609604" y="6558891"/>
            <a:ext cx="1253064" cy="251460"/>
          </a:xfrm>
          <a:prstGeom prst="rect">
            <a:avLst/>
          </a:prstGeom>
          <a:noFill/>
        </p:spPr>
      </p:pic>
      <p:sp>
        <p:nvSpPr>
          <p:cNvPr id="5" name="TextBox 4">
            <a:extLst>
              <a:ext uri="{FF2B5EF4-FFF2-40B4-BE49-F238E27FC236}">
                <a16:creationId xmlns:a16="http://schemas.microsoft.com/office/drawing/2014/main" id="{C057E8BF-D0F5-4044-B5C4-159B01F86D3F}"/>
              </a:ext>
            </a:extLst>
          </p:cNvPr>
          <p:cNvSpPr txBox="1"/>
          <p:nvPr/>
        </p:nvSpPr>
        <p:spPr>
          <a:xfrm>
            <a:off x="609604" y="629174"/>
            <a:ext cx="6474687" cy="523220"/>
          </a:xfrm>
          <a:prstGeom prst="rect">
            <a:avLst/>
          </a:prstGeom>
          <a:noFill/>
        </p:spPr>
        <p:txBody>
          <a:bodyPr wrap="square" rtlCol="0" anchor="t">
            <a:spAutoFit/>
          </a:bodyPr>
          <a:lstStyle/>
          <a:p>
            <a:r>
              <a:rPr lang="en-US" sz="2800" b="1" dirty="0"/>
              <a:t>Achievements 2020</a:t>
            </a:r>
          </a:p>
        </p:txBody>
      </p:sp>
      <p:pic>
        <p:nvPicPr>
          <p:cNvPr id="10" name="Picture 9">
            <a:extLst>
              <a:ext uri="{FF2B5EF4-FFF2-40B4-BE49-F238E27FC236}">
                <a16:creationId xmlns:a16="http://schemas.microsoft.com/office/drawing/2014/main" id="{2CF3CE76-2661-4ACE-A888-67886FCD21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5732" y="2954635"/>
            <a:ext cx="1491159" cy="562240"/>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0280B3C5-674B-45F8-885D-1DD71D9C16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5031" y="5751796"/>
            <a:ext cx="1126992" cy="382477"/>
          </a:xfrm>
          <a:prstGeom prst="rect">
            <a:avLst/>
          </a:prstGeom>
        </p:spPr>
      </p:pic>
      <p:pic>
        <p:nvPicPr>
          <p:cNvPr id="16" name="Picture 15" descr="A picture containing clipart&#10;&#10;Description automatically generated">
            <a:extLst>
              <a:ext uri="{FF2B5EF4-FFF2-40B4-BE49-F238E27FC236}">
                <a16:creationId xmlns:a16="http://schemas.microsoft.com/office/drawing/2014/main" id="{0EAD1207-B9CC-4DE6-AF1C-75A74934AC5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68011" y="3607430"/>
            <a:ext cx="562314" cy="403169"/>
          </a:xfrm>
          <a:prstGeom prst="rect">
            <a:avLst/>
          </a:prstGeom>
        </p:spPr>
      </p:pic>
      <p:pic>
        <p:nvPicPr>
          <p:cNvPr id="20" name="Picture 19" descr="Text, logo&#10;&#10;Description automatically generated">
            <a:extLst>
              <a:ext uri="{FF2B5EF4-FFF2-40B4-BE49-F238E27FC236}">
                <a16:creationId xmlns:a16="http://schemas.microsoft.com/office/drawing/2014/main" id="{7E56667D-8806-4E3E-802C-1C8315AC597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1965" y="2480529"/>
            <a:ext cx="1491158" cy="377805"/>
          </a:xfrm>
          <a:prstGeom prst="rect">
            <a:avLst/>
          </a:prstGeom>
        </p:spPr>
      </p:pic>
      <p:pic>
        <p:nvPicPr>
          <p:cNvPr id="27" name="Picture 26" descr="Logo, company name&#10;&#10;Description automatically generated">
            <a:extLst>
              <a:ext uri="{FF2B5EF4-FFF2-40B4-BE49-F238E27FC236}">
                <a16:creationId xmlns:a16="http://schemas.microsoft.com/office/drawing/2014/main" id="{7B7B2E9A-8984-4C44-AF58-2F20853B3C2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98317" y="4691898"/>
            <a:ext cx="973239" cy="687687"/>
          </a:xfrm>
          <a:prstGeom prst="rect">
            <a:avLst/>
          </a:prstGeom>
        </p:spPr>
      </p:pic>
    </p:spTree>
    <p:extLst>
      <p:ext uri="{BB962C8B-B14F-4D97-AF65-F5344CB8AC3E}">
        <p14:creationId xmlns:p14="http://schemas.microsoft.com/office/powerpoint/2010/main" val="58483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95F47-A23B-49B0-8478-71197D5B20D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4" y="6558891"/>
            <a:ext cx="1253064" cy="251460"/>
          </a:xfrm>
          <a:prstGeom prst="rect">
            <a:avLst/>
          </a:prstGeom>
          <a:noFill/>
        </p:spPr>
      </p:pic>
      <p:sp>
        <p:nvSpPr>
          <p:cNvPr id="5" name="TextBox 4">
            <a:extLst>
              <a:ext uri="{FF2B5EF4-FFF2-40B4-BE49-F238E27FC236}">
                <a16:creationId xmlns:a16="http://schemas.microsoft.com/office/drawing/2014/main" id="{C057E8BF-D0F5-4044-B5C4-159B01F86D3F}"/>
              </a:ext>
            </a:extLst>
          </p:cNvPr>
          <p:cNvSpPr txBox="1"/>
          <p:nvPr/>
        </p:nvSpPr>
        <p:spPr>
          <a:xfrm>
            <a:off x="609604" y="629174"/>
            <a:ext cx="6474687" cy="523220"/>
          </a:xfrm>
          <a:prstGeom prst="rect">
            <a:avLst/>
          </a:prstGeom>
          <a:noFill/>
        </p:spPr>
        <p:txBody>
          <a:bodyPr wrap="square" rtlCol="0" anchor="t">
            <a:spAutoFit/>
          </a:bodyPr>
          <a:lstStyle/>
          <a:p>
            <a:r>
              <a:rPr lang="en-US" sz="2800" b="1" dirty="0"/>
              <a:t>Achievements 2020</a:t>
            </a:r>
          </a:p>
        </p:txBody>
      </p:sp>
      <p:sp>
        <p:nvSpPr>
          <p:cNvPr id="7" name="Rectangle 6">
            <a:extLst>
              <a:ext uri="{FF2B5EF4-FFF2-40B4-BE49-F238E27FC236}">
                <a16:creationId xmlns:a16="http://schemas.microsoft.com/office/drawing/2014/main" id="{8DD6E8FC-3A50-449F-AD6D-AEA3089081AD}"/>
              </a:ext>
            </a:extLst>
          </p:cNvPr>
          <p:cNvSpPr/>
          <p:nvPr/>
        </p:nvSpPr>
        <p:spPr>
          <a:xfrm>
            <a:off x="412380" y="1608988"/>
            <a:ext cx="10462765" cy="2554545"/>
          </a:xfrm>
          <a:prstGeom prst="rect">
            <a:avLst/>
          </a:prstGeom>
        </p:spPr>
        <p:txBody>
          <a:bodyPr wrap="square" lIns="91440" tIns="45720" rIns="91440" bIns="45720" anchor="t">
            <a:spAutoFit/>
          </a:bodyPr>
          <a:lstStyle/>
          <a:p>
            <a:pPr algn="ctr"/>
            <a:r>
              <a:rPr lang="en-US" b="1" dirty="0">
                <a:solidFill>
                  <a:schemeClr val="tx2">
                    <a:lumMod val="75000"/>
                  </a:schemeClr>
                </a:solidFill>
              </a:rPr>
              <a:t>Test Data as a Service (TDaaS)</a:t>
            </a:r>
            <a:endParaRPr lang="en-US" b="1" dirty="0">
              <a:solidFill>
                <a:schemeClr val="tx2">
                  <a:lumMod val="75000"/>
                </a:schemeClr>
              </a:solidFill>
              <a:cs typeface="Arial"/>
            </a:endParaRPr>
          </a:p>
          <a:p>
            <a:pPr marL="285750" indent="-285750">
              <a:buFont typeface="Arial" panose="020B0604020202020204" pitchFamily="34" charset="0"/>
              <a:buChar char="•"/>
            </a:pPr>
            <a:endParaRPr lang="en-US" sz="1400" dirty="0">
              <a:solidFill>
                <a:schemeClr val="tx2">
                  <a:lumMod val="75000"/>
                </a:schemeClr>
              </a:solidFill>
            </a:endParaRPr>
          </a:p>
          <a:p>
            <a:pPr marL="2114550" lvl="4" indent="-285750">
              <a:buFont typeface="Arial" panose="020B0604020202020204" pitchFamily="34" charset="0"/>
              <a:buChar char="•"/>
            </a:pPr>
            <a:r>
              <a:rPr lang="en-US" sz="1600" dirty="0">
                <a:solidFill>
                  <a:schemeClr val="tx2">
                    <a:lumMod val="75000"/>
                  </a:schemeClr>
                </a:solidFill>
              </a:rPr>
              <a:t>Built ground up TDaaS Platform  on </a:t>
            </a:r>
            <a:r>
              <a:rPr lang="en-US" sz="1600" b="1" dirty="0">
                <a:solidFill>
                  <a:schemeClr val="tx2">
                    <a:lumMod val="75000"/>
                  </a:schemeClr>
                </a:solidFill>
              </a:rPr>
              <a:t>Tech Modernization</a:t>
            </a:r>
            <a:r>
              <a:rPr lang="en-US" sz="1600" dirty="0">
                <a:solidFill>
                  <a:schemeClr val="tx2">
                    <a:lumMod val="75000"/>
                  </a:schemeClr>
                </a:solidFill>
              </a:rPr>
              <a:t> principles in a cloud agnostic approach. Each component of TDaaS is containerized and can be deployed to </a:t>
            </a:r>
            <a:r>
              <a:rPr lang="en-US" sz="1600" b="1" dirty="0">
                <a:solidFill>
                  <a:schemeClr val="tx2">
                    <a:lumMod val="75000"/>
                  </a:schemeClr>
                </a:solidFill>
              </a:rPr>
              <a:t>public cloud</a:t>
            </a:r>
            <a:r>
              <a:rPr lang="en-US" sz="1600" dirty="0">
                <a:solidFill>
                  <a:schemeClr val="tx2">
                    <a:lumMod val="75000"/>
                  </a:schemeClr>
                </a:solidFill>
              </a:rPr>
              <a:t> anytime.</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TDaaS UI components are built on </a:t>
            </a:r>
            <a:r>
              <a:rPr lang="en-US" sz="1600" b="1" dirty="0">
                <a:solidFill>
                  <a:schemeClr val="tx2">
                    <a:lumMod val="75000"/>
                  </a:schemeClr>
                </a:solidFill>
              </a:rPr>
              <a:t>ReactJS</a:t>
            </a:r>
            <a:r>
              <a:rPr lang="en-US" sz="1600" dirty="0">
                <a:solidFill>
                  <a:schemeClr val="tx2">
                    <a:lumMod val="75000"/>
                  </a:schemeClr>
                </a:solidFill>
              </a:rPr>
              <a:t>, an open-source JavaScript library.</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TDaaS follows microservice architecture for their RESTful API layer. TDaaS APIs are developed using </a:t>
            </a:r>
            <a:r>
              <a:rPr lang="en-US" sz="1600" b="1" dirty="0">
                <a:solidFill>
                  <a:schemeClr val="tx2">
                    <a:lumMod val="75000"/>
                  </a:schemeClr>
                </a:solidFill>
              </a:rPr>
              <a:t>Python Flask</a:t>
            </a:r>
            <a:r>
              <a:rPr lang="en-US" sz="1600" dirty="0">
                <a:solidFill>
                  <a:schemeClr val="tx2">
                    <a:lumMod val="75000"/>
                  </a:schemeClr>
                </a:solidFill>
              </a:rPr>
              <a:t>, a lightweight web application framework.</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TDaaS has adopted CI/CD practices to increase the velocity of code deployment and followed </a:t>
            </a:r>
            <a:r>
              <a:rPr lang="en-US" sz="1600" b="1" dirty="0">
                <a:solidFill>
                  <a:schemeClr val="tx2">
                    <a:lumMod val="75000"/>
                  </a:schemeClr>
                </a:solidFill>
              </a:rPr>
              <a:t>DevOps </a:t>
            </a:r>
            <a:r>
              <a:rPr lang="en-US" sz="1600" dirty="0">
                <a:solidFill>
                  <a:schemeClr val="tx2">
                    <a:lumMod val="75000"/>
                  </a:schemeClr>
                </a:solidFill>
              </a:rPr>
              <a:t>principles.</a:t>
            </a:r>
            <a:endParaRPr lang="en-US" sz="1600" dirty="0">
              <a:solidFill>
                <a:schemeClr val="tx2">
                  <a:lumMod val="75000"/>
                </a:schemeClr>
              </a:solidFill>
              <a:cs typeface="Arial"/>
            </a:endParaRPr>
          </a:p>
        </p:txBody>
      </p:sp>
      <p:pic>
        <p:nvPicPr>
          <p:cNvPr id="15" name="Picture 16">
            <a:extLst>
              <a:ext uri="{FF2B5EF4-FFF2-40B4-BE49-F238E27FC236}">
                <a16:creationId xmlns:a16="http://schemas.microsoft.com/office/drawing/2014/main" id="{51859074-D92B-4FA7-8056-6A3727E191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0318" y="2621143"/>
            <a:ext cx="730230" cy="59576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8">
            <a:extLst>
              <a:ext uri="{FF2B5EF4-FFF2-40B4-BE49-F238E27FC236}">
                <a16:creationId xmlns:a16="http://schemas.microsoft.com/office/drawing/2014/main" id="{BFEDCF6D-BF1F-4E3E-8298-C865F4EAAA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6136" y="3259950"/>
            <a:ext cx="1051523" cy="657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106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95F47-A23B-49B0-8478-71197D5B20D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4" y="6558891"/>
            <a:ext cx="1253064" cy="251460"/>
          </a:xfrm>
          <a:prstGeom prst="rect">
            <a:avLst/>
          </a:prstGeom>
          <a:noFill/>
        </p:spPr>
      </p:pic>
      <p:sp>
        <p:nvSpPr>
          <p:cNvPr id="5" name="TextBox 4">
            <a:extLst>
              <a:ext uri="{FF2B5EF4-FFF2-40B4-BE49-F238E27FC236}">
                <a16:creationId xmlns:a16="http://schemas.microsoft.com/office/drawing/2014/main" id="{C057E8BF-D0F5-4044-B5C4-159B01F86D3F}"/>
              </a:ext>
            </a:extLst>
          </p:cNvPr>
          <p:cNvSpPr txBox="1"/>
          <p:nvPr/>
        </p:nvSpPr>
        <p:spPr>
          <a:xfrm>
            <a:off x="609604" y="629174"/>
            <a:ext cx="6991924" cy="523220"/>
          </a:xfrm>
          <a:prstGeom prst="rect">
            <a:avLst/>
          </a:prstGeom>
          <a:noFill/>
        </p:spPr>
        <p:txBody>
          <a:bodyPr wrap="square" rtlCol="0" anchor="t">
            <a:spAutoFit/>
          </a:bodyPr>
          <a:lstStyle/>
          <a:p>
            <a:r>
              <a:rPr lang="en-US" sz="2800" b="1" dirty="0"/>
              <a:t>Looking forward in 2021!</a:t>
            </a:r>
          </a:p>
        </p:txBody>
      </p:sp>
      <p:sp>
        <p:nvSpPr>
          <p:cNvPr id="3" name="Rectangle 2">
            <a:extLst>
              <a:ext uri="{FF2B5EF4-FFF2-40B4-BE49-F238E27FC236}">
                <a16:creationId xmlns:a16="http://schemas.microsoft.com/office/drawing/2014/main" id="{96F332AE-172B-431A-B80C-9D3C262DF413}"/>
              </a:ext>
            </a:extLst>
          </p:cNvPr>
          <p:cNvSpPr/>
          <p:nvPr/>
        </p:nvSpPr>
        <p:spPr>
          <a:xfrm>
            <a:off x="3049031" y="1235889"/>
            <a:ext cx="8498147" cy="5447645"/>
          </a:xfrm>
          <a:prstGeom prst="rect">
            <a:avLst/>
          </a:prstGeom>
        </p:spPr>
        <p:txBody>
          <a:bodyPr wrap="square" lIns="91440" tIns="45720" rIns="91440" bIns="45720" anchor="t">
            <a:spAutoFit/>
          </a:bodyPr>
          <a:lstStyle/>
          <a:p>
            <a:pPr algn="ctr"/>
            <a:r>
              <a:rPr lang="en-US" b="1" dirty="0">
                <a:solidFill>
                  <a:schemeClr val="tx2">
                    <a:lumMod val="75000"/>
                  </a:schemeClr>
                </a:solidFill>
              </a:rPr>
              <a:t>CI/CD - DevOps</a:t>
            </a:r>
            <a:endParaRPr lang="en-US" b="1" dirty="0">
              <a:solidFill>
                <a:schemeClr val="tx2">
                  <a:lumMod val="75000"/>
                </a:schemeClr>
              </a:solidFill>
              <a:cs typeface="Arial"/>
            </a:endParaRPr>
          </a:p>
          <a:p>
            <a:pPr algn="ctr"/>
            <a:endParaRPr lang="en-US" sz="1600" b="1" dirty="0">
              <a:solidFill>
                <a:schemeClr val="tx2">
                  <a:lumMod val="75000"/>
                </a:schemeClr>
              </a:solidFill>
            </a:endParaRPr>
          </a:p>
          <a:p>
            <a:pPr marL="742950" lvl="1" indent="-285750">
              <a:buFont typeface="Arial" panose="020B0604020202020204" pitchFamily="34" charset="0"/>
              <a:buChar char="•"/>
            </a:pPr>
            <a:r>
              <a:rPr lang="en-US" sz="1600" dirty="0">
                <a:solidFill>
                  <a:schemeClr val="tx2">
                    <a:lumMod val="75000"/>
                  </a:schemeClr>
                </a:solidFill>
              </a:rPr>
              <a:t>Enable 90% of the teams to DevOps through automated code deployment, test automation and reporting.</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New automated tests to be created for Cloud-Based infrastructure (eliminate dependencies on-premise machines/servers) using U.S. Bank private cloud, Sauce Labs or any public cloud available.</a:t>
            </a:r>
            <a:endParaRPr lang="en-US" sz="1600" dirty="0">
              <a:solidFill>
                <a:schemeClr val="tx2">
                  <a:lumMod val="75000"/>
                </a:schemeClr>
              </a:solidFill>
              <a:cs typeface="Arial"/>
            </a:endParaRPr>
          </a:p>
          <a:p>
            <a:pPr lvl="1" algn="ctr"/>
            <a:endParaRPr lang="en-US" sz="1600" dirty="0">
              <a:solidFill>
                <a:schemeClr val="tx2">
                  <a:lumMod val="75000"/>
                </a:schemeClr>
              </a:solidFill>
              <a:cs typeface="Arial"/>
            </a:endParaRPr>
          </a:p>
          <a:p>
            <a:pPr algn="ctr"/>
            <a:r>
              <a:rPr lang="en-US" b="1" dirty="0">
                <a:solidFill>
                  <a:schemeClr val="tx2">
                    <a:lumMod val="75000"/>
                  </a:schemeClr>
                </a:solidFill>
              </a:rPr>
              <a:t>Test Automation and Governance</a:t>
            </a:r>
            <a:endParaRPr lang="en-US" b="1" dirty="0">
              <a:solidFill>
                <a:schemeClr val="tx2">
                  <a:lumMod val="75000"/>
                </a:schemeClr>
              </a:solidFill>
              <a:cs typeface="Arial"/>
            </a:endParaRPr>
          </a:p>
          <a:p>
            <a:pPr algn="ctr"/>
            <a:endParaRPr lang="en-US" sz="1600" b="1" dirty="0">
              <a:solidFill>
                <a:schemeClr val="tx2">
                  <a:lumMod val="75000"/>
                </a:schemeClr>
              </a:solidFill>
            </a:endParaRPr>
          </a:p>
          <a:p>
            <a:pPr marL="742950" lvl="1" indent="-285750">
              <a:buFont typeface="Arial" panose="020B0604020202020204" pitchFamily="34" charset="0"/>
              <a:buChar char="•"/>
            </a:pPr>
            <a:r>
              <a:rPr lang="en-US" sz="1600" dirty="0">
                <a:solidFill>
                  <a:schemeClr val="tx2">
                    <a:lumMod val="75000"/>
                  </a:schemeClr>
                </a:solidFill>
              </a:rPr>
              <a:t>Implement </a:t>
            </a:r>
            <a:r>
              <a:rPr lang="en-US" sz="1600" b="1" dirty="0">
                <a:solidFill>
                  <a:schemeClr val="tx2">
                    <a:lumMod val="75000"/>
                  </a:schemeClr>
                </a:solidFill>
              </a:rPr>
              <a:t>Visual Testing </a:t>
            </a:r>
            <a:r>
              <a:rPr lang="en-US" sz="1600" dirty="0">
                <a:solidFill>
                  <a:schemeClr val="tx2">
                    <a:lumMod val="75000"/>
                  </a:schemeClr>
                </a:solidFill>
              </a:rPr>
              <a:t>for JavaScript framework.</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Spin up </a:t>
            </a:r>
            <a:r>
              <a:rPr lang="en-US" sz="1600" b="1" dirty="0">
                <a:solidFill>
                  <a:schemeClr val="tx2">
                    <a:lumMod val="75000"/>
                  </a:schemeClr>
                </a:solidFill>
              </a:rPr>
              <a:t>Performance testing </a:t>
            </a:r>
            <a:r>
              <a:rPr lang="en-US" sz="1600" dirty="0">
                <a:solidFill>
                  <a:schemeClr val="tx2">
                    <a:lumMod val="75000"/>
                  </a:schemeClr>
                </a:solidFill>
              </a:rPr>
              <a:t>infrastructure with Docker and JMeter and centralize best practices.</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Explore </a:t>
            </a:r>
            <a:r>
              <a:rPr lang="en-US" sz="1600" b="1" dirty="0">
                <a:solidFill>
                  <a:schemeClr val="tx2">
                    <a:lumMod val="75000"/>
                  </a:schemeClr>
                </a:solidFill>
              </a:rPr>
              <a:t>AI</a:t>
            </a:r>
            <a:r>
              <a:rPr lang="en-US" sz="1600" dirty="0">
                <a:solidFill>
                  <a:schemeClr val="tx2">
                    <a:lumMod val="75000"/>
                  </a:schemeClr>
                </a:solidFill>
              </a:rPr>
              <a:t> and </a:t>
            </a:r>
            <a:r>
              <a:rPr lang="en-US" sz="1600" b="1" dirty="0">
                <a:solidFill>
                  <a:schemeClr val="tx2">
                    <a:lumMod val="75000"/>
                  </a:schemeClr>
                </a:solidFill>
              </a:rPr>
              <a:t>ML</a:t>
            </a:r>
            <a:r>
              <a:rPr lang="en-US" sz="1600" dirty="0">
                <a:solidFill>
                  <a:schemeClr val="tx2">
                    <a:lumMod val="75000"/>
                  </a:schemeClr>
                </a:solidFill>
              </a:rPr>
              <a:t> based test automation tools to enhance testing framework to reduce costs, save time and deliver a better product (example EggPlant).</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Expand the </a:t>
            </a:r>
            <a:r>
              <a:rPr lang="en-US" sz="1600" b="1" dirty="0">
                <a:solidFill>
                  <a:schemeClr val="tx2">
                    <a:lumMod val="75000"/>
                  </a:schemeClr>
                </a:solidFill>
              </a:rPr>
              <a:t>API repositories</a:t>
            </a:r>
            <a:r>
              <a:rPr lang="en-US" sz="1600" dirty="0">
                <a:solidFill>
                  <a:schemeClr val="tx2">
                    <a:lumMod val="75000"/>
                  </a:schemeClr>
                </a:solidFill>
              </a:rPr>
              <a:t>.</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Use of available APIs to help automate the defect and reporting procedures.</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Enhance .Net Framework integration.</a:t>
            </a:r>
            <a:endParaRPr lang="en-US" sz="1600" dirty="0">
              <a:solidFill>
                <a:schemeClr val="tx2">
                  <a:lumMod val="75000"/>
                </a:schemeClr>
              </a:solidFill>
              <a:cs typeface="Arial"/>
            </a:endParaRPr>
          </a:p>
          <a:p>
            <a:pPr marL="742950" lvl="1" indent="-285750">
              <a:buFont typeface="Arial" panose="020B0604020202020204" pitchFamily="34" charset="0"/>
              <a:buChar char="•"/>
            </a:pPr>
            <a:r>
              <a:rPr lang="en-US" sz="1600" dirty="0">
                <a:solidFill>
                  <a:schemeClr val="tx2">
                    <a:lumMod val="75000"/>
                  </a:schemeClr>
                </a:solidFill>
              </a:rPr>
              <a:t>Incorporate IS teams under WM Governance and Federate execution model.</a:t>
            </a:r>
            <a:endParaRPr lang="en-US" dirty="0">
              <a:solidFill>
                <a:schemeClr val="tx2">
                  <a:lumMod val="75000"/>
                </a:schemeClr>
              </a:solidFill>
              <a:ea typeface="+mn-lt"/>
              <a:cs typeface="+mn-lt"/>
            </a:endParaRPr>
          </a:p>
          <a:p>
            <a:pPr marL="742950" lvl="1" indent="-285750">
              <a:buFont typeface="Arial" panose="020B0604020202020204" pitchFamily="34" charset="0"/>
              <a:buChar char="•"/>
            </a:pPr>
            <a:r>
              <a:rPr lang="en-US" sz="1600" dirty="0">
                <a:solidFill>
                  <a:schemeClr val="tx2">
                    <a:lumMod val="75000"/>
                  </a:schemeClr>
                </a:solidFill>
                <a:ea typeface="+mn-lt"/>
                <a:cs typeface="+mn-lt"/>
              </a:rPr>
              <a:t>Learn and implement new technology/tools.</a:t>
            </a:r>
            <a:endParaRPr lang="en-US" dirty="0">
              <a:solidFill>
                <a:schemeClr val="tx2">
                  <a:lumMod val="75000"/>
                </a:schemeClr>
              </a:solidFill>
              <a:cs typeface="Arial"/>
            </a:endParaRPr>
          </a:p>
          <a:p>
            <a:pPr marL="742950" lvl="1" indent="-285750">
              <a:buFont typeface="Arial" panose="020B0604020202020204" pitchFamily="34" charset="0"/>
              <a:buChar char="•"/>
            </a:pPr>
            <a:endParaRPr lang="en-US" sz="1200" dirty="0">
              <a:solidFill>
                <a:schemeClr val="tx2">
                  <a:lumMod val="75000"/>
                </a:schemeClr>
              </a:solidFill>
              <a:cs typeface="Arial"/>
            </a:endParaRPr>
          </a:p>
          <a:p>
            <a:pPr marL="285750" indent="-285750">
              <a:buFont typeface="Arial" panose="020B0604020202020204" pitchFamily="34" charset="0"/>
              <a:buChar char="•"/>
            </a:pPr>
            <a:endParaRPr lang="en-US" sz="1200" dirty="0">
              <a:solidFill>
                <a:schemeClr val="tx2">
                  <a:lumMod val="75000"/>
                </a:schemeClr>
              </a:solidFill>
              <a:cs typeface="Arial"/>
            </a:endParaRPr>
          </a:p>
        </p:txBody>
      </p:sp>
      <p:pic>
        <p:nvPicPr>
          <p:cNvPr id="14" name="Picture 30">
            <a:extLst>
              <a:ext uri="{FF2B5EF4-FFF2-40B4-BE49-F238E27FC236}">
                <a16:creationId xmlns:a16="http://schemas.microsoft.com/office/drawing/2014/main" id="{599B0672-419F-471B-AA9E-FE3DA5EEE1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0430" y="1782736"/>
            <a:ext cx="2480799" cy="131954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E4C86055-B7EA-4A23-96BE-B5B9BC423C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739" y="4271682"/>
            <a:ext cx="2919686" cy="1167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796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95F47-A23B-49B0-8478-71197D5B20D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4" y="6558891"/>
            <a:ext cx="1253064" cy="251460"/>
          </a:xfrm>
          <a:prstGeom prst="rect">
            <a:avLst/>
          </a:prstGeom>
          <a:noFill/>
        </p:spPr>
      </p:pic>
      <p:sp>
        <p:nvSpPr>
          <p:cNvPr id="5" name="TextBox 4">
            <a:extLst>
              <a:ext uri="{FF2B5EF4-FFF2-40B4-BE49-F238E27FC236}">
                <a16:creationId xmlns:a16="http://schemas.microsoft.com/office/drawing/2014/main" id="{C057E8BF-D0F5-4044-B5C4-159B01F86D3F}"/>
              </a:ext>
            </a:extLst>
          </p:cNvPr>
          <p:cNvSpPr txBox="1"/>
          <p:nvPr/>
        </p:nvSpPr>
        <p:spPr>
          <a:xfrm>
            <a:off x="609604" y="629174"/>
            <a:ext cx="6991924" cy="523220"/>
          </a:xfrm>
          <a:prstGeom prst="rect">
            <a:avLst/>
          </a:prstGeom>
          <a:noFill/>
        </p:spPr>
        <p:txBody>
          <a:bodyPr wrap="square" rtlCol="0" anchor="t">
            <a:spAutoFit/>
          </a:bodyPr>
          <a:lstStyle/>
          <a:p>
            <a:r>
              <a:rPr lang="en-US" sz="2800" b="1" dirty="0"/>
              <a:t>Looking forward in 2021!</a:t>
            </a:r>
          </a:p>
        </p:txBody>
      </p:sp>
      <p:sp>
        <p:nvSpPr>
          <p:cNvPr id="7" name="Rectangle 6">
            <a:extLst>
              <a:ext uri="{FF2B5EF4-FFF2-40B4-BE49-F238E27FC236}">
                <a16:creationId xmlns:a16="http://schemas.microsoft.com/office/drawing/2014/main" id="{E59703C5-069E-479A-90B0-80A64FE3D928}"/>
              </a:ext>
            </a:extLst>
          </p:cNvPr>
          <p:cNvSpPr/>
          <p:nvPr/>
        </p:nvSpPr>
        <p:spPr>
          <a:xfrm>
            <a:off x="609604" y="1588558"/>
            <a:ext cx="10305480" cy="2123658"/>
          </a:xfrm>
          <a:prstGeom prst="rect">
            <a:avLst/>
          </a:prstGeom>
        </p:spPr>
        <p:txBody>
          <a:bodyPr wrap="square" lIns="91440" tIns="45720" rIns="91440" bIns="45720" anchor="t">
            <a:spAutoFit/>
          </a:bodyPr>
          <a:lstStyle/>
          <a:p>
            <a:pPr algn="ctr"/>
            <a:r>
              <a:rPr lang="en-US" b="1" dirty="0">
                <a:solidFill>
                  <a:schemeClr val="tx2">
                    <a:lumMod val="75000"/>
                  </a:schemeClr>
                </a:solidFill>
              </a:rPr>
              <a:t>Test Data as a Service (TDaaS)</a:t>
            </a:r>
            <a:endParaRPr lang="en-US" b="1" dirty="0">
              <a:solidFill>
                <a:schemeClr val="tx2">
                  <a:lumMod val="75000"/>
                </a:schemeClr>
              </a:solidFill>
              <a:cs typeface="Arial"/>
            </a:endParaRPr>
          </a:p>
          <a:p>
            <a:pPr algn="ctr"/>
            <a:endParaRPr lang="en-US" b="1" dirty="0">
              <a:solidFill>
                <a:schemeClr val="tx2">
                  <a:lumMod val="75000"/>
                </a:schemeClr>
              </a:solidFill>
            </a:endParaRPr>
          </a:p>
          <a:p>
            <a:pPr marL="2114550" lvl="4" indent="-285750">
              <a:buFont typeface="Arial" panose="020B0604020202020204" pitchFamily="34" charset="0"/>
              <a:buChar char="•"/>
            </a:pPr>
            <a:r>
              <a:rPr lang="en-US" sz="1600" dirty="0">
                <a:solidFill>
                  <a:schemeClr val="tx2">
                    <a:lumMod val="75000"/>
                  </a:schemeClr>
                </a:solidFill>
              </a:rPr>
              <a:t>Salesforce Integration.</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Brokerage Business Customers support.</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National Private Banking enhancements..</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Integrate credit cards, mortgages and other US Bank products into TDaaS platform.</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Enhance the TDaaS Portal by adding Redux for ReactJS.</a:t>
            </a:r>
            <a:endParaRPr lang="en-US" sz="1600" dirty="0">
              <a:solidFill>
                <a:schemeClr val="tx2">
                  <a:lumMod val="75000"/>
                </a:schemeClr>
              </a:solidFill>
              <a:cs typeface="Arial"/>
            </a:endParaRPr>
          </a:p>
          <a:p>
            <a:pPr marL="2114550" lvl="4" indent="-285750">
              <a:buFont typeface="Arial" panose="020B0604020202020204" pitchFamily="34" charset="0"/>
              <a:buChar char="•"/>
            </a:pPr>
            <a:r>
              <a:rPr lang="en-US" sz="1600" dirty="0">
                <a:solidFill>
                  <a:schemeClr val="tx2">
                    <a:lumMod val="75000"/>
                  </a:schemeClr>
                </a:solidFill>
              </a:rPr>
              <a:t>Migrate to NoSQL databases.</a:t>
            </a:r>
            <a:endParaRPr lang="en-US" sz="1600" dirty="0">
              <a:solidFill>
                <a:schemeClr val="tx2">
                  <a:lumMod val="75000"/>
                </a:schemeClr>
              </a:solidFill>
              <a:cs typeface="Arial"/>
            </a:endParaRPr>
          </a:p>
        </p:txBody>
      </p:sp>
      <p:sp>
        <p:nvSpPr>
          <p:cNvPr id="8" name="Rectangle 7">
            <a:extLst>
              <a:ext uri="{FF2B5EF4-FFF2-40B4-BE49-F238E27FC236}">
                <a16:creationId xmlns:a16="http://schemas.microsoft.com/office/drawing/2014/main" id="{69B7DDC0-036F-4866-98D3-F3DA7726FD5A}"/>
              </a:ext>
            </a:extLst>
          </p:cNvPr>
          <p:cNvSpPr/>
          <p:nvPr/>
        </p:nvSpPr>
        <p:spPr>
          <a:xfrm>
            <a:off x="609604" y="4215516"/>
            <a:ext cx="9625458" cy="369332"/>
          </a:xfrm>
          <a:prstGeom prst="rect">
            <a:avLst/>
          </a:prstGeom>
        </p:spPr>
        <p:txBody>
          <a:bodyPr wrap="square" lIns="91440" tIns="45720" rIns="91440" bIns="45720" anchor="t">
            <a:spAutoFit/>
          </a:bodyPr>
          <a:lstStyle/>
          <a:p>
            <a:pPr algn="ctr"/>
            <a:endParaRPr lang="en-US" b="1" dirty="0">
              <a:solidFill>
                <a:schemeClr val="tx2">
                  <a:lumMod val="75000"/>
                </a:schemeClr>
              </a:solidFill>
              <a:cs typeface="Arial"/>
            </a:endParaRPr>
          </a:p>
        </p:txBody>
      </p:sp>
      <p:pic>
        <p:nvPicPr>
          <p:cNvPr id="3098" name="Picture 26">
            <a:extLst>
              <a:ext uri="{FF2B5EF4-FFF2-40B4-BE49-F238E27FC236}">
                <a16:creationId xmlns:a16="http://schemas.microsoft.com/office/drawing/2014/main" id="{AD4E44FA-F6AB-4088-B5A2-51F27E00771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052" y="2827943"/>
            <a:ext cx="1051289" cy="3513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8">
            <a:extLst>
              <a:ext uri="{FF2B5EF4-FFF2-40B4-BE49-F238E27FC236}">
                <a16:creationId xmlns:a16="http://schemas.microsoft.com/office/drawing/2014/main" id="{B21D77ED-1D69-4343-A906-244F7C4846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7466" y="3048420"/>
            <a:ext cx="1338349" cy="702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851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95F47-A23B-49B0-8478-71197D5B20D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09604" y="6558891"/>
            <a:ext cx="1253064" cy="251460"/>
          </a:xfrm>
          <a:prstGeom prst="rect">
            <a:avLst/>
          </a:prstGeom>
          <a:noFill/>
        </p:spPr>
      </p:pic>
      <p:sp>
        <p:nvSpPr>
          <p:cNvPr id="5" name="TextBox 4">
            <a:extLst>
              <a:ext uri="{FF2B5EF4-FFF2-40B4-BE49-F238E27FC236}">
                <a16:creationId xmlns:a16="http://schemas.microsoft.com/office/drawing/2014/main" id="{7073E525-2F94-462B-BFB0-F514DDCD3DCC}"/>
              </a:ext>
            </a:extLst>
          </p:cNvPr>
          <p:cNvSpPr txBox="1"/>
          <p:nvPr/>
        </p:nvSpPr>
        <p:spPr>
          <a:xfrm>
            <a:off x="609604" y="190866"/>
            <a:ext cx="3350277" cy="369332"/>
          </a:xfrm>
          <a:prstGeom prst="rect">
            <a:avLst/>
          </a:prstGeom>
          <a:noFill/>
        </p:spPr>
        <p:txBody>
          <a:bodyPr wrap="square" rtlCol="0" anchor="t">
            <a:spAutoFit/>
          </a:bodyPr>
          <a:lstStyle/>
          <a:p>
            <a:r>
              <a:rPr lang="en-US" b="1" dirty="0"/>
              <a:t>Test Automation</a:t>
            </a:r>
          </a:p>
        </p:txBody>
      </p:sp>
      <p:pic>
        <p:nvPicPr>
          <p:cNvPr id="2" name="Picture 1">
            <a:extLst>
              <a:ext uri="{FF2B5EF4-FFF2-40B4-BE49-F238E27FC236}">
                <a16:creationId xmlns:a16="http://schemas.microsoft.com/office/drawing/2014/main" id="{EA6AF348-85CC-4B6A-8594-549507B03A89}"/>
              </a:ext>
            </a:extLst>
          </p:cNvPr>
          <p:cNvPicPr>
            <a:picLocks noChangeAspect="1"/>
          </p:cNvPicPr>
          <p:nvPr/>
        </p:nvPicPr>
        <p:blipFill>
          <a:blip r:embed="rId4"/>
          <a:stretch>
            <a:fillRect/>
          </a:stretch>
        </p:blipFill>
        <p:spPr>
          <a:xfrm>
            <a:off x="2804327" y="191245"/>
            <a:ext cx="9249128" cy="1905727"/>
          </a:xfrm>
          <a:prstGeom prst="rect">
            <a:avLst/>
          </a:prstGeom>
        </p:spPr>
      </p:pic>
      <p:sp>
        <p:nvSpPr>
          <p:cNvPr id="6" name="TextBox 5">
            <a:extLst>
              <a:ext uri="{FF2B5EF4-FFF2-40B4-BE49-F238E27FC236}">
                <a16:creationId xmlns:a16="http://schemas.microsoft.com/office/drawing/2014/main" id="{1076B779-874D-436A-80D5-DD49C12FEA9F}"/>
              </a:ext>
            </a:extLst>
          </p:cNvPr>
          <p:cNvSpPr txBox="1"/>
          <p:nvPr/>
        </p:nvSpPr>
        <p:spPr>
          <a:xfrm>
            <a:off x="609604" y="2330765"/>
            <a:ext cx="6991924" cy="369332"/>
          </a:xfrm>
          <a:prstGeom prst="rect">
            <a:avLst/>
          </a:prstGeom>
          <a:noFill/>
        </p:spPr>
        <p:txBody>
          <a:bodyPr wrap="square" rtlCol="0" anchor="t">
            <a:spAutoFit/>
          </a:bodyPr>
          <a:lstStyle/>
          <a:p>
            <a:r>
              <a:rPr lang="en-US" b="1" dirty="0"/>
              <a:t>DevOps</a:t>
            </a:r>
          </a:p>
        </p:txBody>
      </p:sp>
      <p:pic>
        <p:nvPicPr>
          <p:cNvPr id="3" name="Picture 2">
            <a:extLst>
              <a:ext uri="{FF2B5EF4-FFF2-40B4-BE49-F238E27FC236}">
                <a16:creationId xmlns:a16="http://schemas.microsoft.com/office/drawing/2014/main" id="{6C7E23B4-7B15-41CC-957D-DFFA7E93BEF1}"/>
              </a:ext>
            </a:extLst>
          </p:cNvPr>
          <p:cNvPicPr>
            <a:picLocks noChangeAspect="1"/>
          </p:cNvPicPr>
          <p:nvPr/>
        </p:nvPicPr>
        <p:blipFill>
          <a:blip r:embed="rId5"/>
          <a:stretch>
            <a:fillRect/>
          </a:stretch>
        </p:blipFill>
        <p:spPr>
          <a:xfrm>
            <a:off x="2774791" y="2330765"/>
            <a:ext cx="9258094" cy="1869684"/>
          </a:xfrm>
          <a:prstGeom prst="rect">
            <a:avLst/>
          </a:prstGeom>
        </p:spPr>
      </p:pic>
      <p:sp>
        <p:nvSpPr>
          <p:cNvPr id="8" name="TextBox 7">
            <a:extLst>
              <a:ext uri="{FF2B5EF4-FFF2-40B4-BE49-F238E27FC236}">
                <a16:creationId xmlns:a16="http://schemas.microsoft.com/office/drawing/2014/main" id="{5E983526-D450-4532-A731-8C2E92228F5C}"/>
              </a:ext>
            </a:extLst>
          </p:cNvPr>
          <p:cNvSpPr txBox="1"/>
          <p:nvPr/>
        </p:nvSpPr>
        <p:spPr>
          <a:xfrm>
            <a:off x="609604" y="4385602"/>
            <a:ext cx="6991924" cy="369332"/>
          </a:xfrm>
          <a:prstGeom prst="rect">
            <a:avLst/>
          </a:prstGeom>
          <a:noFill/>
        </p:spPr>
        <p:txBody>
          <a:bodyPr wrap="square" rtlCol="0" anchor="t">
            <a:spAutoFit/>
          </a:bodyPr>
          <a:lstStyle/>
          <a:p>
            <a:r>
              <a:rPr lang="en-US" b="1" dirty="0"/>
              <a:t>Test Data</a:t>
            </a:r>
          </a:p>
        </p:txBody>
      </p:sp>
      <p:pic>
        <p:nvPicPr>
          <p:cNvPr id="7" name="Picture 6">
            <a:extLst>
              <a:ext uri="{FF2B5EF4-FFF2-40B4-BE49-F238E27FC236}">
                <a16:creationId xmlns:a16="http://schemas.microsoft.com/office/drawing/2014/main" id="{661FCFE9-0672-47FD-8BEE-C2AEBCE0BB09}"/>
              </a:ext>
            </a:extLst>
          </p:cNvPr>
          <p:cNvPicPr>
            <a:picLocks noChangeAspect="1"/>
          </p:cNvPicPr>
          <p:nvPr/>
        </p:nvPicPr>
        <p:blipFill>
          <a:blip r:embed="rId6"/>
          <a:stretch>
            <a:fillRect/>
          </a:stretch>
        </p:blipFill>
        <p:spPr>
          <a:xfrm>
            <a:off x="2801686" y="4381500"/>
            <a:ext cx="9251769" cy="1896311"/>
          </a:xfrm>
          <a:prstGeom prst="rect">
            <a:avLst/>
          </a:prstGeom>
        </p:spPr>
      </p:pic>
    </p:spTree>
    <p:extLst>
      <p:ext uri="{BB962C8B-B14F-4D97-AF65-F5344CB8AC3E}">
        <p14:creationId xmlns:p14="http://schemas.microsoft.com/office/powerpoint/2010/main" val="3997666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05994B6-0AB9-494D-8EDA-566954E5297F}"/>
              </a:ext>
            </a:extLst>
          </p:cNvPr>
          <p:cNvSpPr>
            <a:spLocks noGrp="1"/>
          </p:cNvSpPr>
          <p:nvPr>
            <p:ph type="title"/>
          </p:nvPr>
        </p:nvSpPr>
        <p:spPr>
          <a:xfrm>
            <a:off x="609600" y="219456"/>
            <a:ext cx="10972800" cy="548640"/>
          </a:xfrm>
        </p:spPr>
        <p:txBody>
          <a:bodyPr/>
          <a:lstStyle/>
          <a:p>
            <a:r>
              <a:rPr lang="en-US" dirty="0"/>
              <a:t>Evolution of Wealth Management Technology Landscape</a:t>
            </a:r>
          </a:p>
        </p:txBody>
      </p:sp>
      <p:sp>
        <p:nvSpPr>
          <p:cNvPr id="9" name="Content Placeholder 8">
            <a:extLst>
              <a:ext uri="{FF2B5EF4-FFF2-40B4-BE49-F238E27FC236}">
                <a16:creationId xmlns:a16="http://schemas.microsoft.com/office/drawing/2014/main" id="{B9BF81B8-AC67-4192-944A-C92B67B09A71}"/>
              </a:ext>
            </a:extLst>
          </p:cNvPr>
          <p:cNvSpPr>
            <a:spLocks noGrp="1"/>
          </p:cNvSpPr>
          <p:nvPr>
            <p:ph sz="half" idx="2"/>
          </p:nvPr>
        </p:nvSpPr>
        <p:spPr>
          <a:xfrm>
            <a:off x="607482" y="4059935"/>
            <a:ext cx="5386917" cy="2282081"/>
          </a:xfrm>
        </p:spPr>
        <p:txBody>
          <a:bodyPr/>
          <a:lstStyle/>
          <a:p>
            <a:pPr>
              <a:buClr>
                <a:srgbClr val="1639D0"/>
              </a:buClr>
              <a:buFont typeface="Wingdings" panose="05000000000000000000" pitchFamily="2" charset="2"/>
              <a:buChar char="Ø"/>
            </a:pPr>
            <a:r>
              <a:rPr lang="en-US" dirty="0"/>
              <a:t>Use Case Specific Software</a:t>
            </a:r>
          </a:p>
          <a:p>
            <a:pPr>
              <a:buClr>
                <a:srgbClr val="1639D0"/>
              </a:buClr>
              <a:buFont typeface="Wingdings" panose="05000000000000000000" pitchFamily="2" charset="2"/>
              <a:buChar char="Ø"/>
            </a:pPr>
            <a:r>
              <a:rPr lang="en-US" dirty="0"/>
              <a:t>Vendor Dependent</a:t>
            </a:r>
          </a:p>
          <a:p>
            <a:pPr>
              <a:buClr>
                <a:srgbClr val="1639D0"/>
              </a:buClr>
              <a:buFont typeface="Wingdings" panose="05000000000000000000" pitchFamily="2" charset="2"/>
              <a:buChar char="Ø"/>
            </a:pPr>
            <a:r>
              <a:rPr lang="en-US" dirty="0"/>
              <a:t>Too many silos</a:t>
            </a:r>
          </a:p>
          <a:p>
            <a:pPr>
              <a:buClr>
                <a:srgbClr val="1639D0"/>
              </a:buClr>
              <a:buFont typeface="Wingdings" panose="05000000000000000000" pitchFamily="2" charset="2"/>
              <a:buChar char="Ø"/>
            </a:pPr>
            <a:r>
              <a:rPr lang="en-US" dirty="0"/>
              <a:t>Monolithic Core Systems</a:t>
            </a:r>
          </a:p>
          <a:p>
            <a:pPr marL="9144" indent="0">
              <a:buNone/>
            </a:pPr>
            <a:endParaRPr lang="en-US" dirty="0"/>
          </a:p>
          <a:p>
            <a:endParaRPr lang="en-US" dirty="0"/>
          </a:p>
        </p:txBody>
      </p:sp>
      <p:sp>
        <p:nvSpPr>
          <p:cNvPr id="10" name="Content Placeholder 9">
            <a:extLst>
              <a:ext uri="{FF2B5EF4-FFF2-40B4-BE49-F238E27FC236}">
                <a16:creationId xmlns:a16="http://schemas.microsoft.com/office/drawing/2014/main" id="{587DDB1D-E8B2-4F0F-ABCB-7912A6CF319B}"/>
              </a:ext>
            </a:extLst>
          </p:cNvPr>
          <p:cNvSpPr>
            <a:spLocks noGrp="1"/>
          </p:cNvSpPr>
          <p:nvPr>
            <p:ph sz="quarter" idx="4"/>
          </p:nvPr>
        </p:nvSpPr>
        <p:spPr>
          <a:xfrm>
            <a:off x="6195485" y="4059934"/>
            <a:ext cx="5389033" cy="2282081"/>
          </a:xfrm>
        </p:spPr>
        <p:txBody>
          <a:bodyPr/>
          <a:lstStyle/>
          <a:p>
            <a:pPr>
              <a:buClr>
                <a:srgbClr val="1639D0"/>
              </a:buClr>
              <a:buFont typeface="Wingdings" panose="05000000000000000000" pitchFamily="2" charset="2"/>
              <a:buChar char="Ø"/>
            </a:pPr>
            <a:r>
              <a:rPr lang="en-US" dirty="0"/>
              <a:t>Re-usable, modular shared services</a:t>
            </a:r>
          </a:p>
          <a:p>
            <a:pPr>
              <a:buClr>
                <a:srgbClr val="1639D0"/>
              </a:buClr>
              <a:buFont typeface="Wingdings" panose="05000000000000000000" pitchFamily="2" charset="2"/>
              <a:buChar char="Ø"/>
            </a:pPr>
            <a:r>
              <a:rPr lang="en-US" dirty="0"/>
              <a:t>Unified data platform accessible through APIs</a:t>
            </a:r>
          </a:p>
          <a:p>
            <a:pPr>
              <a:buClr>
                <a:srgbClr val="1639D0"/>
              </a:buClr>
              <a:buFont typeface="Wingdings" panose="05000000000000000000" pitchFamily="2" charset="2"/>
              <a:buChar char="Ø"/>
            </a:pPr>
            <a:r>
              <a:rPr lang="en-US" dirty="0"/>
              <a:t>Streamlined Core Systems</a:t>
            </a:r>
          </a:p>
        </p:txBody>
      </p:sp>
      <p:graphicFrame>
        <p:nvGraphicFramePr>
          <p:cNvPr id="20" name="Content Placeholder 19">
            <a:extLst>
              <a:ext uri="{FF2B5EF4-FFF2-40B4-BE49-F238E27FC236}">
                <a16:creationId xmlns:a16="http://schemas.microsoft.com/office/drawing/2014/main" id="{46842883-A244-4ED2-87F3-2680918675E5}"/>
              </a:ext>
            </a:extLst>
          </p:cNvPr>
          <p:cNvGraphicFramePr>
            <a:graphicFrameLocks noGrp="1"/>
          </p:cNvGraphicFramePr>
          <p:nvPr>
            <p:ph sz="quarter" idx="11"/>
          </p:nvPr>
        </p:nvGraphicFramePr>
        <p:xfrm>
          <a:off x="607482" y="1082601"/>
          <a:ext cx="10733315" cy="2135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 name="Picture 2" descr="IBM Lombardi">
            <a:extLst>
              <a:ext uri="{FF2B5EF4-FFF2-40B4-BE49-F238E27FC236}">
                <a16:creationId xmlns:a16="http://schemas.microsoft.com/office/drawing/2014/main" id="{D92CF430-D147-482C-97A2-EEBBD8D025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1160" y="2470404"/>
            <a:ext cx="741063" cy="51874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1F5F5BF9-C41A-434B-B14F-E13660D6ED53}"/>
              </a:ext>
            </a:extLst>
          </p:cNvPr>
          <p:cNvPicPr>
            <a:picLocks noChangeAspect="1"/>
          </p:cNvPicPr>
          <p:nvPr/>
        </p:nvPicPr>
        <p:blipFill>
          <a:blip r:embed="rId8"/>
          <a:stretch>
            <a:fillRect/>
          </a:stretch>
        </p:blipFill>
        <p:spPr>
          <a:xfrm>
            <a:off x="2532444" y="2537377"/>
            <a:ext cx="741063" cy="507765"/>
          </a:xfrm>
          <a:prstGeom prst="rect">
            <a:avLst/>
          </a:prstGeom>
        </p:spPr>
      </p:pic>
      <p:pic>
        <p:nvPicPr>
          <p:cNvPr id="23" name="Picture 4" descr="db2 tutorial">
            <a:extLst>
              <a:ext uri="{FF2B5EF4-FFF2-40B4-BE49-F238E27FC236}">
                <a16:creationId xmlns:a16="http://schemas.microsoft.com/office/drawing/2014/main" id="{E310BE6D-364E-4612-B282-5217086FCC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7743" y="1298014"/>
            <a:ext cx="552994" cy="55299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133BB87D-87EB-4543-988F-6C6F652784A6}"/>
              </a:ext>
            </a:extLst>
          </p:cNvPr>
          <p:cNvPicPr>
            <a:picLocks noChangeAspect="1"/>
          </p:cNvPicPr>
          <p:nvPr/>
        </p:nvPicPr>
        <p:blipFill>
          <a:blip r:embed="rId10"/>
          <a:stretch>
            <a:fillRect/>
          </a:stretch>
        </p:blipFill>
        <p:spPr>
          <a:xfrm>
            <a:off x="2860614" y="1283709"/>
            <a:ext cx="966215" cy="527383"/>
          </a:xfrm>
          <a:prstGeom prst="rect">
            <a:avLst/>
          </a:prstGeom>
        </p:spPr>
      </p:pic>
      <p:pic>
        <p:nvPicPr>
          <p:cNvPr id="27" name="Picture 26">
            <a:extLst>
              <a:ext uri="{FF2B5EF4-FFF2-40B4-BE49-F238E27FC236}">
                <a16:creationId xmlns:a16="http://schemas.microsoft.com/office/drawing/2014/main" id="{24DD30A3-2507-4B8B-B259-DEBB0FEE2156}"/>
              </a:ext>
            </a:extLst>
          </p:cNvPr>
          <p:cNvPicPr>
            <a:picLocks noChangeAspect="1"/>
          </p:cNvPicPr>
          <p:nvPr/>
        </p:nvPicPr>
        <p:blipFill>
          <a:blip r:embed="rId11"/>
          <a:stretch>
            <a:fillRect/>
          </a:stretch>
        </p:blipFill>
        <p:spPr>
          <a:xfrm>
            <a:off x="3621169" y="2417968"/>
            <a:ext cx="911963" cy="476929"/>
          </a:xfrm>
          <a:prstGeom prst="rect">
            <a:avLst/>
          </a:prstGeom>
        </p:spPr>
      </p:pic>
      <p:pic>
        <p:nvPicPr>
          <p:cNvPr id="28" name="Picture 27">
            <a:extLst>
              <a:ext uri="{FF2B5EF4-FFF2-40B4-BE49-F238E27FC236}">
                <a16:creationId xmlns:a16="http://schemas.microsoft.com/office/drawing/2014/main" id="{4D15F4DF-E1D1-4BE2-A5C2-031F835F371E}"/>
              </a:ext>
            </a:extLst>
          </p:cNvPr>
          <p:cNvPicPr>
            <a:picLocks noChangeAspect="1"/>
          </p:cNvPicPr>
          <p:nvPr/>
        </p:nvPicPr>
        <p:blipFill>
          <a:blip r:embed="rId12"/>
          <a:stretch>
            <a:fillRect/>
          </a:stretch>
        </p:blipFill>
        <p:spPr>
          <a:xfrm>
            <a:off x="3431708" y="2853463"/>
            <a:ext cx="1290884" cy="378846"/>
          </a:xfrm>
          <a:prstGeom prst="rect">
            <a:avLst/>
          </a:prstGeom>
        </p:spPr>
      </p:pic>
      <p:pic>
        <p:nvPicPr>
          <p:cNvPr id="29" name="Picture 28">
            <a:extLst>
              <a:ext uri="{FF2B5EF4-FFF2-40B4-BE49-F238E27FC236}">
                <a16:creationId xmlns:a16="http://schemas.microsoft.com/office/drawing/2014/main" id="{87B357A2-9460-4102-A372-7684C6591420}"/>
              </a:ext>
            </a:extLst>
          </p:cNvPr>
          <p:cNvPicPr>
            <a:picLocks noChangeAspect="1"/>
          </p:cNvPicPr>
          <p:nvPr/>
        </p:nvPicPr>
        <p:blipFill>
          <a:blip r:embed="rId13"/>
          <a:stretch>
            <a:fillRect/>
          </a:stretch>
        </p:blipFill>
        <p:spPr>
          <a:xfrm>
            <a:off x="4632257" y="2525821"/>
            <a:ext cx="1065223" cy="355074"/>
          </a:xfrm>
          <a:prstGeom prst="rect">
            <a:avLst/>
          </a:prstGeom>
        </p:spPr>
      </p:pic>
      <p:pic>
        <p:nvPicPr>
          <p:cNvPr id="30" name="Picture 10" descr="Salesforce Corporate Logo">
            <a:extLst>
              <a:ext uri="{FF2B5EF4-FFF2-40B4-BE49-F238E27FC236}">
                <a16:creationId xmlns:a16="http://schemas.microsoft.com/office/drawing/2014/main" id="{970432FD-9F8D-40FF-B51B-A769DCF7550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95818" y="2536808"/>
            <a:ext cx="779302" cy="54566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0" descr="Informatica PowerCenter">
            <a:extLst>
              <a:ext uri="{FF2B5EF4-FFF2-40B4-BE49-F238E27FC236}">
                <a16:creationId xmlns:a16="http://schemas.microsoft.com/office/drawing/2014/main" id="{B0A4ADEF-CD34-4CED-8E94-FCBE9B21AB2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38439" y="1353250"/>
            <a:ext cx="1097327" cy="42251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2">
            <a:extLst>
              <a:ext uri="{FF2B5EF4-FFF2-40B4-BE49-F238E27FC236}">
                <a16:creationId xmlns:a16="http://schemas.microsoft.com/office/drawing/2014/main" id="{0C969682-99A9-4B00-B453-D5EEBC678C1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06822" y="2454544"/>
            <a:ext cx="953959" cy="70336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4" descr="Technology Interoperability">
            <a:extLst>
              <a:ext uri="{FF2B5EF4-FFF2-40B4-BE49-F238E27FC236}">
                <a16:creationId xmlns:a16="http://schemas.microsoft.com/office/drawing/2014/main" id="{DBEA5D04-DDFF-405D-A32D-10658B32BD5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44640" y="2949761"/>
            <a:ext cx="996161" cy="59088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CBA096B6-48B6-4332-9144-0CAF60FD884F}"/>
              </a:ext>
            </a:extLst>
          </p:cNvPr>
          <p:cNvPicPr>
            <a:picLocks noChangeAspect="1"/>
          </p:cNvPicPr>
          <p:nvPr/>
        </p:nvPicPr>
        <p:blipFill>
          <a:blip r:embed="rId18"/>
          <a:stretch>
            <a:fillRect/>
          </a:stretch>
        </p:blipFill>
        <p:spPr>
          <a:xfrm>
            <a:off x="7980638" y="2463093"/>
            <a:ext cx="1088570" cy="508908"/>
          </a:xfrm>
          <a:prstGeom prst="rect">
            <a:avLst/>
          </a:prstGeom>
        </p:spPr>
      </p:pic>
      <p:pic>
        <p:nvPicPr>
          <p:cNvPr id="36" name="Picture 12">
            <a:extLst>
              <a:ext uri="{FF2B5EF4-FFF2-40B4-BE49-F238E27FC236}">
                <a16:creationId xmlns:a16="http://schemas.microsoft.com/office/drawing/2014/main" id="{82AADB35-85DD-4A4F-8702-6729510FDD1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90039" y="3042701"/>
            <a:ext cx="1088570" cy="36629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95BE7ED3-4DF1-46BE-97BB-3880BAD9457E}"/>
              </a:ext>
            </a:extLst>
          </p:cNvPr>
          <p:cNvPicPr>
            <a:picLocks noChangeAspect="1"/>
          </p:cNvPicPr>
          <p:nvPr/>
        </p:nvPicPr>
        <p:blipFill>
          <a:blip r:embed="rId20"/>
          <a:stretch>
            <a:fillRect/>
          </a:stretch>
        </p:blipFill>
        <p:spPr>
          <a:xfrm>
            <a:off x="9106264" y="2481688"/>
            <a:ext cx="485792" cy="368262"/>
          </a:xfrm>
          <a:prstGeom prst="rect">
            <a:avLst/>
          </a:prstGeom>
        </p:spPr>
      </p:pic>
      <p:pic>
        <p:nvPicPr>
          <p:cNvPr id="38" name="Picture 26">
            <a:extLst>
              <a:ext uri="{FF2B5EF4-FFF2-40B4-BE49-F238E27FC236}">
                <a16:creationId xmlns:a16="http://schemas.microsoft.com/office/drawing/2014/main" id="{1575449A-95CB-4676-84F3-277C75B7EC3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27435" y="1101302"/>
            <a:ext cx="552994" cy="78082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1A99DAD8-D36F-44F7-9A21-7596AD690719}"/>
              </a:ext>
            </a:extLst>
          </p:cNvPr>
          <p:cNvPicPr>
            <a:picLocks noChangeAspect="1"/>
          </p:cNvPicPr>
          <p:nvPr/>
        </p:nvPicPr>
        <p:blipFill>
          <a:blip r:embed="rId22"/>
          <a:stretch>
            <a:fillRect/>
          </a:stretch>
        </p:blipFill>
        <p:spPr>
          <a:xfrm>
            <a:off x="8990833" y="2844435"/>
            <a:ext cx="833553" cy="589075"/>
          </a:xfrm>
          <a:prstGeom prst="rect">
            <a:avLst/>
          </a:prstGeom>
        </p:spPr>
      </p:pic>
      <p:pic>
        <p:nvPicPr>
          <p:cNvPr id="40" name="Picture 30" descr="Getting Started with GraphQL">
            <a:extLst>
              <a:ext uri="{FF2B5EF4-FFF2-40B4-BE49-F238E27FC236}">
                <a16:creationId xmlns:a16="http://schemas.microsoft.com/office/drawing/2014/main" id="{98923CFE-1822-4C79-BC66-E24B70A92B0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59078" y="2442871"/>
            <a:ext cx="1031929" cy="57788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32" descr="Image for post">
            <a:extLst>
              <a:ext uri="{FF2B5EF4-FFF2-40B4-BE49-F238E27FC236}">
                <a16:creationId xmlns:a16="http://schemas.microsoft.com/office/drawing/2014/main" id="{5457BD9D-EFDB-4594-8EBD-008EBE9AB3A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927466" y="1275523"/>
            <a:ext cx="807590" cy="541085"/>
          </a:xfrm>
          <a:prstGeom prst="rect">
            <a:avLst/>
          </a:prstGeom>
          <a:noFill/>
          <a:extLst>
            <a:ext uri="{909E8E84-426E-40DD-AFC4-6F175D3DCCD1}">
              <a14:hiddenFill xmlns:a14="http://schemas.microsoft.com/office/drawing/2010/main">
                <a:solidFill>
                  <a:srgbClr val="FFFFFF"/>
                </a:solidFill>
              </a14:hiddenFill>
            </a:ext>
          </a:extLst>
        </p:spPr>
      </p:pic>
      <p:sp>
        <p:nvSpPr>
          <p:cNvPr id="42" name="Text Placeholder 15">
            <a:extLst>
              <a:ext uri="{FF2B5EF4-FFF2-40B4-BE49-F238E27FC236}">
                <a16:creationId xmlns:a16="http://schemas.microsoft.com/office/drawing/2014/main" id="{4254A5D6-F1EC-494B-9E7A-2C56780A19A4}"/>
              </a:ext>
            </a:extLst>
          </p:cNvPr>
          <p:cNvSpPr>
            <a:spLocks noGrp="1"/>
          </p:cNvSpPr>
          <p:nvPr>
            <p:ph type="body" idx="1"/>
          </p:nvPr>
        </p:nvSpPr>
        <p:spPr>
          <a:xfrm>
            <a:off x="607482" y="3492331"/>
            <a:ext cx="5386917" cy="519445"/>
          </a:xfrm>
        </p:spPr>
        <p:txBody>
          <a:bodyPr/>
          <a:lstStyle/>
          <a:p>
            <a:r>
              <a:rPr lang="en-US" dirty="0"/>
              <a:t>Past and Current State</a:t>
            </a:r>
          </a:p>
        </p:txBody>
      </p:sp>
      <p:sp>
        <p:nvSpPr>
          <p:cNvPr id="44" name="Text Placeholder 15">
            <a:extLst>
              <a:ext uri="{FF2B5EF4-FFF2-40B4-BE49-F238E27FC236}">
                <a16:creationId xmlns:a16="http://schemas.microsoft.com/office/drawing/2014/main" id="{3069AE2E-3B0C-49DF-9470-A22BCDAF2049}"/>
              </a:ext>
            </a:extLst>
          </p:cNvPr>
          <p:cNvSpPr txBox="1">
            <a:spLocks/>
          </p:cNvSpPr>
          <p:nvPr/>
        </p:nvSpPr>
        <p:spPr>
          <a:xfrm>
            <a:off x="6195483" y="3552964"/>
            <a:ext cx="5386917" cy="474345"/>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Future State</a:t>
            </a:r>
          </a:p>
        </p:txBody>
      </p:sp>
      <p:pic>
        <p:nvPicPr>
          <p:cNvPr id="45" name="Picture 34" descr="How did Hadoop get its name and logo? - Quora">
            <a:extLst>
              <a:ext uri="{FF2B5EF4-FFF2-40B4-BE49-F238E27FC236}">
                <a16:creationId xmlns:a16="http://schemas.microsoft.com/office/drawing/2014/main" id="{C355EB5B-8AA1-430F-A0CE-022E6504FF3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962483" y="1278008"/>
            <a:ext cx="1450789" cy="57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117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8B5742-2FE7-4E16-9F8E-10333F71B63D}"/>
              </a:ext>
            </a:extLst>
          </p:cNvPr>
          <p:cNvSpPr>
            <a:spLocks noGrp="1"/>
          </p:cNvSpPr>
          <p:nvPr>
            <p:ph type="title"/>
          </p:nvPr>
        </p:nvSpPr>
        <p:spPr>
          <a:xfrm>
            <a:off x="609600" y="228600"/>
            <a:ext cx="10972800" cy="658182"/>
          </a:xfrm>
        </p:spPr>
        <p:txBody>
          <a:bodyPr/>
          <a:lstStyle/>
          <a:p>
            <a:r>
              <a:rPr lang="en-US" dirty="0"/>
              <a:t>Key Focus Areas within Wealth Management</a:t>
            </a:r>
          </a:p>
        </p:txBody>
      </p:sp>
      <p:sp>
        <p:nvSpPr>
          <p:cNvPr id="5" name="Text Placeholder 4">
            <a:extLst>
              <a:ext uri="{FF2B5EF4-FFF2-40B4-BE49-F238E27FC236}">
                <a16:creationId xmlns:a16="http://schemas.microsoft.com/office/drawing/2014/main" id="{5E400844-CD80-4B87-9ABD-1080D2FDE296}"/>
              </a:ext>
            </a:extLst>
          </p:cNvPr>
          <p:cNvSpPr>
            <a:spLocks noGrp="1"/>
          </p:cNvSpPr>
          <p:nvPr>
            <p:ph type="body" idx="1"/>
          </p:nvPr>
        </p:nvSpPr>
        <p:spPr>
          <a:xfrm>
            <a:off x="609599" y="1033907"/>
            <a:ext cx="5386917" cy="544520"/>
          </a:xfrm>
        </p:spPr>
        <p:txBody>
          <a:bodyPr/>
          <a:lstStyle/>
          <a:p>
            <a:r>
              <a:rPr lang="en-US" dirty="0">
                <a:solidFill>
                  <a:schemeClr val="bg2"/>
                </a:solidFill>
              </a:rPr>
              <a:t>U.S Bank Current State</a:t>
            </a:r>
          </a:p>
        </p:txBody>
      </p:sp>
      <p:graphicFrame>
        <p:nvGraphicFramePr>
          <p:cNvPr id="41" name="Content Placeholder 40">
            <a:extLst>
              <a:ext uri="{FF2B5EF4-FFF2-40B4-BE49-F238E27FC236}">
                <a16:creationId xmlns:a16="http://schemas.microsoft.com/office/drawing/2014/main" id="{0CADD0C2-A982-4471-9B05-0659EA99D393}"/>
              </a:ext>
            </a:extLst>
          </p:cNvPr>
          <p:cNvGraphicFramePr>
            <a:graphicFrameLocks noGrp="1"/>
          </p:cNvGraphicFramePr>
          <p:nvPr>
            <p:ph sz="half" idx="2"/>
          </p:nvPr>
        </p:nvGraphicFramePr>
        <p:xfrm>
          <a:off x="6076278" y="1997746"/>
          <a:ext cx="5386388" cy="4027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5">
            <a:extLst>
              <a:ext uri="{FF2B5EF4-FFF2-40B4-BE49-F238E27FC236}">
                <a16:creationId xmlns:a16="http://schemas.microsoft.com/office/drawing/2014/main" id="{645B8A59-F030-4FE8-A77B-FF17BDCAC133}"/>
              </a:ext>
            </a:extLst>
          </p:cNvPr>
          <p:cNvSpPr>
            <a:spLocks noGrp="1"/>
          </p:cNvSpPr>
          <p:nvPr>
            <p:ph type="body" sz="quarter" idx="3"/>
          </p:nvPr>
        </p:nvSpPr>
        <p:spPr>
          <a:xfrm>
            <a:off x="6195486" y="1033907"/>
            <a:ext cx="5389033" cy="544520"/>
          </a:xfrm>
        </p:spPr>
        <p:txBody>
          <a:bodyPr/>
          <a:lstStyle/>
          <a:p>
            <a:r>
              <a:rPr lang="en-US" dirty="0">
                <a:solidFill>
                  <a:schemeClr val="bg2"/>
                </a:solidFill>
              </a:rPr>
              <a:t>Wealth Management Focus Areas</a:t>
            </a:r>
          </a:p>
        </p:txBody>
      </p:sp>
      <p:sp>
        <p:nvSpPr>
          <p:cNvPr id="10" name="Rectangle 9">
            <a:extLst>
              <a:ext uri="{FF2B5EF4-FFF2-40B4-BE49-F238E27FC236}">
                <a16:creationId xmlns:a16="http://schemas.microsoft.com/office/drawing/2014/main" id="{D41600AC-4C7E-434D-BADA-BF359832D2D4}"/>
              </a:ext>
            </a:extLst>
          </p:cNvPr>
          <p:cNvSpPr/>
          <p:nvPr/>
        </p:nvSpPr>
        <p:spPr>
          <a:xfrm>
            <a:off x="609600" y="1763486"/>
            <a:ext cx="3842657" cy="1197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sz="1400" b="1" dirty="0"/>
              <a:t>Re-usable and Modular Shared Services</a:t>
            </a:r>
          </a:p>
        </p:txBody>
      </p:sp>
      <p:sp>
        <p:nvSpPr>
          <p:cNvPr id="11" name="Rectangle 10">
            <a:extLst>
              <a:ext uri="{FF2B5EF4-FFF2-40B4-BE49-F238E27FC236}">
                <a16:creationId xmlns:a16="http://schemas.microsoft.com/office/drawing/2014/main" id="{3865E0AF-A581-45FA-B22C-63F98999CAD8}"/>
              </a:ext>
            </a:extLst>
          </p:cNvPr>
          <p:cNvSpPr/>
          <p:nvPr/>
        </p:nvSpPr>
        <p:spPr>
          <a:xfrm>
            <a:off x="609600" y="4887686"/>
            <a:ext cx="3842657" cy="1197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sz="1400" b="1" dirty="0"/>
              <a:t>Streamlined Core Systems</a:t>
            </a:r>
          </a:p>
        </p:txBody>
      </p:sp>
      <p:sp>
        <p:nvSpPr>
          <p:cNvPr id="13" name="Rectangle 12">
            <a:extLst>
              <a:ext uri="{FF2B5EF4-FFF2-40B4-BE49-F238E27FC236}">
                <a16:creationId xmlns:a16="http://schemas.microsoft.com/office/drawing/2014/main" id="{C456A330-D186-4BA2-AA51-98DBD4EEB7B3}"/>
              </a:ext>
            </a:extLst>
          </p:cNvPr>
          <p:cNvSpPr/>
          <p:nvPr/>
        </p:nvSpPr>
        <p:spPr>
          <a:xfrm>
            <a:off x="609599" y="3082399"/>
            <a:ext cx="3842657" cy="788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sz="1400" dirty="0"/>
          </a:p>
          <a:p>
            <a:pPr algn="ctr"/>
            <a:endParaRPr lang="en-US" sz="1400" dirty="0"/>
          </a:p>
        </p:txBody>
      </p:sp>
      <p:sp>
        <p:nvSpPr>
          <p:cNvPr id="15" name="Rectangle 14">
            <a:extLst>
              <a:ext uri="{FF2B5EF4-FFF2-40B4-BE49-F238E27FC236}">
                <a16:creationId xmlns:a16="http://schemas.microsoft.com/office/drawing/2014/main" id="{9B1705B5-A82A-4A6C-995D-AB348C63C70E}"/>
              </a:ext>
            </a:extLst>
          </p:cNvPr>
          <p:cNvSpPr/>
          <p:nvPr/>
        </p:nvSpPr>
        <p:spPr>
          <a:xfrm>
            <a:off x="587823" y="3996799"/>
            <a:ext cx="3842657" cy="7889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55E87A-C788-413E-861F-4C9B3F44F087}"/>
              </a:ext>
            </a:extLst>
          </p:cNvPr>
          <p:cNvSpPr/>
          <p:nvPr/>
        </p:nvSpPr>
        <p:spPr>
          <a:xfrm>
            <a:off x="816426" y="1894111"/>
            <a:ext cx="1404257" cy="239485"/>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74E2AB7-E474-49E2-BC44-B6A929359AA4}"/>
              </a:ext>
            </a:extLst>
          </p:cNvPr>
          <p:cNvSpPr/>
          <p:nvPr/>
        </p:nvSpPr>
        <p:spPr>
          <a:xfrm>
            <a:off x="2645228" y="1894116"/>
            <a:ext cx="1404257" cy="239485"/>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48A81A0-F3D1-4DE0-8AB6-7784ABB3C8A1}"/>
              </a:ext>
            </a:extLst>
          </p:cNvPr>
          <p:cNvSpPr/>
          <p:nvPr/>
        </p:nvSpPr>
        <p:spPr>
          <a:xfrm>
            <a:off x="849081" y="2307769"/>
            <a:ext cx="1001488" cy="239485"/>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A7BA0EF-662F-4C65-815A-972767BAE6A0}"/>
              </a:ext>
            </a:extLst>
          </p:cNvPr>
          <p:cNvSpPr/>
          <p:nvPr/>
        </p:nvSpPr>
        <p:spPr>
          <a:xfrm>
            <a:off x="2013853" y="2318655"/>
            <a:ext cx="1001488" cy="239485"/>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B893B73-A39F-4F62-A904-8993A84F810F}"/>
              </a:ext>
            </a:extLst>
          </p:cNvPr>
          <p:cNvSpPr/>
          <p:nvPr/>
        </p:nvSpPr>
        <p:spPr>
          <a:xfrm>
            <a:off x="3287478" y="2318653"/>
            <a:ext cx="1001488" cy="239485"/>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EE4C9EA-B27D-47E6-8EFC-C7D1030E11BB}"/>
              </a:ext>
            </a:extLst>
          </p:cNvPr>
          <p:cNvSpPr/>
          <p:nvPr/>
        </p:nvSpPr>
        <p:spPr>
          <a:xfrm>
            <a:off x="590223" y="6180815"/>
            <a:ext cx="1918924" cy="20198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000000"/>
                </a:solidFill>
              </a:rPr>
              <a:t>Indicates Current State Progress</a:t>
            </a:r>
          </a:p>
        </p:txBody>
      </p:sp>
      <p:sp>
        <p:nvSpPr>
          <p:cNvPr id="23" name="Rectangle 22">
            <a:extLst>
              <a:ext uri="{FF2B5EF4-FFF2-40B4-BE49-F238E27FC236}">
                <a16:creationId xmlns:a16="http://schemas.microsoft.com/office/drawing/2014/main" id="{C3B63CA0-F93E-493D-AF0F-4FA6C9D6370A}"/>
              </a:ext>
            </a:extLst>
          </p:cNvPr>
          <p:cNvSpPr/>
          <p:nvPr/>
        </p:nvSpPr>
        <p:spPr>
          <a:xfrm>
            <a:off x="740222" y="3265713"/>
            <a:ext cx="3559629" cy="454086"/>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00"/>
                </a:solidFill>
              </a:rPr>
              <a:t>Unified Data Platform</a:t>
            </a:r>
            <a:endParaRPr lang="en-US" sz="1600" b="1" dirty="0">
              <a:solidFill>
                <a:srgbClr val="000000"/>
              </a:solidFill>
            </a:endParaRPr>
          </a:p>
        </p:txBody>
      </p:sp>
      <p:sp>
        <p:nvSpPr>
          <p:cNvPr id="25" name="Rectangle 24">
            <a:extLst>
              <a:ext uri="{FF2B5EF4-FFF2-40B4-BE49-F238E27FC236}">
                <a16:creationId xmlns:a16="http://schemas.microsoft.com/office/drawing/2014/main" id="{962D7A54-B953-43AD-A3C7-2F4C89E42BF6}"/>
              </a:ext>
            </a:extLst>
          </p:cNvPr>
          <p:cNvSpPr/>
          <p:nvPr/>
        </p:nvSpPr>
        <p:spPr>
          <a:xfrm>
            <a:off x="729333" y="4190998"/>
            <a:ext cx="3559629" cy="434931"/>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00"/>
                </a:solidFill>
              </a:rPr>
              <a:t>        Cloud and DevOps Foundation</a:t>
            </a:r>
            <a:endParaRPr lang="en-US" sz="1600" b="1" dirty="0">
              <a:solidFill>
                <a:srgbClr val="000000"/>
              </a:solidFill>
            </a:endParaRPr>
          </a:p>
        </p:txBody>
      </p:sp>
      <p:sp>
        <p:nvSpPr>
          <p:cNvPr id="29" name="Rectangle 28">
            <a:extLst>
              <a:ext uri="{FF2B5EF4-FFF2-40B4-BE49-F238E27FC236}">
                <a16:creationId xmlns:a16="http://schemas.microsoft.com/office/drawing/2014/main" id="{8F8EF3E0-C9AA-4F54-84E2-602487C7F45D}"/>
              </a:ext>
            </a:extLst>
          </p:cNvPr>
          <p:cNvSpPr/>
          <p:nvPr/>
        </p:nvSpPr>
        <p:spPr>
          <a:xfrm>
            <a:off x="3472537" y="5017831"/>
            <a:ext cx="794657" cy="610078"/>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A33C77-5E25-4F03-9430-5887C20BB1FA}"/>
              </a:ext>
            </a:extLst>
          </p:cNvPr>
          <p:cNvSpPr/>
          <p:nvPr/>
        </p:nvSpPr>
        <p:spPr>
          <a:xfrm>
            <a:off x="2558137" y="5063552"/>
            <a:ext cx="794657" cy="610078"/>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FDD9FE-BE4F-4C27-BE50-B5C0A70C7088}"/>
              </a:ext>
            </a:extLst>
          </p:cNvPr>
          <p:cNvSpPr/>
          <p:nvPr/>
        </p:nvSpPr>
        <p:spPr>
          <a:xfrm>
            <a:off x="1621964" y="5039600"/>
            <a:ext cx="794657" cy="610078"/>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281E958-1EB5-4E26-B344-09CCD1FF7E82}"/>
              </a:ext>
            </a:extLst>
          </p:cNvPr>
          <p:cNvSpPr/>
          <p:nvPr/>
        </p:nvSpPr>
        <p:spPr>
          <a:xfrm>
            <a:off x="707564" y="5050483"/>
            <a:ext cx="794657" cy="610078"/>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FF9FFA4-2EA1-4A1D-8095-1EC317809D18}"/>
              </a:ext>
            </a:extLst>
          </p:cNvPr>
          <p:cNvSpPr txBox="1"/>
          <p:nvPr/>
        </p:nvSpPr>
        <p:spPr>
          <a:xfrm>
            <a:off x="508000" y="6466253"/>
            <a:ext cx="2861104" cy="276999"/>
          </a:xfrm>
          <a:prstGeom prst="rect">
            <a:avLst/>
          </a:prstGeom>
          <a:noFill/>
        </p:spPr>
        <p:txBody>
          <a:bodyPr wrap="none" rtlCol="0">
            <a:spAutoFit/>
          </a:bodyPr>
          <a:lstStyle/>
          <a:p>
            <a:r>
              <a:rPr lang="en-US" sz="1200" dirty="0"/>
              <a:t>Source: Tech Modernization Pitch Deck</a:t>
            </a:r>
          </a:p>
        </p:txBody>
      </p:sp>
      <p:sp>
        <p:nvSpPr>
          <p:cNvPr id="35" name="Rectangle 34">
            <a:extLst>
              <a:ext uri="{FF2B5EF4-FFF2-40B4-BE49-F238E27FC236}">
                <a16:creationId xmlns:a16="http://schemas.microsoft.com/office/drawing/2014/main" id="{A18419C8-A158-4E74-BAF1-8026276AF2A9}"/>
              </a:ext>
            </a:extLst>
          </p:cNvPr>
          <p:cNvSpPr/>
          <p:nvPr/>
        </p:nvSpPr>
        <p:spPr>
          <a:xfrm>
            <a:off x="747310" y="3272801"/>
            <a:ext cx="245062" cy="42454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331CF3B-985B-4DAB-B867-A9A3BD07EBB9}"/>
              </a:ext>
            </a:extLst>
          </p:cNvPr>
          <p:cNvSpPr/>
          <p:nvPr/>
        </p:nvSpPr>
        <p:spPr>
          <a:xfrm>
            <a:off x="729334" y="4204923"/>
            <a:ext cx="437421" cy="413419"/>
          </a:xfrm>
          <a:prstGeom prst="rect">
            <a:avLst/>
          </a:prstGeom>
          <a:solidFill>
            <a:srgbClr val="FFFF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0BCE9A9-0AB8-49D7-9C41-4EF3A57325FF}"/>
              </a:ext>
            </a:extLst>
          </p:cNvPr>
          <p:cNvSpPr/>
          <p:nvPr/>
        </p:nvSpPr>
        <p:spPr>
          <a:xfrm>
            <a:off x="816426" y="1903114"/>
            <a:ext cx="268095" cy="22053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79B0681-DAE6-48C9-8541-C029B7399A53}"/>
              </a:ext>
            </a:extLst>
          </p:cNvPr>
          <p:cNvSpPr/>
          <p:nvPr/>
        </p:nvSpPr>
        <p:spPr>
          <a:xfrm>
            <a:off x="870983" y="2316910"/>
            <a:ext cx="295772" cy="22053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allout: Right Arrow 41">
            <a:extLst>
              <a:ext uri="{FF2B5EF4-FFF2-40B4-BE49-F238E27FC236}">
                <a16:creationId xmlns:a16="http://schemas.microsoft.com/office/drawing/2014/main" id="{084F9BBE-EF50-40B5-8603-6B430872AC1A}"/>
              </a:ext>
            </a:extLst>
          </p:cNvPr>
          <p:cNvSpPr/>
          <p:nvPr/>
        </p:nvSpPr>
        <p:spPr>
          <a:xfrm>
            <a:off x="4746160" y="1673668"/>
            <a:ext cx="1264798" cy="4648542"/>
          </a:xfrm>
          <a:prstGeom prst="rightArrowCallo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5DEA4143-448D-4FE8-B8B3-C76BD482AA7B}"/>
              </a:ext>
            </a:extLst>
          </p:cNvPr>
          <p:cNvSpPr txBox="1"/>
          <p:nvPr/>
        </p:nvSpPr>
        <p:spPr>
          <a:xfrm rot="5400000">
            <a:off x="3777092" y="3735488"/>
            <a:ext cx="2782770" cy="461665"/>
          </a:xfrm>
          <a:prstGeom prst="rect">
            <a:avLst/>
          </a:prstGeom>
          <a:noFill/>
        </p:spPr>
        <p:txBody>
          <a:bodyPr wrap="square" rtlCol="0">
            <a:spAutoFit/>
          </a:bodyPr>
          <a:lstStyle/>
          <a:p>
            <a:r>
              <a:rPr lang="en-US" sz="2400" b="1" dirty="0"/>
              <a:t>Key Focus Areas</a:t>
            </a:r>
          </a:p>
        </p:txBody>
      </p:sp>
    </p:spTree>
    <p:extLst>
      <p:ext uri="{BB962C8B-B14F-4D97-AF65-F5344CB8AC3E}">
        <p14:creationId xmlns:p14="http://schemas.microsoft.com/office/powerpoint/2010/main" val="735104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B1E1466-8727-49BC-89B9-D6AA728750DC}"/>
              </a:ext>
            </a:extLst>
          </p:cNvPr>
          <p:cNvSpPr>
            <a:spLocks noGrp="1"/>
          </p:cNvSpPr>
          <p:nvPr>
            <p:ph type="title"/>
          </p:nvPr>
        </p:nvSpPr>
        <p:spPr>
          <a:xfrm>
            <a:off x="609600" y="228600"/>
            <a:ext cx="10972800" cy="539496"/>
          </a:xfrm>
        </p:spPr>
        <p:txBody>
          <a:bodyPr/>
          <a:lstStyle/>
          <a:p>
            <a:r>
              <a:rPr lang="en-US" dirty="0"/>
              <a:t>Modernize UI/UX Technologies</a:t>
            </a:r>
          </a:p>
        </p:txBody>
      </p:sp>
      <p:sp>
        <p:nvSpPr>
          <p:cNvPr id="8" name="Text Placeholder 7">
            <a:extLst>
              <a:ext uri="{FF2B5EF4-FFF2-40B4-BE49-F238E27FC236}">
                <a16:creationId xmlns:a16="http://schemas.microsoft.com/office/drawing/2014/main" id="{FB107DA1-132F-4741-B27F-4CE94BC40078}"/>
              </a:ext>
            </a:extLst>
          </p:cNvPr>
          <p:cNvSpPr>
            <a:spLocks noGrp="1"/>
          </p:cNvSpPr>
          <p:nvPr>
            <p:ph type="body" idx="1"/>
          </p:nvPr>
        </p:nvSpPr>
        <p:spPr>
          <a:xfrm>
            <a:off x="609600" y="877983"/>
            <a:ext cx="5386917" cy="539496"/>
          </a:xfrm>
        </p:spPr>
        <p:txBody>
          <a:bodyPr/>
          <a:lstStyle/>
          <a:p>
            <a:r>
              <a:rPr lang="en-US" dirty="0"/>
              <a:t>Where we are now…</a:t>
            </a:r>
          </a:p>
        </p:txBody>
      </p:sp>
      <p:sp>
        <p:nvSpPr>
          <p:cNvPr id="9" name="Content Placeholder 8">
            <a:extLst>
              <a:ext uri="{FF2B5EF4-FFF2-40B4-BE49-F238E27FC236}">
                <a16:creationId xmlns:a16="http://schemas.microsoft.com/office/drawing/2014/main" id="{FEB328DD-9D7F-422E-998F-1C189FE252F2}"/>
              </a:ext>
            </a:extLst>
          </p:cNvPr>
          <p:cNvSpPr>
            <a:spLocks noGrp="1"/>
          </p:cNvSpPr>
          <p:nvPr>
            <p:ph sz="half" idx="2"/>
          </p:nvPr>
        </p:nvSpPr>
        <p:spPr>
          <a:xfrm>
            <a:off x="594731" y="1543656"/>
            <a:ext cx="5386917" cy="1756091"/>
          </a:xfrm>
        </p:spPr>
        <p:txBody>
          <a:bodyPr/>
          <a:lstStyle/>
          <a:p>
            <a:pPr>
              <a:buClr>
                <a:schemeClr val="tx1">
                  <a:lumMod val="60000"/>
                  <a:lumOff val="40000"/>
                </a:schemeClr>
              </a:buClr>
              <a:buFont typeface="Wingdings" panose="05000000000000000000" pitchFamily="2" charset="2"/>
              <a:buChar char="Ø"/>
            </a:pPr>
            <a:r>
              <a:rPr lang="en-US" dirty="0"/>
              <a:t>Diverse UI/UX Technologies</a:t>
            </a:r>
          </a:p>
          <a:p>
            <a:pPr>
              <a:buClr>
                <a:schemeClr val="tx1">
                  <a:lumMod val="60000"/>
                  <a:lumOff val="40000"/>
                </a:schemeClr>
              </a:buClr>
              <a:buFont typeface="Wingdings" panose="05000000000000000000" pitchFamily="2" charset="2"/>
              <a:buChar char="Ø"/>
            </a:pPr>
            <a:r>
              <a:rPr lang="en-US" dirty="0"/>
              <a:t>Angular, React and Proprietary Technologies across different products</a:t>
            </a:r>
          </a:p>
          <a:p>
            <a:pPr>
              <a:buClr>
                <a:schemeClr val="tx1">
                  <a:lumMod val="60000"/>
                  <a:lumOff val="40000"/>
                </a:schemeClr>
              </a:buClr>
              <a:buFont typeface="Wingdings" panose="05000000000000000000" pitchFamily="2" charset="2"/>
              <a:buChar char="Ø"/>
            </a:pPr>
            <a:r>
              <a:rPr lang="en-US" dirty="0"/>
              <a:t>Tightly coupled UI/UX with business logic in some products</a:t>
            </a:r>
          </a:p>
        </p:txBody>
      </p:sp>
      <p:sp>
        <p:nvSpPr>
          <p:cNvPr id="10" name="Text Placeholder 9">
            <a:extLst>
              <a:ext uri="{FF2B5EF4-FFF2-40B4-BE49-F238E27FC236}">
                <a16:creationId xmlns:a16="http://schemas.microsoft.com/office/drawing/2014/main" id="{D85E5527-0BF4-4531-9BD6-4374FD66B7EF}"/>
              </a:ext>
            </a:extLst>
          </p:cNvPr>
          <p:cNvSpPr>
            <a:spLocks noGrp="1"/>
          </p:cNvSpPr>
          <p:nvPr>
            <p:ph type="body" sz="quarter" idx="3"/>
          </p:nvPr>
        </p:nvSpPr>
        <p:spPr>
          <a:xfrm>
            <a:off x="6193367" y="877983"/>
            <a:ext cx="5389033" cy="550638"/>
          </a:xfrm>
        </p:spPr>
        <p:txBody>
          <a:bodyPr/>
          <a:lstStyle/>
          <a:p>
            <a:r>
              <a:rPr lang="en-US" dirty="0"/>
              <a:t>Where we want to go ….</a:t>
            </a:r>
          </a:p>
        </p:txBody>
      </p:sp>
      <p:sp>
        <p:nvSpPr>
          <p:cNvPr id="11" name="Content Placeholder 10">
            <a:extLst>
              <a:ext uri="{FF2B5EF4-FFF2-40B4-BE49-F238E27FC236}">
                <a16:creationId xmlns:a16="http://schemas.microsoft.com/office/drawing/2014/main" id="{DC059F79-A90A-47D8-8192-E950EDF1C454}"/>
              </a:ext>
            </a:extLst>
          </p:cNvPr>
          <p:cNvSpPr>
            <a:spLocks noGrp="1"/>
          </p:cNvSpPr>
          <p:nvPr>
            <p:ph sz="quarter" idx="4"/>
          </p:nvPr>
        </p:nvSpPr>
        <p:spPr>
          <a:xfrm>
            <a:off x="6210354" y="1538508"/>
            <a:ext cx="5389033" cy="1761239"/>
          </a:xfrm>
        </p:spPr>
        <p:txBody>
          <a:bodyPr/>
          <a:lstStyle/>
          <a:p>
            <a:pPr>
              <a:buClr>
                <a:srgbClr val="1639D0"/>
              </a:buClr>
              <a:buFont typeface="Wingdings" panose="05000000000000000000" pitchFamily="2" charset="2"/>
              <a:buChar char="Ø"/>
            </a:pPr>
            <a:r>
              <a:rPr lang="en-US" dirty="0"/>
              <a:t>Unified UI/UX Layer based on Shield standards</a:t>
            </a:r>
          </a:p>
          <a:p>
            <a:pPr>
              <a:buClr>
                <a:srgbClr val="1639D0"/>
              </a:buClr>
              <a:buFont typeface="Wingdings" panose="05000000000000000000" pitchFamily="2" charset="2"/>
              <a:buChar char="Ø"/>
            </a:pPr>
            <a:r>
              <a:rPr lang="en-US" dirty="0"/>
              <a:t>Decoupled UI/UX layer separated from business logic</a:t>
            </a:r>
          </a:p>
          <a:p>
            <a:pPr>
              <a:buClr>
                <a:srgbClr val="1639D0"/>
              </a:buClr>
              <a:buFont typeface="Wingdings" panose="05000000000000000000" pitchFamily="2" charset="2"/>
              <a:buChar char="Ø"/>
            </a:pPr>
            <a:r>
              <a:rPr lang="en-US" dirty="0"/>
              <a:t>Device agnostic codebase</a:t>
            </a:r>
          </a:p>
          <a:p>
            <a:endParaRPr lang="en-US" dirty="0"/>
          </a:p>
          <a:p>
            <a:endParaRPr lang="en-US" dirty="0"/>
          </a:p>
          <a:p>
            <a:endParaRPr lang="en-US" dirty="0"/>
          </a:p>
        </p:txBody>
      </p:sp>
      <p:sp>
        <p:nvSpPr>
          <p:cNvPr id="12" name="Content Placeholder 11">
            <a:extLst>
              <a:ext uri="{FF2B5EF4-FFF2-40B4-BE49-F238E27FC236}">
                <a16:creationId xmlns:a16="http://schemas.microsoft.com/office/drawing/2014/main" id="{B903C8E6-181D-4793-9EFC-C0082794B10A}"/>
              </a:ext>
            </a:extLst>
          </p:cNvPr>
          <p:cNvSpPr>
            <a:spLocks noGrp="1"/>
          </p:cNvSpPr>
          <p:nvPr>
            <p:ph sz="quarter" idx="11"/>
          </p:nvPr>
        </p:nvSpPr>
        <p:spPr>
          <a:xfrm>
            <a:off x="594731" y="3949130"/>
            <a:ext cx="10987668" cy="1865455"/>
          </a:xfrm>
        </p:spPr>
        <p:txBody>
          <a:bodyPr/>
          <a:lstStyle/>
          <a:p>
            <a:pPr marL="466344" indent="-457200">
              <a:buClr>
                <a:srgbClr val="1639D0"/>
              </a:buClr>
              <a:buFont typeface="+mj-lt"/>
              <a:buAutoNum type="arabicPeriod"/>
            </a:pPr>
            <a:r>
              <a:rPr lang="en-US" dirty="0"/>
              <a:t>Slowly migrate to React UI using Strangler Pattern</a:t>
            </a:r>
          </a:p>
          <a:p>
            <a:pPr marL="466344" indent="-457200">
              <a:buClr>
                <a:srgbClr val="1639D0"/>
              </a:buClr>
              <a:buFont typeface="+mj-lt"/>
              <a:buAutoNum type="arabicPeriod"/>
            </a:pPr>
            <a:r>
              <a:rPr lang="en-US" dirty="0"/>
              <a:t>Embed React and Shield components in existing pages</a:t>
            </a:r>
          </a:p>
          <a:p>
            <a:pPr marL="466344" indent="-457200">
              <a:buClr>
                <a:srgbClr val="1639D0"/>
              </a:buClr>
              <a:buFont typeface="+mj-lt"/>
              <a:buAutoNum type="arabicPeriod"/>
            </a:pPr>
            <a:r>
              <a:rPr lang="en-US" dirty="0"/>
              <a:t>Decouple UI/UX Layer from business logic by using Experience APIs for data binding</a:t>
            </a:r>
          </a:p>
        </p:txBody>
      </p:sp>
      <p:sp>
        <p:nvSpPr>
          <p:cNvPr id="13" name="Text Placeholder 9">
            <a:extLst>
              <a:ext uri="{FF2B5EF4-FFF2-40B4-BE49-F238E27FC236}">
                <a16:creationId xmlns:a16="http://schemas.microsoft.com/office/drawing/2014/main" id="{DB0E9B81-074A-4EEF-A838-DE770F8D595A}"/>
              </a:ext>
            </a:extLst>
          </p:cNvPr>
          <p:cNvSpPr txBox="1">
            <a:spLocks/>
          </p:cNvSpPr>
          <p:nvPr/>
        </p:nvSpPr>
        <p:spPr>
          <a:xfrm>
            <a:off x="592613" y="3282935"/>
            <a:ext cx="11004656" cy="550638"/>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How can we get there?</a:t>
            </a:r>
          </a:p>
        </p:txBody>
      </p:sp>
    </p:spTree>
    <p:extLst>
      <p:ext uri="{BB962C8B-B14F-4D97-AF65-F5344CB8AC3E}">
        <p14:creationId xmlns:p14="http://schemas.microsoft.com/office/powerpoint/2010/main" val="436294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24627C-4409-4307-B34B-1ACF0E931540}"/>
              </a:ext>
            </a:extLst>
          </p:cNvPr>
          <p:cNvSpPr>
            <a:spLocks noGrp="1"/>
          </p:cNvSpPr>
          <p:nvPr>
            <p:ph type="title"/>
          </p:nvPr>
        </p:nvSpPr>
        <p:spPr>
          <a:xfrm>
            <a:off x="609599" y="305434"/>
            <a:ext cx="10972800" cy="584897"/>
          </a:xfrm>
        </p:spPr>
        <p:txBody>
          <a:bodyPr anchor="b">
            <a:normAutofit/>
          </a:bodyPr>
          <a:lstStyle/>
          <a:p>
            <a:r>
              <a:rPr lang="en-US" dirty="0"/>
              <a:t>Adoption approaches for React in UI/UX applications</a:t>
            </a:r>
          </a:p>
        </p:txBody>
      </p:sp>
      <p:sp>
        <p:nvSpPr>
          <p:cNvPr id="6" name="Text Placeholder 5">
            <a:extLst>
              <a:ext uri="{FF2B5EF4-FFF2-40B4-BE49-F238E27FC236}">
                <a16:creationId xmlns:a16="http://schemas.microsoft.com/office/drawing/2014/main" id="{E6A212AB-283F-4C13-8BA5-72EECBB67A07}"/>
              </a:ext>
            </a:extLst>
          </p:cNvPr>
          <p:cNvSpPr>
            <a:spLocks noGrp="1"/>
          </p:cNvSpPr>
          <p:nvPr>
            <p:ph type="body" idx="1"/>
          </p:nvPr>
        </p:nvSpPr>
        <p:spPr>
          <a:xfrm>
            <a:off x="609599" y="1106424"/>
            <a:ext cx="10972800" cy="493458"/>
          </a:xfrm>
        </p:spPr>
        <p:txBody>
          <a:bodyPr anchor="b">
            <a:normAutofit/>
          </a:bodyPr>
          <a:lstStyle/>
          <a:p>
            <a:r>
              <a:rPr lang="en-US" dirty="0"/>
              <a:t>Slowly migrate to React UI using Strangler Pattern</a:t>
            </a:r>
          </a:p>
        </p:txBody>
      </p:sp>
      <p:sp>
        <p:nvSpPr>
          <p:cNvPr id="3" name="Content Placeholder 2">
            <a:extLst>
              <a:ext uri="{FF2B5EF4-FFF2-40B4-BE49-F238E27FC236}">
                <a16:creationId xmlns:a16="http://schemas.microsoft.com/office/drawing/2014/main" id="{1A05F8D9-D967-4227-933A-EF4DFB885915}"/>
              </a:ext>
            </a:extLst>
          </p:cNvPr>
          <p:cNvSpPr>
            <a:spLocks noGrp="1"/>
          </p:cNvSpPr>
          <p:nvPr>
            <p:ph sz="half" idx="2"/>
          </p:nvPr>
        </p:nvSpPr>
        <p:spPr>
          <a:xfrm>
            <a:off x="609599" y="1810511"/>
            <a:ext cx="5386917" cy="3941065"/>
          </a:xfrm>
        </p:spPr>
        <p:txBody>
          <a:bodyPr>
            <a:normAutofit/>
          </a:bodyPr>
          <a:lstStyle/>
          <a:p>
            <a:pPr>
              <a:lnSpc>
                <a:spcPct val="90000"/>
              </a:lnSpc>
              <a:buClr>
                <a:srgbClr val="1639D0"/>
              </a:buClr>
              <a:buFont typeface="Wingdings" panose="05000000000000000000" pitchFamily="2" charset="2"/>
              <a:buChar char="Ø"/>
            </a:pPr>
            <a:r>
              <a:rPr lang="en-US" sz="1800" dirty="0"/>
              <a:t>Strangler Pattern is a well-known design pattern of decomposing existing systems and standing up new functionality, while both existing side-by-side.</a:t>
            </a:r>
          </a:p>
          <a:p>
            <a:pPr>
              <a:lnSpc>
                <a:spcPct val="90000"/>
              </a:lnSpc>
              <a:buClr>
                <a:srgbClr val="1639D0"/>
              </a:buClr>
              <a:buFont typeface="Wingdings" panose="05000000000000000000" pitchFamily="2" charset="2"/>
              <a:buChar char="Ø"/>
            </a:pPr>
            <a:r>
              <a:rPr lang="en-US" sz="1800" dirty="0"/>
              <a:t>Originally made popular by Martin Fowler</a:t>
            </a:r>
          </a:p>
          <a:p>
            <a:pPr>
              <a:lnSpc>
                <a:spcPct val="90000"/>
              </a:lnSpc>
              <a:buClr>
                <a:srgbClr val="1639D0"/>
              </a:buClr>
              <a:buFont typeface="Wingdings" panose="05000000000000000000" pitchFamily="2" charset="2"/>
              <a:buChar char="Ø"/>
            </a:pPr>
            <a:r>
              <a:rPr lang="en-US" sz="1800" dirty="0"/>
              <a:t>This pattern involves 4 easy steps:</a:t>
            </a:r>
          </a:p>
          <a:p>
            <a:pPr marL="777240" lvl="1" indent="-457200">
              <a:lnSpc>
                <a:spcPct val="90000"/>
              </a:lnSpc>
              <a:buClr>
                <a:srgbClr val="1639D0"/>
              </a:buClr>
              <a:buFont typeface="+mj-lt"/>
              <a:buAutoNum type="arabicPeriod"/>
            </a:pPr>
            <a:r>
              <a:rPr lang="en-US" b="1" dirty="0"/>
              <a:t>Identify</a:t>
            </a:r>
            <a:r>
              <a:rPr lang="en-US" dirty="0"/>
              <a:t>: Parts of system to migrate</a:t>
            </a:r>
          </a:p>
          <a:p>
            <a:pPr marL="777240" lvl="1" indent="-457200">
              <a:lnSpc>
                <a:spcPct val="90000"/>
              </a:lnSpc>
              <a:buClr>
                <a:srgbClr val="1639D0"/>
              </a:buClr>
              <a:buFont typeface="+mj-lt"/>
              <a:buAutoNum type="arabicPeriod"/>
            </a:pPr>
            <a:r>
              <a:rPr lang="en-US" b="1" dirty="0"/>
              <a:t>Transform</a:t>
            </a:r>
            <a:r>
              <a:rPr lang="en-US" dirty="0"/>
              <a:t>: Identified parts to new technology</a:t>
            </a:r>
          </a:p>
          <a:p>
            <a:pPr marL="777240" lvl="1" indent="-457200">
              <a:lnSpc>
                <a:spcPct val="90000"/>
              </a:lnSpc>
              <a:buClr>
                <a:srgbClr val="1639D0"/>
              </a:buClr>
              <a:buFont typeface="+mj-lt"/>
              <a:buAutoNum type="arabicPeriod"/>
            </a:pPr>
            <a:r>
              <a:rPr lang="en-US" b="1" dirty="0"/>
              <a:t>Co-Exist</a:t>
            </a:r>
            <a:r>
              <a:rPr lang="en-US" dirty="0"/>
              <a:t>: Re-route calls from old system to new</a:t>
            </a:r>
          </a:p>
          <a:p>
            <a:pPr marL="777240" lvl="1" indent="-457200">
              <a:lnSpc>
                <a:spcPct val="90000"/>
              </a:lnSpc>
              <a:buClr>
                <a:srgbClr val="1639D0"/>
              </a:buClr>
              <a:buFont typeface="+mj-lt"/>
              <a:buAutoNum type="arabicPeriod"/>
            </a:pPr>
            <a:r>
              <a:rPr lang="en-US" b="1" dirty="0"/>
              <a:t>Eliminate</a:t>
            </a:r>
            <a:r>
              <a:rPr lang="en-US" dirty="0"/>
              <a:t>: Repeat first three steps until migration is complete, and remove the old system</a:t>
            </a:r>
          </a:p>
        </p:txBody>
      </p:sp>
      <p:grpSp>
        <p:nvGrpSpPr>
          <p:cNvPr id="17" name="Group 16">
            <a:extLst>
              <a:ext uri="{FF2B5EF4-FFF2-40B4-BE49-F238E27FC236}">
                <a16:creationId xmlns:a16="http://schemas.microsoft.com/office/drawing/2014/main" id="{F6AC2BD5-1016-40E2-A542-86B1222CD1C1}"/>
              </a:ext>
            </a:extLst>
          </p:cNvPr>
          <p:cNvGrpSpPr/>
          <p:nvPr/>
        </p:nvGrpSpPr>
        <p:grpSpPr>
          <a:xfrm>
            <a:off x="6195486" y="1700466"/>
            <a:ext cx="1860378" cy="1984566"/>
            <a:chOff x="1568577" y="1383030"/>
            <a:chExt cx="1532255" cy="1790196"/>
          </a:xfrm>
        </p:grpSpPr>
        <p:pic>
          <p:nvPicPr>
            <p:cNvPr id="18" name="Picture 17">
              <a:extLst>
                <a:ext uri="{FF2B5EF4-FFF2-40B4-BE49-F238E27FC236}">
                  <a16:creationId xmlns:a16="http://schemas.microsoft.com/office/drawing/2014/main" id="{8FDFEBF9-6190-4897-82C8-E7DE21D201E0}"/>
                </a:ext>
              </a:extLst>
            </p:cNvPr>
            <p:cNvPicPr>
              <a:picLocks noChangeAspect="1"/>
            </p:cNvPicPr>
            <p:nvPr/>
          </p:nvPicPr>
          <p:blipFill>
            <a:blip r:embed="rId2"/>
            <a:stretch>
              <a:fillRect/>
            </a:stretch>
          </p:blipFill>
          <p:spPr>
            <a:xfrm>
              <a:off x="1568577" y="1383030"/>
              <a:ext cx="1532255" cy="1451610"/>
            </a:xfrm>
            <a:prstGeom prst="rect">
              <a:avLst/>
            </a:prstGeom>
          </p:spPr>
        </p:pic>
        <p:pic>
          <p:nvPicPr>
            <p:cNvPr id="20" name="Picture 19" descr="Image result for angular logo">
              <a:extLst>
                <a:ext uri="{FF2B5EF4-FFF2-40B4-BE49-F238E27FC236}">
                  <a16:creationId xmlns:a16="http://schemas.microsoft.com/office/drawing/2014/main" id="{3AC2E05F-490D-4DEC-8661-BF58C9429D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757" y="2816352"/>
              <a:ext cx="356874" cy="35687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Image result for react logo">
              <a:extLst>
                <a:ext uri="{FF2B5EF4-FFF2-40B4-BE49-F238E27FC236}">
                  <a16:creationId xmlns:a16="http://schemas.microsoft.com/office/drawing/2014/main" id="{57D073C1-B32F-4A98-9340-B48D8AC614D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67810" y="2536524"/>
              <a:ext cx="533022" cy="3764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6E9AC83C-5615-4DA6-B14F-38CCE5A77159}"/>
              </a:ext>
            </a:extLst>
          </p:cNvPr>
          <p:cNvGrpSpPr/>
          <p:nvPr/>
        </p:nvGrpSpPr>
        <p:grpSpPr>
          <a:xfrm>
            <a:off x="9561685" y="1764410"/>
            <a:ext cx="1501509" cy="1828056"/>
            <a:chOff x="3944981" y="1497156"/>
            <a:chExt cx="1501509" cy="1828056"/>
          </a:xfrm>
        </p:grpSpPr>
        <p:pic>
          <p:nvPicPr>
            <p:cNvPr id="23" name="Picture 22">
              <a:extLst>
                <a:ext uri="{FF2B5EF4-FFF2-40B4-BE49-F238E27FC236}">
                  <a16:creationId xmlns:a16="http://schemas.microsoft.com/office/drawing/2014/main" id="{F4D2F1D8-DCC6-45E5-86A8-FCDFDE7AAF17}"/>
                </a:ext>
              </a:extLst>
            </p:cNvPr>
            <p:cNvPicPr>
              <a:picLocks noChangeAspect="1"/>
            </p:cNvPicPr>
            <p:nvPr/>
          </p:nvPicPr>
          <p:blipFill>
            <a:blip r:embed="rId5"/>
            <a:stretch>
              <a:fillRect/>
            </a:stretch>
          </p:blipFill>
          <p:spPr>
            <a:xfrm>
              <a:off x="3944981" y="1497156"/>
              <a:ext cx="1501509" cy="1451610"/>
            </a:xfrm>
            <a:prstGeom prst="rect">
              <a:avLst/>
            </a:prstGeom>
          </p:spPr>
        </p:pic>
        <p:pic>
          <p:nvPicPr>
            <p:cNvPr id="24" name="Picture 23" descr="Image result for angular logo">
              <a:extLst>
                <a:ext uri="{FF2B5EF4-FFF2-40B4-BE49-F238E27FC236}">
                  <a16:creationId xmlns:a16="http://schemas.microsoft.com/office/drawing/2014/main" id="{EE4CB795-DF70-4B68-BF9F-292B831F1E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4981" y="2591892"/>
              <a:ext cx="356874" cy="35687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Image result for react logo">
              <a:extLst>
                <a:ext uri="{FF2B5EF4-FFF2-40B4-BE49-F238E27FC236}">
                  <a16:creationId xmlns:a16="http://schemas.microsoft.com/office/drawing/2014/main" id="{8B3BB38F-F911-48BC-BEB4-9A6D4FDFD8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5735" y="2948766"/>
              <a:ext cx="533022" cy="3764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276304A-FBDC-427A-AA31-69DC6C46F68C}"/>
              </a:ext>
            </a:extLst>
          </p:cNvPr>
          <p:cNvGrpSpPr/>
          <p:nvPr/>
        </p:nvGrpSpPr>
        <p:grpSpPr>
          <a:xfrm>
            <a:off x="7736822" y="3877055"/>
            <a:ext cx="1532255" cy="2014201"/>
            <a:chOff x="6481381" y="1217754"/>
            <a:chExt cx="1532255" cy="2014201"/>
          </a:xfrm>
        </p:grpSpPr>
        <p:pic>
          <p:nvPicPr>
            <p:cNvPr id="27" name="Picture 6" descr="Image result for react logo">
              <a:extLst>
                <a:ext uri="{FF2B5EF4-FFF2-40B4-BE49-F238E27FC236}">
                  <a16:creationId xmlns:a16="http://schemas.microsoft.com/office/drawing/2014/main" id="{55C7C8CA-050A-43F7-8457-9E7AB57C185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5743" y="2855509"/>
              <a:ext cx="533022" cy="37644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BD48BF1B-42CE-430D-8D20-46A5B91A0946}"/>
                </a:ext>
              </a:extLst>
            </p:cNvPr>
            <p:cNvPicPr>
              <a:picLocks noChangeAspect="1"/>
            </p:cNvPicPr>
            <p:nvPr/>
          </p:nvPicPr>
          <p:blipFill>
            <a:blip r:embed="rId6"/>
            <a:stretch>
              <a:fillRect/>
            </a:stretch>
          </p:blipFill>
          <p:spPr>
            <a:xfrm>
              <a:off x="6481381" y="1217754"/>
              <a:ext cx="1532255" cy="1637755"/>
            </a:xfrm>
            <a:prstGeom prst="rect">
              <a:avLst/>
            </a:prstGeom>
          </p:spPr>
        </p:pic>
      </p:grpSp>
      <p:sp>
        <p:nvSpPr>
          <p:cNvPr id="8" name="Arrow: Right 7">
            <a:extLst>
              <a:ext uri="{FF2B5EF4-FFF2-40B4-BE49-F238E27FC236}">
                <a16:creationId xmlns:a16="http://schemas.microsoft.com/office/drawing/2014/main" id="{F417D782-E1B4-4462-9B5E-C85EBC026DB9}"/>
              </a:ext>
            </a:extLst>
          </p:cNvPr>
          <p:cNvSpPr/>
          <p:nvPr/>
        </p:nvSpPr>
        <p:spPr>
          <a:xfrm>
            <a:off x="8301184" y="2231136"/>
            <a:ext cx="967893" cy="34747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C2451B83-786F-47F2-86A7-03573FC14286}"/>
              </a:ext>
            </a:extLst>
          </p:cNvPr>
          <p:cNvSpPr/>
          <p:nvPr/>
        </p:nvSpPr>
        <p:spPr>
          <a:xfrm rot="7587842">
            <a:off x="9434612" y="3846451"/>
            <a:ext cx="967893" cy="34747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F07295-1100-49E2-B475-641C2AB21541}"/>
              </a:ext>
            </a:extLst>
          </p:cNvPr>
          <p:cNvSpPr txBox="1"/>
          <p:nvPr/>
        </p:nvSpPr>
        <p:spPr>
          <a:xfrm>
            <a:off x="609599" y="5823705"/>
            <a:ext cx="3293594" cy="276999"/>
          </a:xfrm>
          <a:prstGeom prst="rect">
            <a:avLst/>
          </a:prstGeom>
          <a:noFill/>
        </p:spPr>
        <p:txBody>
          <a:bodyPr wrap="none" rtlCol="0">
            <a:spAutoFit/>
          </a:bodyPr>
          <a:lstStyle/>
          <a:p>
            <a:r>
              <a:rPr lang="en-US" sz="1200" dirty="0"/>
              <a:t>Source: </a:t>
            </a:r>
            <a:r>
              <a:rPr lang="en-US" sz="1200" dirty="0">
                <a:hlinkClick r:id="rId7"/>
              </a:rPr>
              <a:t>Azure Architecture: Strangler Pattern</a:t>
            </a:r>
            <a:r>
              <a:rPr lang="en-US" sz="1200" dirty="0"/>
              <a:t> </a:t>
            </a:r>
          </a:p>
        </p:txBody>
      </p:sp>
    </p:spTree>
    <p:extLst>
      <p:ext uri="{BB962C8B-B14F-4D97-AF65-F5344CB8AC3E}">
        <p14:creationId xmlns:p14="http://schemas.microsoft.com/office/powerpoint/2010/main" val="2088376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9336ADB-E2A3-4F49-9DDF-781F77C82D4E}"/>
              </a:ext>
            </a:extLst>
          </p:cNvPr>
          <p:cNvPicPr>
            <a:picLocks noChangeAspect="1"/>
          </p:cNvPicPr>
          <p:nvPr/>
        </p:nvPicPr>
        <p:blipFill>
          <a:blip r:embed="rId2"/>
          <a:stretch>
            <a:fillRect/>
          </a:stretch>
        </p:blipFill>
        <p:spPr>
          <a:xfrm>
            <a:off x="6193368" y="1051559"/>
            <a:ext cx="5456087" cy="4572107"/>
          </a:xfrm>
          <a:prstGeom prst="rect">
            <a:avLst/>
          </a:prstGeom>
        </p:spPr>
      </p:pic>
      <p:sp>
        <p:nvSpPr>
          <p:cNvPr id="5" name="Title 4">
            <a:extLst>
              <a:ext uri="{FF2B5EF4-FFF2-40B4-BE49-F238E27FC236}">
                <a16:creationId xmlns:a16="http://schemas.microsoft.com/office/drawing/2014/main" id="{EA24627C-4409-4307-B34B-1ACF0E931540}"/>
              </a:ext>
            </a:extLst>
          </p:cNvPr>
          <p:cNvSpPr>
            <a:spLocks noGrp="1"/>
          </p:cNvSpPr>
          <p:nvPr>
            <p:ph type="title"/>
          </p:nvPr>
        </p:nvSpPr>
        <p:spPr>
          <a:xfrm>
            <a:off x="326136" y="254929"/>
            <a:ext cx="10972800" cy="548640"/>
          </a:xfrm>
        </p:spPr>
        <p:txBody>
          <a:bodyPr>
            <a:normAutofit/>
          </a:bodyPr>
          <a:lstStyle/>
          <a:p>
            <a:r>
              <a:rPr lang="en-US" dirty="0"/>
              <a:t>Adoption approaches for React in UI/UX applications</a:t>
            </a:r>
          </a:p>
        </p:txBody>
      </p:sp>
      <p:sp>
        <p:nvSpPr>
          <p:cNvPr id="6" name="Text Placeholder 5">
            <a:extLst>
              <a:ext uri="{FF2B5EF4-FFF2-40B4-BE49-F238E27FC236}">
                <a16:creationId xmlns:a16="http://schemas.microsoft.com/office/drawing/2014/main" id="{E6A212AB-283F-4C13-8BA5-72EECBB67A07}"/>
              </a:ext>
            </a:extLst>
          </p:cNvPr>
          <p:cNvSpPr>
            <a:spLocks noGrp="1"/>
          </p:cNvSpPr>
          <p:nvPr>
            <p:ph type="body" idx="1"/>
          </p:nvPr>
        </p:nvSpPr>
        <p:spPr>
          <a:xfrm>
            <a:off x="326136" y="928875"/>
            <a:ext cx="6358128" cy="548640"/>
          </a:xfrm>
        </p:spPr>
        <p:txBody>
          <a:bodyPr/>
          <a:lstStyle/>
          <a:p>
            <a:r>
              <a:rPr lang="en-US" dirty="0"/>
              <a:t>Embed React Widgets in existing pages</a:t>
            </a:r>
          </a:p>
        </p:txBody>
      </p:sp>
      <p:sp>
        <p:nvSpPr>
          <p:cNvPr id="7" name="Content Placeholder 6">
            <a:extLst>
              <a:ext uri="{FF2B5EF4-FFF2-40B4-BE49-F238E27FC236}">
                <a16:creationId xmlns:a16="http://schemas.microsoft.com/office/drawing/2014/main" id="{1F631592-EB5A-438B-B17C-791DA1CD35B0}"/>
              </a:ext>
            </a:extLst>
          </p:cNvPr>
          <p:cNvSpPr>
            <a:spLocks noGrp="1"/>
          </p:cNvSpPr>
          <p:nvPr>
            <p:ph sz="half" idx="2"/>
          </p:nvPr>
        </p:nvSpPr>
        <p:spPr>
          <a:xfrm>
            <a:off x="398103" y="1578101"/>
            <a:ext cx="5600530" cy="4511676"/>
          </a:xfrm>
        </p:spPr>
        <p:txBody>
          <a:bodyPr/>
          <a:lstStyle/>
          <a:p>
            <a:pPr>
              <a:buClr>
                <a:srgbClr val="1639D0"/>
              </a:buClr>
              <a:buFont typeface="Wingdings" panose="05000000000000000000" pitchFamily="2" charset="2"/>
              <a:buChar char="Ø"/>
            </a:pPr>
            <a:r>
              <a:rPr lang="en-US" dirty="0"/>
              <a:t>React widgets are fairly light-weight and can be easily embedded in web pages written in Angular or other JavaScript based frameworks.</a:t>
            </a:r>
          </a:p>
          <a:p>
            <a:pPr>
              <a:buClr>
                <a:srgbClr val="1639D0"/>
              </a:buClr>
              <a:buFont typeface="Wingdings" panose="05000000000000000000" pitchFamily="2" charset="2"/>
              <a:buChar char="Ø"/>
            </a:pPr>
            <a:r>
              <a:rPr lang="en-US" dirty="0"/>
              <a:t>Several shared services have provided how-to instructions and examples and plenty of resources available in the web.</a:t>
            </a:r>
          </a:p>
          <a:p>
            <a:pPr>
              <a:buClr>
                <a:srgbClr val="1639D0"/>
              </a:buClr>
              <a:buFont typeface="Wingdings" panose="05000000000000000000" pitchFamily="2" charset="2"/>
              <a:buChar char="Ø"/>
            </a:pPr>
            <a:r>
              <a:rPr lang="en-US" dirty="0"/>
              <a:t>Adjacent example shows </a:t>
            </a:r>
            <a:r>
              <a:rPr lang="en-US" u="sng" dirty="0"/>
              <a:t>Challenge Widget</a:t>
            </a:r>
            <a:r>
              <a:rPr lang="en-US" dirty="0"/>
              <a:t> from </a:t>
            </a:r>
            <a:r>
              <a:rPr lang="en-US" u="sng" dirty="0" err="1"/>
              <a:t>SharedAuth</a:t>
            </a:r>
            <a:r>
              <a:rPr lang="en-US" dirty="0"/>
              <a:t> team written in React embedded in an Angular page.</a:t>
            </a:r>
          </a:p>
        </p:txBody>
      </p:sp>
      <p:pic>
        <p:nvPicPr>
          <p:cNvPr id="13" name="Picture 12">
            <a:extLst>
              <a:ext uri="{FF2B5EF4-FFF2-40B4-BE49-F238E27FC236}">
                <a16:creationId xmlns:a16="http://schemas.microsoft.com/office/drawing/2014/main" id="{AF879C6D-458B-40DB-8514-F02E98CCCC3D}"/>
              </a:ext>
            </a:extLst>
          </p:cNvPr>
          <p:cNvPicPr>
            <a:picLocks noChangeAspect="1"/>
          </p:cNvPicPr>
          <p:nvPr/>
        </p:nvPicPr>
        <p:blipFill>
          <a:blip r:embed="rId3"/>
          <a:stretch>
            <a:fillRect/>
          </a:stretch>
        </p:blipFill>
        <p:spPr>
          <a:xfrm>
            <a:off x="10521931" y="4500136"/>
            <a:ext cx="740429" cy="523264"/>
          </a:xfrm>
          <a:prstGeom prst="rect">
            <a:avLst/>
          </a:prstGeom>
        </p:spPr>
      </p:pic>
      <p:sp>
        <p:nvSpPr>
          <p:cNvPr id="14" name="Arrow: Left 13">
            <a:extLst>
              <a:ext uri="{FF2B5EF4-FFF2-40B4-BE49-F238E27FC236}">
                <a16:creationId xmlns:a16="http://schemas.microsoft.com/office/drawing/2014/main" id="{B2D648B4-7282-40A8-B478-3CA78A90B384}"/>
              </a:ext>
            </a:extLst>
          </p:cNvPr>
          <p:cNvSpPr/>
          <p:nvPr/>
        </p:nvSpPr>
        <p:spPr>
          <a:xfrm>
            <a:off x="10211816" y="4674403"/>
            <a:ext cx="411480" cy="174731"/>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037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6ECF-6648-4A64-89CB-90A168737F67}"/>
              </a:ext>
            </a:extLst>
          </p:cNvPr>
          <p:cNvSpPr>
            <a:spLocks noGrp="1"/>
          </p:cNvSpPr>
          <p:nvPr>
            <p:ph type="title"/>
          </p:nvPr>
        </p:nvSpPr>
        <p:spPr>
          <a:xfrm>
            <a:off x="594732" y="250371"/>
            <a:ext cx="10972800" cy="555172"/>
          </a:xfrm>
        </p:spPr>
        <p:txBody>
          <a:bodyPr/>
          <a:lstStyle/>
          <a:p>
            <a:r>
              <a:rPr lang="en-US" dirty="0"/>
              <a:t>Separation of Concerns – Experience and Data</a:t>
            </a:r>
          </a:p>
        </p:txBody>
      </p:sp>
      <p:sp>
        <p:nvSpPr>
          <p:cNvPr id="3" name="Text Placeholder 2">
            <a:extLst>
              <a:ext uri="{FF2B5EF4-FFF2-40B4-BE49-F238E27FC236}">
                <a16:creationId xmlns:a16="http://schemas.microsoft.com/office/drawing/2014/main" id="{562A694E-C966-45AF-8261-67FEC47BE3C6}"/>
              </a:ext>
            </a:extLst>
          </p:cNvPr>
          <p:cNvSpPr>
            <a:spLocks noGrp="1"/>
          </p:cNvSpPr>
          <p:nvPr>
            <p:ph type="body" idx="1"/>
          </p:nvPr>
        </p:nvSpPr>
        <p:spPr>
          <a:xfrm>
            <a:off x="609600" y="914399"/>
            <a:ext cx="5386917" cy="348345"/>
          </a:xfrm>
        </p:spPr>
        <p:txBody>
          <a:bodyPr/>
          <a:lstStyle/>
          <a:p>
            <a:r>
              <a:rPr lang="en-US" dirty="0"/>
              <a:t>Where we’re now ….</a:t>
            </a:r>
          </a:p>
        </p:txBody>
      </p:sp>
      <p:sp>
        <p:nvSpPr>
          <p:cNvPr id="4" name="Content Placeholder 3">
            <a:extLst>
              <a:ext uri="{FF2B5EF4-FFF2-40B4-BE49-F238E27FC236}">
                <a16:creationId xmlns:a16="http://schemas.microsoft.com/office/drawing/2014/main" id="{2C626F42-859E-4CD9-8D04-3D0F9C0FD1E3}"/>
              </a:ext>
            </a:extLst>
          </p:cNvPr>
          <p:cNvSpPr>
            <a:spLocks noGrp="1"/>
          </p:cNvSpPr>
          <p:nvPr>
            <p:ph sz="half" idx="2"/>
          </p:nvPr>
        </p:nvSpPr>
        <p:spPr>
          <a:xfrm>
            <a:off x="609600" y="1295627"/>
            <a:ext cx="5386917" cy="2122487"/>
          </a:xfrm>
        </p:spPr>
        <p:txBody>
          <a:bodyPr/>
          <a:lstStyle/>
          <a:p>
            <a:pPr>
              <a:buClr>
                <a:srgbClr val="1639D0"/>
              </a:buClr>
              <a:buFont typeface="Wingdings" panose="05000000000000000000" pitchFamily="2" charset="2"/>
              <a:buChar char="Ø"/>
            </a:pPr>
            <a:r>
              <a:rPr lang="en-US" dirty="0"/>
              <a:t>Some applications with UI/UX separated out from domain/data layer.</a:t>
            </a:r>
          </a:p>
          <a:p>
            <a:pPr>
              <a:buClr>
                <a:srgbClr val="1639D0"/>
              </a:buClr>
              <a:buFont typeface="Wingdings" panose="05000000000000000000" pitchFamily="2" charset="2"/>
              <a:buChar char="Ø"/>
            </a:pPr>
            <a:r>
              <a:rPr lang="en-US" dirty="0"/>
              <a:t>Domain and experience layer combined in several applications.</a:t>
            </a:r>
          </a:p>
          <a:p>
            <a:pPr>
              <a:buClr>
                <a:srgbClr val="1639D0"/>
              </a:buClr>
              <a:buFont typeface="Wingdings" panose="05000000000000000000" pitchFamily="2" charset="2"/>
              <a:buChar char="Ø"/>
            </a:pPr>
            <a:r>
              <a:rPr lang="en-US" dirty="0"/>
              <a:t>Some applications still tightly coupled with database and data layer</a:t>
            </a:r>
          </a:p>
          <a:p>
            <a:pPr marL="9144" indent="0">
              <a:buNone/>
            </a:pPr>
            <a:endParaRPr lang="en-US" dirty="0"/>
          </a:p>
          <a:p>
            <a:pPr marL="9144" indent="0">
              <a:buNone/>
            </a:pPr>
            <a:endParaRPr lang="en-US" dirty="0"/>
          </a:p>
          <a:p>
            <a:endParaRPr lang="en-US" dirty="0"/>
          </a:p>
          <a:p>
            <a:endParaRPr lang="en-US" dirty="0"/>
          </a:p>
        </p:txBody>
      </p:sp>
      <p:sp>
        <p:nvSpPr>
          <p:cNvPr id="5" name="Text Placeholder 4">
            <a:extLst>
              <a:ext uri="{FF2B5EF4-FFF2-40B4-BE49-F238E27FC236}">
                <a16:creationId xmlns:a16="http://schemas.microsoft.com/office/drawing/2014/main" id="{9AF13DBC-0BD5-4E40-98E3-B55F888F70D2}"/>
              </a:ext>
            </a:extLst>
          </p:cNvPr>
          <p:cNvSpPr>
            <a:spLocks noGrp="1"/>
          </p:cNvSpPr>
          <p:nvPr>
            <p:ph type="body" sz="quarter" idx="3"/>
          </p:nvPr>
        </p:nvSpPr>
        <p:spPr>
          <a:xfrm>
            <a:off x="6193368" y="929143"/>
            <a:ext cx="5389033" cy="431571"/>
          </a:xfrm>
        </p:spPr>
        <p:txBody>
          <a:bodyPr/>
          <a:lstStyle/>
          <a:p>
            <a:r>
              <a:rPr lang="en-US" dirty="0"/>
              <a:t>Where we want to go …</a:t>
            </a:r>
          </a:p>
        </p:txBody>
      </p:sp>
      <p:sp>
        <p:nvSpPr>
          <p:cNvPr id="6" name="Content Placeholder 5">
            <a:extLst>
              <a:ext uri="{FF2B5EF4-FFF2-40B4-BE49-F238E27FC236}">
                <a16:creationId xmlns:a16="http://schemas.microsoft.com/office/drawing/2014/main" id="{CAAFBB9E-606D-4EBB-807A-8470CFC7A8CC}"/>
              </a:ext>
            </a:extLst>
          </p:cNvPr>
          <p:cNvSpPr>
            <a:spLocks noGrp="1"/>
          </p:cNvSpPr>
          <p:nvPr>
            <p:ph sz="quarter" idx="4"/>
          </p:nvPr>
        </p:nvSpPr>
        <p:spPr>
          <a:xfrm>
            <a:off x="6269569" y="1360714"/>
            <a:ext cx="5389033" cy="2122487"/>
          </a:xfrm>
        </p:spPr>
        <p:txBody>
          <a:bodyPr/>
          <a:lstStyle/>
          <a:p>
            <a:pPr>
              <a:buClr>
                <a:srgbClr val="1639D0"/>
              </a:buClr>
              <a:buFont typeface="Wingdings" panose="05000000000000000000" pitchFamily="2" charset="2"/>
              <a:buChar char="Ø"/>
            </a:pPr>
            <a:r>
              <a:rPr lang="en-US" dirty="0"/>
              <a:t>Separated experience layer and domain layer</a:t>
            </a:r>
          </a:p>
          <a:p>
            <a:pPr>
              <a:buClr>
                <a:srgbClr val="1639D0"/>
              </a:buClr>
              <a:buFont typeface="Wingdings" panose="05000000000000000000" pitchFamily="2" charset="2"/>
              <a:buChar char="Ø"/>
            </a:pPr>
            <a:r>
              <a:rPr lang="en-US" dirty="0"/>
              <a:t>Build re-usable, modular shared services</a:t>
            </a:r>
          </a:p>
          <a:p>
            <a:pPr>
              <a:buClr>
                <a:srgbClr val="1639D0"/>
              </a:buClr>
              <a:buFont typeface="Wingdings" panose="05000000000000000000" pitchFamily="2" charset="2"/>
              <a:buChar char="Ø"/>
            </a:pPr>
            <a:r>
              <a:rPr lang="en-US" dirty="0"/>
              <a:t>Use </a:t>
            </a:r>
            <a:r>
              <a:rPr lang="en-US" dirty="0" err="1"/>
              <a:t>SpringBoot</a:t>
            </a:r>
            <a:r>
              <a:rPr lang="en-US" dirty="0"/>
              <a:t> and </a:t>
            </a:r>
            <a:r>
              <a:rPr lang="en-US" dirty="0" err="1"/>
              <a:t>GraphQL</a:t>
            </a:r>
            <a:r>
              <a:rPr lang="en-US" dirty="0"/>
              <a:t> where needed</a:t>
            </a:r>
          </a:p>
          <a:p>
            <a:endParaRPr lang="en-US" dirty="0"/>
          </a:p>
        </p:txBody>
      </p:sp>
      <p:sp>
        <p:nvSpPr>
          <p:cNvPr id="7" name="Content Placeholder 6">
            <a:extLst>
              <a:ext uri="{FF2B5EF4-FFF2-40B4-BE49-F238E27FC236}">
                <a16:creationId xmlns:a16="http://schemas.microsoft.com/office/drawing/2014/main" id="{4FDB5C80-4FC8-4A5E-995F-1EB63EDBFDB5}"/>
              </a:ext>
            </a:extLst>
          </p:cNvPr>
          <p:cNvSpPr>
            <a:spLocks noGrp="1"/>
          </p:cNvSpPr>
          <p:nvPr>
            <p:ph sz="quarter" idx="11"/>
          </p:nvPr>
        </p:nvSpPr>
        <p:spPr/>
        <p:txBody>
          <a:bodyPr/>
          <a:lstStyle/>
          <a:p>
            <a:pPr>
              <a:buClr>
                <a:srgbClr val="1639D0"/>
              </a:buClr>
              <a:buFont typeface="Wingdings" panose="05000000000000000000" pitchFamily="2" charset="2"/>
              <a:buChar char="§"/>
            </a:pPr>
            <a:r>
              <a:rPr lang="en-US" dirty="0"/>
              <a:t>Avoid duplication of code, extract common code to create re-usable libraries or services</a:t>
            </a:r>
          </a:p>
          <a:p>
            <a:pPr>
              <a:buClr>
                <a:srgbClr val="1639D0"/>
              </a:buClr>
              <a:buFont typeface="Wingdings" panose="05000000000000000000" pitchFamily="2" charset="2"/>
              <a:buChar char="§"/>
            </a:pPr>
            <a:r>
              <a:rPr lang="en-US" dirty="0"/>
              <a:t>Identify </a:t>
            </a:r>
            <a:r>
              <a:rPr lang="en-US" dirty="0" err="1"/>
              <a:t>GraphQL</a:t>
            </a:r>
            <a:r>
              <a:rPr lang="en-US" dirty="0"/>
              <a:t> use cases and separate out the experience layer from backend systems with </a:t>
            </a:r>
            <a:r>
              <a:rPr lang="en-US" dirty="0" err="1"/>
              <a:t>GraphQL</a:t>
            </a:r>
            <a:r>
              <a:rPr lang="en-US" dirty="0"/>
              <a:t> driven services.</a:t>
            </a:r>
          </a:p>
          <a:p>
            <a:endParaRPr lang="en-US" dirty="0"/>
          </a:p>
        </p:txBody>
      </p:sp>
      <p:sp>
        <p:nvSpPr>
          <p:cNvPr id="8" name="Text Placeholder 9">
            <a:extLst>
              <a:ext uri="{FF2B5EF4-FFF2-40B4-BE49-F238E27FC236}">
                <a16:creationId xmlns:a16="http://schemas.microsoft.com/office/drawing/2014/main" id="{B388D8AC-8AEB-4384-9C88-143E5EC873E8}"/>
              </a:ext>
            </a:extLst>
          </p:cNvPr>
          <p:cNvSpPr txBox="1">
            <a:spLocks/>
          </p:cNvSpPr>
          <p:nvPr/>
        </p:nvSpPr>
        <p:spPr>
          <a:xfrm>
            <a:off x="609600" y="3317194"/>
            <a:ext cx="11004656" cy="550638"/>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How can we get there?</a:t>
            </a:r>
          </a:p>
        </p:txBody>
      </p:sp>
    </p:spTree>
    <p:extLst>
      <p:ext uri="{BB962C8B-B14F-4D97-AF65-F5344CB8AC3E}">
        <p14:creationId xmlns:p14="http://schemas.microsoft.com/office/powerpoint/2010/main" val="9103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8B1EED-3EB6-481F-8B7D-7FFAA2E079CA}"/>
              </a:ext>
            </a:extLst>
          </p:cNvPr>
          <p:cNvSpPr>
            <a:spLocks noGrp="1"/>
          </p:cNvSpPr>
          <p:nvPr>
            <p:ph type="title"/>
          </p:nvPr>
        </p:nvSpPr>
        <p:spPr>
          <a:xfrm>
            <a:off x="510117" y="397329"/>
            <a:ext cx="10972800" cy="685799"/>
          </a:xfrm>
        </p:spPr>
        <p:txBody>
          <a:bodyPr/>
          <a:lstStyle/>
          <a:p>
            <a:r>
              <a:rPr lang="en-US" dirty="0"/>
              <a:t>Transition to Modular and/or Shared Services</a:t>
            </a:r>
          </a:p>
        </p:txBody>
      </p:sp>
      <p:sp>
        <p:nvSpPr>
          <p:cNvPr id="11" name="Text Placeholder 10">
            <a:extLst>
              <a:ext uri="{FF2B5EF4-FFF2-40B4-BE49-F238E27FC236}">
                <a16:creationId xmlns:a16="http://schemas.microsoft.com/office/drawing/2014/main" id="{045CBC69-F92E-4B90-865F-1A6AC847E06B}"/>
              </a:ext>
            </a:extLst>
          </p:cNvPr>
          <p:cNvSpPr>
            <a:spLocks noGrp="1"/>
          </p:cNvSpPr>
          <p:nvPr>
            <p:ph type="body" idx="1"/>
          </p:nvPr>
        </p:nvSpPr>
        <p:spPr>
          <a:xfrm>
            <a:off x="609599" y="1143000"/>
            <a:ext cx="10972799" cy="511629"/>
          </a:xfrm>
        </p:spPr>
        <p:txBody>
          <a:bodyPr/>
          <a:lstStyle/>
          <a:p>
            <a:r>
              <a:rPr lang="en-US" dirty="0">
                <a:solidFill>
                  <a:schemeClr val="bg2"/>
                </a:solidFill>
              </a:rPr>
              <a:t>Separate Experience from Domain and Data Layer(s) where possible ….</a:t>
            </a:r>
          </a:p>
        </p:txBody>
      </p:sp>
      <p:sp>
        <p:nvSpPr>
          <p:cNvPr id="12" name="Content Placeholder 11">
            <a:extLst>
              <a:ext uri="{FF2B5EF4-FFF2-40B4-BE49-F238E27FC236}">
                <a16:creationId xmlns:a16="http://schemas.microsoft.com/office/drawing/2014/main" id="{1ADD42EB-4EFF-4B33-9813-354349827C46}"/>
              </a:ext>
            </a:extLst>
          </p:cNvPr>
          <p:cNvSpPr>
            <a:spLocks noGrp="1"/>
          </p:cNvSpPr>
          <p:nvPr>
            <p:ph sz="half" idx="2"/>
          </p:nvPr>
        </p:nvSpPr>
        <p:spPr>
          <a:xfrm>
            <a:off x="609600" y="1916112"/>
            <a:ext cx="4528457" cy="4256087"/>
          </a:xfrm>
        </p:spPr>
        <p:txBody>
          <a:bodyPr/>
          <a:lstStyle/>
          <a:p>
            <a:pPr>
              <a:buClr>
                <a:srgbClr val="1639D0"/>
              </a:buClr>
              <a:buFont typeface="Wingdings" panose="05000000000000000000" pitchFamily="2" charset="2"/>
              <a:buChar char="Ø"/>
            </a:pPr>
            <a:r>
              <a:rPr lang="en-US" dirty="0"/>
              <a:t>A path forward to “Breaking the Monolith”</a:t>
            </a:r>
          </a:p>
          <a:p>
            <a:pPr>
              <a:buClr>
                <a:srgbClr val="1639D0"/>
              </a:buClr>
              <a:buFont typeface="Wingdings" panose="05000000000000000000" pitchFamily="2" charset="2"/>
              <a:buChar char="Ø"/>
            </a:pPr>
            <a:r>
              <a:rPr lang="en-US" dirty="0"/>
              <a:t>Promotes separation of concerns and makes systems “less resistant” to changes in requirements and demands.</a:t>
            </a:r>
          </a:p>
          <a:p>
            <a:pPr>
              <a:buClr>
                <a:srgbClr val="1639D0"/>
              </a:buClr>
              <a:buFont typeface="Wingdings" panose="05000000000000000000" pitchFamily="2" charset="2"/>
              <a:buChar char="Ø"/>
            </a:pPr>
            <a:r>
              <a:rPr lang="en-US" dirty="0"/>
              <a:t>Each layer can be scaled horizontally based on demands.</a:t>
            </a:r>
          </a:p>
        </p:txBody>
      </p:sp>
      <p:pic>
        <p:nvPicPr>
          <p:cNvPr id="15" name="Content Placeholder 14">
            <a:extLst>
              <a:ext uri="{FF2B5EF4-FFF2-40B4-BE49-F238E27FC236}">
                <a16:creationId xmlns:a16="http://schemas.microsoft.com/office/drawing/2014/main" id="{41CCDF63-D2E5-47B1-BF64-5CA767BB57B2}"/>
              </a:ext>
            </a:extLst>
          </p:cNvPr>
          <p:cNvPicPr>
            <a:picLocks noGrp="1" noChangeAspect="1"/>
          </p:cNvPicPr>
          <p:nvPr>
            <p:ph sz="quarter" idx="4"/>
          </p:nvPr>
        </p:nvPicPr>
        <p:blipFill>
          <a:blip r:embed="rId2"/>
          <a:stretch>
            <a:fillRect/>
          </a:stretch>
        </p:blipFill>
        <p:spPr>
          <a:xfrm>
            <a:off x="5812971" y="1681007"/>
            <a:ext cx="5222357" cy="4491191"/>
          </a:xfrm>
          <a:prstGeom prst="rect">
            <a:avLst/>
          </a:prstGeom>
        </p:spPr>
      </p:pic>
    </p:spTree>
    <p:extLst>
      <p:ext uri="{BB962C8B-B14F-4D97-AF65-F5344CB8AC3E}">
        <p14:creationId xmlns:p14="http://schemas.microsoft.com/office/powerpoint/2010/main" val="8641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CEDB-A0C7-4064-BE7B-86478CD8BA57}"/>
              </a:ext>
            </a:extLst>
          </p:cNvPr>
          <p:cNvSpPr>
            <a:spLocks noGrp="1"/>
          </p:cNvSpPr>
          <p:nvPr>
            <p:ph type="title"/>
          </p:nvPr>
        </p:nvSpPr>
        <p:spPr>
          <a:xfrm>
            <a:off x="510117" y="274320"/>
            <a:ext cx="10972800" cy="563880"/>
          </a:xfrm>
        </p:spPr>
        <p:txBody>
          <a:bodyPr/>
          <a:lstStyle/>
          <a:p>
            <a:r>
              <a:rPr lang="en-US" dirty="0"/>
              <a:t>Transition to Modular and/or Shared Services</a:t>
            </a:r>
          </a:p>
        </p:txBody>
      </p:sp>
      <p:sp>
        <p:nvSpPr>
          <p:cNvPr id="3" name="Text Placeholder 2">
            <a:extLst>
              <a:ext uri="{FF2B5EF4-FFF2-40B4-BE49-F238E27FC236}">
                <a16:creationId xmlns:a16="http://schemas.microsoft.com/office/drawing/2014/main" id="{462BB310-B0BF-4BC7-A768-D01442172669}"/>
              </a:ext>
            </a:extLst>
          </p:cNvPr>
          <p:cNvSpPr>
            <a:spLocks noGrp="1"/>
          </p:cNvSpPr>
          <p:nvPr>
            <p:ph type="body" idx="1"/>
          </p:nvPr>
        </p:nvSpPr>
        <p:spPr>
          <a:xfrm>
            <a:off x="510117" y="986155"/>
            <a:ext cx="5413163" cy="436245"/>
          </a:xfrm>
        </p:spPr>
        <p:txBody>
          <a:bodyPr/>
          <a:lstStyle/>
          <a:p>
            <a:r>
              <a:rPr lang="en-US"/>
              <a:t>What is GraphQL?</a:t>
            </a:r>
            <a:endParaRPr lang="en-US" dirty="0"/>
          </a:p>
        </p:txBody>
      </p:sp>
      <p:sp>
        <p:nvSpPr>
          <p:cNvPr id="4" name="Content Placeholder 3">
            <a:extLst>
              <a:ext uri="{FF2B5EF4-FFF2-40B4-BE49-F238E27FC236}">
                <a16:creationId xmlns:a16="http://schemas.microsoft.com/office/drawing/2014/main" id="{304631FB-1652-437F-B78B-B6DF5EC43B45}"/>
              </a:ext>
            </a:extLst>
          </p:cNvPr>
          <p:cNvSpPr>
            <a:spLocks noGrp="1"/>
          </p:cNvSpPr>
          <p:nvPr>
            <p:ph sz="half" idx="2"/>
          </p:nvPr>
        </p:nvSpPr>
        <p:spPr>
          <a:xfrm>
            <a:off x="510117" y="1570355"/>
            <a:ext cx="5386917" cy="4799965"/>
          </a:xfrm>
        </p:spPr>
        <p:txBody>
          <a:bodyPr/>
          <a:lstStyle/>
          <a:p>
            <a:pPr>
              <a:buClr>
                <a:srgbClr val="1639D0"/>
              </a:buClr>
              <a:buFont typeface="Wingdings" panose="05000000000000000000" pitchFamily="2" charset="2"/>
              <a:buChar char="Ø"/>
            </a:pPr>
            <a:r>
              <a:rPr lang="en-US" sz="1800" dirty="0" err="1"/>
              <a:t>GraphQL</a:t>
            </a:r>
            <a:r>
              <a:rPr lang="en-US" sz="1800" dirty="0"/>
              <a:t> is schema and type driven query language for client-facing (UX or API consumers) applications. </a:t>
            </a:r>
          </a:p>
          <a:p>
            <a:pPr>
              <a:buClr>
                <a:srgbClr val="1639D0"/>
              </a:buClr>
              <a:buFont typeface="Wingdings" panose="05000000000000000000" pitchFamily="2" charset="2"/>
              <a:buChar char="Ø"/>
            </a:pPr>
            <a:r>
              <a:rPr lang="en-US" sz="1800" dirty="0"/>
              <a:t>Provides a level of abstraction from underlying data access layer. Provides an API to present data to the client based on model specified in schema.</a:t>
            </a:r>
          </a:p>
          <a:p>
            <a:pPr>
              <a:buClr>
                <a:srgbClr val="1639D0"/>
              </a:buClr>
              <a:buFont typeface="Wingdings" panose="05000000000000000000" pitchFamily="2" charset="2"/>
              <a:buChar char="Ø"/>
            </a:pPr>
            <a:r>
              <a:rPr lang="en-US" sz="1800" dirty="0"/>
              <a:t>Good fit for complex systems or microservices, by integrating multiple systems behind its API, unifies them and hides their complexity. </a:t>
            </a:r>
          </a:p>
          <a:p>
            <a:pPr>
              <a:buClr>
                <a:srgbClr val="1639D0"/>
              </a:buClr>
              <a:buFont typeface="Wingdings" panose="05000000000000000000" pitchFamily="2" charset="2"/>
              <a:buChar char="Ø"/>
            </a:pPr>
            <a:r>
              <a:rPr lang="en-US" sz="1800" dirty="0"/>
              <a:t>Relevant for legacy infrastructures or third-party APIs that have expanded over the years and now present a maintenance burden.</a:t>
            </a:r>
          </a:p>
          <a:p>
            <a:pPr>
              <a:buClr>
                <a:srgbClr val="1639D0"/>
              </a:buClr>
              <a:buFont typeface="Wingdings" panose="05000000000000000000" pitchFamily="2" charset="2"/>
              <a:buChar char="Ø"/>
            </a:pPr>
            <a:r>
              <a:rPr lang="en-US" sz="1800" dirty="0" err="1"/>
              <a:t>GraphQL</a:t>
            </a:r>
            <a:r>
              <a:rPr lang="en-US" sz="1800" dirty="0"/>
              <a:t> API can help handle communication between multiple microservices by merging them into one </a:t>
            </a:r>
            <a:r>
              <a:rPr lang="en-US" sz="1800" dirty="0" err="1"/>
              <a:t>GraphQL</a:t>
            </a:r>
            <a:r>
              <a:rPr lang="en-US" sz="1800" dirty="0"/>
              <a:t> schema.</a:t>
            </a:r>
          </a:p>
        </p:txBody>
      </p:sp>
      <p:pic>
        <p:nvPicPr>
          <p:cNvPr id="5" name="Content Placeholder 4">
            <a:extLst>
              <a:ext uri="{FF2B5EF4-FFF2-40B4-BE49-F238E27FC236}">
                <a16:creationId xmlns:a16="http://schemas.microsoft.com/office/drawing/2014/main" id="{57B7E5BD-D1D2-4C84-9E19-8BA243E49124}"/>
              </a:ext>
            </a:extLst>
          </p:cNvPr>
          <p:cNvPicPr>
            <a:picLocks noGrp="1" noChangeAspect="1"/>
          </p:cNvPicPr>
          <p:nvPr>
            <p:ph sz="quarter" idx="4"/>
          </p:nvPr>
        </p:nvPicPr>
        <p:blipFill>
          <a:blip r:embed="rId2"/>
          <a:stretch>
            <a:fillRect/>
          </a:stretch>
        </p:blipFill>
        <p:spPr>
          <a:xfrm>
            <a:off x="6039682" y="1671955"/>
            <a:ext cx="5777352" cy="4192830"/>
          </a:xfrm>
          <a:prstGeom prst="rect">
            <a:avLst/>
          </a:prstGeom>
        </p:spPr>
      </p:pic>
      <p:sp>
        <p:nvSpPr>
          <p:cNvPr id="7" name="Text Placeholder 2">
            <a:extLst>
              <a:ext uri="{FF2B5EF4-FFF2-40B4-BE49-F238E27FC236}">
                <a16:creationId xmlns:a16="http://schemas.microsoft.com/office/drawing/2014/main" id="{971314AC-371C-43BE-A7CC-6391031E6F67}"/>
              </a:ext>
            </a:extLst>
          </p:cNvPr>
          <p:cNvSpPr txBox="1">
            <a:spLocks/>
          </p:cNvSpPr>
          <p:nvPr/>
        </p:nvSpPr>
        <p:spPr>
          <a:xfrm>
            <a:off x="6189557" y="1036955"/>
            <a:ext cx="5413163" cy="436245"/>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A possible use-case …</a:t>
            </a:r>
          </a:p>
        </p:txBody>
      </p:sp>
    </p:spTree>
    <p:extLst>
      <p:ext uri="{BB962C8B-B14F-4D97-AF65-F5344CB8AC3E}">
        <p14:creationId xmlns:p14="http://schemas.microsoft.com/office/powerpoint/2010/main" val="1999463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Content Placeholder 47">
            <a:extLst>
              <a:ext uri="{FF2B5EF4-FFF2-40B4-BE49-F238E27FC236}">
                <a16:creationId xmlns:a16="http://schemas.microsoft.com/office/drawing/2014/main" id="{D429AAB2-6B34-49FD-BBB2-CD870CCFE42F}"/>
              </a:ext>
            </a:extLst>
          </p:cNvPr>
          <p:cNvPicPr>
            <a:picLocks noGrp="1" noChangeAspect="1"/>
          </p:cNvPicPr>
          <p:nvPr>
            <p:ph sz="half" idx="2"/>
          </p:nvPr>
        </p:nvPicPr>
        <p:blipFill>
          <a:blip r:embed="rId2"/>
          <a:stretch>
            <a:fillRect/>
          </a:stretch>
        </p:blipFill>
        <p:spPr>
          <a:xfrm>
            <a:off x="466879" y="1484149"/>
            <a:ext cx="5314950" cy="4335499"/>
          </a:xfrm>
          <a:prstGeom prst="rect">
            <a:avLst/>
          </a:prstGeom>
        </p:spPr>
      </p:pic>
      <p:sp>
        <p:nvSpPr>
          <p:cNvPr id="8" name="Title 7">
            <a:extLst>
              <a:ext uri="{FF2B5EF4-FFF2-40B4-BE49-F238E27FC236}">
                <a16:creationId xmlns:a16="http://schemas.microsoft.com/office/drawing/2014/main" id="{0F1B7C16-F848-49A1-B4C7-F15B2E89919B}"/>
              </a:ext>
            </a:extLst>
          </p:cNvPr>
          <p:cNvSpPr>
            <a:spLocks noGrp="1"/>
          </p:cNvSpPr>
          <p:nvPr>
            <p:ph type="title"/>
          </p:nvPr>
        </p:nvSpPr>
        <p:spPr>
          <a:xfrm>
            <a:off x="466879" y="343891"/>
            <a:ext cx="10972800" cy="407546"/>
          </a:xfrm>
        </p:spPr>
        <p:txBody>
          <a:bodyPr anchor="b">
            <a:normAutofit fontScale="90000"/>
          </a:bodyPr>
          <a:lstStyle/>
          <a:p>
            <a:r>
              <a:rPr lang="en-US" dirty="0"/>
              <a:t>Modernize Data Platform(s) – Which NoSQL solution will work for me?</a:t>
            </a:r>
          </a:p>
        </p:txBody>
      </p:sp>
      <p:sp>
        <p:nvSpPr>
          <p:cNvPr id="34" name="Content Placeholder 33">
            <a:extLst>
              <a:ext uri="{FF2B5EF4-FFF2-40B4-BE49-F238E27FC236}">
                <a16:creationId xmlns:a16="http://schemas.microsoft.com/office/drawing/2014/main" id="{34246446-3FCB-4987-BA46-FCB3031600AC}"/>
              </a:ext>
            </a:extLst>
          </p:cNvPr>
          <p:cNvSpPr>
            <a:spLocks noGrp="1"/>
          </p:cNvSpPr>
          <p:nvPr>
            <p:ph sz="quarter" idx="4"/>
          </p:nvPr>
        </p:nvSpPr>
        <p:spPr>
          <a:xfrm>
            <a:off x="6193368" y="1406433"/>
            <a:ext cx="5389033" cy="4413215"/>
          </a:xfrm>
        </p:spPr>
        <p:txBody>
          <a:bodyPr/>
          <a:lstStyle/>
          <a:p>
            <a:pPr marL="9144" indent="0">
              <a:buNone/>
            </a:pPr>
            <a:r>
              <a:rPr lang="en-US" b="1" u="sng" dirty="0">
                <a:solidFill>
                  <a:srgbClr val="000000"/>
                </a:solidFill>
              </a:rPr>
              <a:t>Statement</a:t>
            </a:r>
            <a:r>
              <a:rPr lang="en-US" b="1" dirty="0">
                <a:solidFill>
                  <a:srgbClr val="000000"/>
                </a:solidFill>
              </a:rPr>
              <a:t>: </a:t>
            </a:r>
            <a:r>
              <a:rPr lang="en-US" dirty="0">
                <a:solidFill>
                  <a:srgbClr val="000000"/>
                </a:solidFill>
              </a:rPr>
              <a:t>“</a:t>
            </a:r>
            <a:r>
              <a:rPr lang="en-US" sz="1200" i="1" dirty="0">
                <a:solidFill>
                  <a:srgbClr val="000000"/>
                </a:solidFill>
                <a:highlight>
                  <a:srgbClr val="FFFF00"/>
                </a:highlight>
              </a:rPr>
              <a:t>It is impossible for a distributed data store to simultaneously provide more than two out of the following three guarantees (Consistency, Availability and Partition Tolerance)</a:t>
            </a:r>
            <a:r>
              <a:rPr lang="en-US" dirty="0">
                <a:solidFill>
                  <a:srgbClr val="000000"/>
                </a:solidFill>
              </a:rPr>
              <a:t>”</a:t>
            </a:r>
            <a:endParaRPr lang="en-US" b="1" u="sng" dirty="0">
              <a:solidFill>
                <a:schemeClr val="accent1">
                  <a:lumMod val="60000"/>
                  <a:lumOff val="40000"/>
                </a:schemeClr>
              </a:solidFill>
            </a:endParaRPr>
          </a:p>
          <a:p>
            <a:pPr>
              <a:buFont typeface="Wingdings" panose="05000000000000000000" pitchFamily="2" charset="2"/>
              <a:buChar char="Ø"/>
            </a:pPr>
            <a:r>
              <a:rPr lang="en-US" b="1" u="sng" dirty="0">
                <a:solidFill>
                  <a:schemeClr val="accent1">
                    <a:lumMod val="60000"/>
                    <a:lumOff val="40000"/>
                  </a:schemeClr>
                </a:solidFill>
              </a:rPr>
              <a:t>C</a:t>
            </a:r>
            <a:r>
              <a:rPr lang="en-US" dirty="0"/>
              <a:t>onsistency: </a:t>
            </a:r>
            <a:r>
              <a:rPr lang="en-US" sz="1200" dirty="0"/>
              <a:t>Every read receives the most recent write or error.</a:t>
            </a:r>
          </a:p>
          <a:p>
            <a:pPr>
              <a:buFont typeface="Wingdings" panose="05000000000000000000" pitchFamily="2" charset="2"/>
              <a:buChar char="Ø"/>
            </a:pPr>
            <a:r>
              <a:rPr lang="en-US" b="1" u="sng" dirty="0">
                <a:solidFill>
                  <a:schemeClr val="accent1">
                    <a:lumMod val="60000"/>
                    <a:lumOff val="40000"/>
                  </a:schemeClr>
                </a:solidFill>
              </a:rPr>
              <a:t>A</a:t>
            </a:r>
            <a:r>
              <a:rPr lang="en-US" dirty="0"/>
              <a:t>vailability: </a:t>
            </a:r>
            <a:r>
              <a:rPr lang="en-US" sz="1200" dirty="0"/>
              <a:t>Every node (if not failed) always receives a response.</a:t>
            </a:r>
          </a:p>
          <a:p>
            <a:pPr>
              <a:buFont typeface="Wingdings" panose="05000000000000000000" pitchFamily="2" charset="2"/>
              <a:buChar char="Ø"/>
            </a:pPr>
            <a:r>
              <a:rPr lang="en-US" b="1" u="sng" dirty="0">
                <a:solidFill>
                  <a:schemeClr val="accent1">
                    <a:lumMod val="60000"/>
                    <a:lumOff val="40000"/>
                  </a:schemeClr>
                </a:solidFill>
              </a:rPr>
              <a:t>P</a:t>
            </a:r>
            <a:r>
              <a:rPr lang="en-US" dirty="0"/>
              <a:t>artition Tolerance: </a:t>
            </a:r>
            <a:r>
              <a:rPr lang="en-US" sz="1200" dirty="0"/>
              <a:t>The system continues to operate, even if the connections between nodes are down (network issues).</a:t>
            </a:r>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a:buFont typeface="Wingdings" panose="05000000000000000000" pitchFamily="2" charset="2"/>
              <a:buChar char="Ø"/>
            </a:pPr>
            <a:endParaRPr lang="en-US" sz="1200" dirty="0"/>
          </a:p>
          <a:p>
            <a:pPr marL="9144" indent="0">
              <a:buNone/>
            </a:pPr>
            <a:r>
              <a:rPr lang="en-US" sz="1000" dirty="0"/>
              <a:t>“</a:t>
            </a:r>
            <a:r>
              <a:rPr lang="en-US" sz="1000" b="1" i="1" dirty="0">
                <a:highlight>
                  <a:srgbClr val="FFFF00"/>
                </a:highlight>
              </a:rPr>
              <a:t>Partition tolerance is difficult to achieve for traditional RDBMS</a:t>
            </a:r>
            <a:r>
              <a:rPr lang="en-US" sz="1000" dirty="0"/>
              <a:t>”</a:t>
            </a:r>
          </a:p>
          <a:p>
            <a:pPr marL="9144" indent="0">
              <a:buNone/>
            </a:pPr>
            <a:endParaRPr lang="en-US" sz="1200" dirty="0"/>
          </a:p>
          <a:p>
            <a:pPr marL="9144" indent="0">
              <a:buNone/>
            </a:pPr>
            <a:endParaRPr lang="en-US" sz="1200" dirty="0"/>
          </a:p>
          <a:p>
            <a:pPr marL="9144" indent="0">
              <a:buNone/>
            </a:pPr>
            <a:endParaRPr lang="en-US" sz="1200" dirty="0"/>
          </a:p>
        </p:txBody>
      </p:sp>
      <p:sp>
        <p:nvSpPr>
          <p:cNvPr id="67" name="Text Placeholder 4">
            <a:extLst>
              <a:ext uri="{FF2B5EF4-FFF2-40B4-BE49-F238E27FC236}">
                <a16:creationId xmlns:a16="http://schemas.microsoft.com/office/drawing/2014/main" id="{E1B28930-B1F9-479A-983B-780FBBE1E9F4}"/>
              </a:ext>
            </a:extLst>
          </p:cNvPr>
          <p:cNvSpPr>
            <a:spLocks noGrp="1"/>
          </p:cNvSpPr>
          <p:nvPr>
            <p:ph type="body" idx="10"/>
          </p:nvPr>
        </p:nvSpPr>
        <p:spPr>
          <a:xfrm>
            <a:off x="466879" y="943086"/>
            <a:ext cx="5527522" cy="407545"/>
          </a:xfrm>
        </p:spPr>
        <p:txBody>
          <a:bodyPr anchor="b">
            <a:normAutofit/>
          </a:bodyPr>
          <a:lstStyle/>
          <a:p>
            <a:pPr>
              <a:lnSpc>
                <a:spcPct val="90000"/>
              </a:lnSpc>
            </a:pPr>
            <a:r>
              <a:rPr lang="en-US" dirty="0"/>
              <a:t>Types of NoSQL DBs – NOT “One size fits all”</a:t>
            </a:r>
          </a:p>
        </p:txBody>
      </p:sp>
      <p:sp>
        <p:nvSpPr>
          <p:cNvPr id="79" name="Text Placeholder 5">
            <a:extLst>
              <a:ext uri="{FF2B5EF4-FFF2-40B4-BE49-F238E27FC236}">
                <a16:creationId xmlns:a16="http://schemas.microsoft.com/office/drawing/2014/main" id="{6ADBB434-B950-42C8-B370-0018D2D8B0E4}"/>
              </a:ext>
            </a:extLst>
          </p:cNvPr>
          <p:cNvSpPr>
            <a:spLocks noGrp="1"/>
          </p:cNvSpPr>
          <p:nvPr>
            <p:ph type="body" idx="11"/>
          </p:nvPr>
        </p:nvSpPr>
        <p:spPr>
          <a:xfrm>
            <a:off x="6193368" y="914401"/>
            <a:ext cx="5384800" cy="407545"/>
          </a:xfrm>
        </p:spPr>
        <p:txBody>
          <a:bodyPr anchor="b">
            <a:normAutofit/>
          </a:bodyPr>
          <a:lstStyle/>
          <a:p>
            <a:pPr>
              <a:lnSpc>
                <a:spcPct val="90000"/>
              </a:lnSpc>
            </a:pPr>
            <a:r>
              <a:rPr lang="en-US" dirty="0"/>
              <a:t>CAP Theorem – “You can only pick two” !</a:t>
            </a:r>
          </a:p>
        </p:txBody>
      </p:sp>
      <p:sp>
        <p:nvSpPr>
          <p:cNvPr id="45" name="TextBox 44">
            <a:extLst>
              <a:ext uri="{FF2B5EF4-FFF2-40B4-BE49-F238E27FC236}">
                <a16:creationId xmlns:a16="http://schemas.microsoft.com/office/drawing/2014/main" id="{0DE34179-30CE-4EE7-BD0A-666A4E76A0AA}"/>
              </a:ext>
            </a:extLst>
          </p:cNvPr>
          <p:cNvSpPr txBox="1"/>
          <p:nvPr/>
        </p:nvSpPr>
        <p:spPr>
          <a:xfrm>
            <a:off x="504962" y="1548776"/>
            <a:ext cx="1996922" cy="1077218"/>
          </a:xfrm>
          <a:prstGeom prst="rect">
            <a:avLst/>
          </a:prstGeom>
          <a:noFill/>
        </p:spPr>
        <p:txBody>
          <a:bodyPr wrap="square" rtlCol="0">
            <a:spAutoFit/>
          </a:bodyPr>
          <a:lstStyle/>
          <a:p>
            <a:r>
              <a:rPr lang="en-US" sz="1000" b="1" dirty="0"/>
              <a:t>Key-Value Store</a:t>
            </a:r>
            <a:endParaRPr lang="en-US" sz="1000" dirty="0"/>
          </a:p>
          <a:p>
            <a:pPr marL="171450" indent="-171450">
              <a:buFontTx/>
              <a:buChar char="-"/>
            </a:pPr>
            <a:r>
              <a:rPr lang="en-US" sz="900" dirty="0"/>
              <a:t>Data stored in key-value pairs</a:t>
            </a:r>
          </a:p>
          <a:p>
            <a:pPr marL="171450" indent="-171450">
              <a:buFontTx/>
              <a:buChar char="-"/>
            </a:pPr>
            <a:r>
              <a:rPr lang="en-US" sz="900" dirty="0"/>
              <a:t>Can handle large volumes and heavy loads</a:t>
            </a:r>
          </a:p>
          <a:p>
            <a:pPr marL="171450" indent="-171450">
              <a:buFontTx/>
              <a:buChar char="-"/>
            </a:pPr>
            <a:r>
              <a:rPr lang="en-US" sz="900" dirty="0"/>
              <a:t>Can store binary data and large objects</a:t>
            </a:r>
          </a:p>
          <a:p>
            <a:pPr marL="171450" indent="-171450">
              <a:buFontTx/>
              <a:buChar char="-"/>
            </a:pPr>
            <a:r>
              <a:rPr lang="en-US" sz="900" dirty="0"/>
              <a:t>Behaves like Hash Map.</a:t>
            </a:r>
          </a:p>
        </p:txBody>
      </p:sp>
      <p:sp>
        <p:nvSpPr>
          <p:cNvPr id="73" name="TextBox 72">
            <a:extLst>
              <a:ext uri="{FF2B5EF4-FFF2-40B4-BE49-F238E27FC236}">
                <a16:creationId xmlns:a16="http://schemas.microsoft.com/office/drawing/2014/main" id="{8CE4DC6D-4330-42CA-A43A-B909C8CD20C3}"/>
              </a:ext>
            </a:extLst>
          </p:cNvPr>
          <p:cNvSpPr txBox="1"/>
          <p:nvPr/>
        </p:nvSpPr>
        <p:spPr>
          <a:xfrm>
            <a:off x="3214091" y="1529217"/>
            <a:ext cx="2546350" cy="1215717"/>
          </a:xfrm>
          <a:prstGeom prst="rect">
            <a:avLst/>
          </a:prstGeom>
          <a:noFill/>
        </p:spPr>
        <p:txBody>
          <a:bodyPr wrap="square" rtlCol="0">
            <a:spAutoFit/>
          </a:bodyPr>
          <a:lstStyle/>
          <a:p>
            <a:r>
              <a:rPr lang="en-US" sz="1000" b="1" dirty="0"/>
              <a:t>Graph Databases</a:t>
            </a:r>
            <a:endParaRPr lang="en-US" sz="1000" dirty="0"/>
          </a:p>
          <a:p>
            <a:pPr marL="171450" indent="-171450">
              <a:buFontTx/>
              <a:buChar char="-"/>
            </a:pPr>
            <a:r>
              <a:rPr lang="en-US" sz="900" dirty="0"/>
              <a:t>Entities and relationships stored as nodes and edges of a graph </a:t>
            </a:r>
          </a:p>
          <a:p>
            <a:pPr marL="171450" indent="-171450">
              <a:buFontTx/>
              <a:buChar char="-"/>
            </a:pPr>
            <a:r>
              <a:rPr lang="en-US" sz="900" dirty="0"/>
              <a:t>Each node and edge can be uniquely identified</a:t>
            </a:r>
          </a:p>
          <a:p>
            <a:pPr marL="171450" indent="-171450">
              <a:buFontTx/>
              <a:buChar char="-"/>
            </a:pPr>
            <a:r>
              <a:rPr lang="en-US" sz="900" dirty="0"/>
              <a:t>Deletion of a node not possible without deleting associated relationship(s)</a:t>
            </a:r>
          </a:p>
          <a:p>
            <a:pPr marL="171450" indent="-171450">
              <a:buFontTx/>
              <a:buChar char="-"/>
            </a:pPr>
            <a:r>
              <a:rPr lang="en-US" sz="900" dirty="0"/>
              <a:t>Mostly used in social-networking platforms</a:t>
            </a:r>
          </a:p>
        </p:txBody>
      </p:sp>
      <p:sp>
        <p:nvSpPr>
          <p:cNvPr id="74" name="TextBox 73">
            <a:extLst>
              <a:ext uri="{FF2B5EF4-FFF2-40B4-BE49-F238E27FC236}">
                <a16:creationId xmlns:a16="http://schemas.microsoft.com/office/drawing/2014/main" id="{7C5550CA-973C-476C-BF6F-EF6D970C069B}"/>
              </a:ext>
            </a:extLst>
          </p:cNvPr>
          <p:cNvSpPr txBox="1"/>
          <p:nvPr/>
        </p:nvSpPr>
        <p:spPr>
          <a:xfrm>
            <a:off x="3124354" y="4551020"/>
            <a:ext cx="2546350" cy="1215717"/>
          </a:xfrm>
          <a:prstGeom prst="rect">
            <a:avLst/>
          </a:prstGeom>
          <a:noFill/>
        </p:spPr>
        <p:txBody>
          <a:bodyPr wrap="square" rtlCol="0">
            <a:spAutoFit/>
          </a:bodyPr>
          <a:lstStyle/>
          <a:p>
            <a:r>
              <a:rPr lang="en-US" sz="1000" b="1" dirty="0"/>
              <a:t>Document Database</a:t>
            </a:r>
            <a:endParaRPr lang="en-US" sz="1000" dirty="0"/>
          </a:p>
          <a:p>
            <a:pPr marL="171450" indent="-171450">
              <a:buFontTx/>
              <a:buChar char="-"/>
            </a:pPr>
            <a:r>
              <a:rPr lang="en-US" sz="900" dirty="0"/>
              <a:t>Data stored as key and complex data like XML, JSON etc. as values.</a:t>
            </a:r>
          </a:p>
          <a:p>
            <a:pPr marL="171450" indent="-171450">
              <a:buFontTx/>
              <a:buChar char="-"/>
            </a:pPr>
            <a:r>
              <a:rPr lang="en-US" sz="900" dirty="0"/>
              <a:t>Supports query and aggregate operations.</a:t>
            </a:r>
          </a:p>
          <a:p>
            <a:pPr marL="171450" indent="-171450">
              <a:buFontTx/>
              <a:buChar char="-"/>
            </a:pPr>
            <a:r>
              <a:rPr lang="en-US" sz="900" dirty="0"/>
              <a:t>Supports indexing</a:t>
            </a:r>
          </a:p>
          <a:p>
            <a:pPr marL="171450" indent="-171450">
              <a:buFontTx/>
              <a:buChar char="-"/>
            </a:pPr>
            <a:r>
              <a:rPr lang="en-US" sz="900" dirty="0"/>
              <a:t>Data model is designed as per nature of queries, not driven by type of data to be stored.</a:t>
            </a:r>
          </a:p>
        </p:txBody>
      </p:sp>
      <p:sp>
        <p:nvSpPr>
          <p:cNvPr id="76" name="TextBox 75">
            <a:extLst>
              <a:ext uri="{FF2B5EF4-FFF2-40B4-BE49-F238E27FC236}">
                <a16:creationId xmlns:a16="http://schemas.microsoft.com/office/drawing/2014/main" id="{D92B7706-936B-4690-8316-C1347F436E2C}"/>
              </a:ext>
            </a:extLst>
          </p:cNvPr>
          <p:cNvSpPr txBox="1"/>
          <p:nvPr/>
        </p:nvSpPr>
        <p:spPr>
          <a:xfrm>
            <a:off x="504962" y="4274021"/>
            <a:ext cx="1775431" cy="1492716"/>
          </a:xfrm>
          <a:prstGeom prst="rect">
            <a:avLst/>
          </a:prstGeom>
          <a:noFill/>
        </p:spPr>
        <p:txBody>
          <a:bodyPr wrap="square" rtlCol="0">
            <a:spAutoFit/>
          </a:bodyPr>
          <a:lstStyle/>
          <a:p>
            <a:r>
              <a:rPr lang="en-US" sz="1000" b="1" dirty="0"/>
              <a:t>Column Family Based</a:t>
            </a:r>
            <a:endParaRPr lang="en-US" sz="1000" dirty="0"/>
          </a:p>
          <a:p>
            <a:pPr marL="171450" indent="-171450">
              <a:buFontTx/>
              <a:buChar char="-"/>
            </a:pPr>
            <a:r>
              <a:rPr lang="en-US" sz="900" dirty="0"/>
              <a:t>Uses a concept called </a:t>
            </a:r>
            <a:r>
              <a:rPr lang="en-US" sz="900" dirty="0" err="1"/>
              <a:t>keyspace</a:t>
            </a:r>
            <a:r>
              <a:rPr lang="en-US" sz="900" dirty="0"/>
              <a:t> similar to database schema.</a:t>
            </a:r>
          </a:p>
          <a:p>
            <a:pPr marL="171450" indent="-171450">
              <a:buFontTx/>
              <a:buChar char="-"/>
            </a:pPr>
            <a:r>
              <a:rPr lang="en-US" sz="900" dirty="0" err="1"/>
              <a:t>Keyspaces</a:t>
            </a:r>
            <a:r>
              <a:rPr lang="en-US" sz="900" dirty="0"/>
              <a:t> contain one or more column families</a:t>
            </a:r>
          </a:p>
          <a:p>
            <a:pPr marL="171450" indent="-171450">
              <a:buFontTx/>
              <a:buChar char="-"/>
            </a:pPr>
            <a:r>
              <a:rPr lang="en-US" sz="900" dirty="0"/>
              <a:t>Optimized for handling large datasets and aggregation queries</a:t>
            </a:r>
          </a:p>
          <a:p>
            <a:pPr marL="171450" indent="-171450">
              <a:buFontTx/>
              <a:buChar char="-"/>
            </a:pPr>
            <a:r>
              <a:rPr lang="en-US" sz="900" dirty="0"/>
              <a:t>Updates </a:t>
            </a:r>
            <a:r>
              <a:rPr lang="en-US" sz="900"/>
              <a:t>are inefficient..</a:t>
            </a:r>
            <a:endParaRPr lang="en-US" sz="900" dirty="0"/>
          </a:p>
        </p:txBody>
      </p:sp>
      <p:pic>
        <p:nvPicPr>
          <p:cNvPr id="52" name="Picture 51">
            <a:extLst>
              <a:ext uri="{FF2B5EF4-FFF2-40B4-BE49-F238E27FC236}">
                <a16:creationId xmlns:a16="http://schemas.microsoft.com/office/drawing/2014/main" id="{09D99A09-E4B6-4297-B63B-120664DD4C0F}"/>
              </a:ext>
            </a:extLst>
          </p:cNvPr>
          <p:cNvPicPr>
            <a:picLocks noChangeAspect="1"/>
          </p:cNvPicPr>
          <p:nvPr/>
        </p:nvPicPr>
        <p:blipFill>
          <a:blip r:embed="rId3"/>
          <a:stretch>
            <a:fillRect/>
          </a:stretch>
        </p:blipFill>
        <p:spPr>
          <a:xfrm>
            <a:off x="650269" y="3166201"/>
            <a:ext cx="457201" cy="427893"/>
          </a:xfrm>
          <a:prstGeom prst="rect">
            <a:avLst/>
          </a:prstGeom>
        </p:spPr>
      </p:pic>
      <p:pic>
        <p:nvPicPr>
          <p:cNvPr id="54" name="Picture 53">
            <a:extLst>
              <a:ext uri="{FF2B5EF4-FFF2-40B4-BE49-F238E27FC236}">
                <a16:creationId xmlns:a16="http://schemas.microsoft.com/office/drawing/2014/main" id="{38F0743E-E8D3-463C-9A1C-243345F4238D}"/>
              </a:ext>
            </a:extLst>
          </p:cNvPr>
          <p:cNvPicPr>
            <a:picLocks noChangeAspect="1"/>
          </p:cNvPicPr>
          <p:nvPr/>
        </p:nvPicPr>
        <p:blipFill>
          <a:blip r:embed="rId4"/>
          <a:stretch>
            <a:fillRect/>
          </a:stretch>
        </p:blipFill>
        <p:spPr>
          <a:xfrm>
            <a:off x="1359276" y="3273881"/>
            <a:ext cx="701675" cy="257281"/>
          </a:xfrm>
          <a:prstGeom prst="rect">
            <a:avLst/>
          </a:prstGeom>
        </p:spPr>
      </p:pic>
      <p:pic>
        <p:nvPicPr>
          <p:cNvPr id="78" name="Picture 32" descr="Image for post">
            <a:extLst>
              <a:ext uri="{FF2B5EF4-FFF2-40B4-BE49-F238E27FC236}">
                <a16:creationId xmlns:a16="http://schemas.microsoft.com/office/drawing/2014/main" id="{D2DB0EF3-96FD-4F58-930E-0845DDCD79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049" y="3780895"/>
            <a:ext cx="457201" cy="306325"/>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E49AC272-B062-423E-B956-D2C0CF04D589}"/>
              </a:ext>
            </a:extLst>
          </p:cNvPr>
          <p:cNvPicPr>
            <a:picLocks noChangeAspect="1"/>
          </p:cNvPicPr>
          <p:nvPr/>
        </p:nvPicPr>
        <p:blipFill>
          <a:blip r:embed="rId6"/>
          <a:stretch>
            <a:fillRect/>
          </a:stretch>
        </p:blipFill>
        <p:spPr>
          <a:xfrm>
            <a:off x="1353511" y="3749719"/>
            <a:ext cx="604708" cy="325074"/>
          </a:xfrm>
          <a:prstGeom prst="rect">
            <a:avLst/>
          </a:prstGeom>
        </p:spPr>
      </p:pic>
      <p:pic>
        <p:nvPicPr>
          <p:cNvPr id="58" name="Picture 57">
            <a:extLst>
              <a:ext uri="{FF2B5EF4-FFF2-40B4-BE49-F238E27FC236}">
                <a16:creationId xmlns:a16="http://schemas.microsoft.com/office/drawing/2014/main" id="{962E8B51-F1EF-483E-88FD-A25F7AC26EEC}"/>
              </a:ext>
            </a:extLst>
          </p:cNvPr>
          <p:cNvPicPr>
            <a:picLocks noChangeAspect="1"/>
          </p:cNvPicPr>
          <p:nvPr/>
        </p:nvPicPr>
        <p:blipFill>
          <a:blip r:embed="rId7"/>
          <a:stretch>
            <a:fillRect/>
          </a:stretch>
        </p:blipFill>
        <p:spPr>
          <a:xfrm>
            <a:off x="3990620" y="3733821"/>
            <a:ext cx="848452" cy="286745"/>
          </a:xfrm>
          <a:prstGeom prst="rect">
            <a:avLst/>
          </a:prstGeom>
        </p:spPr>
      </p:pic>
      <p:pic>
        <p:nvPicPr>
          <p:cNvPr id="60" name="Picture 59">
            <a:extLst>
              <a:ext uri="{FF2B5EF4-FFF2-40B4-BE49-F238E27FC236}">
                <a16:creationId xmlns:a16="http://schemas.microsoft.com/office/drawing/2014/main" id="{65DE6CA8-1011-494E-9660-813A7A8EBE37}"/>
              </a:ext>
            </a:extLst>
          </p:cNvPr>
          <p:cNvPicPr>
            <a:picLocks noChangeAspect="1"/>
          </p:cNvPicPr>
          <p:nvPr/>
        </p:nvPicPr>
        <p:blipFill>
          <a:blip r:embed="rId8"/>
          <a:stretch>
            <a:fillRect/>
          </a:stretch>
        </p:blipFill>
        <p:spPr>
          <a:xfrm>
            <a:off x="4649991" y="4025369"/>
            <a:ext cx="903289" cy="175396"/>
          </a:xfrm>
          <a:prstGeom prst="rect">
            <a:avLst/>
          </a:prstGeom>
        </p:spPr>
      </p:pic>
      <p:pic>
        <p:nvPicPr>
          <p:cNvPr id="62" name="Picture 61">
            <a:extLst>
              <a:ext uri="{FF2B5EF4-FFF2-40B4-BE49-F238E27FC236}">
                <a16:creationId xmlns:a16="http://schemas.microsoft.com/office/drawing/2014/main" id="{205B850F-FA6F-4A56-AD15-A502E640345F}"/>
              </a:ext>
            </a:extLst>
          </p:cNvPr>
          <p:cNvPicPr>
            <a:picLocks noChangeAspect="1"/>
          </p:cNvPicPr>
          <p:nvPr/>
        </p:nvPicPr>
        <p:blipFill>
          <a:blip r:embed="rId9"/>
          <a:stretch>
            <a:fillRect/>
          </a:stretch>
        </p:blipFill>
        <p:spPr>
          <a:xfrm>
            <a:off x="4064009" y="3222680"/>
            <a:ext cx="701675" cy="314934"/>
          </a:xfrm>
          <a:prstGeom prst="rect">
            <a:avLst/>
          </a:prstGeom>
        </p:spPr>
      </p:pic>
      <p:pic>
        <p:nvPicPr>
          <p:cNvPr id="1028" name="Picture 4" descr="OrientDB - Wikipedia">
            <a:extLst>
              <a:ext uri="{FF2B5EF4-FFF2-40B4-BE49-F238E27FC236}">
                <a16:creationId xmlns:a16="http://schemas.microsoft.com/office/drawing/2014/main" id="{59726284-8E75-4C72-9481-7E127F063F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1492" y="3227355"/>
            <a:ext cx="684213" cy="31025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a:extLst>
              <a:ext uri="{FF2B5EF4-FFF2-40B4-BE49-F238E27FC236}">
                <a16:creationId xmlns:a16="http://schemas.microsoft.com/office/drawing/2014/main" id="{47EBB590-DE48-49D2-993C-6C7DD3C2233D}"/>
              </a:ext>
            </a:extLst>
          </p:cNvPr>
          <p:cNvPicPr>
            <a:picLocks noChangeAspect="1"/>
          </p:cNvPicPr>
          <p:nvPr/>
        </p:nvPicPr>
        <p:blipFill>
          <a:blip r:embed="rId11"/>
          <a:stretch>
            <a:fillRect/>
          </a:stretch>
        </p:blipFill>
        <p:spPr>
          <a:xfrm>
            <a:off x="6390681" y="3096475"/>
            <a:ext cx="3943589" cy="2355092"/>
          </a:xfrm>
          <a:prstGeom prst="rect">
            <a:avLst/>
          </a:prstGeom>
        </p:spPr>
      </p:pic>
    </p:spTree>
    <p:extLst>
      <p:ext uri="{BB962C8B-B14F-4D97-AF65-F5344CB8AC3E}">
        <p14:creationId xmlns:p14="http://schemas.microsoft.com/office/powerpoint/2010/main" val="2552983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9D228B-0FE6-4140-A39A-F086B22C11F7}"/>
              </a:ext>
            </a:extLst>
          </p:cNvPr>
          <p:cNvSpPr>
            <a:spLocks noGrp="1"/>
          </p:cNvSpPr>
          <p:nvPr>
            <p:ph type="title"/>
          </p:nvPr>
        </p:nvSpPr>
        <p:spPr>
          <a:xfrm>
            <a:off x="396240" y="248920"/>
            <a:ext cx="10972800" cy="502920"/>
          </a:xfrm>
        </p:spPr>
        <p:txBody>
          <a:bodyPr>
            <a:normAutofit/>
          </a:bodyPr>
          <a:lstStyle/>
          <a:p>
            <a:r>
              <a:rPr lang="en-US" sz="2000" dirty="0"/>
              <a:t>Modernize Data Platform(s) – Identify Some Data Workloads for Private Cloud </a:t>
            </a:r>
          </a:p>
        </p:txBody>
      </p:sp>
      <p:sp>
        <p:nvSpPr>
          <p:cNvPr id="8" name="Text Placeholder 7">
            <a:extLst>
              <a:ext uri="{FF2B5EF4-FFF2-40B4-BE49-F238E27FC236}">
                <a16:creationId xmlns:a16="http://schemas.microsoft.com/office/drawing/2014/main" id="{C977D183-13C5-42EE-86DF-37572C03FAF9}"/>
              </a:ext>
            </a:extLst>
          </p:cNvPr>
          <p:cNvSpPr>
            <a:spLocks noGrp="1"/>
          </p:cNvSpPr>
          <p:nvPr>
            <p:ph type="body" idx="1"/>
          </p:nvPr>
        </p:nvSpPr>
        <p:spPr>
          <a:xfrm>
            <a:off x="396240" y="3449317"/>
            <a:ext cx="5386917" cy="502920"/>
          </a:xfrm>
        </p:spPr>
        <p:txBody>
          <a:bodyPr/>
          <a:lstStyle/>
          <a:p>
            <a:r>
              <a:rPr lang="en-US" sz="2000" dirty="0"/>
              <a:t>Current State: File Processing ETL example</a:t>
            </a:r>
          </a:p>
        </p:txBody>
      </p:sp>
      <p:pic>
        <p:nvPicPr>
          <p:cNvPr id="2" name="Content Placeholder 1">
            <a:extLst>
              <a:ext uri="{FF2B5EF4-FFF2-40B4-BE49-F238E27FC236}">
                <a16:creationId xmlns:a16="http://schemas.microsoft.com/office/drawing/2014/main" id="{FB30F2FC-684B-4791-8D20-137CE9837BE0}"/>
              </a:ext>
            </a:extLst>
          </p:cNvPr>
          <p:cNvPicPr>
            <a:picLocks noGrp="1" noChangeAspect="1"/>
          </p:cNvPicPr>
          <p:nvPr>
            <p:ph sz="half" idx="2"/>
          </p:nvPr>
        </p:nvPicPr>
        <p:blipFill>
          <a:blip r:embed="rId2"/>
          <a:stretch>
            <a:fillRect/>
          </a:stretch>
        </p:blipFill>
        <p:spPr>
          <a:xfrm>
            <a:off x="420921" y="4432675"/>
            <a:ext cx="5167080" cy="618590"/>
          </a:xfrm>
          <a:prstGeom prst="rect">
            <a:avLst/>
          </a:prstGeom>
        </p:spPr>
      </p:pic>
      <p:sp>
        <p:nvSpPr>
          <p:cNvPr id="10" name="Text Placeholder 9">
            <a:extLst>
              <a:ext uri="{FF2B5EF4-FFF2-40B4-BE49-F238E27FC236}">
                <a16:creationId xmlns:a16="http://schemas.microsoft.com/office/drawing/2014/main" id="{C0E6B137-1C93-4A5F-9B6D-48E7434DD56E}"/>
              </a:ext>
            </a:extLst>
          </p:cNvPr>
          <p:cNvSpPr>
            <a:spLocks noGrp="1"/>
          </p:cNvSpPr>
          <p:nvPr>
            <p:ph type="body" sz="quarter" idx="3"/>
          </p:nvPr>
        </p:nvSpPr>
        <p:spPr>
          <a:xfrm>
            <a:off x="6207762" y="3449320"/>
            <a:ext cx="5389033" cy="502920"/>
          </a:xfrm>
        </p:spPr>
        <p:txBody>
          <a:bodyPr/>
          <a:lstStyle/>
          <a:p>
            <a:r>
              <a:rPr lang="en-US" sz="2000" dirty="0"/>
              <a:t>Future State: Containerized Workload for Files</a:t>
            </a:r>
            <a:endParaRPr lang="en-US" dirty="0"/>
          </a:p>
        </p:txBody>
      </p:sp>
      <p:pic>
        <p:nvPicPr>
          <p:cNvPr id="3" name="Content Placeholder 2">
            <a:extLst>
              <a:ext uri="{FF2B5EF4-FFF2-40B4-BE49-F238E27FC236}">
                <a16:creationId xmlns:a16="http://schemas.microsoft.com/office/drawing/2014/main" id="{7F529337-4701-41D3-9854-6EAF133A7EA7}"/>
              </a:ext>
            </a:extLst>
          </p:cNvPr>
          <p:cNvPicPr>
            <a:picLocks noGrp="1" noChangeAspect="1"/>
          </p:cNvPicPr>
          <p:nvPr>
            <p:ph sz="quarter" idx="4"/>
          </p:nvPr>
        </p:nvPicPr>
        <p:blipFill>
          <a:blip r:embed="rId3"/>
          <a:stretch>
            <a:fillRect/>
          </a:stretch>
        </p:blipFill>
        <p:spPr>
          <a:xfrm>
            <a:off x="6379158" y="4374470"/>
            <a:ext cx="4845425" cy="859675"/>
          </a:xfrm>
          <a:prstGeom prst="rect">
            <a:avLst/>
          </a:prstGeom>
        </p:spPr>
      </p:pic>
      <p:sp>
        <p:nvSpPr>
          <p:cNvPr id="12" name="Content Placeholder 11">
            <a:extLst>
              <a:ext uri="{FF2B5EF4-FFF2-40B4-BE49-F238E27FC236}">
                <a16:creationId xmlns:a16="http://schemas.microsoft.com/office/drawing/2014/main" id="{DC5ECC27-D8DB-4461-999A-895F6405DDD8}"/>
              </a:ext>
            </a:extLst>
          </p:cNvPr>
          <p:cNvSpPr>
            <a:spLocks noGrp="1"/>
          </p:cNvSpPr>
          <p:nvPr>
            <p:ph sz="quarter" idx="11"/>
          </p:nvPr>
        </p:nvSpPr>
        <p:spPr>
          <a:xfrm>
            <a:off x="396240" y="884875"/>
            <a:ext cx="11399520" cy="2523808"/>
          </a:xfrm>
        </p:spPr>
        <p:txBody>
          <a:bodyPr/>
          <a:lstStyle/>
          <a:p>
            <a:pPr>
              <a:buClr>
                <a:srgbClr val="1639D0"/>
              </a:buClr>
              <a:buFont typeface="Wingdings" panose="05000000000000000000" pitchFamily="2" charset="2"/>
              <a:buChar char="Ø"/>
            </a:pPr>
            <a:r>
              <a:rPr lang="en-US" dirty="0"/>
              <a:t>Most of the data integrations within Wealth Management rely on ELZ, Informatica, File Shares (Windows/UNIX) and MFS.</a:t>
            </a:r>
          </a:p>
          <a:p>
            <a:pPr>
              <a:buClr>
                <a:srgbClr val="1639D0"/>
              </a:buClr>
              <a:buFont typeface="Wingdings" panose="05000000000000000000" pitchFamily="2" charset="2"/>
              <a:buChar char="Ø"/>
            </a:pPr>
            <a:r>
              <a:rPr lang="en-US" dirty="0"/>
              <a:t>Data processing workloads heavily rely on-prem infrastructure.</a:t>
            </a:r>
          </a:p>
          <a:p>
            <a:pPr>
              <a:buClr>
                <a:srgbClr val="1639D0"/>
              </a:buClr>
              <a:buFont typeface="Wingdings" panose="05000000000000000000" pitchFamily="2" charset="2"/>
              <a:buChar char="Ø"/>
            </a:pPr>
            <a:r>
              <a:rPr lang="en-US" dirty="0"/>
              <a:t>Most workloads are batch process oriented.</a:t>
            </a:r>
          </a:p>
          <a:p>
            <a:pPr>
              <a:buClr>
                <a:srgbClr val="1639D0"/>
              </a:buClr>
              <a:buFont typeface="Wingdings" panose="05000000000000000000" pitchFamily="2" charset="2"/>
              <a:buChar char="Ø"/>
            </a:pPr>
            <a:r>
              <a:rPr lang="en-US" dirty="0"/>
              <a:t>We can start looking at certain file processing workloads that feeds the staging data and convert those to containerized workloads.</a:t>
            </a:r>
          </a:p>
          <a:p>
            <a:pPr>
              <a:buClr>
                <a:srgbClr val="1639D0"/>
              </a:buClr>
              <a:buFont typeface="Wingdings" panose="05000000000000000000" pitchFamily="2" charset="2"/>
              <a:buChar char="Ø"/>
            </a:pPr>
            <a:r>
              <a:rPr lang="en-US" dirty="0"/>
              <a:t>Let’s take one of the example below …</a:t>
            </a:r>
          </a:p>
        </p:txBody>
      </p:sp>
      <p:cxnSp>
        <p:nvCxnSpPr>
          <p:cNvPr id="5" name="Straight Connector 4">
            <a:extLst>
              <a:ext uri="{FF2B5EF4-FFF2-40B4-BE49-F238E27FC236}">
                <a16:creationId xmlns:a16="http://schemas.microsoft.com/office/drawing/2014/main" id="{9474C837-202A-4292-8423-2245FECC91A2}"/>
              </a:ext>
            </a:extLst>
          </p:cNvPr>
          <p:cNvCxnSpPr>
            <a:cxnSpLocks/>
          </p:cNvCxnSpPr>
          <p:nvPr/>
        </p:nvCxnSpPr>
        <p:spPr>
          <a:xfrm>
            <a:off x="5913120" y="3616960"/>
            <a:ext cx="0" cy="2692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E75071A-ADB7-4FA0-B674-871874427B53}"/>
              </a:ext>
            </a:extLst>
          </p:cNvPr>
          <p:cNvSpPr txBox="1"/>
          <p:nvPr/>
        </p:nvSpPr>
        <p:spPr>
          <a:xfrm>
            <a:off x="1968878" y="5689600"/>
            <a:ext cx="1120820" cy="369332"/>
          </a:xfrm>
          <a:prstGeom prst="rect">
            <a:avLst/>
          </a:prstGeom>
          <a:noFill/>
        </p:spPr>
        <p:txBody>
          <a:bodyPr wrap="none" rtlCol="0">
            <a:spAutoFit/>
          </a:bodyPr>
          <a:lstStyle/>
          <a:p>
            <a:r>
              <a:rPr lang="en-US" dirty="0"/>
              <a:t>On-Prem</a:t>
            </a:r>
          </a:p>
        </p:txBody>
      </p:sp>
      <p:sp>
        <p:nvSpPr>
          <p:cNvPr id="14" name="TextBox 13">
            <a:extLst>
              <a:ext uri="{FF2B5EF4-FFF2-40B4-BE49-F238E27FC236}">
                <a16:creationId xmlns:a16="http://schemas.microsoft.com/office/drawing/2014/main" id="{8B41653E-5677-4AD8-BCEE-D8F74F7A4790}"/>
              </a:ext>
            </a:extLst>
          </p:cNvPr>
          <p:cNvSpPr txBox="1"/>
          <p:nvPr/>
        </p:nvSpPr>
        <p:spPr>
          <a:xfrm>
            <a:off x="8054718" y="5689600"/>
            <a:ext cx="1569660" cy="369332"/>
          </a:xfrm>
          <a:prstGeom prst="rect">
            <a:avLst/>
          </a:prstGeom>
          <a:noFill/>
        </p:spPr>
        <p:txBody>
          <a:bodyPr wrap="none" rtlCol="0">
            <a:spAutoFit/>
          </a:bodyPr>
          <a:lstStyle/>
          <a:p>
            <a:r>
              <a:rPr lang="en-US" dirty="0"/>
              <a:t>Private Cloud</a:t>
            </a:r>
          </a:p>
        </p:txBody>
      </p:sp>
    </p:spTree>
    <p:extLst>
      <p:ext uri="{BB962C8B-B14F-4D97-AF65-F5344CB8AC3E}">
        <p14:creationId xmlns:p14="http://schemas.microsoft.com/office/powerpoint/2010/main" val="3511670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6ECF-6648-4A64-89CB-90A168737F67}"/>
              </a:ext>
            </a:extLst>
          </p:cNvPr>
          <p:cNvSpPr>
            <a:spLocks noGrp="1"/>
          </p:cNvSpPr>
          <p:nvPr>
            <p:ph type="title"/>
          </p:nvPr>
        </p:nvSpPr>
        <p:spPr>
          <a:xfrm>
            <a:off x="594732" y="250371"/>
            <a:ext cx="10972800" cy="555172"/>
          </a:xfrm>
        </p:spPr>
        <p:txBody>
          <a:bodyPr/>
          <a:lstStyle/>
          <a:p>
            <a:r>
              <a:rPr lang="en-US" dirty="0"/>
              <a:t>Path forward to Enterprise DevOps</a:t>
            </a:r>
          </a:p>
        </p:txBody>
      </p:sp>
      <p:sp>
        <p:nvSpPr>
          <p:cNvPr id="3" name="Text Placeholder 2">
            <a:extLst>
              <a:ext uri="{FF2B5EF4-FFF2-40B4-BE49-F238E27FC236}">
                <a16:creationId xmlns:a16="http://schemas.microsoft.com/office/drawing/2014/main" id="{562A694E-C966-45AF-8261-67FEC47BE3C6}"/>
              </a:ext>
            </a:extLst>
          </p:cNvPr>
          <p:cNvSpPr>
            <a:spLocks noGrp="1"/>
          </p:cNvSpPr>
          <p:nvPr>
            <p:ph type="body" idx="1"/>
          </p:nvPr>
        </p:nvSpPr>
        <p:spPr>
          <a:xfrm>
            <a:off x="609600" y="914399"/>
            <a:ext cx="5386917" cy="348345"/>
          </a:xfrm>
        </p:spPr>
        <p:txBody>
          <a:bodyPr/>
          <a:lstStyle/>
          <a:p>
            <a:r>
              <a:rPr lang="en-US" dirty="0"/>
              <a:t>Where we’re now ….</a:t>
            </a:r>
          </a:p>
        </p:txBody>
      </p:sp>
      <p:sp>
        <p:nvSpPr>
          <p:cNvPr id="4" name="Content Placeholder 3">
            <a:extLst>
              <a:ext uri="{FF2B5EF4-FFF2-40B4-BE49-F238E27FC236}">
                <a16:creationId xmlns:a16="http://schemas.microsoft.com/office/drawing/2014/main" id="{2C626F42-859E-4CD9-8D04-3D0F9C0FD1E3}"/>
              </a:ext>
            </a:extLst>
          </p:cNvPr>
          <p:cNvSpPr>
            <a:spLocks noGrp="1"/>
          </p:cNvSpPr>
          <p:nvPr>
            <p:ph sz="half" idx="2"/>
          </p:nvPr>
        </p:nvSpPr>
        <p:spPr>
          <a:xfrm>
            <a:off x="594732" y="1262744"/>
            <a:ext cx="5386917" cy="2318656"/>
          </a:xfrm>
        </p:spPr>
        <p:txBody>
          <a:bodyPr/>
          <a:lstStyle/>
          <a:p>
            <a:pPr>
              <a:buClr>
                <a:srgbClr val="1639D0"/>
              </a:buClr>
              <a:buFont typeface="Wingdings" panose="05000000000000000000" pitchFamily="2" charset="2"/>
              <a:buChar char="Ø"/>
            </a:pPr>
            <a:r>
              <a:rPr lang="en-US" sz="1800" dirty="0"/>
              <a:t>Two parallel DevOps pipelines available in the bank.</a:t>
            </a:r>
          </a:p>
          <a:p>
            <a:pPr lvl="1">
              <a:buClr>
                <a:srgbClr val="1639D0"/>
              </a:buClr>
              <a:buFont typeface="Wingdings" panose="05000000000000000000" pitchFamily="2" charset="2"/>
              <a:buChar char="Ø"/>
            </a:pPr>
            <a:r>
              <a:rPr lang="en-US" sz="1600" dirty="0"/>
              <a:t>USB Jenkins by Cloud Platform Solutions</a:t>
            </a:r>
          </a:p>
          <a:p>
            <a:pPr lvl="1">
              <a:buClr>
                <a:srgbClr val="1639D0"/>
              </a:buClr>
              <a:buFont typeface="Wingdings" panose="05000000000000000000" pitchFamily="2" charset="2"/>
              <a:buChar char="Ø"/>
            </a:pPr>
            <a:r>
              <a:rPr lang="en-US" sz="1600" dirty="0" err="1"/>
              <a:t>CloudBees</a:t>
            </a:r>
            <a:r>
              <a:rPr lang="en-US" sz="1600" dirty="0"/>
              <a:t> Jenkins by Enterprise DevOps</a:t>
            </a:r>
          </a:p>
          <a:p>
            <a:pPr>
              <a:buClr>
                <a:srgbClr val="1639D0"/>
              </a:buClr>
              <a:buFont typeface="Wingdings" panose="05000000000000000000" pitchFamily="2" charset="2"/>
              <a:buChar char="Ø"/>
            </a:pPr>
            <a:r>
              <a:rPr lang="en-US" sz="1800" dirty="0"/>
              <a:t>Most projects in Wealth use USB Jenkins pipeline</a:t>
            </a:r>
          </a:p>
          <a:p>
            <a:pPr>
              <a:buClr>
                <a:srgbClr val="1639D0"/>
              </a:buClr>
              <a:buFont typeface="Wingdings" panose="05000000000000000000" pitchFamily="2" charset="2"/>
              <a:buChar char="Ø"/>
            </a:pPr>
            <a:r>
              <a:rPr lang="en-US" sz="1800" dirty="0"/>
              <a:t>Some projects planning to use </a:t>
            </a:r>
            <a:r>
              <a:rPr lang="en-US" sz="1800" dirty="0" err="1"/>
              <a:t>CloudBees</a:t>
            </a:r>
            <a:r>
              <a:rPr lang="en-US" sz="1800" dirty="0"/>
              <a:t> tools for 2021 </a:t>
            </a:r>
            <a:r>
              <a:rPr lang="en-US" sz="1800" dirty="0" err="1"/>
              <a:t>CapEx’s</a:t>
            </a:r>
            <a:endParaRPr lang="en-US" sz="1800" dirty="0"/>
          </a:p>
          <a:p>
            <a:endParaRPr lang="en-US" dirty="0"/>
          </a:p>
        </p:txBody>
      </p:sp>
      <p:sp>
        <p:nvSpPr>
          <p:cNvPr id="5" name="Text Placeholder 4">
            <a:extLst>
              <a:ext uri="{FF2B5EF4-FFF2-40B4-BE49-F238E27FC236}">
                <a16:creationId xmlns:a16="http://schemas.microsoft.com/office/drawing/2014/main" id="{9AF13DBC-0BD5-4E40-98E3-B55F888F70D2}"/>
              </a:ext>
            </a:extLst>
          </p:cNvPr>
          <p:cNvSpPr>
            <a:spLocks noGrp="1"/>
          </p:cNvSpPr>
          <p:nvPr>
            <p:ph type="body" sz="quarter" idx="3"/>
          </p:nvPr>
        </p:nvSpPr>
        <p:spPr>
          <a:xfrm>
            <a:off x="6269568" y="867343"/>
            <a:ext cx="5389033" cy="431571"/>
          </a:xfrm>
        </p:spPr>
        <p:txBody>
          <a:bodyPr/>
          <a:lstStyle/>
          <a:p>
            <a:r>
              <a:rPr lang="en-US" dirty="0"/>
              <a:t>Where we want to go …</a:t>
            </a:r>
          </a:p>
        </p:txBody>
      </p:sp>
      <p:sp>
        <p:nvSpPr>
          <p:cNvPr id="6" name="Content Placeholder 5">
            <a:extLst>
              <a:ext uri="{FF2B5EF4-FFF2-40B4-BE49-F238E27FC236}">
                <a16:creationId xmlns:a16="http://schemas.microsoft.com/office/drawing/2014/main" id="{CAAFBB9E-606D-4EBB-807A-8470CFC7A8CC}"/>
              </a:ext>
            </a:extLst>
          </p:cNvPr>
          <p:cNvSpPr>
            <a:spLocks noGrp="1"/>
          </p:cNvSpPr>
          <p:nvPr>
            <p:ph sz="quarter" idx="4"/>
          </p:nvPr>
        </p:nvSpPr>
        <p:spPr>
          <a:xfrm>
            <a:off x="6269569" y="1360714"/>
            <a:ext cx="5389033" cy="2449286"/>
          </a:xfrm>
        </p:spPr>
        <p:txBody>
          <a:bodyPr/>
          <a:lstStyle/>
          <a:p>
            <a:pPr>
              <a:buClr>
                <a:srgbClr val="1639D0"/>
              </a:buClr>
              <a:buFont typeface="Wingdings" panose="05000000000000000000" pitchFamily="2" charset="2"/>
              <a:buChar char="Ø"/>
            </a:pPr>
            <a:r>
              <a:rPr lang="en-US" sz="1800" dirty="0"/>
              <a:t>All projects should be using EDSE CI/CD pipeline.</a:t>
            </a:r>
          </a:p>
          <a:p>
            <a:pPr>
              <a:buClr>
                <a:srgbClr val="1639D0"/>
              </a:buClr>
              <a:buFont typeface="Wingdings" panose="05000000000000000000" pitchFamily="2" charset="2"/>
              <a:buChar char="Ø"/>
            </a:pPr>
            <a:r>
              <a:rPr lang="en-US" sz="1800" dirty="0"/>
              <a:t>All projects should be capable of multi-cloud deployments.</a:t>
            </a:r>
          </a:p>
          <a:p>
            <a:pPr>
              <a:buClr>
                <a:srgbClr val="1639D0"/>
              </a:buClr>
              <a:buFont typeface="Wingdings" panose="05000000000000000000" pitchFamily="2" charset="2"/>
              <a:buChar char="Ø"/>
            </a:pPr>
            <a:r>
              <a:rPr lang="en-US" sz="1800" dirty="0"/>
              <a:t>All projects should have Pipeline-as-Code with </a:t>
            </a:r>
            <a:r>
              <a:rPr lang="en-US" sz="1800" dirty="0" err="1"/>
              <a:t>Jenkinsfile</a:t>
            </a:r>
            <a:r>
              <a:rPr lang="en-US" sz="1800" dirty="0"/>
              <a:t> replacing Jenkins jobs</a:t>
            </a:r>
          </a:p>
          <a:p>
            <a:pPr>
              <a:buClr>
                <a:srgbClr val="1639D0"/>
              </a:buClr>
              <a:buFont typeface="Wingdings" panose="05000000000000000000" pitchFamily="2" charset="2"/>
              <a:buChar char="Ø"/>
            </a:pPr>
            <a:r>
              <a:rPr lang="en-US" sz="1800" dirty="0"/>
              <a:t>Environmental configurations of Kubernetes should also be part of the codebase</a:t>
            </a:r>
          </a:p>
        </p:txBody>
      </p:sp>
      <p:sp>
        <p:nvSpPr>
          <p:cNvPr id="7" name="Content Placeholder 6">
            <a:extLst>
              <a:ext uri="{FF2B5EF4-FFF2-40B4-BE49-F238E27FC236}">
                <a16:creationId xmlns:a16="http://schemas.microsoft.com/office/drawing/2014/main" id="{4FDB5C80-4FC8-4A5E-995F-1EB63EDBFDB5}"/>
              </a:ext>
            </a:extLst>
          </p:cNvPr>
          <p:cNvSpPr>
            <a:spLocks noGrp="1"/>
          </p:cNvSpPr>
          <p:nvPr>
            <p:ph sz="quarter" idx="11"/>
          </p:nvPr>
        </p:nvSpPr>
        <p:spPr>
          <a:xfrm>
            <a:off x="579864" y="4180340"/>
            <a:ext cx="10987668" cy="1893887"/>
          </a:xfrm>
        </p:spPr>
        <p:txBody>
          <a:bodyPr/>
          <a:lstStyle/>
          <a:p>
            <a:pPr>
              <a:buClr>
                <a:srgbClr val="1639D0"/>
              </a:buClr>
              <a:buFont typeface="Wingdings" panose="05000000000000000000" pitchFamily="2" charset="2"/>
              <a:buChar char="Ø"/>
            </a:pPr>
            <a:r>
              <a:rPr lang="en-US" dirty="0"/>
              <a:t>CPS Team started supporting EDSE tools and </a:t>
            </a:r>
            <a:r>
              <a:rPr lang="en-US" dirty="0" err="1"/>
              <a:t>Jenkinsfile</a:t>
            </a:r>
            <a:r>
              <a:rPr lang="en-US" dirty="0"/>
              <a:t> based deployment.</a:t>
            </a:r>
          </a:p>
          <a:p>
            <a:pPr lvl="1">
              <a:buClr>
                <a:srgbClr val="1639D0"/>
              </a:buClr>
              <a:buFont typeface="Wingdings" panose="05000000000000000000" pitchFamily="2" charset="2"/>
              <a:buChar char="Ø"/>
            </a:pPr>
            <a:r>
              <a:rPr lang="en-US" dirty="0">
                <a:hlinkClick r:id="rId2"/>
              </a:rPr>
              <a:t>CPS Demo Recording</a:t>
            </a:r>
            <a:endParaRPr lang="en-US" dirty="0"/>
          </a:p>
          <a:p>
            <a:pPr lvl="1">
              <a:buClr>
                <a:srgbClr val="1639D0"/>
              </a:buClr>
              <a:buFont typeface="Wingdings" panose="05000000000000000000" pitchFamily="2" charset="2"/>
              <a:buChar char="Ø"/>
            </a:pPr>
            <a:r>
              <a:rPr lang="en-US" dirty="0" err="1">
                <a:hlinkClick r:id="rId3"/>
              </a:rPr>
              <a:t>Couldbees</a:t>
            </a:r>
            <a:r>
              <a:rPr lang="en-US" dirty="0">
                <a:hlinkClick r:id="rId3"/>
              </a:rPr>
              <a:t> Onboarding information</a:t>
            </a:r>
            <a:r>
              <a:rPr lang="en-US" dirty="0"/>
              <a:t> </a:t>
            </a:r>
          </a:p>
          <a:p>
            <a:pPr>
              <a:buClr>
                <a:srgbClr val="1639D0"/>
              </a:buClr>
              <a:buFont typeface="Wingdings" panose="05000000000000000000" pitchFamily="2" charset="2"/>
              <a:buChar char="Ø"/>
            </a:pPr>
            <a:r>
              <a:rPr lang="en-US" dirty="0">
                <a:hlinkClick r:id="rId4"/>
              </a:rPr>
              <a:t>EDSE Enterprise Pipeline Toolkit</a:t>
            </a:r>
            <a:r>
              <a:rPr lang="en-US" dirty="0"/>
              <a:t> </a:t>
            </a:r>
          </a:p>
          <a:p>
            <a:pPr>
              <a:buClr>
                <a:srgbClr val="1639D0"/>
              </a:buClr>
              <a:buFont typeface="Wingdings" panose="05000000000000000000" pitchFamily="2" charset="2"/>
              <a:buChar char="Ø"/>
            </a:pPr>
            <a:r>
              <a:rPr lang="en-US" dirty="0"/>
              <a:t>CPS Self-Service tool is supporting multi-cloud deployments through Rancher</a:t>
            </a:r>
          </a:p>
        </p:txBody>
      </p:sp>
      <p:sp>
        <p:nvSpPr>
          <p:cNvPr id="8" name="Text Placeholder 9">
            <a:extLst>
              <a:ext uri="{FF2B5EF4-FFF2-40B4-BE49-F238E27FC236}">
                <a16:creationId xmlns:a16="http://schemas.microsoft.com/office/drawing/2014/main" id="{B388D8AC-8AEB-4384-9C88-143E5EC873E8}"/>
              </a:ext>
            </a:extLst>
          </p:cNvPr>
          <p:cNvSpPr txBox="1">
            <a:spLocks/>
          </p:cNvSpPr>
          <p:nvPr/>
        </p:nvSpPr>
        <p:spPr>
          <a:xfrm>
            <a:off x="594732" y="3581400"/>
            <a:ext cx="11004656" cy="550638"/>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How can we get there?</a:t>
            </a:r>
          </a:p>
        </p:txBody>
      </p:sp>
    </p:spTree>
    <p:extLst>
      <p:ext uri="{BB962C8B-B14F-4D97-AF65-F5344CB8AC3E}">
        <p14:creationId xmlns:p14="http://schemas.microsoft.com/office/powerpoint/2010/main" val="2139480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4DB56B-2ABC-4DA1-80DF-41D526258A32}"/>
              </a:ext>
            </a:extLst>
          </p:cNvPr>
          <p:cNvSpPr>
            <a:spLocks noGrp="1"/>
          </p:cNvSpPr>
          <p:nvPr>
            <p:ph type="title"/>
          </p:nvPr>
        </p:nvSpPr>
        <p:spPr>
          <a:xfrm>
            <a:off x="596347" y="154152"/>
            <a:ext cx="10972800" cy="602425"/>
          </a:xfrm>
        </p:spPr>
        <p:txBody>
          <a:bodyPr/>
          <a:lstStyle/>
          <a:p>
            <a:r>
              <a:rPr lang="en-US" dirty="0"/>
              <a:t>DevOps and CI/CD – Who owns what today ….</a:t>
            </a:r>
          </a:p>
        </p:txBody>
      </p:sp>
      <p:sp>
        <p:nvSpPr>
          <p:cNvPr id="8" name="Text Placeholder 7">
            <a:extLst>
              <a:ext uri="{FF2B5EF4-FFF2-40B4-BE49-F238E27FC236}">
                <a16:creationId xmlns:a16="http://schemas.microsoft.com/office/drawing/2014/main" id="{876A8321-CA10-4AA0-B22F-42F9F492A888}"/>
              </a:ext>
            </a:extLst>
          </p:cNvPr>
          <p:cNvSpPr>
            <a:spLocks noGrp="1"/>
          </p:cNvSpPr>
          <p:nvPr>
            <p:ph type="body" idx="1"/>
          </p:nvPr>
        </p:nvSpPr>
        <p:spPr>
          <a:xfrm>
            <a:off x="237121" y="4849612"/>
            <a:ext cx="712259" cy="472190"/>
          </a:xfrm>
        </p:spPr>
        <p:txBody>
          <a:bodyPr/>
          <a:lstStyle/>
          <a:p>
            <a:r>
              <a:rPr lang="en-US" dirty="0"/>
              <a:t>CPS</a:t>
            </a:r>
          </a:p>
        </p:txBody>
      </p:sp>
      <p:graphicFrame>
        <p:nvGraphicFramePr>
          <p:cNvPr id="13" name="Diagram 12">
            <a:extLst>
              <a:ext uri="{FF2B5EF4-FFF2-40B4-BE49-F238E27FC236}">
                <a16:creationId xmlns:a16="http://schemas.microsoft.com/office/drawing/2014/main" id="{3FFB656F-88E8-400F-8877-03783C57EC3A}"/>
              </a:ext>
            </a:extLst>
          </p:cNvPr>
          <p:cNvGraphicFramePr/>
          <p:nvPr/>
        </p:nvGraphicFramePr>
        <p:xfrm>
          <a:off x="1846225" y="879272"/>
          <a:ext cx="9471423" cy="1878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Picture 13">
            <a:extLst>
              <a:ext uri="{FF2B5EF4-FFF2-40B4-BE49-F238E27FC236}">
                <a16:creationId xmlns:a16="http://schemas.microsoft.com/office/drawing/2014/main" id="{6411AD6D-B214-4245-9649-FC64C70C8EEC}"/>
              </a:ext>
            </a:extLst>
          </p:cNvPr>
          <p:cNvPicPr>
            <a:picLocks noChangeAspect="1"/>
          </p:cNvPicPr>
          <p:nvPr/>
        </p:nvPicPr>
        <p:blipFill>
          <a:blip r:embed="rId7"/>
          <a:stretch>
            <a:fillRect/>
          </a:stretch>
        </p:blipFill>
        <p:spPr>
          <a:xfrm>
            <a:off x="1501501" y="3114831"/>
            <a:ext cx="524325" cy="524338"/>
          </a:xfrm>
          <a:prstGeom prst="rect">
            <a:avLst/>
          </a:prstGeom>
        </p:spPr>
      </p:pic>
      <p:pic>
        <p:nvPicPr>
          <p:cNvPr id="15" name="Picture 14">
            <a:extLst>
              <a:ext uri="{FF2B5EF4-FFF2-40B4-BE49-F238E27FC236}">
                <a16:creationId xmlns:a16="http://schemas.microsoft.com/office/drawing/2014/main" id="{B16CF189-7174-4C62-A67A-DDF00FF33432}"/>
              </a:ext>
            </a:extLst>
          </p:cNvPr>
          <p:cNvPicPr>
            <a:picLocks noChangeAspect="1"/>
          </p:cNvPicPr>
          <p:nvPr/>
        </p:nvPicPr>
        <p:blipFill>
          <a:blip r:embed="rId8"/>
          <a:stretch>
            <a:fillRect/>
          </a:stretch>
        </p:blipFill>
        <p:spPr>
          <a:xfrm>
            <a:off x="1450450" y="3616652"/>
            <a:ext cx="638844" cy="472189"/>
          </a:xfrm>
          <a:prstGeom prst="rect">
            <a:avLst/>
          </a:prstGeom>
        </p:spPr>
      </p:pic>
      <p:pic>
        <p:nvPicPr>
          <p:cNvPr id="18" name="Picture 17">
            <a:extLst>
              <a:ext uri="{FF2B5EF4-FFF2-40B4-BE49-F238E27FC236}">
                <a16:creationId xmlns:a16="http://schemas.microsoft.com/office/drawing/2014/main" id="{7669C26D-682A-4238-A81D-3AFE3FA56184}"/>
              </a:ext>
            </a:extLst>
          </p:cNvPr>
          <p:cNvPicPr>
            <a:picLocks noChangeAspect="1"/>
          </p:cNvPicPr>
          <p:nvPr/>
        </p:nvPicPr>
        <p:blipFill>
          <a:blip r:embed="rId9"/>
          <a:stretch>
            <a:fillRect/>
          </a:stretch>
        </p:blipFill>
        <p:spPr>
          <a:xfrm>
            <a:off x="2912396" y="4137243"/>
            <a:ext cx="571033" cy="571049"/>
          </a:xfrm>
          <a:prstGeom prst="rect">
            <a:avLst/>
          </a:prstGeom>
        </p:spPr>
      </p:pic>
      <p:pic>
        <p:nvPicPr>
          <p:cNvPr id="19" name="Picture 18">
            <a:extLst>
              <a:ext uri="{FF2B5EF4-FFF2-40B4-BE49-F238E27FC236}">
                <a16:creationId xmlns:a16="http://schemas.microsoft.com/office/drawing/2014/main" id="{FCCF6A60-360F-42D3-8D2F-62D536178924}"/>
              </a:ext>
            </a:extLst>
          </p:cNvPr>
          <p:cNvPicPr>
            <a:picLocks noChangeAspect="1"/>
          </p:cNvPicPr>
          <p:nvPr/>
        </p:nvPicPr>
        <p:blipFill>
          <a:blip r:embed="rId10"/>
          <a:stretch>
            <a:fillRect/>
          </a:stretch>
        </p:blipFill>
        <p:spPr>
          <a:xfrm>
            <a:off x="3740948" y="3168892"/>
            <a:ext cx="631214" cy="228600"/>
          </a:xfrm>
          <a:prstGeom prst="rect">
            <a:avLst/>
          </a:prstGeom>
        </p:spPr>
      </p:pic>
      <p:pic>
        <p:nvPicPr>
          <p:cNvPr id="20" name="Picture 19">
            <a:extLst>
              <a:ext uri="{FF2B5EF4-FFF2-40B4-BE49-F238E27FC236}">
                <a16:creationId xmlns:a16="http://schemas.microsoft.com/office/drawing/2014/main" id="{5A7997E8-7729-48F3-AE0A-5536B68E00D8}"/>
              </a:ext>
            </a:extLst>
          </p:cNvPr>
          <p:cNvPicPr>
            <a:picLocks noChangeAspect="1"/>
          </p:cNvPicPr>
          <p:nvPr/>
        </p:nvPicPr>
        <p:blipFill>
          <a:blip r:embed="rId11"/>
          <a:stretch>
            <a:fillRect/>
          </a:stretch>
        </p:blipFill>
        <p:spPr>
          <a:xfrm>
            <a:off x="4779538" y="3224626"/>
            <a:ext cx="528638" cy="495300"/>
          </a:xfrm>
          <a:prstGeom prst="rect">
            <a:avLst/>
          </a:prstGeom>
        </p:spPr>
      </p:pic>
      <p:pic>
        <p:nvPicPr>
          <p:cNvPr id="21" name="Picture 20">
            <a:extLst>
              <a:ext uri="{FF2B5EF4-FFF2-40B4-BE49-F238E27FC236}">
                <a16:creationId xmlns:a16="http://schemas.microsoft.com/office/drawing/2014/main" id="{80D0B63F-6C00-4CB5-A613-2256506298C9}"/>
              </a:ext>
            </a:extLst>
          </p:cNvPr>
          <p:cNvPicPr>
            <a:picLocks noChangeAspect="1"/>
          </p:cNvPicPr>
          <p:nvPr/>
        </p:nvPicPr>
        <p:blipFill>
          <a:blip r:embed="rId12"/>
          <a:stretch>
            <a:fillRect/>
          </a:stretch>
        </p:blipFill>
        <p:spPr>
          <a:xfrm>
            <a:off x="6659463" y="5613395"/>
            <a:ext cx="484372" cy="484372"/>
          </a:xfrm>
          <a:prstGeom prst="rect">
            <a:avLst/>
          </a:prstGeom>
        </p:spPr>
      </p:pic>
      <p:pic>
        <p:nvPicPr>
          <p:cNvPr id="22" name="Picture 21">
            <a:extLst>
              <a:ext uri="{FF2B5EF4-FFF2-40B4-BE49-F238E27FC236}">
                <a16:creationId xmlns:a16="http://schemas.microsoft.com/office/drawing/2014/main" id="{0AA5D319-E6A8-486D-AFD5-4DEA7F1DA7B5}"/>
              </a:ext>
            </a:extLst>
          </p:cNvPr>
          <p:cNvPicPr>
            <a:picLocks noChangeAspect="1"/>
          </p:cNvPicPr>
          <p:nvPr/>
        </p:nvPicPr>
        <p:blipFill>
          <a:blip r:embed="rId13"/>
          <a:stretch>
            <a:fillRect/>
          </a:stretch>
        </p:blipFill>
        <p:spPr>
          <a:xfrm>
            <a:off x="7646187" y="5002910"/>
            <a:ext cx="918601" cy="277199"/>
          </a:xfrm>
          <a:prstGeom prst="rect">
            <a:avLst/>
          </a:prstGeom>
        </p:spPr>
      </p:pic>
      <p:pic>
        <p:nvPicPr>
          <p:cNvPr id="23" name="Picture 22">
            <a:extLst>
              <a:ext uri="{FF2B5EF4-FFF2-40B4-BE49-F238E27FC236}">
                <a16:creationId xmlns:a16="http://schemas.microsoft.com/office/drawing/2014/main" id="{246BEDA2-9533-4166-9024-6E3FD9E6FB81}"/>
              </a:ext>
            </a:extLst>
          </p:cNvPr>
          <p:cNvPicPr>
            <a:picLocks noChangeAspect="1"/>
          </p:cNvPicPr>
          <p:nvPr/>
        </p:nvPicPr>
        <p:blipFill>
          <a:blip r:embed="rId14"/>
          <a:stretch>
            <a:fillRect/>
          </a:stretch>
        </p:blipFill>
        <p:spPr>
          <a:xfrm>
            <a:off x="8839320" y="4859641"/>
            <a:ext cx="518226" cy="518239"/>
          </a:xfrm>
          <a:prstGeom prst="rect">
            <a:avLst/>
          </a:prstGeom>
        </p:spPr>
      </p:pic>
      <p:pic>
        <p:nvPicPr>
          <p:cNvPr id="24" name="Picture 23">
            <a:extLst>
              <a:ext uri="{FF2B5EF4-FFF2-40B4-BE49-F238E27FC236}">
                <a16:creationId xmlns:a16="http://schemas.microsoft.com/office/drawing/2014/main" id="{06EF9420-3B06-4D52-91AD-97E1F6EA4066}"/>
              </a:ext>
            </a:extLst>
          </p:cNvPr>
          <p:cNvPicPr>
            <a:picLocks noChangeAspect="1"/>
          </p:cNvPicPr>
          <p:nvPr/>
        </p:nvPicPr>
        <p:blipFill>
          <a:blip r:embed="rId15"/>
          <a:stretch>
            <a:fillRect/>
          </a:stretch>
        </p:blipFill>
        <p:spPr>
          <a:xfrm>
            <a:off x="10727465" y="5688408"/>
            <a:ext cx="652047" cy="324484"/>
          </a:xfrm>
          <a:prstGeom prst="rect">
            <a:avLst/>
          </a:prstGeom>
        </p:spPr>
      </p:pic>
      <p:sp>
        <p:nvSpPr>
          <p:cNvPr id="25" name="Rounded Rectangle 28">
            <a:extLst>
              <a:ext uri="{FF2B5EF4-FFF2-40B4-BE49-F238E27FC236}">
                <a16:creationId xmlns:a16="http://schemas.microsoft.com/office/drawing/2014/main" id="{B873E5DD-243F-4A87-A375-F17A403D4A1E}"/>
              </a:ext>
            </a:extLst>
          </p:cNvPr>
          <p:cNvSpPr/>
          <p:nvPr/>
        </p:nvSpPr>
        <p:spPr>
          <a:xfrm>
            <a:off x="2802003" y="1260231"/>
            <a:ext cx="7561196" cy="1287445"/>
          </a:xfrm>
          <a:prstGeom prst="round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387067F-EE73-4FE8-B406-F2E63640D1F4}"/>
              </a:ext>
            </a:extLst>
          </p:cNvPr>
          <p:cNvPicPr>
            <a:picLocks noChangeAspect="1"/>
          </p:cNvPicPr>
          <p:nvPr/>
        </p:nvPicPr>
        <p:blipFill>
          <a:blip r:embed="rId16"/>
          <a:stretch>
            <a:fillRect/>
          </a:stretch>
        </p:blipFill>
        <p:spPr>
          <a:xfrm>
            <a:off x="5462939" y="4230037"/>
            <a:ext cx="995387" cy="302237"/>
          </a:xfrm>
          <a:prstGeom prst="rect">
            <a:avLst/>
          </a:prstGeom>
        </p:spPr>
      </p:pic>
      <p:pic>
        <p:nvPicPr>
          <p:cNvPr id="29" name="Picture 28">
            <a:extLst>
              <a:ext uri="{FF2B5EF4-FFF2-40B4-BE49-F238E27FC236}">
                <a16:creationId xmlns:a16="http://schemas.microsoft.com/office/drawing/2014/main" id="{5F490FD5-5C27-4006-824C-01BFF7FC648C}"/>
              </a:ext>
            </a:extLst>
          </p:cNvPr>
          <p:cNvPicPr>
            <a:picLocks noChangeAspect="1"/>
          </p:cNvPicPr>
          <p:nvPr/>
        </p:nvPicPr>
        <p:blipFill>
          <a:blip r:embed="rId17"/>
          <a:stretch>
            <a:fillRect/>
          </a:stretch>
        </p:blipFill>
        <p:spPr>
          <a:xfrm>
            <a:off x="2187047" y="3179047"/>
            <a:ext cx="505806" cy="276620"/>
          </a:xfrm>
          <a:prstGeom prst="rect">
            <a:avLst/>
          </a:prstGeom>
        </p:spPr>
      </p:pic>
      <p:pic>
        <p:nvPicPr>
          <p:cNvPr id="30" name="Picture 29">
            <a:extLst>
              <a:ext uri="{FF2B5EF4-FFF2-40B4-BE49-F238E27FC236}">
                <a16:creationId xmlns:a16="http://schemas.microsoft.com/office/drawing/2014/main" id="{467533BA-95CA-4CDC-BBC7-716735A55595}"/>
              </a:ext>
            </a:extLst>
          </p:cNvPr>
          <p:cNvPicPr>
            <a:picLocks noChangeAspect="1"/>
          </p:cNvPicPr>
          <p:nvPr/>
        </p:nvPicPr>
        <p:blipFill>
          <a:blip r:embed="rId18"/>
          <a:stretch>
            <a:fillRect/>
          </a:stretch>
        </p:blipFill>
        <p:spPr>
          <a:xfrm>
            <a:off x="2282243" y="3636266"/>
            <a:ext cx="333375" cy="247650"/>
          </a:xfrm>
          <a:prstGeom prst="rect">
            <a:avLst/>
          </a:prstGeom>
        </p:spPr>
      </p:pic>
      <p:pic>
        <p:nvPicPr>
          <p:cNvPr id="31" name="Picture 30">
            <a:extLst>
              <a:ext uri="{FF2B5EF4-FFF2-40B4-BE49-F238E27FC236}">
                <a16:creationId xmlns:a16="http://schemas.microsoft.com/office/drawing/2014/main" id="{04EFA53D-2D89-4A66-B72F-15419C07EFDF}"/>
              </a:ext>
            </a:extLst>
          </p:cNvPr>
          <p:cNvPicPr>
            <a:picLocks noChangeAspect="1"/>
          </p:cNvPicPr>
          <p:nvPr/>
        </p:nvPicPr>
        <p:blipFill>
          <a:blip r:embed="rId19"/>
          <a:stretch>
            <a:fillRect/>
          </a:stretch>
        </p:blipFill>
        <p:spPr>
          <a:xfrm>
            <a:off x="3700814" y="3504977"/>
            <a:ext cx="711481" cy="255114"/>
          </a:xfrm>
          <a:prstGeom prst="rect">
            <a:avLst/>
          </a:prstGeom>
        </p:spPr>
      </p:pic>
      <p:pic>
        <p:nvPicPr>
          <p:cNvPr id="32" name="Picture 2">
            <a:extLst>
              <a:ext uri="{FF2B5EF4-FFF2-40B4-BE49-F238E27FC236}">
                <a16:creationId xmlns:a16="http://schemas.microsoft.com/office/drawing/2014/main" id="{70AD3C35-84E1-49C6-8726-39BCC921884F}"/>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9519911" y="4771612"/>
            <a:ext cx="770997" cy="462598"/>
          </a:xfrm>
          <a:prstGeom prst="rect">
            <a:avLst/>
          </a:prstGeom>
          <a:noFill/>
          <a:extLst>
            <a:ext uri="{909E8E84-426E-40DD-AFC4-6F175D3DCCD1}">
              <a14:hiddenFill xmlns:a14="http://schemas.microsoft.com/office/drawing/2010/main">
                <a:solidFill>
                  <a:srgbClr val="FFFFFF"/>
                </a:solidFill>
              </a14:hiddenFill>
            </a:ext>
          </a:extLst>
        </p:spPr>
      </p:pic>
      <p:sp>
        <p:nvSpPr>
          <p:cNvPr id="33" name="Text Placeholder 7">
            <a:extLst>
              <a:ext uri="{FF2B5EF4-FFF2-40B4-BE49-F238E27FC236}">
                <a16:creationId xmlns:a16="http://schemas.microsoft.com/office/drawing/2014/main" id="{7D594BE3-D635-440E-B1F1-2400CF39C43A}"/>
              </a:ext>
            </a:extLst>
          </p:cNvPr>
          <p:cNvSpPr txBox="1">
            <a:spLocks/>
          </p:cNvSpPr>
          <p:nvPr/>
        </p:nvSpPr>
        <p:spPr>
          <a:xfrm>
            <a:off x="227050" y="4158950"/>
            <a:ext cx="905154" cy="472190"/>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EDSE</a:t>
            </a:r>
          </a:p>
        </p:txBody>
      </p:sp>
      <p:sp>
        <p:nvSpPr>
          <p:cNvPr id="34" name="Text Placeholder 7">
            <a:extLst>
              <a:ext uri="{FF2B5EF4-FFF2-40B4-BE49-F238E27FC236}">
                <a16:creationId xmlns:a16="http://schemas.microsoft.com/office/drawing/2014/main" id="{3CB9090A-3CE5-4585-A9AC-07F516FD1E15}"/>
              </a:ext>
            </a:extLst>
          </p:cNvPr>
          <p:cNvSpPr txBox="1">
            <a:spLocks/>
          </p:cNvSpPr>
          <p:nvPr/>
        </p:nvSpPr>
        <p:spPr>
          <a:xfrm>
            <a:off x="227050" y="3311137"/>
            <a:ext cx="1112709" cy="591618"/>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sz="2000" dirty="0"/>
              <a:t>Product </a:t>
            </a:r>
          </a:p>
          <a:p>
            <a:r>
              <a:rPr lang="en-US" sz="2000" dirty="0"/>
              <a:t>Team(s)</a:t>
            </a:r>
          </a:p>
        </p:txBody>
      </p:sp>
      <p:sp>
        <p:nvSpPr>
          <p:cNvPr id="35" name="Text Placeholder 7">
            <a:extLst>
              <a:ext uri="{FF2B5EF4-FFF2-40B4-BE49-F238E27FC236}">
                <a16:creationId xmlns:a16="http://schemas.microsoft.com/office/drawing/2014/main" id="{C905615F-A6CD-4C73-8E7E-931B65CDB27B}"/>
              </a:ext>
            </a:extLst>
          </p:cNvPr>
          <p:cNvSpPr txBox="1">
            <a:spLocks/>
          </p:cNvSpPr>
          <p:nvPr/>
        </p:nvSpPr>
        <p:spPr>
          <a:xfrm>
            <a:off x="204463" y="5632363"/>
            <a:ext cx="2211439" cy="472190"/>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1"/>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dirty="0"/>
              <a:t>CM/ISS/Ops</a:t>
            </a:r>
          </a:p>
        </p:txBody>
      </p:sp>
      <p:cxnSp>
        <p:nvCxnSpPr>
          <p:cNvPr id="40" name="Straight Connector 39">
            <a:extLst>
              <a:ext uri="{FF2B5EF4-FFF2-40B4-BE49-F238E27FC236}">
                <a16:creationId xmlns:a16="http://schemas.microsoft.com/office/drawing/2014/main" id="{C66F2F06-D4B8-4D53-8C21-79E42C5E5F5F}"/>
              </a:ext>
            </a:extLst>
          </p:cNvPr>
          <p:cNvCxnSpPr>
            <a:cxnSpLocks/>
          </p:cNvCxnSpPr>
          <p:nvPr/>
        </p:nvCxnSpPr>
        <p:spPr>
          <a:xfrm>
            <a:off x="227050" y="3070189"/>
            <a:ext cx="115186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441D32E-A9D2-4A85-AFC0-FFE0A9750A0B}"/>
              </a:ext>
            </a:extLst>
          </p:cNvPr>
          <p:cNvCxnSpPr>
            <a:cxnSpLocks/>
          </p:cNvCxnSpPr>
          <p:nvPr/>
        </p:nvCxnSpPr>
        <p:spPr>
          <a:xfrm flipV="1">
            <a:off x="205281" y="4071676"/>
            <a:ext cx="1151863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E557BA3-6F95-4951-AB83-27B1FE884819}"/>
              </a:ext>
            </a:extLst>
          </p:cNvPr>
          <p:cNvCxnSpPr>
            <a:cxnSpLocks/>
          </p:cNvCxnSpPr>
          <p:nvPr/>
        </p:nvCxnSpPr>
        <p:spPr>
          <a:xfrm>
            <a:off x="259707" y="4746594"/>
            <a:ext cx="115621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4D07087-D061-47E1-AED2-1BB77B9F9E10}"/>
              </a:ext>
            </a:extLst>
          </p:cNvPr>
          <p:cNvCxnSpPr>
            <a:cxnSpLocks/>
          </p:cNvCxnSpPr>
          <p:nvPr/>
        </p:nvCxnSpPr>
        <p:spPr>
          <a:xfrm>
            <a:off x="270594" y="5465050"/>
            <a:ext cx="115621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B828D9-B689-446A-99CB-DFB3704696D8}"/>
              </a:ext>
            </a:extLst>
          </p:cNvPr>
          <p:cNvCxnSpPr>
            <a:cxnSpLocks/>
          </p:cNvCxnSpPr>
          <p:nvPr/>
        </p:nvCxnSpPr>
        <p:spPr>
          <a:xfrm>
            <a:off x="281476" y="6259709"/>
            <a:ext cx="11562180" cy="0"/>
          </a:xfrm>
          <a:prstGeom prst="line">
            <a:avLst/>
          </a:prstGeom>
        </p:spPr>
        <p:style>
          <a:lnRef idx="1">
            <a:schemeClr val="accent1"/>
          </a:lnRef>
          <a:fillRef idx="0">
            <a:schemeClr val="accent1"/>
          </a:fillRef>
          <a:effectRef idx="0">
            <a:schemeClr val="accent1"/>
          </a:effectRef>
          <a:fontRef idx="minor">
            <a:schemeClr val="tx1"/>
          </a:fontRef>
        </p:style>
      </p:cxnSp>
      <p:pic>
        <p:nvPicPr>
          <p:cNvPr id="49" name="Picture 48" descr="Logo&#10;&#10;Description automatically generated">
            <a:extLst>
              <a:ext uri="{FF2B5EF4-FFF2-40B4-BE49-F238E27FC236}">
                <a16:creationId xmlns:a16="http://schemas.microsoft.com/office/drawing/2014/main" id="{4475BF57-9FCE-4DA5-8281-B49A607C062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768652" y="3780095"/>
            <a:ext cx="663173" cy="228034"/>
          </a:xfrm>
          <a:prstGeom prst="rect">
            <a:avLst/>
          </a:prstGeom>
        </p:spPr>
      </p:pic>
      <p:pic>
        <p:nvPicPr>
          <p:cNvPr id="50" name="Picture 49">
            <a:extLst>
              <a:ext uri="{FF2B5EF4-FFF2-40B4-BE49-F238E27FC236}">
                <a16:creationId xmlns:a16="http://schemas.microsoft.com/office/drawing/2014/main" id="{9C90978E-60C5-41AC-9C37-E3BD7CBEAEAC}"/>
              </a:ext>
            </a:extLst>
          </p:cNvPr>
          <p:cNvPicPr>
            <a:picLocks noChangeAspect="1"/>
          </p:cNvPicPr>
          <p:nvPr/>
        </p:nvPicPr>
        <p:blipFill>
          <a:blip r:embed="rId22"/>
          <a:stretch>
            <a:fillRect/>
          </a:stretch>
        </p:blipFill>
        <p:spPr>
          <a:xfrm>
            <a:off x="7493325" y="4193808"/>
            <a:ext cx="1224323" cy="363585"/>
          </a:xfrm>
          <a:prstGeom prst="rect">
            <a:avLst/>
          </a:prstGeom>
        </p:spPr>
      </p:pic>
      <p:pic>
        <p:nvPicPr>
          <p:cNvPr id="51" name="Picture 50" descr="Text, logo&#10;&#10;Description automatically generated">
            <a:extLst>
              <a:ext uri="{FF2B5EF4-FFF2-40B4-BE49-F238E27FC236}">
                <a16:creationId xmlns:a16="http://schemas.microsoft.com/office/drawing/2014/main" id="{6294AA18-F76C-43EA-B002-A1125B70B76F}"/>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624095" y="5544712"/>
            <a:ext cx="940693" cy="182228"/>
          </a:xfrm>
          <a:prstGeom prst="rect">
            <a:avLst/>
          </a:prstGeom>
        </p:spPr>
      </p:pic>
      <p:pic>
        <p:nvPicPr>
          <p:cNvPr id="52" name="Picture 51">
            <a:extLst>
              <a:ext uri="{FF2B5EF4-FFF2-40B4-BE49-F238E27FC236}">
                <a16:creationId xmlns:a16="http://schemas.microsoft.com/office/drawing/2014/main" id="{D803FCE4-140A-4FE5-A8A5-7E30D1E335C2}"/>
              </a:ext>
            </a:extLst>
          </p:cNvPr>
          <p:cNvPicPr>
            <a:picLocks noChangeAspect="1"/>
          </p:cNvPicPr>
          <p:nvPr/>
        </p:nvPicPr>
        <p:blipFill>
          <a:blip r:embed="rId24"/>
          <a:stretch>
            <a:fillRect/>
          </a:stretch>
        </p:blipFill>
        <p:spPr>
          <a:xfrm>
            <a:off x="7802974" y="5779034"/>
            <a:ext cx="484373" cy="431395"/>
          </a:xfrm>
          <a:prstGeom prst="rect">
            <a:avLst/>
          </a:prstGeom>
        </p:spPr>
      </p:pic>
      <p:pic>
        <p:nvPicPr>
          <p:cNvPr id="53" name="Picture 52" descr="A picture containing shape&#10;&#10;Description automatically generated">
            <a:extLst>
              <a:ext uri="{FF2B5EF4-FFF2-40B4-BE49-F238E27FC236}">
                <a16:creationId xmlns:a16="http://schemas.microsoft.com/office/drawing/2014/main" id="{303C03F3-8BE4-40BF-81DC-A47CBDFA09AF}"/>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519911" y="5239364"/>
            <a:ext cx="783673" cy="138520"/>
          </a:xfrm>
          <a:prstGeom prst="rect">
            <a:avLst/>
          </a:prstGeom>
        </p:spPr>
      </p:pic>
      <p:sp>
        <p:nvSpPr>
          <p:cNvPr id="54" name="Rounded Rectangle 28">
            <a:extLst>
              <a:ext uri="{FF2B5EF4-FFF2-40B4-BE49-F238E27FC236}">
                <a16:creationId xmlns:a16="http://schemas.microsoft.com/office/drawing/2014/main" id="{D76B799D-34A6-48E4-AF0C-606A55B240AF}"/>
              </a:ext>
            </a:extLst>
          </p:cNvPr>
          <p:cNvSpPr/>
          <p:nvPr/>
        </p:nvSpPr>
        <p:spPr>
          <a:xfrm>
            <a:off x="2769344" y="1054860"/>
            <a:ext cx="7637397" cy="1887359"/>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B4E4381B-1EDC-4C10-90EB-25A3EEAE7F36}"/>
              </a:ext>
            </a:extLst>
          </p:cNvPr>
          <p:cNvPicPr>
            <a:picLocks noChangeAspect="1"/>
          </p:cNvPicPr>
          <p:nvPr/>
        </p:nvPicPr>
        <p:blipFill>
          <a:blip r:embed="rId26"/>
          <a:stretch>
            <a:fillRect/>
          </a:stretch>
        </p:blipFill>
        <p:spPr>
          <a:xfrm>
            <a:off x="4182184" y="2632810"/>
            <a:ext cx="1352902" cy="275771"/>
          </a:xfrm>
          <a:prstGeom prst="rect">
            <a:avLst/>
          </a:prstGeom>
        </p:spPr>
      </p:pic>
      <p:sp>
        <p:nvSpPr>
          <p:cNvPr id="71" name="TextBox 70">
            <a:extLst>
              <a:ext uri="{FF2B5EF4-FFF2-40B4-BE49-F238E27FC236}">
                <a16:creationId xmlns:a16="http://schemas.microsoft.com/office/drawing/2014/main" id="{FFADD537-9CA1-4984-8259-B920081B7F40}"/>
              </a:ext>
            </a:extLst>
          </p:cNvPr>
          <p:cNvSpPr txBox="1"/>
          <p:nvPr/>
        </p:nvSpPr>
        <p:spPr>
          <a:xfrm>
            <a:off x="2834662" y="2190898"/>
            <a:ext cx="1297534" cy="276999"/>
          </a:xfrm>
          <a:prstGeom prst="rect">
            <a:avLst/>
          </a:prstGeom>
          <a:noFill/>
        </p:spPr>
        <p:txBody>
          <a:bodyPr wrap="square" rtlCol="0">
            <a:spAutoFit/>
          </a:bodyPr>
          <a:lstStyle/>
          <a:p>
            <a:pPr algn="ctr"/>
            <a:r>
              <a:rPr lang="en-US" sz="1200" dirty="0"/>
              <a:t>CPS Pipeline</a:t>
            </a:r>
          </a:p>
        </p:txBody>
      </p:sp>
      <p:sp>
        <p:nvSpPr>
          <p:cNvPr id="72" name="TextBox 71">
            <a:extLst>
              <a:ext uri="{FF2B5EF4-FFF2-40B4-BE49-F238E27FC236}">
                <a16:creationId xmlns:a16="http://schemas.microsoft.com/office/drawing/2014/main" id="{19CEC048-D9F6-48E6-A9D2-FBA8A6AAC7D8}"/>
              </a:ext>
            </a:extLst>
          </p:cNvPr>
          <p:cNvSpPr txBox="1"/>
          <p:nvPr/>
        </p:nvSpPr>
        <p:spPr>
          <a:xfrm>
            <a:off x="2956648" y="2636978"/>
            <a:ext cx="1297534" cy="276999"/>
          </a:xfrm>
          <a:prstGeom prst="rect">
            <a:avLst/>
          </a:prstGeom>
          <a:noFill/>
        </p:spPr>
        <p:txBody>
          <a:bodyPr wrap="square" rtlCol="0">
            <a:spAutoFit/>
          </a:bodyPr>
          <a:lstStyle/>
          <a:p>
            <a:pPr algn="ctr"/>
            <a:r>
              <a:rPr lang="en-US" sz="1200" dirty="0"/>
              <a:t>EDSE Pipeline</a:t>
            </a:r>
          </a:p>
        </p:txBody>
      </p:sp>
      <p:pic>
        <p:nvPicPr>
          <p:cNvPr id="70" name="Picture 69">
            <a:extLst>
              <a:ext uri="{FF2B5EF4-FFF2-40B4-BE49-F238E27FC236}">
                <a16:creationId xmlns:a16="http://schemas.microsoft.com/office/drawing/2014/main" id="{AEB99750-F118-4120-ADD1-5E596B9D38BA}"/>
              </a:ext>
            </a:extLst>
          </p:cNvPr>
          <p:cNvPicPr>
            <a:picLocks noChangeAspect="1"/>
          </p:cNvPicPr>
          <p:nvPr/>
        </p:nvPicPr>
        <p:blipFill>
          <a:blip r:embed="rId27"/>
          <a:stretch>
            <a:fillRect/>
          </a:stretch>
        </p:blipFill>
        <p:spPr>
          <a:xfrm>
            <a:off x="4053407" y="2128189"/>
            <a:ext cx="947737" cy="342900"/>
          </a:xfrm>
          <a:prstGeom prst="rect">
            <a:avLst/>
          </a:prstGeom>
        </p:spPr>
      </p:pic>
    </p:spTree>
    <p:extLst>
      <p:ext uri="{BB962C8B-B14F-4D97-AF65-F5344CB8AC3E}">
        <p14:creationId xmlns:p14="http://schemas.microsoft.com/office/powerpoint/2010/main" val="2515313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F1B7C16-F848-49A1-B4C7-F15B2E89919B}"/>
              </a:ext>
            </a:extLst>
          </p:cNvPr>
          <p:cNvSpPr>
            <a:spLocks noGrp="1"/>
          </p:cNvSpPr>
          <p:nvPr>
            <p:ph type="title"/>
          </p:nvPr>
        </p:nvSpPr>
        <p:spPr>
          <a:xfrm>
            <a:off x="609600" y="228600"/>
            <a:ext cx="10972800" cy="563880"/>
          </a:xfrm>
        </p:spPr>
        <p:txBody>
          <a:bodyPr>
            <a:normAutofit/>
          </a:bodyPr>
          <a:lstStyle/>
          <a:p>
            <a:r>
              <a:rPr lang="en-US" dirty="0"/>
              <a:t>Cloud Readiness – Configuration Service</a:t>
            </a:r>
          </a:p>
        </p:txBody>
      </p:sp>
      <p:sp>
        <p:nvSpPr>
          <p:cNvPr id="2" name="Text Placeholder 1">
            <a:extLst>
              <a:ext uri="{FF2B5EF4-FFF2-40B4-BE49-F238E27FC236}">
                <a16:creationId xmlns:a16="http://schemas.microsoft.com/office/drawing/2014/main" id="{04AD6D63-0E29-4E89-8204-8262025E33BF}"/>
              </a:ext>
            </a:extLst>
          </p:cNvPr>
          <p:cNvSpPr>
            <a:spLocks noGrp="1"/>
          </p:cNvSpPr>
          <p:nvPr>
            <p:ph type="body" idx="1"/>
          </p:nvPr>
        </p:nvSpPr>
        <p:spPr>
          <a:xfrm>
            <a:off x="594733" y="835818"/>
            <a:ext cx="5386917" cy="452120"/>
          </a:xfrm>
        </p:spPr>
        <p:txBody>
          <a:bodyPr/>
          <a:lstStyle/>
          <a:p>
            <a:r>
              <a:rPr lang="en-US" dirty="0"/>
              <a:t>Current State – Embedded Configurations</a:t>
            </a:r>
          </a:p>
        </p:txBody>
      </p:sp>
      <p:pic>
        <p:nvPicPr>
          <p:cNvPr id="7" name="Content Placeholder 6">
            <a:extLst>
              <a:ext uri="{FF2B5EF4-FFF2-40B4-BE49-F238E27FC236}">
                <a16:creationId xmlns:a16="http://schemas.microsoft.com/office/drawing/2014/main" id="{BD8BC685-CAA2-4908-AFFA-18E1BFA5F383}"/>
              </a:ext>
            </a:extLst>
          </p:cNvPr>
          <p:cNvPicPr>
            <a:picLocks noGrp="1" noChangeAspect="1"/>
          </p:cNvPicPr>
          <p:nvPr>
            <p:ph sz="half" idx="2"/>
          </p:nvPr>
        </p:nvPicPr>
        <p:blipFill>
          <a:blip r:embed="rId2"/>
          <a:stretch>
            <a:fillRect/>
          </a:stretch>
        </p:blipFill>
        <p:spPr>
          <a:xfrm>
            <a:off x="706967" y="1318329"/>
            <a:ext cx="5178267" cy="2426647"/>
          </a:xfrm>
          <a:prstGeom prst="rect">
            <a:avLst/>
          </a:prstGeom>
        </p:spPr>
      </p:pic>
      <p:sp>
        <p:nvSpPr>
          <p:cNvPr id="4" name="Text Placeholder 3">
            <a:extLst>
              <a:ext uri="{FF2B5EF4-FFF2-40B4-BE49-F238E27FC236}">
                <a16:creationId xmlns:a16="http://schemas.microsoft.com/office/drawing/2014/main" id="{E1E5B71F-DBF6-4919-BB44-604C59749DC7}"/>
              </a:ext>
            </a:extLst>
          </p:cNvPr>
          <p:cNvSpPr>
            <a:spLocks noGrp="1"/>
          </p:cNvSpPr>
          <p:nvPr>
            <p:ph type="body" sz="quarter" idx="3"/>
          </p:nvPr>
        </p:nvSpPr>
        <p:spPr>
          <a:xfrm>
            <a:off x="6103435" y="835818"/>
            <a:ext cx="5389033" cy="452120"/>
          </a:xfrm>
        </p:spPr>
        <p:txBody>
          <a:bodyPr/>
          <a:lstStyle/>
          <a:p>
            <a:r>
              <a:rPr lang="en-US" dirty="0"/>
              <a:t>Future State – Externalized Configurations</a:t>
            </a:r>
          </a:p>
        </p:txBody>
      </p:sp>
      <p:pic>
        <p:nvPicPr>
          <p:cNvPr id="9" name="Content Placeholder 8">
            <a:extLst>
              <a:ext uri="{FF2B5EF4-FFF2-40B4-BE49-F238E27FC236}">
                <a16:creationId xmlns:a16="http://schemas.microsoft.com/office/drawing/2014/main" id="{B8CA97BF-FEEB-44B5-AC5B-B05AF8097D30}"/>
              </a:ext>
            </a:extLst>
          </p:cNvPr>
          <p:cNvPicPr>
            <a:picLocks noGrp="1" noChangeAspect="1"/>
          </p:cNvPicPr>
          <p:nvPr>
            <p:ph sz="quarter" idx="4"/>
          </p:nvPr>
        </p:nvPicPr>
        <p:blipFill>
          <a:blip r:embed="rId3"/>
          <a:stretch>
            <a:fillRect/>
          </a:stretch>
        </p:blipFill>
        <p:spPr>
          <a:xfrm>
            <a:off x="6208817" y="1519544"/>
            <a:ext cx="5283649" cy="1860198"/>
          </a:xfrm>
          <a:prstGeom prst="rect">
            <a:avLst/>
          </a:prstGeom>
        </p:spPr>
      </p:pic>
      <p:sp>
        <p:nvSpPr>
          <p:cNvPr id="6" name="Content Placeholder 5">
            <a:extLst>
              <a:ext uri="{FF2B5EF4-FFF2-40B4-BE49-F238E27FC236}">
                <a16:creationId xmlns:a16="http://schemas.microsoft.com/office/drawing/2014/main" id="{97E74A3D-B25A-46FE-89CD-479E832F88B9}"/>
              </a:ext>
            </a:extLst>
          </p:cNvPr>
          <p:cNvSpPr>
            <a:spLocks noGrp="1"/>
          </p:cNvSpPr>
          <p:nvPr>
            <p:ph sz="quarter" idx="11"/>
          </p:nvPr>
        </p:nvSpPr>
        <p:spPr>
          <a:xfrm>
            <a:off x="594733" y="3775367"/>
            <a:ext cx="10987668" cy="2564473"/>
          </a:xfrm>
        </p:spPr>
        <p:txBody>
          <a:bodyPr/>
          <a:lstStyle/>
          <a:p>
            <a:pPr>
              <a:buClr>
                <a:srgbClr val="1639D0"/>
              </a:buClr>
              <a:buFont typeface="Wingdings" panose="05000000000000000000" pitchFamily="2" charset="2"/>
              <a:buChar char="Ø"/>
            </a:pPr>
            <a:r>
              <a:rPr lang="en-US" sz="1800" dirty="0"/>
              <a:t>Most applications use configuration artifacts (database connections, service URL’s, credentials etc.) to communicate to external and internal resources. Typically, these configuration artifacts remain embedded and distributed across the codebase, which makes software hard to maintain and incurs code debt.</a:t>
            </a:r>
          </a:p>
          <a:p>
            <a:pPr>
              <a:buClr>
                <a:srgbClr val="1639D0"/>
              </a:buClr>
              <a:buFont typeface="Wingdings" panose="05000000000000000000" pitchFamily="2" charset="2"/>
              <a:buChar char="Ø"/>
            </a:pPr>
            <a:r>
              <a:rPr lang="en-US" sz="1800" dirty="0"/>
              <a:t>In modern world of cloud computing, it is a generally accepted best practice to externalize all the configuration, including endpoint URLs and credentials. The application should load them either at startup or on the fly. These can be accessed by the application on startup or can be refreshed without a server restart. This avoids duplication of code and improves maintainability.</a:t>
            </a:r>
          </a:p>
          <a:p>
            <a:pPr>
              <a:buClr>
                <a:srgbClr val="1639D0"/>
              </a:buClr>
              <a:buFont typeface="Wingdings" panose="05000000000000000000" pitchFamily="2" charset="2"/>
              <a:buChar char="Ø"/>
            </a:pPr>
            <a:r>
              <a:rPr lang="en-US" sz="1800" dirty="0"/>
              <a:t>Consider looking into </a:t>
            </a:r>
            <a:r>
              <a:rPr lang="en-US" sz="1800" dirty="0">
                <a:hlinkClick r:id="rId4"/>
              </a:rPr>
              <a:t>spring-cloud-config</a:t>
            </a:r>
            <a:r>
              <a:rPr lang="en-US" sz="1800" dirty="0"/>
              <a:t>, </a:t>
            </a:r>
            <a:r>
              <a:rPr lang="en-US" sz="1800" dirty="0">
                <a:hlinkClick r:id="rId5"/>
              </a:rPr>
              <a:t>spring-cloud-Netflix</a:t>
            </a:r>
            <a:r>
              <a:rPr lang="en-US" sz="1800" dirty="0"/>
              <a:t> for reference implementations.  </a:t>
            </a:r>
          </a:p>
        </p:txBody>
      </p:sp>
      <p:cxnSp>
        <p:nvCxnSpPr>
          <p:cNvPr id="10" name="Straight Connector 9">
            <a:extLst>
              <a:ext uri="{FF2B5EF4-FFF2-40B4-BE49-F238E27FC236}">
                <a16:creationId xmlns:a16="http://schemas.microsoft.com/office/drawing/2014/main" id="{5DBBF243-0000-447F-9AD2-19DD0B1FB429}"/>
              </a:ext>
            </a:extLst>
          </p:cNvPr>
          <p:cNvCxnSpPr>
            <a:cxnSpLocks/>
          </p:cNvCxnSpPr>
          <p:nvPr/>
        </p:nvCxnSpPr>
        <p:spPr>
          <a:xfrm>
            <a:off x="6004560" y="995680"/>
            <a:ext cx="0" cy="2692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226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72A34A-157F-4ADB-94CE-E5BEB87C7E2A}"/>
              </a:ext>
            </a:extLst>
          </p:cNvPr>
          <p:cNvSpPr>
            <a:spLocks noGrp="1"/>
          </p:cNvSpPr>
          <p:nvPr>
            <p:ph type="title"/>
          </p:nvPr>
        </p:nvSpPr>
        <p:spPr>
          <a:xfrm>
            <a:off x="609600" y="259082"/>
            <a:ext cx="10972800" cy="533398"/>
          </a:xfrm>
        </p:spPr>
        <p:txBody>
          <a:bodyPr/>
          <a:lstStyle/>
          <a:p>
            <a:r>
              <a:rPr lang="en-US" dirty="0">
                <a:cs typeface="Arial"/>
              </a:rPr>
              <a:t>References</a:t>
            </a:r>
            <a:endParaRPr lang="en-US" dirty="0"/>
          </a:p>
        </p:txBody>
      </p:sp>
      <p:sp>
        <p:nvSpPr>
          <p:cNvPr id="2" name="Content Placeholder 1">
            <a:extLst>
              <a:ext uri="{FF2B5EF4-FFF2-40B4-BE49-F238E27FC236}">
                <a16:creationId xmlns:a16="http://schemas.microsoft.com/office/drawing/2014/main" id="{9FE3A7AE-1EBA-48C0-BCE8-5CEE6CF15802}"/>
              </a:ext>
            </a:extLst>
          </p:cNvPr>
          <p:cNvSpPr>
            <a:spLocks noGrp="1"/>
          </p:cNvSpPr>
          <p:nvPr>
            <p:ph idx="1"/>
          </p:nvPr>
        </p:nvSpPr>
        <p:spPr>
          <a:xfrm>
            <a:off x="609600" y="934720"/>
            <a:ext cx="10972800" cy="5008885"/>
          </a:xfrm>
        </p:spPr>
        <p:txBody>
          <a:bodyPr/>
          <a:lstStyle/>
          <a:p>
            <a:pPr>
              <a:buClr>
                <a:srgbClr val="1639D0"/>
              </a:buClr>
              <a:buFont typeface="Wingdings" panose="05000000000000000000" pitchFamily="2" charset="2"/>
              <a:buChar char="Ø"/>
            </a:pPr>
            <a:r>
              <a:rPr lang="en-US" sz="1800" dirty="0">
                <a:solidFill>
                  <a:schemeClr val="accent1"/>
                </a:solidFill>
              </a:rPr>
              <a:t>Microservice Architecture and Design Patterns</a:t>
            </a:r>
          </a:p>
          <a:p>
            <a:pPr marL="9141" indent="0">
              <a:buClr>
                <a:srgbClr val="1639D0"/>
              </a:buClr>
              <a:buNone/>
            </a:pPr>
            <a:r>
              <a:rPr lang="en-US" sz="1800" dirty="0">
                <a:hlinkClick r:id="rId2"/>
              </a:rPr>
              <a:t>https://dzone.com/articles/design-patterns-for-microservices</a:t>
            </a:r>
            <a:endParaRPr lang="en-US" sz="1800" dirty="0"/>
          </a:p>
          <a:p>
            <a:pPr marL="9141" indent="0">
              <a:buClr>
                <a:srgbClr val="1639D0"/>
              </a:buClr>
              <a:buNone/>
            </a:pPr>
            <a:r>
              <a:rPr lang="en-US" sz="1800" dirty="0">
                <a:hlinkClick r:id="rId3"/>
              </a:rPr>
              <a:t>https://martinfowler.com/bliki/StranglerFigApplication.html</a:t>
            </a:r>
            <a:endParaRPr lang="en-US" sz="1800" dirty="0"/>
          </a:p>
          <a:p>
            <a:pPr marL="9141" indent="0">
              <a:buClr>
                <a:srgbClr val="1639D0"/>
              </a:buClr>
              <a:buNone/>
            </a:pPr>
            <a:r>
              <a:rPr lang="en-US" sz="1800" dirty="0">
                <a:hlinkClick r:id="rId4"/>
              </a:rPr>
              <a:t>https://dzone.com/articles/monolith-to-microservices-using-the-strangler-patt</a:t>
            </a:r>
            <a:endParaRPr lang="en-US" sz="1800" dirty="0"/>
          </a:p>
          <a:p>
            <a:pPr>
              <a:buClr>
                <a:srgbClr val="1639D0"/>
              </a:buClr>
              <a:buFont typeface="Wingdings" panose="05000000000000000000" pitchFamily="2" charset="2"/>
              <a:buChar char="Ø"/>
            </a:pPr>
            <a:r>
              <a:rPr lang="en-US" sz="1800" dirty="0" err="1">
                <a:solidFill>
                  <a:schemeClr val="accent1"/>
                </a:solidFill>
              </a:rPr>
              <a:t>GraphQL</a:t>
            </a:r>
            <a:endParaRPr lang="en-US" sz="1800" dirty="0">
              <a:solidFill>
                <a:schemeClr val="accent1"/>
              </a:solidFill>
            </a:endParaRPr>
          </a:p>
          <a:p>
            <a:pPr marL="9141" indent="0">
              <a:buClr>
                <a:srgbClr val="1639D0"/>
              </a:buClr>
              <a:buNone/>
            </a:pPr>
            <a:r>
              <a:rPr lang="en-US" sz="1800" dirty="0">
                <a:hlinkClick r:id="rId5"/>
              </a:rPr>
              <a:t>https://graphql.org/</a:t>
            </a:r>
            <a:endParaRPr lang="en-US" sz="1800" dirty="0"/>
          </a:p>
          <a:p>
            <a:pPr marL="9141" indent="0">
              <a:buClr>
                <a:srgbClr val="1639D0"/>
              </a:buClr>
              <a:buNone/>
            </a:pPr>
            <a:r>
              <a:rPr lang="en-US" sz="1800" dirty="0">
                <a:hlinkClick r:id="rId6"/>
              </a:rPr>
              <a:t>https://dzone.com/articles/graphql-core-features-architecture-pros-and-cons</a:t>
            </a:r>
            <a:endParaRPr lang="en-US" sz="1800" dirty="0"/>
          </a:p>
          <a:p>
            <a:pPr>
              <a:buClr>
                <a:srgbClr val="1639D0"/>
              </a:buClr>
              <a:buFont typeface="Wingdings" panose="05000000000000000000" pitchFamily="2" charset="2"/>
              <a:buChar char="Ø"/>
            </a:pPr>
            <a:r>
              <a:rPr lang="en-US" sz="1800" dirty="0">
                <a:solidFill>
                  <a:schemeClr val="accent1"/>
                </a:solidFill>
              </a:rPr>
              <a:t>NoSQL and CAP Theorem</a:t>
            </a:r>
          </a:p>
          <a:p>
            <a:pPr marL="9141" indent="0">
              <a:buClr>
                <a:srgbClr val="1639D0"/>
              </a:buClr>
              <a:buNone/>
            </a:pPr>
            <a:r>
              <a:rPr lang="en-US" sz="1800" dirty="0">
                <a:hlinkClick r:id="rId7"/>
              </a:rPr>
              <a:t>https://medium.com/swlh/4-types-of-nosql-databases-d88ad21f7d3b</a:t>
            </a:r>
            <a:endParaRPr lang="en-US" sz="1800" dirty="0"/>
          </a:p>
          <a:p>
            <a:pPr marL="9141" indent="0">
              <a:buClr>
                <a:srgbClr val="1639D0"/>
              </a:buClr>
              <a:buNone/>
            </a:pPr>
            <a:r>
              <a:rPr lang="en-US" sz="1800" dirty="0">
                <a:hlinkClick r:id="rId8"/>
              </a:rPr>
              <a:t>https://dzone.com/articles/understanding-the-cap-theorem</a:t>
            </a:r>
            <a:endParaRPr lang="en-US" sz="1800" dirty="0"/>
          </a:p>
          <a:p>
            <a:pPr>
              <a:buClr>
                <a:srgbClr val="1639D0"/>
              </a:buClr>
              <a:buFont typeface="Wingdings" panose="05000000000000000000" pitchFamily="2" charset="2"/>
              <a:buChar char="Ø"/>
            </a:pPr>
            <a:r>
              <a:rPr lang="en-US" sz="1800" dirty="0">
                <a:solidFill>
                  <a:schemeClr val="accent1"/>
                </a:solidFill>
              </a:rPr>
              <a:t>Configuration Service</a:t>
            </a:r>
          </a:p>
          <a:p>
            <a:pPr marL="9141" indent="0">
              <a:buClr>
                <a:srgbClr val="1639D0"/>
              </a:buClr>
              <a:buNone/>
            </a:pPr>
            <a:r>
              <a:rPr lang="en-US" sz="1800" dirty="0">
                <a:solidFill>
                  <a:srgbClr val="000000"/>
                </a:solidFill>
                <a:hlinkClick r:id="rId9"/>
              </a:rPr>
              <a:t>https://dzone.com/articles/microservices-and-spring-cloud-config-server</a:t>
            </a:r>
            <a:r>
              <a:rPr lang="en-US" sz="1800" dirty="0">
                <a:solidFill>
                  <a:srgbClr val="000000"/>
                </a:solidFill>
              </a:rPr>
              <a:t> </a:t>
            </a:r>
          </a:p>
          <a:p>
            <a:pPr marL="9141" indent="0">
              <a:buClr>
                <a:srgbClr val="1639D0"/>
              </a:buClr>
              <a:buNone/>
            </a:pPr>
            <a:r>
              <a:rPr lang="en-US" sz="1800" dirty="0">
                <a:solidFill>
                  <a:srgbClr val="000000"/>
                </a:solidFill>
                <a:hlinkClick r:id="rId10"/>
              </a:rPr>
              <a:t>https://github.com/Netflix/archaius</a:t>
            </a:r>
            <a:endParaRPr lang="en-US" sz="1800" dirty="0">
              <a:solidFill>
                <a:srgbClr val="000000"/>
              </a:solidFill>
            </a:endParaRPr>
          </a:p>
          <a:p>
            <a:pPr marL="9141" indent="0">
              <a:buClr>
                <a:srgbClr val="1639D0"/>
              </a:buClr>
              <a:buNone/>
            </a:pPr>
            <a:r>
              <a:rPr lang="en-US" sz="1800" dirty="0">
                <a:solidFill>
                  <a:srgbClr val="000000"/>
                </a:solidFill>
                <a:hlinkClick r:id="rId11"/>
              </a:rPr>
              <a:t>https://engineering.pivotal.io/post/local-eureka-zuul-cloud_config-with-spring/</a:t>
            </a:r>
            <a:r>
              <a:rPr lang="en-US" sz="1800" dirty="0">
                <a:solidFill>
                  <a:srgbClr val="000000"/>
                </a:solidFill>
              </a:rPr>
              <a:t> </a:t>
            </a:r>
          </a:p>
        </p:txBody>
      </p:sp>
    </p:spTree>
    <p:extLst>
      <p:ext uri="{BB962C8B-B14F-4D97-AF65-F5344CB8AC3E}">
        <p14:creationId xmlns:p14="http://schemas.microsoft.com/office/powerpoint/2010/main" val="3519885104"/>
      </p:ext>
    </p:extLst>
  </p:cSld>
  <p:clrMapOvr>
    <a:masterClrMapping/>
  </p:clrMapOvr>
</p:sld>
</file>

<file path=ppt/theme/theme1.xml><?xml version="1.0" encoding="utf-8"?>
<a:theme xmlns:a="http://schemas.openxmlformats.org/drawingml/2006/main" name="Executive_PowerPointTemplate">
  <a:themeElements>
    <a:clrScheme name="Consumer 2020">
      <a:dk1>
        <a:srgbClr val="0C2074"/>
      </a:dk1>
      <a:lt1>
        <a:srgbClr val="FFFFFF"/>
      </a:lt1>
      <a:dk2>
        <a:srgbClr val="4D4D4D"/>
      </a:dk2>
      <a:lt2>
        <a:srgbClr val="67B2E8"/>
      </a:lt2>
      <a:accent1>
        <a:srgbClr val="0C2074"/>
      </a:accent1>
      <a:accent2>
        <a:srgbClr val="007CBE"/>
      </a:accent2>
      <a:accent3>
        <a:srgbClr val="80BC00"/>
      </a:accent3>
      <a:accent4>
        <a:srgbClr val="EB7923"/>
      </a:accent4>
      <a:accent5>
        <a:srgbClr val="DE162B"/>
      </a:accent5>
      <a:accent6>
        <a:srgbClr val="636466"/>
      </a:accent6>
      <a:hlink>
        <a:srgbClr val="0C2074"/>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Consumer 2020">
      <a:dk1>
        <a:srgbClr val="0C2074"/>
      </a:dk1>
      <a:lt1>
        <a:srgbClr val="FFFFFF"/>
      </a:lt1>
      <a:dk2>
        <a:srgbClr val="4D4D4D"/>
      </a:dk2>
      <a:lt2>
        <a:srgbClr val="67B2E8"/>
      </a:lt2>
      <a:accent1>
        <a:srgbClr val="0C2074"/>
      </a:accent1>
      <a:accent2>
        <a:srgbClr val="007CBE"/>
      </a:accent2>
      <a:accent3>
        <a:srgbClr val="80BC00"/>
      </a:accent3>
      <a:accent4>
        <a:srgbClr val="EB7923"/>
      </a:accent4>
      <a:accent5>
        <a:srgbClr val="DE162B"/>
      </a:accent5>
      <a:accent6>
        <a:srgbClr val="636466"/>
      </a:accent6>
      <a:hlink>
        <a:srgbClr val="0C2074"/>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Consumer 2020">
      <a:dk1>
        <a:srgbClr val="0C2074"/>
      </a:dk1>
      <a:lt1>
        <a:srgbClr val="FFFFFF"/>
      </a:lt1>
      <a:dk2>
        <a:srgbClr val="4D4D4D"/>
      </a:dk2>
      <a:lt2>
        <a:srgbClr val="67B2E8"/>
      </a:lt2>
      <a:accent1>
        <a:srgbClr val="0C2074"/>
      </a:accent1>
      <a:accent2>
        <a:srgbClr val="007CBE"/>
      </a:accent2>
      <a:accent3>
        <a:srgbClr val="80BC00"/>
      </a:accent3>
      <a:accent4>
        <a:srgbClr val="EB7923"/>
      </a:accent4>
      <a:accent5>
        <a:srgbClr val="DE162B"/>
      </a:accent5>
      <a:accent6>
        <a:srgbClr val="636466"/>
      </a:accent6>
      <a:hlink>
        <a:srgbClr val="0C2074"/>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Consumer 2020">
      <a:dk1>
        <a:srgbClr val="0C2074"/>
      </a:dk1>
      <a:lt1>
        <a:srgbClr val="FFFFFF"/>
      </a:lt1>
      <a:dk2>
        <a:srgbClr val="4D4D4D"/>
      </a:dk2>
      <a:lt2>
        <a:srgbClr val="67B2E8"/>
      </a:lt2>
      <a:accent1>
        <a:srgbClr val="0C2074"/>
      </a:accent1>
      <a:accent2>
        <a:srgbClr val="007CBE"/>
      </a:accent2>
      <a:accent3>
        <a:srgbClr val="80BC00"/>
      </a:accent3>
      <a:accent4>
        <a:srgbClr val="EB7923"/>
      </a:accent4>
      <a:accent5>
        <a:srgbClr val="DE162B"/>
      </a:accent5>
      <a:accent6>
        <a:srgbClr val="636466"/>
      </a:accent6>
      <a:hlink>
        <a:srgbClr val="0C2074"/>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Consumer 2020">
      <a:dk1>
        <a:srgbClr val="0C2074"/>
      </a:dk1>
      <a:lt1>
        <a:srgbClr val="FFFFFF"/>
      </a:lt1>
      <a:dk2>
        <a:srgbClr val="4D4D4D"/>
      </a:dk2>
      <a:lt2>
        <a:srgbClr val="67B2E8"/>
      </a:lt2>
      <a:accent1>
        <a:srgbClr val="0C2074"/>
      </a:accent1>
      <a:accent2>
        <a:srgbClr val="007CBE"/>
      </a:accent2>
      <a:accent3>
        <a:srgbClr val="80BC00"/>
      </a:accent3>
      <a:accent4>
        <a:srgbClr val="EB7923"/>
      </a:accent4>
      <a:accent5>
        <a:srgbClr val="DE162B"/>
      </a:accent5>
      <a:accent6>
        <a:srgbClr val="636466"/>
      </a:accent6>
      <a:hlink>
        <a:srgbClr val="0C2074"/>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0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_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4FD8C7CD6A994EBC214126974D1F06" ma:contentTypeVersion="4" ma:contentTypeDescription="Create a new document." ma:contentTypeScope="" ma:versionID="1506ac3bc5e3fc7ca6721fde0f384ae5">
  <xsd:schema xmlns:xsd="http://www.w3.org/2001/XMLSchema" xmlns:xs="http://www.w3.org/2001/XMLSchema" xmlns:p="http://schemas.microsoft.com/office/2006/metadata/properties" xmlns:ns1="http://schemas.microsoft.com/sharepoint/v3" xmlns:ns2="http://schemas.microsoft.com/sharepoint/v3/fields" xmlns:ns3="ba2cc46e-bd5c-4b41-8270-678c79f549d3" targetNamespace="http://schemas.microsoft.com/office/2006/metadata/properties" ma:root="true" ma:fieldsID="1f91b50beb5aa407ac9cbcdeb03bf253" ns1:_="" ns2:_="" ns3:_="">
    <xsd:import namespace="http://schemas.microsoft.com/sharepoint/v3"/>
    <xsd:import namespace="http://schemas.microsoft.com/sharepoint/v3/fields"/>
    <xsd:import namespace="ba2cc46e-bd5c-4b41-8270-678c79f549d3"/>
    <xsd:element name="properties">
      <xsd:complexType>
        <xsd:sequence>
          <xsd:element name="documentManagement">
            <xsd:complexType>
              <xsd:all>
                <xsd:element ref="ns2:_Status" minOccurs="0"/>
                <xsd:element ref="ns1:ReportOwner" minOccurs="0"/>
                <xsd:element ref="ns3:SharedWithUsers"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eportOwner" ma:index="10" nillable="true" ma:displayName="Owner" ma:description="Owner of this document" ma:list="UserInfo" ma:internalName="Report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9"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ba2cc46e-bd5c-4b41-8270-678c79f549d3"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dlc_DocId" ma:index="12" nillable="true" ma:displayName="Document ID Value" ma:description="The value of the document ID assigned to this item." ma:internalName="_dlc_DocId" ma:readOnly="true">
      <xsd:simpleType>
        <xsd:restriction base="dms:Text"/>
      </xsd:simpleType>
    </xsd:element>
    <xsd:element name="_dlc_DocIdUrl" ma:index="1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 ma:displayName="Content Type"/>
        <xsd:element ref="dc:title" minOccurs="0" maxOccurs="1" ma:index="0" ma:displayName="Title"/>
        <xsd:element ref="dc:subject" minOccurs="0" maxOccurs="1" ma:index="8" ma:displayName="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Status xmlns="http://schemas.microsoft.com/sharepoint/v3/fields">Not Started</_Status>
    <ReportOwner xmlns="http://schemas.microsoft.com/sharepoint/v3">
      <UserInfo>
        <DisplayName/>
        <AccountId xsi:nil="true"/>
        <AccountType/>
      </UserInfo>
    </ReportOwner>
    <_dlc_DocId xmlns="ba2cc46e-bd5c-4b41-8270-678c79f549d3">ZTN7P46R7SDZ-976596137-20</_dlc_DocId>
    <_dlc_DocIdUrl xmlns="ba2cc46e-bd5c-4b41-8270-678c79f549d3">
      <Url>https://sharepoint.usbank.com/teams/toswm/admin/_layouts/15/DocIdRedir.aspx?ID=ZTN7P46R7SDZ-976596137-20</Url>
      <Description>ZTN7P46R7SDZ-976596137-20</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0026B122-E79D-4883-B49A-E031CF000115}">
  <ds:schemaRefs>
    <ds:schemaRef ds:uri="http://schemas.microsoft.com/sharepoint/v3/contenttype/forms"/>
  </ds:schemaRefs>
</ds:datastoreItem>
</file>

<file path=customXml/itemProps2.xml><?xml version="1.0" encoding="utf-8"?>
<ds:datastoreItem xmlns:ds="http://schemas.openxmlformats.org/officeDocument/2006/customXml" ds:itemID="{43F8B7A1-E428-43E8-8282-3C36616C2067}"/>
</file>

<file path=customXml/itemProps3.xml><?xml version="1.0" encoding="utf-8"?>
<ds:datastoreItem xmlns:ds="http://schemas.openxmlformats.org/officeDocument/2006/customXml" ds:itemID="{4137FEEF-BBF9-4007-999A-80F2F1D06EF7}">
  <ds:schemaRefs>
    <ds:schemaRef ds:uri="http://schemas.microsoft.com/office/2006/documentManagement/types"/>
    <ds:schemaRef ds:uri="http://purl.org/dc/dcmitype/"/>
    <ds:schemaRef ds:uri="http://purl.org/dc/elements/1.1/"/>
    <ds:schemaRef ds:uri="http://schemas.microsoft.com/office/2006/metadata/properties"/>
    <ds:schemaRef ds:uri="65650527-bc35-4cd3-aa15-1295c74d4a68"/>
    <ds:schemaRef ds:uri="c8016f3c-f796-43e6-9aa6-82fe59642d11"/>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2532F37F-1652-4B0B-B8D8-C35468FBB7F3}"/>
</file>

<file path=docProps/app.xml><?xml version="1.0" encoding="utf-8"?>
<Properties xmlns="http://schemas.openxmlformats.org/officeDocument/2006/extended-properties" xmlns:vt="http://schemas.openxmlformats.org/officeDocument/2006/docPropsVTypes">
  <Template>Executive_PowerPointTemplate</Template>
  <TotalTime>26</TotalTime>
  <Words>4121</Words>
  <Application>Microsoft Office PowerPoint</Application>
  <PresentationFormat>Widescreen</PresentationFormat>
  <Paragraphs>544</Paragraphs>
  <Slides>31</Slides>
  <Notes>7</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31</vt:i4>
      </vt:variant>
    </vt:vector>
  </HeadingPairs>
  <TitlesOfParts>
    <vt:vector size="45" baseType="lpstr">
      <vt:lpstr>Arial</vt:lpstr>
      <vt:lpstr>Arial Narrow</vt:lpstr>
      <vt:lpstr>Arial,Sans-Serif</vt:lpstr>
      <vt:lpstr>Calibri</vt:lpstr>
      <vt:lpstr>Calibri Light</vt:lpstr>
      <vt:lpstr>Wingdings</vt:lpstr>
      <vt:lpstr>Executive_PowerPointTemplate</vt:lpstr>
      <vt:lpstr>Section Dividers and Statement Slides</vt:lpstr>
      <vt:lpstr>Content</vt:lpstr>
      <vt:lpstr>Specialty Slides</vt:lpstr>
      <vt:lpstr>Expanded Content</vt:lpstr>
      <vt:lpstr>10_Content</vt:lpstr>
      <vt:lpstr>Internal-Consumer-SmallBusiness_PowerPointTemplate</vt:lpstr>
      <vt:lpstr>1_Internal-Consumer-SmallBusiness_PowerPointTemplate</vt:lpstr>
      <vt:lpstr>Tech Modernization 2021 and Beyond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Evolution of Wealth Management Technology Landscape</vt:lpstr>
      <vt:lpstr>Key Focus Areas within Wealth Management</vt:lpstr>
      <vt:lpstr>Modernize UI/UX Technologies</vt:lpstr>
      <vt:lpstr>Adoption approaches for React in UI/UX applications</vt:lpstr>
      <vt:lpstr>Adoption approaches for React in UI/UX applications</vt:lpstr>
      <vt:lpstr>Separation of Concerns – Experience and Data</vt:lpstr>
      <vt:lpstr>Transition to Modular and/or Shared Services</vt:lpstr>
      <vt:lpstr>Transition to Modular and/or Shared Services</vt:lpstr>
      <vt:lpstr>Modernize Data Platform(s) – Which NoSQL solution will work for me?</vt:lpstr>
      <vt:lpstr>Modernize Data Platform(s) – Identify Some Data Workloads for Private Cloud </vt:lpstr>
      <vt:lpstr>Path forward to Enterprise DevOps</vt:lpstr>
      <vt:lpstr>DevOps and CI/CD – Who owns what today ….</vt:lpstr>
      <vt:lpstr>Cloud Readiness – Configuration Service</vt:lpstr>
      <vt:lpstr>References</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Bruner, Emily R</dc:creator>
  <cp:lastModifiedBy>Mukherji, Sayan</cp:lastModifiedBy>
  <cp:revision>6</cp:revision>
  <cp:lastPrinted>2015-07-29T13:31:29Z</cp:lastPrinted>
  <dcterms:created xsi:type="dcterms:W3CDTF">2018-04-11T19:17:54Z</dcterms:created>
  <dcterms:modified xsi:type="dcterms:W3CDTF">2020-12-16T20:44:07Z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0x010100FD4FD8C7CD6A994EBC214126974D1F06</vt:lpwstr>
  </property>
  <property fmtid="{D5CDD505-2E9C-101B-9397-08002B2CF9AE}" pid="3" name="_dlc_DocIdItemGuid">
    <vt:lpwstr>f30a8078-7394-4d3d-8d72-d45b6c3357f5</vt:lpwstr>
  </property>
</Properties>
</file>