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52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62D31-84EF-C9D9-39D8-6113AA151D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CD7019-4BEE-64A2-F85E-B2D5C2759A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E4D942-2A0E-39B0-4A91-65C7DEA8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7B1FA-2E38-6844-986E-86532B1622B8}" type="datetimeFigureOut">
              <a:rPr lang="en-US" smtClean="0"/>
              <a:t>10/17/24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1EF2D1-9C85-7A3F-9112-DED378ADA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584E04-AFF9-B4B1-BD57-19CF3410C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FBDC1-A46F-FB49-B5F7-9CB1F5D3F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55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9C533-2D20-B923-E925-E2EF52AD7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1046A-1998-DEE0-E4C3-E70B809C50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04755-920A-69A9-484B-FAD47EF6B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7B1FA-2E38-6844-986E-86532B1622B8}" type="datetimeFigureOut">
              <a:rPr lang="en-US" smtClean="0"/>
              <a:t>10/17/24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87FDC-7FF5-9E70-8EFE-794F6446A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595531-7B8A-9413-3E16-4BB3FFFBB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FBDC1-A46F-FB49-B5F7-9CB1F5D3F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919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3DC17-2B89-1749-167C-A8F0DE104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9F256A-A09F-12F1-D75E-81C1D72D14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A82996-3C22-48A1-3D0D-6706AB97B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7B1FA-2E38-6844-986E-86532B1622B8}" type="datetimeFigureOut">
              <a:rPr lang="en-US" smtClean="0"/>
              <a:t>10/17/24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7FF87B-92C3-1BA7-9CF1-A1954F8C5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1FB4B-F9B5-544B-6F7F-7C0EE6F96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FBDC1-A46F-FB49-B5F7-9CB1F5D3F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601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FD932-9B1A-6A2B-849A-2F2B6A1A4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D9E7EF-9F2F-FE26-F428-D8FD9FEAE4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7BDC56-EF99-214A-05D2-FDF3887569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4617E5-5F29-BFA0-91A6-305186787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7B1FA-2E38-6844-986E-86532B1622B8}" type="datetimeFigureOut">
              <a:rPr lang="en-US" smtClean="0"/>
              <a:t>10/17/24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654626-2EB4-1456-04BA-E50F9B9B5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71C6DB-86F6-1B24-9192-18940D483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FBDC1-A46F-FB49-B5F7-9CB1F5D3F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142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640B7-62EA-7524-9ABD-BFB18DEE0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C8EF3B-6C1F-7E79-CE29-0AA7537FFC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06F273-FC77-7FA2-B777-6E8978F73D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E2EC30-1D9F-9F33-AF49-88125BA5E2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DF7781-EDF7-D17C-FF6F-DF41FBD8CC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D63475-5D71-3822-D5D4-2027AFA9C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7B1FA-2E38-6844-986E-86532B1622B8}" type="datetimeFigureOut">
              <a:rPr lang="en-US" smtClean="0"/>
              <a:t>10/17/24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D5CC22-4222-52B0-194C-BE890FEFA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198E9F-D989-599A-3819-50F79C542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FBDC1-A46F-FB49-B5F7-9CB1F5D3F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260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8CF32-C655-E272-CF20-28158335F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EF312D-6911-FF9B-8CFB-87E0AAB47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7B1FA-2E38-6844-986E-86532B1622B8}" type="datetimeFigureOut">
              <a:rPr lang="en-US" smtClean="0"/>
              <a:t>10/17/24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A1D0AE-5F32-0513-29AB-B62DD2243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0834B4-82C8-7CDD-F0E7-2526F66A6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FBDC1-A46F-FB49-B5F7-9CB1F5D3F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110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11745C-E822-8D3D-4BBB-82B7FC654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7B1FA-2E38-6844-986E-86532B1622B8}" type="datetimeFigureOut">
              <a:rPr lang="en-US" smtClean="0"/>
              <a:t>10/17/24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714C51-B544-AD53-914E-A4625DC12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6B9F24-06C4-0B39-61D9-31C1D22C7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FBDC1-A46F-FB49-B5F7-9CB1F5D3F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217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9C5DF-467E-1D8F-0EFF-1D02DF019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DA2752-0227-9222-AE4B-34A922E406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9D4100-BF06-7A9C-BDD0-768B99E17E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DB01F5-9352-FB20-00F4-D9F573BC7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7B1FA-2E38-6844-986E-86532B1622B8}" type="datetimeFigureOut">
              <a:rPr lang="en-US" smtClean="0"/>
              <a:t>10/17/24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BB330C-FE41-26AC-660B-28F39E0E6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2B5484-07F1-9E1B-6035-D6AAA2A96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FBDC1-A46F-FB49-B5F7-9CB1F5D3F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7142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A81D4-E463-5105-C40E-7D8E3FB20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2B7277-948F-547D-C3B6-632B460B27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138CAF-A299-0CD6-2283-10C947784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C611BA-803B-48C5-FC6A-B2D94136D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7B1FA-2E38-6844-986E-86532B1622B8}" type="datetimeFigureOut">
              <a:rPr lang="en-US" smtClean="0"/>
              <a:t>10/17/24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7A928E-FC5D-5CED-6B2D-A66531C38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CA52C3-0DE9-D494-36C2-005184711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FBDC1-A46F-FB49-B5F7-9CB1F5D3F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201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E5FD4-8E98-8352-81EC-1046C2044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F7B07B-9A62-AB4C-4A48-3EF825BDC2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0F9579-270E-697C-1DF8-59D1FDB2B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7B1FA-2E38-6844-986E-86532B1622B8}" type="datetimeFigureOut">
              <a:rPr lang="en-US" smtClean="0"/>
              <a:t>10/17/24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03FD44-089F-3E8E-E280-7CBE1416F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EDA912-B3DA-07DA-D117-95290912F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FBDC1-A46F-FB49-B5F7-9CB1F5D3F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32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5BD8BE-F2FA-E2F9-B724-295DF12057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7E8478-B820-6AD2-7B16-4C8620E800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1E1B4E-F72F-8405-5205-F5994E324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7B1FA-2E38-6844-986E-86532B1622B8}" type="datetimeFigureOut">
              <a:rPr lang="en-US" smtClean="0"/>
              <a:t>10/17/24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D46FE-5AA0-6407-6FE8-9AFF6D18F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BDB294-2437-DB72-2097-DBB8B8A64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FBDC1-A46F-FB49-B5F7-9CB1F5D3F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426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BE4664-76FE-3515-2F81-79C68DCB6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99D2C8-9D11-5B2F-A83C-B5E5F11E1A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6131F0-BAA2-AE73-39E6-7C5DCE2298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77B1FA-2E38-6844-986E-86532B1622B8}" type="datetimeFigureOut">
              <a:rPr lang="en-US" smtClean="0"/>
              <a:t>10/17/24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703A88-AD9E-27D2-3262-D2065E58F0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09E285-C208-C713-890F-F4D07E055C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6FBDC1-A46F-FB49-B5F7-9CB1F5D3F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394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FAA6A-AE8F-30AB-AD00-B890AC22DF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3380" y="304800"/>
            <a:ext cx="10972800" cy="882869"/>
          </a:xfrm>
        </p:spPr>
        <p:txBody>
          <a:bodyPr>
            <a:normAutofit fontScale="90000"/>
          </a:bodyPr>
          <a:lstStyle/>
          <a:p>
            <a:pPr algn="l"/>
            <a:r>
              <a:rPr lang="en-US" sz="3100" dirty="0">
                <a:solidFill>
                  <a:srgbClr val="0070C0"/>
                </a:solidFill>
              </a:rPr>
              <a:t>App Builder – Businesspeople can build apps</a:t>
            </a:r>
            <a:br>
              <a:rPr lang="en-US" sz="4400" dirty="0"/>
            </a:br>
            <a:r>
              <a:rPr lang="en-US" sz="3100" dirty="0">
                <a:solidFill>
                  <a:srgbClr val="00B0F0"/>
                </a:solidFill>
              </a:rPr>
              <a:t>In React and Java with UI Editor, API catalog, App created and deployed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1944B1-61BA-F4BB-F0F0-969B1D0CFE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334814"/>
            <a:ext cx="9144000" cy="5126421"/>
          </a:xfrm>
        </p:spPr>
        <p:txBody>
          <a:bodyPr>
            <a:normAutofit lnSpcReduction="10000"/>
          </a:bodyPr>
          <a:lstStyle/>
          <a:p>
            <a:pPr algn="l"/>
            <a:r>
              <a:rPr lang="en-US" sz="1800" dirty="0"/>
              <a:t>Goal: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Low Code/No code tool to build apps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1200" dirty="0"/>
              <a:t>Any team want to build an app can use this tool. 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1200" dirty="0"/>
              <a:t>Can build Apps integrated with other technologies like headless BAW apps.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1200" dirty="0"/>
              <a:t>Auto deployment and integrated with CI/CD pipeline.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1200" dirty="0"/>
              <a:t>Businesspeople trained with JSON can build apps themselves.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Increase Developer Productivity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1400" dirty="0"/>
              <a:t>Development time will be reduced by 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US" sz="1200" dirty="0"/>
              <a:t>70% for UI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US" sz="1200" dirty="0"/>
              <a:t>25% for Java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US" sz="1200" dirty="0"/>
              <a:t>90% for deployments 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US" sz="1200" dirty="0"/>
              <a:t>60% overall</a:t>
            </a:r>
          </a:p>
          <a:p>
            <a:pPr algn="l"/>
            <a:r>
              <a:rPr lang="en-US" sz="1800" dirty="0"/>
              <a:t>Demo: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How it works</a:t>
            </a:r>
          </a:p>
          <a:p>
            <a:pPr algn="l"/>
            <a:r>
              <a:rPr lang="en-US" sz="1800" dirty="0"/>
              <a:t>What’s Next: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/>
              <a:t>Save and retrieve JSONS/Data from DB, through Java service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/>
              <a:t>Complete framework Java Services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/>
              <a:t>Auto Deployment.</a:t>
            </a:r>
          </a:p>
          <a:p>
            <a:pPr algn="l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4563519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128</Words>
  <Application>Microsoft Macintosh PowerPoint</Application>
  <PresentationFormat>Widescreen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App Builder – Businesspeople can build apps In React and Java with UI Editor, API catalog, App created and deployed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Sultan, Awais</dc:creator>
  <cp:lastModifiedBy>Sultan, Awais</cp:lastModifiedBy>
  <cp:revision>2</cp:revision>
  <dcterms:created xsi:type="dcterms:W3CDTF">2024-10-17T17:13:07Z</dcterms:created>
  <dcterms:modified xsi:type="dcterms:W3CDTF">2024-10-17T17:45:21Z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20df1db-9955-4087-a541-42c2f5a9332e_Enabled">
    <vt:lpwstr>true</vt:lpwstr>
  </property>
  <property fmtid="{D5CDD505-2E9C-101B-9397-08002B2CF9AE}" pid="3" name="MSIP_Label_320df1db-9955-4087-a541-42c2f5a9332e_SetDate">
    <vt:lpwstr>2024-10-17T17:45:00Z</vt:lpwstr>
  </property>
  <property fmtid="{D5CDD505-2E9C-101B-9397-08002B2CF9AE}" pid="4" name="MSIP_Label_320df1db-9955-4087-a541-42c2f5a9332e_Method">
    <vt:lpwstr>Standard</vt:lpwstr>
  </property>
  <property fmtid="{D5CDD505-2E9C-101B-9397-08002B2CF9AE}" pid="5" name="MSIP_Label_320df1db-9955-4087-a541-42c2f5a9332e_Name">
    <vt:lpwstr>Confidential Information</vt:lpwstr>
  </property>
  <property fmtid="{D5CDD505-2E9C-101B-9397-08002B2CF9AE}" pid="6" name="MSIP_Label_320df1db-9955-4087-a541-42c2f5a9332e_SiteId">
    <vt:lpwstr>eef95730-77bf-4663-a55d-1ddff9335b5b</vt:lpwstr>
  </property>
  <property fmtid="{D5CDD505-2E9C-101B-9397-08002B2CF9AE}" pid="7" name="MSIP_Label_320df1db-9955-4087-a541-42c2f5a9332e_ActionId">
    <vt:lpwstr>263b7971-c77c-436a-93f1-9e33d2e7b306</vt:lpwstr>
  </property>
  <property fmtid="{D5CDD505-2E9C-101B-9397-08002B2CF9AE}" pid="8" name="MSIP_Label_320df1db-9955-4087-a541-42c2f5a9332e_ContentBits">
    <vt:lpwstr>0</vt:lpwstr>
  </property>
</Properties>
</file>