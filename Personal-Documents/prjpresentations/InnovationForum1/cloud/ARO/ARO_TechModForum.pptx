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1"/>
    <p:sldMasterId id="2147483702" r:id="rId12"/>
  </p:sldMasterIdLst>
  <p:notesMasterIdLst>
    <p:notesMasterId r:id="rId28"/>
  </p:notesMasterIdLst>
  <p:sldIdLst>
    <p:sldId id="256" r:id="rId13"/>
    <p:sldId id="1883856803" r:id="rId14"/>
    <p:sldId id="2147473221" r:id="rId15"/>
    <p:sldId id="2147473220" r:id="rId16"/>
    <p:sldId id="2147473227" r:id="rId17"/>
    <p:sldId id="2147473226" r:id="rId18"/>
    <p:sldId id="2147473225" r:id="rId19"/>
    <p:sldId id="2147473224" r:id="rId20"/>
    <p:sldId id="2147473223" r:id="rId21"/>
    <p:sldId id="2147473222" r:id="rId22"/>
    <p:sldId id="2147473218" r:id="rId23"/>
    <p:sldId id="2147473228" r:id="rId24"/>
    <p:sldId id="2147473229" r:id="rId25"/>
    <p:sldId id="2147473230" r:id="rId26"/>
    <p:sldId id="2147473231" r:id="rId27"/>
  </p:sldIdLst>
  <p:sldSz cx="9144000" cy="6858000" type="screen4x3"/>
  <p:notesSz cx="6858000" cy="9144000"/>
  <p:custDataLst>
    <p:custData r:id="rId4"/>
    <p:custData r:id="rId5"/>
    <p:custData r:id="rId6"/>
    <p:custData r:id="rId7"/>
    <p:custData r:id="rId8"/>
    <p:custData r:id="rId9"/>
    <p:custData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E57875-D461-3992-D48E-4997BEB313B6}" name="Kumpatla, Sasidhar" initials="SK" userId="S::sasidhar.kumpatla@usbank.com::b3bea49b-de5a-4586-b07c-5d08a5e21a67" providerId="AD"/>
  <p188:author id="{6FB021AC-258C-8827-85B0-5B2CF8BE7B7B}" name="Paramasivan, Ravi" initials="" userId="S::ravi.paramasivan@usbank.com::08e8fdc2-afa9-4cc3-9cd9-0c7d7e4d32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2A36"/>
    <a:srgbClr val="235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AAB6C4-104A-485C-A846-45C11417F7F8}" v="19" dt="2026-01-15T18:42:30.901"/>
    <p1510:client id="{F8B5492C-A460-F742-BD74-55E3500CAB2B}" v="653" dt="2026-01-15T22:58:08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1" autoAdjust="0"/>
    <p:restoredTop sz="94267"/>
  </p:normalViewPr>
  <p:slideViewPr>
    <p:cSldViewPr snapToGrid="0">
      <p:cViewPr>
        <p:scale>
          <a:sx n="200" d="100"/>
          <a:sy n="200" d="100"/>
        </p:scale>
        <p:origin x="144" y="-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34" Type="http://schemas.microsoft.com/office/2015/10/relationships/revisionInfo" Target="revisionInfo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notesMaster" Target="notesMasters/notesMaster1.xml"/><Relationship Id="rId10" Type="http://schemas.openxmlformats.org/officeDocument/2006/relationships/customXml" Target="../customXml/item10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customXml" Target="../customXml/item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tan, Awais" userId="7e680f19-b0a1-4989-9f4b-be137b9d0432" providerId="ADAL" clId="{43114D9E-AD50-561F-8BE7-D5114AB85AFA}"/>
    <pc:docChg chg="undo redo custSel addSld delSld modSld sldOrd">
      <pc:chgData name="Sultan, Awais" userId="7e680f19-b0a1-4989-9f4b-be137b9d0432" providerId="ADAL" clId="{43114D9E-AD50-561F-8BE7-D5114AB85AFA}" dt="2026-01-15T22:58:08.941" v="1777"/>
      <pc:docMkLst>
        <pc:docMk/>
      </pc:docMkLst>
      <pc:sldChg chg="addSp delSp modSp add mod ord">
        <pc:chgData name="Sultan, Awais" userId="7e680f19-b0a1-4989-9f4b-be137b9d0432" providerId="ADAL" clId="{43114D9E-AD50-561F-8BE7-D5114AB85AFA}" dt="2026-01-15T22:58:08.941" v="1777"/>
        <pc:sldMkLst>
          <pc:docMk/>
          <pc:sldMk cId="3556079550" sldId="2147473227"/>
        </pc:sldMkLst>
        <pc:spChg chg="mod">
          <ac:chgData name="Sultan, Awais" userId="7e680f19-b0a1-4989-9f4b-be137b9d0432" providerId="ADAL" clId="{43114D9E-AD50-561F-8BE7-D5114AB85AFA}" dt="2026-01-15T22:44:40.418" v="1732" actId="20577"/>
          <ac:spMkLst>
            <pc:docMk/>
            <pc:sldMk cId="3556079550" sldId="2147473227"/>
            <ac:spMk id="2" creationId="{34F15E63-C70E-7695-223F-1F4243FB66F6}"/>
          </ac:spMkLst>
        </pc:spChg>
        <pc:spChg chg="add mod">
          <ac:chgData name="Sultan, Awais" userId="7e680f19-b0a1-4989-9f4b-be137b9d0432" providerId="ADAL" clId="{43114D9E-AD50-561F-8BE7-D5114AB85AFA}" dt="2026-01-15T20:56:11.469" v="694" actId="767"/>
          <ac:spMkLst>
            <pc:docMk/>
            <pc:sldMk cId="3556079550" sldId="2147473227"/>
            <ac:spMk id="3" creationId="{3A17289D-D2AC-990F-150D-5E3B5F42F9EE}"/>
          </ac:spMkLst>
        </pc:spChg>
        <pc:spChg chg="mod">
          <ac:chgData name="Sultan, Awais" userId="7e680f19-b0a1-4989-9f4b-be137b9d0432" providerId="ADAL" clId="{43114D9E-AD50-561F-8BE7-D5114AB85AFA}" dt="2026-01-15T22:15:29.666" v="1475" actId="14100"/>
          <ac:spMkLst>
            <pc:docMk/>
            <pc:sldMk cId="3556079550" sldId="2147473227"/>
            <ac:spMk id="5" creationId="{A9C9DCFF-AA04-E7EC-BDE3-D0E4C8E056D6}"/>
          </ac:spMkLst>
        </pc:spChg>
        <pc:spChg chg="del">
          <ac:chgData name="Sultan, Awais" userId="7e680f19-b0a1-4989-9f4b-be137b9d0432" providerId="ADAL" clId="{43114D9E-AD50-561F-8BE7-D5114AB85AFA}" dt="2026-01-15T20:26:14.977" v="473" actId="478"/>
          <ac:spMkLst>
            <pc:docMk/>
            <pc:sldMk cId="3556079550" sldId="2147473227"/>
            <ac:spMk id="6" creationId="{BCA3DC5A-253C-7D0B-9199-843442987111}"/>
          </ac:spMkLst>
        </pc:spChg>
        <pc:spChg chg="add mod">
          <ac:chgData name="Sultan, Awais" userId="7e680f19-b0a1-4989-9f4b-be137b9d0432" providerId="ADAL" clId="{43114D9E-AD50-561F-8BE7-D5114AB85AFA}" dt="2026-01-15T21:11:16.876" v="1055" actId="207"/>
          <ac:spMkLst>
            <pc:docMk/>
            <pc:sldMk cId="3556079550" sldId="2147473227"/>
            <ac:spMk id="7" creationId="{958033DA-B076-8007-72A5-E158C6BA2BF8}"/>
          </ac:spMkLst>
        </pc:spChg>
        <pc:spChg chg="add mod">
          <ac:chgData name="Sultan, Awais" userId="7e680f19-b0a1-4989-9f4b-be137b9d0432" providerId="ADAL" clId="{43114D9E-AD50-561F-8BE7-D5114AB85AFA}" dt="2026-01-15T22:33:52.389" v="1632" actId="207"/>
          <ac:spMkLst>
            <pc:docMk/>
            <pc:sldMk cId="3556079550" sldId="2147473227"/>
            <ac:spMk id="8" creationId="{8298E065-C03F-4334-134F-7A8BACC387C7}"/>
          </ac:spMkLst>
        </pc:spChg>
        <pc:spChg chg="add del mod">
          <ac:chgData name="Sultan, Awais" userId="7e680f19-b0a1-4989-9f4b-be137b9d0432" providerId="ADAL" clId="{43114D9E-AD50-561F-8BE7-D5114AB85AFA}" dt="2026-01-15T22:33:48.180" v="1631" actId="478"/>
          <ac:spMkLst>
            <pc:docMk/>
            <pc:sldMk cId="3556079550" sldId="2147473227"/>
            <ac:spMk id="9" creationId="{CC71B919-8DB8-051C-2A73-CF9A1B995290}"/>
          </ac:spMkLst>
        </pc:spChg>
        <pc:spChg chg="add mod">
          <ac:chgData name="Sultan, Awais" userId="7e680f19-b0a1-4989-9f4b-be137b9d0432" providerId="ADAL" clId="{43114D9E-AD50-561F-8BE7-D5114AB85AFA}" dt="2026-01-15T22:36:35.560" v="1722" actId="14100"/>
          <ac:spMkLst>
            <pc:docMk/>
            <pc:sldMk cId="3556079550" sldId="2147473227"/>
            <ac:spMk id="10" creationId="{5AB43802-A1F5-DC8A-DCBF-6A8E1D9C6394}"/>
          </ac:spMkLst>
        </pc:spChg>
        <pc:spChg chg="add mod">
          <ac:chgData name="Sultan, Awais" userId="7e680f19-b0a1-4989-9f4b-be137b9d0432" providerId="ADAL" clId="{43114D9E-AD50-561F-8BE7-D5114AB85AFA}" dt="2026-01-15T22:55:15.761" v="1748" actId="1036"/>
          <ac:spMkLst>
            <pc:docMk/>
            <pc:sldMk cId="3556079550" sldId="2147473227"/>
            <ac:spMk id="12" creationId="{22C7BCD7-4F9B-9E73-2D6A-3297B090683F}"/>
          </ac:spMkLst>
        </pc:spChg>
        <pc:graphicFrameChg chg="add del mod modGraphic">
          <ac:chgData name="Sultan, Awais" userId="7e680f19-b0a1-4989-9f4b-be137b9d0432" providerId="ADAL" clId="{43114D9E-AD50-561F-8BE7-D5114AB85AFA}" dt="2026-01-15T22:58:08.941" v="1777"/>
          <ac:graphicFrameMkLst>
            <pc:docMk/>
            <pc:sldMk cId="3556079550" sldId="2147473227"/>
            <ac:graphicFrameMk id="4" creationId="{42622FE7-E94F-AB69-0DE2-DCC7BA835780}"/>
          </ac:graphicFrameMkLst>
        </pc:graphicFrameChg>
        <pc:picChg chg="add">
          <ac:chgData name="Sultan, Awais" userId="7e680f19-b0a1-4989-9f4b-be137b9d0432" providerId="ADAL" clId="{43114D9E-AD50-561F-8BE7-D5114AB85AFA}" dt="2026-01-15T22:53:56.876" v="1736"/>
          <ac:picMkLst>
            <pc:docMk/>
            <pc:sldMk cId="3556079550" sldId="2147473227"/>
            <ac:picMk id="11" creationId="{438B90B4-4AA8-B19C-3D91-DB5B4439573F}"/>
          </ac:picMkLst>
        </pc:picChg>
      </pc:sldChg>
      <pc:sldChg chg="addSp delSp modSp new mod">
        <pc:chgData name="Sultan, Awais" userId="7e680f19-b0a1-4989-9f4b-be137b9d0432" providerId="ADAL" clId="{43114D9E-AD50-561F-8BE7-D5114AB85AFA}" dt="2026-01-15T21:01:08.089" v="917" actId="20577"/>
        <pc:sldMkLst>
          <pc:docMk/>
          <pc:sldMk cId="1264550725" sldId="2147473228"/>
        </pc:sldMkLst>
        <pc:spChg chg="del">
          <ac:chgData name="Sultan, Awais" userId="7e680f19-b0a1-4989-9f4b-be137b9d0432" providerId="ADAL" clId="{43114D9E-AD50-561F-8BE7-D5114AB85AFA}" dt="2026-01-15T20:52:55.115" v="691" actId="478"/>
          <ac:spMkLst>
            <pc:docMk/>
            <pc:sldMk cId="1264550725" sldId="2147473228"/>
            <ac:spMk id="2" creationId="{D91D28F6-1242-E03B-3C92-F202489D705A}"/>
          </ac:spMkLst>
        </pc:spChg>
        <pc:spChg chg="del">
          <ac:chgData name="Sultan, Awais" userId="7e680f19-b0a1-4989-9f4b-be137b9d0432" providerId="ADAL" clId="{43114D9E-AD50-561F-8BE7-D5114AB85AFA}" dt="2026-01-15T20:53:34.957" v="692" actId="478"/>
          <ac:spMkLst>
            <pc:docMk/>
            <pc:sldMk cId="1264550725" sldId="2147473228"/>
            <ac:spMk id="3" creationId="{F1958CBB-849F-9675-9A79-17224F1A5CD4}"/>
          </ac:spMkLst>
        </pc:spChg>
        <pc:spChg chg="add mod">
          <ac:chgData name="Sultan, Awais" userId="7e680f19-b0a1-4989-9f4b-be137b9d0432" providerId="ADAL" clId="{43114D9E-AD50-561F-8BE7-D5114AB85AFA}" dt="2026-01-15T20:59:22.350" v="898" actId="1038"/>
          <ac:spMkLst>
            <pc:docMk/>
            <pc:sldMk cId="1264550725" sldId="2147473228"/>
            <ac:spMk id="6" creationId="{A958A38D-C0E7-8885-569A-82BC217B8EE6}"/>
          </ac:spMkLst>
        </pc:spChg>
        <pc:spChg chg="add mod">
          <ac:chgData name="Sultan, Awais" userId="7e680f19-b0a1-4989-9f4b-be137b9d0432" providerId="ADAL" clId="{43114D9E-AD50-561F-8BE7-D5114AB85AFA}" dt="2026-01-15T21:01:08.089" v="917" actId="20577"/>
          <ac:spMkLst>
            <pc:docMk/>
            <pc:sldMk cId="1264550725" sldId="2147473228"/>
            <ac:spMk id="7" creationId="{4D69359C-050D-4E6D-E6DB-D82185BBA59B}"/>
          </ac:spMkLst>
        </pc:spChg>
        <pc:picChg chg="add mod">
          <ac:chgData name="Sultan, Awais" userId="7e680f19-b0a1-4989-9f4b-be137b9d0432" providerId="ADAL" clId="{43114D9E-AD50-561F-8BE7-D5114AB85AFA}" dt="2026-01-15T20:53:38.072" v="693"/>
          <ac:picMkLst>
            <pc:docMk/>
            <pc:sldMk cId="1264550725" sldId="2147473228"/>
            <ac:picMk id="4" creationId="{3943F894-7BCE-AE4D-590F-898444C2E4D3}"/>
          </ac:picMkLst>
        </pc:picChg>
      </pc:sldChg>
      <pc:sldChg chg="addSp delSp modSp add mod ord">
        <pc:chgData name="Sultan, Awais" userId="7e680f19-b0a1-4989-9f4b-be137b9d0432" providerId="ADAL" clId="{43114D9E-AD50-561F-8BE7-D5114AB85AFA}" dt="2026-01-15T22:37:57.181" v="1724" actId="20578"/>
        <pc:sldMkLst>
          <pc:docMk/>
          <pc:sldMk cId="3428578903" sldId="2147473229"/>
        </pc:sldMkLst>
        <pc:spChg chg="mod">
          <ac:chgData name="Sultan, Awais" userId="7e680f19-b0a1-4989-9f4b-be137b9d0432" providerId="ADAL" clId="{43114D9E-AD50-561F-8BE7-D5114AB85AFA}" dt="2026-01-15T21:08:29.117" v="1050" actId="20577"/>
          <ac:spMkLst>
            <pc:docMk/>
            <pc:sldMk cId="3428578903" sldId="2147473229"/>
            <ac:spMk id="7" creationId="{08EFAC1C-C473-4257-F96B-B2E751A34A73}"/>
          </ac:spMkLst>
        </pc:spChg>
        <pc:picChg chg="add del mod">
          <ac:chgData name="Sultan, Awais" userId="7e680f19-b0a1-4989-9f4b-be137b9d0432" providerId="ADAL" clId="{43114D9E-AD50-561F-8BE7-D5114AB85AFA}" dt="2026-01-15T21:07:27.583" v="1046" actId="478"/>
          <ac:picMkLst>
            <pc:docMk/>
            <pc:sldMk cId="3428578903" sldId="2147473229"/>
            <ac:picMk id="2" creationId="{9800CE61-CE10-D278-A15C-0DBCBD4D006A}"/>
          </ac:picMkLst>
        </pc:picChg>
        <pc:picChg chg="add mod">
          <ac:chgData name="Sultan, Awais" userId="7e680f19-b0a1-4989-9f4b-be137b9d0432" providerId="ADAL" clId="{43114D9E-AD50-561F-8BE7-D5114AB85AFA}" dt="2026-01-15T21:15:57.644" v="1065" actId="14100"/>
          <ac:picMkLst>
            <pc:docMk/>
            <pc:sldMk cId="3428578903" sldId="2147473229"/>
            <ac:picMk id="3" creationId="{33B7DD42-723D-298F-9676-47B037F08700}"/>
          </ac:picMkLst>
        </pc:picChg>
        <pc:picChg chg="del mod">
          <ac:chgData name="Sultan, Awais" userId="7e680f19-b0a1-4989-9f4b-be137b9d0432" providerId="ADAL" clId="{43114D9E-AD50-561F-8BE7-D5114AB85AFA}" dt="2026-01-15T21:06:48.302" v="1043" actId="478"/>
          <ac:picMkLst>
            <pc:docMk/>
            <pc:sldMk cId="3428578903" sldId="2147473229"/>
            <ac:picMk id="4" creationId="{DD1E838A-F52D-F1EF-1E3E-3EDA7F21FEF7}"/>
          </ac:picMkLst>
        </pc:picChg>
        <pc:picChg chg="add mod">
          <ac:chgData name="Sultan, Awais" userId="7e680f19-b0a1-4989-9f4b-be137b9d0432" providerId="ADAL" clId="{43114D9E-AD50-561F-8BE7-D5114AB85AFA}" dt="2026-01-15T21:15:51.568" v="1064" actId="14100"/>
          <ac:picMkLst>
            <pc:docMk/>
            <pc:sldMk cId="3428578903" sldId="2147473229"/>
            <ac:picMk id="5" creationId="{EC333A15-0448-C2C5-48FD-17ECFB89E8B7}"/>
          </ac:picMkLst>
        </pc:picChg>
      </pc:sldChg>
      <pc:sldChg chg="addSp modSp add mod">
        <pc:chgData name="Sultan, Awais" userId="7e680f19-b0a1-4989-9f4b-be137b9d0432" providerId="ADAL" clId="{43114D9E-AD50-561F-8BE7-D5114AB85AFA}" dt="2026-01-15T21:30:33.132" v="1142" actId="1076"/>
        <pc:sldMkLst>
          <pc:docMk/>
          <pc:sldMk cId="356530938" sldId="2147473230"/>
        </pc:sldMkLst>
        <pc:spChg chg="mod">
          <ac:chgData name="Sultan, Awais" userId="7e680f19-b0a1-4989-9f4b-be137b9d0432" providerId="ADAL" clId="{43114D9E-AD50-561F-8BE7-D5114AB85AFA}" dt="2026-01-15T21:30:31.185" v="1141" actId="20577"/>
          <ac:spMkLst>
            <pc:docMk/>
            <pc:sldMk cId="356530938" sldId="2147473230"/>
            <ac:spMk id="7" creationId="{A3DB527F-928B-A10D-F724-39B069619CB3}"/>
          </ac:spMkLst>
        </pc:spChg>
        <pc:picChg chg="add mod">
          <ac:chgData name="Sultan, Awais" userId="7e680f19-b0a1-4989-9f4b-be137b9d0432" providerId="ADAL" clId="{43114D9E-AD50-561F-8BE7-D5114AB85AFA}" dt="2026-01-15T21:30:33.132" v="1142" actId="1076"/>
          <ac:picMkLst>
            <pc:docMk/>
            <pc:sldMk cId="356530938" sldId="2147473230"/>
            <ac:picMk id="2" creationId="{E63FF7E8-6C17-56CD-4505-41F0E8A4BBB7}"/>
          </ac:picMkLst>
        </pc:picChg>
      </pc:sldChg>
      <pc:sldChg chg="addSp delSp modSp add mod">
        <pc:chgData name="Sultan, Awais" userId="7e680f19-b0a1-4989-9f4b-be137b9d0432" providerId="ADAL" clId="{43114D9E-AD50-561F-8BE7-D5114AB85AFA}" dt="2026-01-15T22:32:35.854" v="1629" actId="1036"/>
        <pc:sldMkLst>
          <pc:docMk/>
          <pc:sldMk cId="4112860413" sldId="2147473231"/>
        </pc:sldMkLst>
        <pc:spChg chg="mod">
          <ac:chgData name="Sultan, Awais" userId="7e680f19-b0a1-4989-9f4b-be137b9d0432" providerId="ADAL" clId="{43114D9E-AD50-561F-8BE7-D5114AB85AFA}" dt="2026-01-15T22:25:01.457" v="1517" actId="20577"/>
          <ac:spMkLst>
            <pc:docMk/>
            <pc:sldMk cId="4112860413" sldId="2147473231"/>
            <ac:spMk id="7" creationId="{5CFA8070-DF53-8264-0859-A5D72A3B750F}"/>
          </ac:spMkLst>
        </pc:spChg>
        <pc:picChg chg="add del">
          <ac:chgData name="Sultan, Awais" userId="7e680f19-b0a1-4989-9f4b-be137b9d0432" providerId="ADAL" clId="{43114D9E-AD50-561F-8BE7-D5114AB85AFA}" dt="2026-01-15T22:26:05.324" v="1520" actId="478"/>
          <ac:picMkLst>
            <pc:docMk/>
            <pc:sldMk cId="4112860413" sldId="2147473231"/>
            <ac:picMk id="2" creationId="{417BAEB1-60C2-7946-6522-F0934FCEB4A6}"/>
          </ac:picMkLst>
        </pc:picChg>
        <pc:picChg chg="add mod">
          <ac:chgData name="Sultan, Awais" userId="7e680f19-b0a1-4989-9f4b-be137b9d0432" providerId="ADAL" clId="{43114D9E-AD50-561F-8BE7-D5114AB85AFA}" dt="2026-01-15T22:27:42.285" v="1533" actId="14100"/>
          <ac:picMkLst>
            <pc:docMk/>
            <pc:sldMk cId="4112860413" sldId="2147473231"/>
            <ac:picMk id="3" creationId="{1750C064-E794-7816-21F3-E21F00026E74}"/>
          </ac:picMkLst>
        </pc:picChg>
        <pc:picChg chg="del">
          <ac:chgData name="Sultan, Awais" userId="7e680f19-b0a1-4989-9f4b-be137b9d0432" providerId="ADAL" clId="{43114D9E-AD50-561F-8BE7-D5114AB85AFA}" dt="2026-01-15T22:26:14.939" v="1521" actId="478"/>
          <ac:picMkLst>
            <pc:docMk/>
            <pc:sldMk cId="4112860413" sldId="2147473231"/>
            <ac:picMk id="4" creationId="{6F795248-4669-BED4-388A-891C27EB8B02}"/>
          </ac:picMkLst>
        </pc:picChg>
        <pc:picChg chg="add del mod">
          <ac:chgData name="Sultan, Awais" userId="7e680f19-b0a1-4989-9f4b-be137b9d0432" providerId="ADAL" clId="{43114D9E-AD50-561F-8BE7-D5114AB85AFA}" dt="2026-01-15T22:31:46.245" v="1590" actId="478"/>
          <ac:picMkLst>
            <pc:docMk/>
            <pc:sldMk cId="4112860413" sldId="2147473231"/>
            <ac:picMk id="5" creationId="{E136F6DC-303B-4783-3FA8-DBDE50502A11}"/>
          </ac:picMkLst>
        </pc:picChg>
        <pc:picChg chg="add mod">
          <ac:chgData name="Sultan, Awais" userId="7e680f19-b0a1-4989-9f4b-be137b9d0432" providerId="ADAL" clId="{43114D9E-AD50-561F-8BE7-D5114AB85AFA}" dt="2026-01-15T22:32:35.854" v="1629" actId="1036"/>
          <ac:picMkLst>
            <pc:docMk/>
            <pc:sldMk cId="4112860413" sldId="2147473231"/>
            <ac:picMk id="8" creationId="{FFCC8980-E0F5-6BC9-4B58-87A79663C312}"/>
          </ac:picMkLst>
        </pc:picChg>
      </pc:sldChg>
      <pc:sldChg chg="add del">
        <pc:chgData name="Sultan, Awais" userId="7e680f19-b0a1-4989-9f4b-be137b9d0432" providerId="ADAL" clId="{43114D9E-AD50-561F-8BE7-D5114AB85AFA}" dt="2026-01-15T22:48:25.686" v="1735" actId="2696"/>
        <pc:sldMkLst>
          <pc:docMk/>
          <pc:sldMk cId="1653232463" sldId="2147473232"/>
        </pc:sldMkLst>
      </pc:sldChg>
    </pc:docChg>
  </pc:docChgLst>
  <pc:docChgLst>
    <pc:chgData name="Kumpatla, Sasidhar" userId="b3bea49b-de5a-4586-b07c-5d08a5e21a67" providerId="ADAL" clId="{8CEF71A9-7F14-4569-B34B-EA1FB2152931}"/>
    <pc:docChg chg="custSel addSld delSld modSld">
      <pc:chgData name="Kumpatla, Sasidhar" userId="b3bea49b-de5a-4586-b07c-5d08a5e21a67" providerId="ADAL" clId="{8CEF71A9-7F14-4569-B34B-EA1FB2152931}" dt="2026-01-15T18:44:07.017" v="869" actId="47"/>
      <pc:docMkLst>
        <pc:docMk/>
      </pc:docMkLst>
      <pc:sldChg chg="modSp mod">
        <pc:chgData name="Kumpatla, Sasidhar" userId="b3bea49b-de5a-4586-b07c-5d08a5e21a67" providerId="ADAL" clId="{8CEF71A9-7F14-4569-B34B-EA1FB2152931}" dt="2026-01-15T16:30:45.579" v="120" actId="20577"/>
        <pc:sldMkLst>
          <pc:docMk/>
          <pc:sldMk cId="3684872283" sldId="256"/>
        </pc:sldMkLst>
        <pc:spChg chg="mod">
          <ac:chgData name="Kumpatla, Sasidhar" userId="b3bea49b-de5a-4586-b07c-5d08a5e21a67" providerId="ADAL" clId="{8CEF71A9-7F14-4569-B34B-EA1FB2152931}" dt="2026-01-15T16:30:45.579" v="120" actId="20577"/>
          <ac:spMkLst>
            <pc:docMk/>
            <pc:sldMk cId="3684872283" sldId="256"/>
            <ac:spMk id="4" creationId="{DB5F0967-ECD8-4BBD-9AEF-FDAA3283C316}"/>
          </ac:spMkLst>
        </pc:spChg>
        <pc:spChg chg="mod">
          <ac:chgData name="Kumpatla, Sasidhar" userId="b3bea49b-de5a-4586-b07c-5d08a5e21a67" providerId="ADAL" clId="{8CEF71A9-7F14-4569-B34B-EA1FB2152931}" dt="2026-01-15T16:25:26.191" v="3" actId="20577"/>
          <ac:spMkLst>
            <pc:docMk/>
            <pc:sldMk cId="3684872283" sldId="256"/>
            <ac:spMk id="6" creationId="{5A67B2DA-BD34-4B2B-A232-22A94E04F039}"/>
          </ac:spMkLst>
        </pc:spChg>
      </pc:sldChg>
      <pc:sldChg chg="addSp delSp modSp mod">
        <pc:chgData name="Kumpatla, Sasidhar" userId="b3bea49b-de5a-4586-b07c-5d08a5e21a67" providerId="ADAL" clId="{8CEF71A9-7F14-4569-B34B-EA1FB2152931}" dt="2026-01-15T16:55:07.275" v="661" actId="108"/>
        <pc:sldMkLst>
          <pc:docMk/>
          <pc:sldMk cId="824712650" sldId="1883856803"/>
        </pc:sldMkLst>
        <pc:spChg chg="mod">
          <ac:chgData name="Kumpatla, Sasidhar" userId="b3bea49b-de5a-4586-b07c-5d08a5e21a67" providerId="ADAL" clId="{8CEF71A9-7F14-4569-B34B-EA1FB2152931}" dt="2026-01-15T16:50:50.418" v="632" actId="33524"/>
          <ac:spMkLst>
            <pc:docMk/>
            <pc:sldMk cId="824712650" sldId="1883856803"/>
            <ac:spMk id="2" creationId="{A175940F-BD4B-3AC4-868B-24BD58DB6CAC}"/>
          </ac:spMkLst>
        </pc:spChg>
        <pc:spChg chg="mod">
          <ac:chgData name="Kumpatla, Sasidhar" userId="b3bea49b-de5a-4586-b07c-5d08a5e21a67" providerId="ADAL" clId="{8CEF71A9-7F14-4569-B34B-EA1FB2152931}" dt="2026-01-15T16:50:26.858" v="631" actId="20577"/>
          <ac:spMkLst>
            <pc:docMk/>
            <pc:sldMk cId="824712650" sldId="1883856803"/>
            <ac:spMk id="3" creationId="{427C1A15-1FCE-C538-1FFA-F30470977B80}"/>
          </ac:spMkLst>
        </pc:spChg>
        <pc:spChg chg="mod">
          <ac:chgData name="Kumpatla, Sasidhar" userId="b3bea49b-de5a-4586-b07c-5d08a5e21a67" providerId="ADAL" clId="{8CEF71A9-7F14-4569-B34B-EA1FB2152931}" dt="2026-01-15T16:46:44.066" v="354" actId="1076"/>
          <ac:spMkLst>
            <pc:docMk/>
            <pc:sldMk cId="824712650" sldId="1883856803"/>
            <ac:spMk id="5" creationId="{EBE6DE34-2E9E-1959-609E-AF30592CEE0A}"/>
          </ac:spMkLst>
        </pc:spChg>
        <pc:spChg chg="mod">
          <ac:chgData name="Kumpatla, Sasidhar" userId="b3bea49b-de5a-4586-b07c-5d08a5e21a67" providerId="ADAL" clId="{8CEF71A9-7F14-4569-B34B-EA1FB2152931}" dt="2026-01-15T16:46:44.066" v="354" actId="1076"/>
          <ac:spMkLst>
            <pc:docMk/>
            <pc:sldMk cId="824712650" sldId="1883856803"/>
            <ac:spMk id="6" creationId="{DB1D3AFB-1F60-2DF9-52BA-AA96CB99EDFD}"/>
          </ac:spMkLst>
        </pc:spChg>
        <pc:spChg chg="add mod">
          <ac:chgData name="Kumpatla, Sasidhar" userId="b3bea49b-de5a-4586-b07c-5d08a5e21a67" providerId="ADAL" clId="{8CEF71A9-7F14-4569-B34B-EA1FB2152931}" dt="2026-01-15T16:49:58.093" v="628" actId="12"/>
          <ac:spMkLst>
            <pc:docMk/>
            <pc:sldMk cId="824712650" sldId="1883856803"/>
            <ac:spMk id="8" creationId="{E733E491-34B9-F282-4C7C-3349956521CE}"/>
          </ac:spMkLst>
        </pc:spChg>
        <pc:spChg chg="del">
          <ac:chgData name="Kumpatla, Sasidhar" userId="b3bea49b-de5a-4586-b07c-5d08a5e21a67" providerId="ADAL" clId="{8CEF71A9-7F14-4569-B34B-EA1FB2152931}" dt="2026-01-15T16:46:28.140" v="350" actId="478"/>
          <ac:spMkLst>
            <pc:docMk/>
            <pc:sldMk cId="824712650" sldId="1883856803"/>
            <ac:spMk id="10" creationId="{202E90F9-8B4F-75A0-4AA7-1012AF013033}"/>
          </ac:spMkLst>
        </pc:spChg>
        <pc:spChg chg="del">
          <ac:chgData name="Kumpatla, Sasidhar" userId="b3bea49b-de5a-4586-b07c-5d08a5e21a67" providerId="ADAL" clId="{8CEF71A9-7F14-4569-B34B-EA1FB2152931}" dt="2026-01-15T16:46:34.719" v="352" actId="478"/>
          <ac:spMkLst>
            <pc:docMk/>
            <pc:sldMk cId="824712650" sldId="1883856803"/>
            <ac:spMk id="11" creationId="{461FC3D5-1D9D-04AF-1A29-F9E20E9700F4}"/>
          </ac:spMkLst>
        </pc:spChg>
        <pc:spChg chg="del">
          <ac:chgData name="Kumpatla, Sasidhar" userId="b3bea49b-de5a-4586-b07c-5d08a5e21a67" providerId="ADAL" clId="{8CEF71A9-7F14-4569-B34B-EA1FB2152931}" dt="2026-01-15T16:46:32.413" v="351" actId="478"/>
          <ac:spMkLst>
            <pc:docMk/>
            <pc:sldMk cId="824712650" sldId="1883856803"/>
            <ac:spMk id="17" creationId="{EC2B5D31-3A2C-980D-E1C1-EDD839D2EB90}"/>
          </ac:spMkLst>
        </pc:spChg>
        <pc:spChg chg="mod">
          <ac:chgData name="Kumpatla, Sasidhar" userId="b3bea49b-de5a-4586-b07c-5d08a5e21a67" providerId="ADAL" clId="{8CEF71A9-7F14-4569-B34B-EA1FB2152931}" dt="2026-01-15T16:54:13.779" v="651" actId="207"/>
          <ac:spMkLst>
            <pc:docMk/>
            <pc:sldMk cId="824712650" sldId="1883856803"/>
            <ac:spMk id="19" creationId="{313B0633-BB7D-51CE-BC99-249EE5F11EF1}"/>
          </ac:spMkLst>
        </pc:spChg>
        <pc:spChg chg="mod">
          <ac:chgData name="Kumpatla, Sasidhar" userId="b3bea49b-de5a-4586-b07c-5d08a5e21a67" providerId="ADAL" clId="{8CEF71A9-7F14-4569-B34B-EA1FB2152931}" dt="2026-01-15T16:46:44.066" v="354" actId="1076"/>
          <ac:spMkLst>
            <pc:docMk/>
            <pc:sldMk cId="824712650" sldId="1883856803"/>
            <ac:spMk id="20" creationId="{97832347-1945-7062-A3F0-91C376D80C58}"/>
          </ac:spMkLst>
        </pc:spChg>
        <pc:spChg chg="mod">
          <ac:chgData name="Kumpatla, Sasidhar" userId="b3bea49b-de5a-4586-b07c-5d08a5e21a67" providerId="ADAL" clId="{8CEF71A9-7F14-4569-B34B-EA1FB2152931}" dt="2026-01-15T16:46:44.066" v="354" actId="1076"/>
          <ac:spMkLst>
            <pc:docMk/>
            <pc:sldMk cId="824712650" sldId="1883856803"/>
            <ac:spMk id="21" creationId="{CEC0B31F-8593-C29C-EE45-2D9805B7C824}"/>
          </ac:spMkLst>
        </pc:spChg>
        <pc:spChg chg="del">
          <ac:chgData name="Kumpatla, Sasidhar" userId="b3bea49b-de5a-4586-b07c-5d08a5e21a67" providerId="ADAL" clId="{8CEF71A9-7F14-4569-B34B-EA1FB2152931}" dt="2026-01-15T16:46:36.579" v="353" actId="478"/>
          <ac:spMkLst>
            <pc:docMk/>
            <pc:sldMk cId="824712650" sldId="1883856803"/>
            <ac:spMk id="22" creationId="{2BBEDB57-A52D-7EF7-FBAD-015B91DB8659}"/>
          </ac:spMkLst>
        </pc:spChg>
        <pc:graphicFrameChg chg="add mod modGraphic">
          <ac:chgData name="Kumpatla, Sasidhar" userId="b3bea49b-de5a-4586-b07c-5d08a5e21a67" providerId="ADAL" clId="{8CEF71A9-7F14-4569-B34B-EA1FB2152931}" dt="2026-01-15T16:55:07.275" v="661" actId="108"/>
          <ac:graphicFrameMkLst>
            <pc:docMk/>
            <pc:sldMk cId="824712650" sldId="1883856803"/>
            <ac:graphicFrameMk id="7" creationId="{A28E9462-9870-9EC1-F828-51D670C5AF27}"/>
          </ac:graphicFrameMkLst>
        </pc:graphicFrameChg>
        <pc:graphicFrameChg chg="mod modGraphic">
          <ac:chgData name="Kumpatla, Sasidhar" userId="b3bea49b-de5a-4586-b07c-5d08a5e21a67" providerId="ADAL" clId="{8CEF71A9-7F14-4569-B34B-EA1FB2152931}" dt="2026-01-15T16:54:57.353" v="657"/>
          <ac:graphicFrameMkLst>
            <pc:docMk/>
            <pc:sldMk cId="824712650" sldId="1883856803"/>
            <ac:graphicFrameMk id="16" creationId="{2147CCE0-76D2-95D5-9AD7-13433C054BDE}"/>
          </ac:graphicFrameMkLst>
        </pc:graphicFrameChg>
        <pc:graphicFrameChg chg="mod">
          <ac:chgData name="Kumpatla, Sasidhar" userId="b3bea49b-de5a-4586-b07c-5d08a5e21a67" providerId="ADAL" clId="{8CEF71A9-7F14-4569-B34B-EA1FB2152931}" dt="2026-01-15T16:55:05.393" v="660"/>
          <ac:graphicFrameMkLst>
            <pc:docMk/>
            <pc:sldMk cId="824712650" sldId="1883856803"/>
            <ac:graphicFrameMk id="18" creationId="{8FD70A79-051C-C62E-7333-5FFC30044130}"/>
          </ac:graphicFrameMkLst>
        </pc:graphicFrameChg>
      </pc:sldChg>
      <pc:sldChg chg="add del">
        <pc:chgData name="Kumpatla, Sasidhar" userId="b3bea49b-de5a-4586-b07c-5d08a5e21a67" providerId="ADAL" clId="{8CEF71A9-7F14-4569-B34B-EA1FB2152931}" dt="2026-01-15T18:44:07.017" v="869" actId="47"/>
        <pc:sldMkLst>
          <pc:docMk/>
          <pc:sldMk cId="1150765500" sldId="2147473219"/>
        </pc:sldMkLst>
      </pc:sldChg>
      <pc:sldChg chg="addSp delSp modSp new mod">
        <pc:chgData name="Kumpatla, Sasidhar" userId="b3bea49b-de5a-4586-b07c-5d08a5e21a67" providerId="ADAL" clId="{8CEF71A9-7F14-4569-B34B-EA1FB2152931}" dt="2026-01-15T18:42:45.161" v="716" actId="20577"/>
        <pc:sldMkLst>
          <pc:docMk/>
          <pc:sldMk cId="3564797173" sldId="2147473220"/>
        </pc:sldMkLst>
        <pc:spChg chg="del mod">
          <ac:chgData name="Kumpatla, Sasidhar" userId="b3bea49b-de5a-4586-b07c-5d08a5e21a67" providerId="ADAL" clId="{8CEF71A9-7F14-4569-B34B-EA1FB2152931}" dt="2026-01-15T17:04:43.421" v="707" actId="478"/>
          <ac:spMkLst>
            <pc:docMk/>
            <pc:sldMk cId="3564797173" sldId="2147473220"/>
            <ac:spMk id="2" creationId="{F7B7BE25-B926-9DC0-A890-6B6DCF85953A}"/>
          </ac:spMkLst>
        </pc:spChg>
        <pc:spChg chg="add mod">
          <ac:chgData name="Kumpatla, Sasidhar" userId="b3bea49b-de5a-4586-b07c-5d08a5e21a67" providerId="ADAL" clId="{8CEF71A9-7F14-4569-B34B-EA1FB2152931}" dt="2026-01-15T18:42:45.161" v="716" actId="20577"/>
          <ac:spMkLst>
            <pc:docMk/>
            <pc:sldMk cId="3564797173" sldId="2147473220"/>
            <ac:spMk id="3" creationId="{2D305A31-F542-8875-E28C-0CE0EE5A5FFF}"/>
          </ac:spMkLst>
        </pc:spChg>
        <pc:spChg chg="add del mod">
          <ac:chgData name="Kumpatla, Sasidhar" userId="b3bea49b-de5a-4586-b07c-5d08a5e21a67" providerId="ADAL" clId="{8CEF71A9-7F14-4569-B34B-EA1FB2152931}" dt="2026-01-15T18:42:15.460" v="709" actId="478"/>
          <ac:spMkLst>
            <pc:docMk/>
            <pc:sldMk cId="3564797173" sldId="2147473220"/>
            <ac:spMk id="5" creationId="{65CC43D1-3FCF-41E2-CF7D-CDA8ADB438C2}"/>
          </ac:spMkLst>
        </pc:spChg>
      </pc:sldChg>
      <pc:sldChg chg="addSp modSp add mod">
        <pc:chgData name="Kumpatla, Sasidhar" userId="b3bea49b-de5a-4586-b07c-5d08a5e21a67" providerId="ADAL" clId="{8CEF71A9-7F14-4569-B34B-EA1FB2152931}" dt="2026-01-15T16:56:52.248" v="703" actId="20577"/>
        <pc:sldMkLst>
          <pc:docMk/>
          <pc:sldMk cId="2984753422" sldId="2147473221"/>
        </pc:sldMkLst>
        <pc:spChg chg="add mod">
          <ac:chgData name="Kumpatla, Sasidhar" userId="b3bea49b-de5a-4586-b07c-5d08a5e21a67" providerId="ADAL" clId="{8CEF71A9-7F14-4569-B34B-EA1FB2152931}" dt="2026-01-15T16:56:52.248" v="703" actId="20577"/>
          <ac:spMkLst>
            <pc:docMk/>
            <pc:sldMk cId="2984753422" sldId="2147473221"/>
            <ac:spMk id="2" creationId="{96E1FDD5-DB02-CD22-A974-D9D16F71E33D}"/>
          </ac:spMkLst>
        </pc:spChg>
        <pc:graphicFrameChg chg="mod">
          <ac:chgData name="Kumpatla, Sasidhar" userId="b3bea49b-de5a-4586-b07c-5d08a5e21a67" providerId="ADAL" clId="{8CEF71A9-7F14-4569-B34B-EA1FB2152931}" dt="2026-01-15T16:56:32.970" v="680" actId="1035"/>
          <ac:graphicFrameMkLst>
            <pc:docMk/>
            <pc:sldMk cId="2984753422" sldId="2147473221"/>
            <ac:graphicFrameMk id="4" creationId="{0734DBA0-CA53-1461-93A1-1A179B0D6AE7}"/>
          </ac:graphicFrameMkLst>
        </pc:graphicFrameChg>
      </pc:sldChg>
      <pc:sldChg chg="add">
        <pc:chgData name="Kumpatla, Sasidhar" userId="b3bea49b-de5a-4586-b07c-5d08a5e21a67" providerId="ADAL" clId="{8CEF71A9-7F14-4569-B34B-EA1FB2152931}" dt="2026-01-15T17:04:27.014" v="704"/>
        <pc:sldMkLst>
          <pc:docMk/>
          <pc:sldMk cId="326242138" sldId="2147473222"/>
        </pc:sldMkLst>
      </pc:sldChg>
      <pc:sldChg chg="modSp add mod">
        <pc:chgData name="Kumpatla, Sasidhar" userId="b3bea49b-de5a-4586-b07c-5d08a5e21a67" providerId="ADAL" clId="{8CEF71A9-7F14-4569-B34B-EA1FB2152931}" dt="2026-01-15T18:44:01.466" v="868" actId="20577"/>
        <pc:sldMkLst>
          <pc:docMk/>
          <pc:sldMk cId="1595842973" sldId="2147473223"/>
        </pc:sldMkLst>
        <pc:spChg chg="mod">
          <ac:chgData name="Kumpatla, Sasidhar" userId="b3bea49b-de5a-4586-b07c-5d08a5e21a67" providerId="ADAL" clId="{8CEF71A9-7F14-4569-B34B-EA1FB2152931}" dt="2026-01-15T18:44:01.466" v="868" actId="20577"/>
          <ac:spMkLst>
            <pc:docMk/>
            <pc:sldMk cId="1595842973" sldId="2147473223"/>
            <ac:spMk id="3" creationId="{9D74D39F-0B69-8DBB-A36E-5D2B9595588F}"/>
          </ac:spMkLst>
        </pc:spChg>
      </pc:sldChg>
      <pc:sldChg chg="modSp add mod">
        <pc:chgData name="Kumpatla, Sasidhar" userId="b3bea49b-de5a-4586-b07c-5d08a5e21a67" providerId="ADAL" clId="{8CEF71A9-7F14-4569-B34B-EA1FB2152931}" dt="2026-01-15T18:43:52.868" v="849" actId="20577"/>
        <pc:sldMkLst>
          <pc:docMk/>
          <pc:sldMk cId="1938812742" sldId="2147473224"/>
        </pc:sldMkLst>
        <pc:spChg chg="mod">
          <ac:chgData name="Kumpatla, Sasidhar" userId="b3bea49b-de5a-4586-b07c-5d08a5e21a67" providerId="ADAL" clId="{8CEF71A9-7F14-4569-B34B-EA1FB2152931}" dt="2026-01-15T18:43:52.868" v="849" actId="20577"/>
          <ac:spMkLst>
            <pc:docMk/>
            <pc:sldMk cId="1938812742" sldId="2147473224"/>
            <ac:spMk id="3" creationId="{741087F5-45CE-7D8C-B3F0-2BDC709BDEA4}"/>
          </ac:spMkLst>
        </pc:spChg>
      </pc:sldChg>
      <pc:sldChg chg="modSp add mod">
        <pc:chgData name="Kumpatla, Sasidhar" userId="b3bea49b-de5a-4586-b07c-5d08a5e21a67" providerId="ADAL" clId="{8CEF71A9-7F14-4569-B34B-EA1FB2152931}" dt="2026-01-15T18:43:36.585" v="802" actId="20577"/>
        <pc:sldMkLst>
          <pc:docMk/>
          <pc:sldMk cId="179487159" sldId="2147473225"/>
        </pc:sldMkLst>
        <pc:spChg chg="mod">
          <ac:chgData name="Kumpatla, Sasidhar" userId="b3bea49b-de5a-4586-b07c-5d08a5e21a67" providerId="ADAL" clId="{8CEF71A9-7F14-4569-B34B-EA1FB2152931}" dt="2026-01-15T18:43:36.585" v="802" actId="20577"/>
          <ac:spMkLst>
            <pc:docMk/>
            <pc:sldMk cId="179487159" sldId="2147473225"/>
            <ac:spMk id="3" creationId="{7E50D9FB-5B06-ECB6-F5AE-B7D780D40673}"/>
          </ac:spMkLst>
        </pc:spChg>
      </pc:sldChg>
      <pc:sldChg chg="modSp add mod">
        <pc:chgData name="Kumpatla, Sasidhar" userId="b3bea49b-de5a-4586-b07c-5d08a5e21a67" providerId="ADAL" clId="{8CEF71A9-7F14-4569-B34B-EA1FB2152931}" dt="2026-01-15T18:43:04.568" v="755" actId="20577"/>
        <pc:sldMkLst>
          <pc:docMk/>
          <pc:sldMk cId="4008641405" sldId="2147473226"/>
        </pc:sldMkLst>
        <pc:spChg chg="mod">
          <ac:chgData name="Kumpatla, Sasidhar" userId="b3bea49b-de5a-4586-b07c-5d08a5e21a67" providerId="ADAL" clId="{8CEF71A9-7F14-4569-B34B-EA1FB2152931}" dt="2026-01-15T18:43:04.568" v="755" actId="20577"/>
          <ac:spMkLst>
            <pc:docMk/>
            <pc:sldMk cId="4008641405" sldId="2147473226"/>
            <ac:spMk id="3" creationId="{BF53FA9E-DFFC-2763-CE4F-D7BB55918275}"/>
          </ac:spMkLst>
        </pc:sp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hyperlink" Target="https://gitlab.us.bank-dns.com/USBCLOUDPLATFORM/azure/computing/tf_modules/module-aro/-/blob/main/blueprint/azure-aro-blueprint-sd3.md?ref_type=heads" TargetMode="External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lab.us.bank-dns.com/USBCLOUDPLATFORM/azure/computing/tf_modules/module-aro/-/blob/main/blueprint/azure-aro-blueprint-sd3.md?ref_type=head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A18995-B9F9-446C-8B23-34D81C7B151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B05758-8439-4F7C-A6A5-7AEAA2BB9252}">
      <dgm:prSet phldrT="[Text]" custT="1"/>
      <dgm:spPr/>
      <dgm:t>
        <a:bodyPr/>
        <a:lstStyle/>
        <a:p>
          <a:r>
            <a:rPr lang="en-US" sz="2800" dirty="0">
              <a:latin typeface="U.S. Bank Circular Medium" panose="020B0604010101010104" pitchFamily="34" charset="0"/>
              <a:cs typeface="U.S. Bank Circular Medium" panose="020B0604010101010104" pitchFamily="34" charset="0"/>
            </a:rPr>
            <a:t>What?</a:t>
          </a:r>
          <a:endParaRPr lang="en-US" sz="3300" dirty="0">
            <a:latin typeface="U.S. Bank Circular Medium" panose="020B0604010101010104" pitchFamily="34" charset="0"/>
            <a:cs typeface="U.S. Bank Circular Medium" panose="020B0604010101010104" pitchFamily="34" charset="0"/>
          </a:endParaRPr>
        </a:p>
      </dgm:t>
    </dgm:pt>
    <dgm:pt modelId="{29039CA9-CBCF-4887-9788-2BB6B1438ED9}" type="parTrans" cxnId="{AE8EEBE5-5366-4F1B-B8E0-887A6083C0F5}">
      <dgm:prSet/>
      <dgm:spPr/>
      <dgm:t>
        <a:bodyPr/>
        <a:lstStyle/>
        <a:p>
          <a:endParaRPr lang="en-US"/>
        </a:p>
      </dgm:t>
    </dgm:pt>
    <dgm:pt modelId="{0B9CA2BF-F924-488C-8897-5238F9B9C64C}" type="sibTrans" cxnId="{AE8EEBE5-5366-4F1B-B8E0-887A6083C0F5}">
      <dgm:prSet/>
      <dgm:spPr/>
      <dgm:t>
        <a:bodyPr/>
        <a:lstStyle/>
        <a:p>
          <a:endParaRPr lang="en-US"/>
        </a:p>
      </dgm:t>
    </dgm:pt>
    <dgm:pt modelId="{C27118FC-AC2D-4F43-AAB6-488AD933039A}" type="pres">
      <dgm:prSet presAssocID="{F3A18995-B9F9-446C-8B23-34D81C7B151F}" presName="vert0" presStyleCnt="0">
        <dgm:presLayoutVars>
          <dgm:dir/>
          <dgm:animOne val="branch"/>
          <dgm:animLvl val="lvl"/>
        </dgm:presLayoutVars>
      </dgm:prSet>
      <dgm:spPr/>
    </dgm:pt>
    <dgm:pt modelId="{20EEBDED-F6A3-469E-A80B-8538DC6ADC11}" type="pres">
      <dgm:prSet presAssocID="{C8B05758-8439-4F7C-A6A5-7AEAA2BB9252}" presName="thickLine" presStyleLbl="alignNode1" presStyleIdx="0" presStyleCnt="1"/>
      <dgm:spPr/>
    </dgm:pt>
    <dgm:pt modelId="{5C438EE3-BAF7-46B0-99D4-0425180F5355}" type="pres">
      <dgm:prSet presAssocID="{C8B05758-8439-4F7C-A6A5-7AEAA2BB9252}" presName="horz1" presStyleCnt="0"/>
      <dgm:spPr/>
    </dgm:pt>
    <dgm:pt modelId="{FBCDD91B-F2C4-44D8-8FD6-2AD8A2A6049C}" type="pres">
      <dgm:prSet presAssocID="{C8B05758-8439-4F7C-A6A5-7AEAA2BB9252}" presName="tx1" presStyleLbl="revTx" presStyleIdx="0" presStyleCnt="1" custLinFactNeighborX="16718" custLinFactNeighborY="70850"/>
      <dgm:spPr/>
    </dgm:pt>
    <dgm:pt modelId="{ADAB008D-6808-42C2-A993-2A98503C07C5}" type="pres">
      <dgm:prSet presAssocID="{C8B05758-8439-4F7C-A6A5-7AEAA2BB9252}" presName="vert1" presStyleCnt="0"/>
      <dgm:spPr/>
    </dgm:pt>
  </dgm:ptLst>
  <dgm:cxnLst>
    <dgm:cxn modelId="{B0F14A90-56BB-4996-9383-2F390413DF07}" type="presOf" srcId="{F3A18995-B9F9-446C-8B23-34D81C7B151F}" destId="{C27118FC-AC2D-4F43-AAB6-488AD933039A}" srcOrd="0" destOrd="0" presId="urn:microsoft.com/office/officeart/2008/layout/LinedList"/>
    <dgm:cxn modelId="{E084E6A5-1436-4457-A154-FB6C4317383F}" type="presOf" srcId="{C8B05758-8439-4F7C-A6A5-7AEAA2BB9252}" destId="{FBCDD91B-F2C4-44D8-8FD6-2AD8A2A6049C}" srcOrd="0" destOrd="0" presId="urn:microsoft.com/office/officeart/2008/layout/LinedList"/>
    <dgm:cxn modelId="{AE8EEBE5-5366-4F1B-B8E0-887A6083C0F5}" srcId="{F3A18995-B9F9-446C-8B23-34D81C7B151F}" destId="{C8B05758-8439-4F7C-A6A5-7AEAA2BB9252}" srcOrd="0" destOrd="0" parTransId="{29039CA9-CBCF-4887-9788-2BB6B1438ED9}" sibTransId="{0B9CA2BF-F924-488C-8897-5238F9B9C64C}"/>
    <dgm:cxn modelId="{721DBFA7-C63A-4FDB-AD5C-07D52C090A19}" type="presParOf" srcId="{C27118FC-AC2D-4F43-AAB6-488AD933039A}" destId="{20EEBDED-F6A3-469E-A80B-8538DC6ADC11}" srcOrd="0" destOrd="0" presId="urn:microsoft.com/office/officeart/2008/layout/LinedList"/>
    <dgm:cxn modelId="{F0248628-D1F3-4468-8D98-FBDE58EE158E}" type="presParOf" srcId="{C27118FC-AC2D-4F43-AAB6-488AD933039A}" destId="{5C438EE3-BAF7-46B0-99D4-0425180F5355}" srcOrd="1" destOrd="0" presId="urn:microsoft.com/office/officeart/2008/layout/LinedList"/>
    <dgm:cxn modelId="{612C9E10-443C-437D-8DB4-0F45E50C6124}" type="presParOf" srcId="{5C438EE3-BAF7-46B0-99D4-0425180F5355}" destId="{FBCDD91B-F2C4-44D8-8FD6-2AD8A2A6049C}" srcOrd="0" destOrd="0" presId="urn:microsoft.com/office/officeart/2008/layout/LinedList"/>
    <dgm:cxn modelId="{B6B73C70-EBB2-4BE4-95E4-7726BD632B47}" type="presParOf" srcId="{5C438EE3-BAF7-46B0-99D4-0425180F5355}" destId="{ADAB008D-6808-42C2-A993-2A98503C07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A18995-B9F9-446C-8B23-34D81C7B151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B05758-8439-4F7C-A6A5-7AEAA2BB9252}">
      <dgm:prSet phldrT="[Text]" custT="1"/>
      <dgm:spPr/>
      <dgm:t>
        <a:bodyPr/>
        <a:lstStyle/>
        <a:p>
          <a:r>
            <a:rPr lang="en-US" sz="2800" kern="1200" dirty="0">
              <a:solidFill>
                <a:srgbClr val="2E2E32">
                  <a:hueOff val="0"/>
                  <a:satOff val="0"/>
                  <a:lumOff val="0"/>
                  <a:alphaOff val="0"/>
                </a:srgbClr>
              </a:solidFill>
              <a:latin typeface="U.S. Bank Circular Medium" panose="020B0604010101010104" pitchFamily="34" charset="0"/>
              <a:ea typeface="+mn-ea"/>
              <a:cs typeface="U.S. Bank Circular Medium" panose="020B0604010101010104" pitchFamily="34" charset="0"/>
            </a:rPr>
            <a:t>Why Now?</a:t>
          </a:r>
        </a:p>
      </dgm:t>
    </dgm:pt>
    <dgm:pt modelId="{29039CA9-CBCF-4887-9788-2BB6B1438ED9}" type="parTrans" cxnId="{AE8EEBE5-5366-4F1B-B8E0-887A6083C0F5}">
      <dgm:prSet/>
      <dgm:spPr/>
      <dgm:t>
        <a:bodyPr/>
        <a:lstStyle/>
        <a:p>
          <a:endParaRPr lang="en-US"/>
        </a:p>
      </dgm:t>
    </dgm:pt>
    <dgm:pt modelId="{0B9CA2BF-F924-488C-8897-5238F9B9C64C}" type="sibTrans" cxnId="{AE8EEBE5-5366-4F1B-B8E0-887A6083C0F5}">
      <dgm:prSet/>
      <dgm:spPr/>
      <dgm:t>
        <a:bodyPr/>
        <a:lstStyle/>
        <a:p>
          <a:endParaRPr lang="en-US"/>
        </a:p>
      </dgm:t>
    </dgm:pt>
    <dgm:pt modelId="{C27118FC-AC2D-4F43-AAB6-488AD933039A}" type="pres">
      <dgm:prSet presAssocID="{F3A18995-B9F9-446C-8B23-34D81C7B151F}" presName="vert0" presStyleCnt="0">
        <dgm:presLayoutVars>
          <dgm:dir/>
          <dgm:animOne val="branch"/>
          <dgm:animLvl val="lvl"/>
        </dgm:presLayoutVars>
      </dgm:prSet>
      <dgm:spPr/>
    </dgm:pt>
    <dgm:pt modelId="{20EEBDED-F6A3-469E-A80B-8538DC6ADC11}" type="pres">
      <dgm:prSet presAssocID="{C8B05758-8439-4F7C-A6A5-7AEAA2BB9252}" presName="thickLine" presStyleLbl="alignNode1" presStyleIdx="0" presStyleCnt="1"/>
      <dgm:spPr/>
    </dgm:pt>
    <dgm:pt modelId="{5C438EE3-BAF7-46B0-99D4-0425180F5355}" type="pres">
      <dgm:prSet presAssocID="{C8B05758-8439-4F7C-A6A5-7AEAA2BB9252}" presName="horz1" presStyleCnt="0"/>
      <dgm:spPr/>
    </dgm:pt>
    <dgm:pt modelId="{FBCDD91B-F2C4-44D8-8FD6-2AD8A2A6049C}" type="pres">
      <dgm:prSet presAssocID="{C8B05758-8439-4F7C-A6A5-7AEAA2BB9252}" presName="tx1" presStyleLbl="revTx" presStyleIdx="0" presStyleCnt="1" custLinFactNeighborX="16718" custLinFactNeighborY="70850"/>
      <dgm:spPr/>
    </dgm:pt>
    <dgm:pt modelId="{ADAB008D-6808-42C2-A993-2A98503C07C5}" type="pres">
      <dgm:prSet presAssocID="{C8B05758-8439-4F7C-A6A5-7AEAA2BB9252}" presName="vert1" presStyleCnt="0"/>
      <dgm:spPr/>
    </dgm:pt>
  </dgm:ptLst>
  <dgm:cxnLst>
    <dgm:cxn modelId="{B0F14A90-56BB-4996-9383-2F390413DF07}" type="presOf" srcId="{F3A18995-B9F9-446C-8B23-34D81C7B151F}" destId="{C27118FC-AC2D-4F43-AAB6-488AD933039A}" srcOrd="0" destOrd="0" presId="urn:microsoft.com/office/officeart/2008/layout/LinedList"/>
    <dgm:cxn modelId="{E084E6A5-1436-4457-A154-FB6C4317383F}" type="presOf" srcId="{C8B05758-8439-4F7C-A6A5-7AEAA2BB9252}" destId="{FBCDD91B-F2C4-44D8-8FD6-2AD8A2A6049C}" srcOrd="0" destOrd="0" presId="urn:microsoft.com/office/officeart/2008/layout/LinedList"/>
    <dgm:cxn modelId="{AE8EEBE5-5366-4F1B-B8E0-887A6083C0F5}" srcId="{F3A18995-B9F9-446C-8B23-34D81C7B151F}" destId="{C8B05758-8439-4F7C-A6A5-7AEAA2BB9252}" srcOrd="0" destOrd="0" parTransId="{29039CA9-CBCF-4887-9788-2BB6B1438ED9}" sibTransId="{0B9CA2BF-F924-488C-8897-5238F9B9C64C}"/>
    <dgm:cxn modelId="{721DBFA7-C63A-4FDB-AD5C-07D52C090A19}" type="presParOf" srcId="{C27118FC-AC2D-4F43-AAB6-488AD933039A}" destId="{20EEBDED-F6A3-469E-A80B-8538DC6ADC11}" srcOrd="0" destOrd="0" presId="urn:microsoft.com/office/officeart/2008/layout/LinedList"/>
    <dgm:cxn modelId="{F0248628-D1F3-4468-8D98-FBDE58EE158E}" type="presParOf" srcId="{C27118FC-AC2D-4F43-AAB6-488AD933039A}" destId="{5C438EE3-BAF7-46B0-99D4-0425180F5355}" srcOrd="1" destOrd="0" presId="urn:microsoft.com/office/officeart/2008/layout/LinedList"/>
    <dgm:cxn modelId="{612C9E10-443C-437D-8DB4-0F45E50C6124}" type="presParOf" srcId="{5C438EE3-BAF7-46B0-99D4-0425180F5355}" destId="{FBCDD91B-F2C4-44D8-8FD6-2AD8A2A6049C}" srcOrd="0" destOrd="0" presId="urn:microsoft.com/office/officeart/2008/layout/LinedList"/>
    <dgm:cxn modelId="{B6B73C70-EBB2-4BE4-95E4-7726BD632B47}" type="presParOf" srcId="{5C438EE3-BAF7-46B0-99D4-0425180F5355}" destId="{ADAB008D-6808-42C2-A993-2A98503C07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A18995-B9F9-446C-8B23-34D81C7B151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B05758-8439-4F7C-A6A5-7AEAA2BB9252}">
      <dgm:prSet phldrT="[Text]" custT="1"/>
      <dgm:spPr/>
      <dgm:t>
        <a:bodyPr/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2E2E32">
                  <a:hueOff val="0"/>
                  <a:satOff val="0"/>
                  <a:lumOff val="0"/>
                  <a:alphaOff val="0"/>
                </a:srgbClr>
              </a:solidFill>
              <a:latin typeface="U.S. Bank Circular Medium" panose="020B0604010101010104" pitchFamily="34" charset="0"/>
              <a:ea typeface="+mn-ea"/>
              <a:cs typeface="U.S. Bank Circular Medium" panose="020B0604010101010104" pitchFamily="34" charset="0"/>
            </a:rPr>
            <a:t>Challenge</a:t>
          </a:r>
        </a:p>
      </dgm:t>
    </dgm:pt>
    <dgm:pt modelId="{29039CA9-CBCF-4887-9788-2BB6B1438ED9}" type="parTrans" cxnId="{AE8EEBE5-5366-4F1B-B8E0-887A6083C0F5}">
      <dgm:prSet/>
      <dgm:spPr/>
      <dgm:t>
        <a:bodyPr/>
        <a:lstStyle/>
        <a:p>
          <a:endParaRPr lang="en-US"/>
        </a:p>
      </dgm:t>
    </dgm:pt>
    <dgm:pt modelId="{0B9CA2BF-F924-488C-8897-5238F9B9C64C}" type="sibTrans" cxnId="{AE8EEBE5-5366-4F1B-B8E0-887A6083C0F5}">
      <dgm:prSet/>
      <dgm:spPr/>
      <dgm:t>
        <a:bodyPr/>
        <a:lstStyle/>
        <a:p>
          <a:endParaRPr lang="en-US"/>
        </a:p>
      </dgm:t>
    </dgm:pt>
    <dgm:pt modelId="{C27118FC-AC2D-4F43-AAB6-488AD933039A}" type="pres">
      <dgm:prSet presAssocID="{F3A18995-B9F9-446C-8B23-34D81C7B151F}" presName="vert0" presStyleCnt="0">
        <dgm:presLayoutVars>
          <dgm:dir/>
          <dgm:animOne val="branch"/>
          <dgm:animLvl val="lvl"/>
        </dgm:presLayoutVars>
      </dgm:prSet>
      <dgm:spPr/>
    </dgm:pt>
    <dgm:pt modelId="{20EEBDED-F6A3-469E-A80B-8538DC6ADC11}" type="pres">
      <dgm:prSet presAssocID="{C8B05758-8439-4F7C-A6A5-7AEAA2BB9252}" presName="thickLine" presStyleLbl="alignNode1" presStyleIdx="0" presStyleCnt="1"/>
      <dgm:spPr/>
    </dgm:pt>
    <dgm:pt modelId="{5C438EE3-BAF7-46B0-99D4-0425180F5355}" type="pres">
      <dgm:prSet presAssocID="{C8B05758-8439-4F7C-A6A5-7AEAA2BB9252}" presName="horz1" presStyleCnt="0"/>
      <dgm:spPr/>
    </dgm:pt>
    <dgm:pt modelId="{FBCDD91B-F2C4-44D8-8FD6-2AD8A2A6049C}" type="pres">
      <dgm:prSet presAssocID="{C8B05758-8439-4F7C-A6A5-7AEAA2BB9252}" presName="tx1" presStyleLbl="revTx" presStyleIdx="0" presStyleCnt="1" custLinFactNeighborX="16718" custLinFactNeighborY="70850"/>
      <dgm:spPr/>
    </dgm:pt>
    <dgm:pt modelId="{ADAB008D-6808-42C2-A993-2A98503C07C5}" type="pres">
      <dgm:prSet presAssocID="{C8B05758-8439-4F7C-A6A5-7AEAA2BB9252}" presName="vert1" presStyleCnt="0"/>
      <dgm:spPr/>
    </dgm:pt>
  </dgm:ptLst>
  <dgm:cxnLst>
    <dgm:cxn modelId="{B0F14A90-56BB-4996-9383-2F390413DF07}" type="presOf" srcId="{F3A18995-B9F9-446C-8B23-34D81C7B151F}" destId="{C27118FC-AC2D-4F43-AAB6-488AD933039A}" srcOrd="0" destOrd="0" presId="urn:microsoft.com/office/officeart/2008/layout/LinedList"/>
    <dgm:cxn modelId="{E084E6A5-1436-4457-A154-FB6C4317383F}" type="presOf" srcId="{C8B05758-8439-4F7C-A6A5-7AEAA2BB9252}" destId="{FBCDD91B-F2C4-44D8-8FD6-2AD8A2A6049C}" srcOrd="0" destOrd="0" presId="urn:microsoft.com/office/officeart/2008/layout/LinedList"/>
    <dgm:cxn modelId="{AE8EEBE5-5366-4F1B-B8E0-887A6083C0F5}" srcId="{F3A18995-B9F9-446C-8B23-34D81C7B151F}" destId="{C8B05758-8439-4F7C-A6A5-7AEAA2BB9252}" srcOrd="0" destOrd="0" parTransId="{29039CA9-CBCF-4887-9788-2BB6B1438ED9}" sibTransId="{0B9CA2BF-F924-488C-8897-5238F9B9C64C}"/>
    <dgm:cxn modelId="{721DBFA7-C63A-4FDB-AD5C-07D52C090A19}" type="presParOf" srcId="{C27118FC-AC2D-4F43-AAB6-488AD933039A}" destId="{20EEBDED-F6A3-469E-A80B-8538DC6ADC11}" srcOrd="0" destOrd="0" presId="urn:microsoft.com/office/officeart/2008/layout/LinedList"/>
    <dgm:cxn modelId="{F0248628-D1F3-4468-8D98-FBDE58EE158E}" type="presParOf" srcId="{C27118FC-AC2D-4F43-AAB6-488AD933039A}" destId="{5C438EE3-BAF7-46B0-99D4-0425180F5355}" srcOrd="1" destOrd="0" presId="urn:microsoft.com/office/officeart/2008/layout/LinedList"/>
    <dgm:cxn modelId="{612C9E10-443C-437D-8DB4-0F45E50C6124}" type="presParOf" srcId="{5C438EE3-BAF7-46B0-99D4-0425180F5355}" destId="{FBCDD91B-F2C4-44D8-8FD6-2AD8A2A6049C}" srcOrd="0" destOrd="0" presId="urn:microsoft.com/office/officeart/2008/layout/LinedList"/>
    <dgm:cxn modelId="{B6B73C70-EBB2-4BE4-95E4-7726BD632B47}" type="presParOf" srcId="{5C438EE3-BAF7-46B0-99D4-0425180F5355}" destId="{ADAB008D-6808-42C2-A993-2A98503C07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2401FC-8C47-4944-AB8C-715E50C09E5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82BC99-4248-420B-8642-17E56DDE407A}">
      <dgm:prSet phldrT="[Text]"/>
      <dgm:spPr/>
      <dgm:t>
        <a:bodyPr/>
        <a:lstStyle/>
        <a:p>
          <a:r>
            <a:rPr lang="en-US" dirty="0"/>
            <a:t>POC</a:t>
          </a:r>
        </a:p>
      </dgm:t>
    </dgm:pt>
    <dgm:pt modelId="{2D621B94-4A13-4B1E-A193-1B7D36F6A270}" type="parTrans" cxnId="{33EB21F4-9745-4EC4-8A8B-530446BE9D36}">
      <dgm:prSet/>
      <dgm:spPr/>
      <dgm:t>
        <a:bodyPr/>
        <a:lstStyle/>
        <a:p>
          <a:endParaRPr lang="en-US"/>
        </a:p>
      </dgm:t>
    </dgm:pt>
    <dgm:pt modelId="{ABAB494E-16B9-4F6D-A53D-E2304CB842B8}" type="sibTrans" cxnId="{33EB21F4-9745-4EC4-8A8B-530446BE9D36}">
      <dgm:prSet/>
      <dgm:spPr/>
      <dgm:t>
        <a:bodyPr/>
        <a:lstStyle/>
        <a:p>
          <a:endParaRPr lang="en-US"/>
        </a:p>
      </dgm:t>
    </dgm:pt>
    <dgm:pt modelId="{B43E24A7-D6B3-438D-B92E-EE25D774BEAF}">
      <dgm:prSet phldrT="[Text]"/>
      <dgm:spPr/>
      <dgm:t>
        <a:bodyPr/>
        <a:lstStyle/>
        <a:p>
          <a:r>
            <a:rPr lang="en-US" dirty="0"/>
            <a:t>Prove Installation</a:t>
          </a:r>
        </a:p>
      </dgm:t>
    </dgm:pt>
    <dgm:pt modelId="{939DEA01-7347-40C7-8DF8-9512706218A4}" type="parTrans" cxnId="{0028A581-B41F-4FCF-81B3-987EC9C6B384}">
      <dgm:prSet/>
      <dgm:spPr/>
      <dgm:t>
        <a:bodyPr/>
        <a:lstStyle/>
        <a:p>
          <a:endParaRPr lang="en-US"/>
        </a:p>
      </dgm:t>
    </dgm:pt>
    <dgm:pt modelId="{929398A4-6E7F-4AAD-9C61-093BE1EAF833}" type="sibTrans" cxnId="{0028A581-B41F-4FCF-81B3-987EC9C6B384}">
      <dgm:prSet/>
      <dgm:spPr/>
      <dgm:t>
        <a:bodyPr/>
        <a:lstStyle/>
        <a:p>
          <a:endParaRPr lang="en-US"/>
        </a:p>
      </dgm:t>
    </dgm:pt>
    <dgm:pt modelId="{99A020C8-A2A0-404A-B609-CD0531FA3AA2}">
      <dgm:prSet phldrT="[Text]"/>
      <dgm:spPr/>
      <dgm:t>
        <a:bodyPr/>
        <a:lstStyle/>
        <a:p>
          <a:r>
            <a:rPr lang="en-US" dirty="0"/>
            <a:t>ADR</a:t>
          </a:r>
        </a:p>
      </dgm:t>
    </dgm:pt>
    <dgm:pt modelId="{F6613C86-E3C7-405D-A05C-E769C3FF4BA4}" type="parTrans" cxnId="{27171355-90AB-4336-9400-420827A70053}">
      <dgm:prSet/>
      <dgm:spPr/>
      <dgm:t>
        <a:bodyPr/>
        <a:lstStyle/>
        <a:p>
          <a:endParaRPr lang="en-US"/>
        </a:p>
      </dgm:t>
    </dgm:pt>
    <dgm:pt modelId="{98E18DBF-3C5B-44E0-B3DE-E1195550E4EE}" type="sibTrans" cxnId="{27171355-90AB-4336-9400-420827A70053}">
      <dgm:prSet/>
      <dgm:spPr/>
      <dgm:t>
        <a:bodyPr/>
        <a:lstStyle/>
        <a:p>
          <a:endParaRPr lang="en-US"/>
        </a:p>
      </dgm:t>
    </dgm:pt>
    <dgm:pt modelId="{4DF51ECA-9B0E-4AED-A8CB-EA4076AB2B11}">
      <dgm:prSet phldrT="[Text]"/>
      <dgm:spPr/>
      <dgm:t>
        <a:bodyPr/>
        <a:lstStyle/>
        <a:p>
          <a:r>
            <a:rPr lang="en-US" dirty="0"/>
            <a:t>Dev/IT</a:t>
          </a:r>
        </a:p>
      </dgm:t>
    </dgm:pt>
    <dgm:pt modelId="{61E1A222-3032-4772-9E9F-37B1808EF54A}" type="parTrans" cxnId="{60C7A3D1-DAB5-49F3-BC26-1E8EEF7267F6}">
      <dgm:prSet/>
      <dgm:spPr/>
      <dgm:t>
        <a:bodyPr/>
        <a:lstStyle/>
        <a:p>
          <a:endParaRPr lang="en-US"/>
        </a:p>
      </dgm:t>
    </dgm:pt>
    <dgm:pt modelId="{05D01AD3-E65F-4B18-85BD-0C4D03E0B6BB}" type="sibTrans" cxnId="{60C7A3D1-DAB5-49F3-BC26-1E8EEF7267F6}">
      <dgm:prSet/>
      <dgm:spPr/>
      <dgm:t>
        <a:bodyPr/>
        <a:lstStyle/>
        <a:p>
          <a:endParaRPr lang="en-US"/>
        </a:p>
      </dgm:t>
    </dgm:pt>
    <dgm:pt modelId="{3277F0D3-FBBF-4217-9507-E5464FE9FB0E}">
      <dgm:prSet phldrT="[Text]"/>
      <dgm:spPr/>
      <dgm:t>
        <a:bodyPr/>
        <a:lstStyle/>
        <a:p>
          <a:r>
            <a:rPr lang="en-US" dirty="0"/>
            <a:t>UAT and PROD</a:t>
          </a:r>
        </a:p>
      </dgm:t>
    </dgm:pt>
    <dgm:pt modelId="{139CA6A0-789E-477C-A3A3-1158B835841F}" type="parTrans" cxnId="{C6EC5D38-3344-43E8-A9D6-4A51FA6CB055}">
      <dgm:prSet/>
      <dgm:spPr/>
      <dgm:t>
        <a:bodyPr/>
        <a:lstStyle/>
        <a:p>
          <a:endParaRPr lang="en-US"/>
        </a:p>
      </dgm:t>
    </dgm:pt>
    <dgm:pt modelId="{8DCC41B7-094F-4422-BA47-9A70C8DAD999}" type="sibTrans" cxnId="{C6EC5D38-3344-43E8-A9D6-4A51FA6CB055}">
      <dgm:prSet/>
      <dgm:spPr/>
      <dgm:t>
        <a:bodyPr/>
        <a:lstStyle/>
        <a:p>
          <a:endParaRPr lang="en-US"/>
        </a:p>
      </dgm:t>
    </dgm:pt>
    <dgm:pt modelId="{23C4B154-5005-4E74-9F35-560FA716082B}">
      <dgm:prSet phldrT="[Text]"/>
      <dgm:spPr/>
      <dgm:t>
        <a:bodyPr/>
        <a:lstStyle/>
        <a:p>
          <a:r>
            <a:rPr lang="en-US" dirty="0"/>
            <a:t>Pre POC</a:t>
          </a:r>
        </a:p>
      </dgm:t>
    </dgm:pt>
    <dgm:pt modelId="{71C08E92-C8CE-47D9-BFEF-B69FE2A140E9}" type="parTrans" cxnId="{50B1FA94-9CDF-4E15-8108-45A3F60BD3D1}">
      <dgm:prSet/>
      <dgm:spPr/>
      <dgm:t>
        <a:bodyPr/>
        <a:lstStyle/>
        <a:p>
          <a:endParaRPr lang="en-US"/>
        </a:p>
      </dgm:t>
    </dgm:pt>
    <dgm:pt modelId="{AD10DA52-F1C6-4504-8FE2-FDDC646F1F9C}" type="sibTrans" cxnId="{50B1FA94-9CDF-4E15-8108-45A3F60BD3D1}">
      <dgm:prSet/>
      <dgm:spPr/>
      <dgm:t>
        <a:bodyPr/>
        <a:lstStyle/>
        <a:p>
          <a:endParaRPr lang="en-US"/>
        </a:p>
      </dgm:t>
    </dgm:pt>
    <dgm:pt modelId="{1BFEEE17-84EB-4A1E-9F81-AF19DAA5D805}">
      <dgm:prSet phldrT="[Text]"/>
      <dgm:spPr/>
      <dgm:t>
        <a:bodyPr/>
        <a:lstStyle/>
        <a:p>
          <a:r>
            <a:rPr lang="en-US" dirty="0"/>
            <a:t>Approvals</a:t>
          </a:r>
        </a:p>
      </dgm:t>
    </dgm:pt>
    <dgm:pt modelId="{7B542D95-B325-4643-A632-39883999F8AE}" type="parTrans" cxnId="{433A838E-7990-4E94-B7AF-47A5390988C7}">
      <dgm:prSet/>
      <dgm:spPr/>
      <dgm:t>
        <a:bodyPr/>
        <a:lstStyle/>
        <a:p>
          <a:endParaRPr lang="en-US"/>
        </a:p>
      </dgm:t>
    </dgm:pt>
    <dgm:pt modelId="{3E6EA1FC-AF8B-4D87-BBE2-0304B64F358D}" type="sibTrans" cxnId="{433A838E-7990-4E94-B7AF-47A5390988C7}">
      <dgm:prSet/>
      <dgm:spPr/>
      <dgm:t>
        <a:bodyPr/>
        <a:lstStyle/>
        <a:p>
          <a:endParaRPr lang="en-US"/>
        </a:p>
      </dgm:t>
    </dgm:pt>
    <dgm:pt modelId="{990E62EB-4A01-4BB1-946E-D60D3F9B337A}">
      <dgm:prSet phldrT="[Text]"/>
      <dgm:spPr/>
      <dgm:t>
        <a:bodyPr/>
        <a:lstStyle/>
        <a:p>
          <a:r>
            <a:rPr lang="en-US" dirty="0"/>
            <a:t>Env setup</a:t>
          </a:r>
        </a:p>
      </dgm:t>
    </dgm:pt>
    <dgm:pt modelId="{7E378FEA-2892-45F3-8A11-8E8D9D06DC87}" type="parTrans" cxnId="{E68FB635-9222-4149-8806-431A934D63ED}">
      <dgm:prSet/>
      <dgm:spPr/>
      <dgm:t>
        <a:bodyPr/>
        <a:lstStyle/>
        <a:p>
          <a:endParaRPr lang="en-US"/>
        </a:p>
      </dgm:t>
    </dgm:pt>
    <dgm:pt modelId="{B888F0AD-3207-41AD-A2C3-F3BF7AC96627}" type="sibTrans" cxnId="{E68FB635-9222-4149-8806-431A934D63ED}">
      <dgm:prSet/>
      <dgm:spPr/>
      <dgm:t>
        <a:bodyPr/>
        <a:lstStyle/>
        <a:p>
          <a:endParaRPr lang="en-US"/>
        </a:p>
      </dgm:t>
    </dgm:pt>
    <dgm:pt modelId="{F8390B96-BDC9-4B1E-B7F0-E310E7DF8665}">
      <dgm:prSet phldrT="[Text]"/>
      <dgm:spPr/>
      <dgm:t>
        <a:bodyPr/>
        <a:lstStyle/>
        <a:p>
          <a:r>
            <a:rPr lang="en-US" dirty="0"/>
            <a:t>Gather evidence</a:t>
          </a:r>
        </a:p>
      </dgm:t>
    </dgm:pt>
    <dgm:pt modelId="{2EF1AD0C-9124-4087-B83D-1A1B6DA8B190}" type="parTrans" cxnId="{6CF9907C-15AA-484F-AF22-6768B1D239B7}">
      <dgm:prSet/>
      <dgm:spPr/>
      <dgm:t>
        <a:bodyPr/>
        <a:lstStyle/>
        <a:p>
          <a:endParaRPr lang="en-US"/>
        </a:p>
      </dgm:t>
    </dgm:pt>
    <dgm:pt modelId="{CB8AF233-D05B-4864-9A7A-188C1E66A99C}" type="sibTrans" cxnId="{6CF9907C-15AA-484F-AF22-6768B1D239B7}">
      <dgm:prSet/>
      <dgm:spPr/>
      <dgm:t>
        <a:bodyPr/>
        <a:lstStyle/>
        <a:p>
          <a:endParaRPr lang="en-US"/>
        </a:p>
      </dgm:t>
    </dgm:pt>
    <dgm:pt modelId="{5460B3F2-09C0-4859-A854-8DF628728732}">
      <dgm:prSet phldrT="[Text]"/>
      <dgm:spPr/>
      <dgm:t>
        <a:bodyPr/>
        <a:lstStyle/>
        <a:p>
          <a:r>
            <a:rPr lang="en-US"/>
            <a:t>Blueprint</a:t>
          </a:r>
          <a:endParaRPr lang="en-US" dirty="0"/>
        </a:p>
      </dgm:t>
    </dgm:pt>
    <dgm:pt modelId="{91F0C5E3-9AA2-40B8-B8D2-A8A3D96E3EE6}" type="parTrans" cxnId="{C6FDFE97-33B0-4E9F-9077-4495633EA96A}">
      <dgm:prSet/>
      <dgm:spPr/>
      <dgm:t>
        <a:bodyPr/>
        <a:lstStyle/>
        <a:p>
          <a:endParaRPr lang="en-US"/>
        </a:p>
      </dgm:t>
    </dgm:pt>
    <dgm:pt modelId="{A5CC1ADD-3FE2-4A90-8BDC-82FF6F55EF77}" type="sibTrans" cxnId="{C6FDFE97-33B0-4E9F-9077-4495633EA96A}">
      <dgm:prSet/>
      <dgm:spPr/>
      <dgm:t>
        <a:bodyPr/>
        <a:lstStyle/>
        <a:p>
          <a:endParaRPr lang="en-US"/>
        </a:p>
      </dgm:t>
    </dgm:pt>
    <dgm:pt modelId="{933EDD0A-8FAF-4A2F-BFEE-C6C9EF48A553}" type="pres">
      <dgm:prSet presAssocID="{252401FC-8C47-4944-AB8C-715E50C09E55}" presName="rootnode" presStyleCnt="0">
        <dgm:presLayoutVars>
          <dgm:chMax/>
          <dgm:chPref/>
          <dgm:dir/>
          <dgm:animLvl val="lvl"/>
        </dgm:presLayoutVars>
      </dgm:prSet>
      <dgm:spPr/>
    </dgm:pt>
    <dgm:pt modelId="{0B6A4746-40C4-472E-BB3C-8A9089C06987}" type="pres">
      <dgm:prSet presAssocID="{23C4B154-5005-4E74-9F35-560FA716082B}" presName="composite" presStyleCnt="0"/>
      <dgm:spPr/>
    </dgm:pt>
    <dgm:pt modelId="{A2770D84-5209-45DC-9E8C-A9E0C2279620}" type="pres">
      <dgm:prSet presAssocID="{23C4B154-5005-4E74-9F35-560FA716082B}" presName="bentUpArrow1" presStyleLbl="alignImgPlace1" presStyleIdx="0" presStyleCnt="5"/>
      <dgm:spPr/>
    </dgm:pt>
    <dgm:pt modelId="{599357D7-C3C2-41D2-94B1-AB4A257286F8}" type="pres">
      <dgm:prSet presAssocID="{23C4B154-5005-4E74-9F35-560FA716082B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066C85A8-C59C-4A5B-8F4D-A8021A1304DA}" type="pres">
      <dgm:prSet presAssocID="{23C4B154-5005-4E74-9F35-560FA716082B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2EA726BC-1651-42B2-AB89-071E5BFFC6CC}" type="pres">
      <dgm:prSet presAssocID="{AD10DA52-F1C6-4504-8FE2-FDDC646F1F9C}" presName="sibTrans" presStyleCnt="0"/>
      <dgm:spPr/>
    </dgm:pt>
    <dgm:pt modelId="{3DCC6BB2-0318-4E72-9109-440E12954B46}" type="pres">
      <dgm:prSet presAssocID="{1E82BC99-4248-420B-8642-17E56DDE407A}" presName="composite" presStyleCnt="0"/>
      <dgm:spPr/>
    </dgm:pt>
    <dgm:pt modelId="{6E7BFDB2-4F64-4A5E-BB99-98563E0A24A8}" type="pres">
      <dgm:prSet presAssocID="{1E82BC99-4248-420B-8642-17E56DDE407A}" presName="bentUpArrow1" presStyleLbl="alignImgPlace1" presStyleIdx="1" presStyleCnt="5"/>
      <dgm:spPr/>
    </dgm:pt>
    <dgm:pt modelId="{8292D770-F098-4B32-9386-4E421FDC5C8F}" type="pres">
      <dgm:prSet presAssocID="{1E82BC99-4248-420B-8642-17E56DDE407A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2A35A16E-A63A-4887-99EB-0A03A77125DA}" type="pres">
      <dgm:prSet presAssocID="{1E82BC99-4248-420B-8642-17E56DDE407A}" presName="ChildText" presStyleLbl="revTx" presStyleIdx="1" presStyleCnt="5" custScaleX="121000" custLinFactNeighborX="7532">
        <dgm:presLayoutVars>
          <dgm:chMax val="0"/>
          <dgm:chPref val="0"/>
          <dgm:bulletEnabled val="1"/>
        </dgm:presLayoutVars>
      </dgm:prSet>
      <dgm:spPr/>
    </dgm:pt>
    <dgm:pt modelId="{BB41393B-D63C-42A3-9EA5-73D288D778FC}" type="pres">
      <dgm:prSet presAssocID="{ABAB494E-16B9-4F6D-A53D-E2304CB842B8}" presName="sibTrans" presStyleCnt="0"/>
      <dgm:spPr/>
    </dgm:pt>
    <dgm:pt modelId="{FBF24526-F304-4F17-91DD-3E9BFF3DB3EE}" type="pres">
      <dgm:prSet presAssocID="{99A020C8-A2A0-404A-B609-CD0531FA3AA2}" presName="composite" presStyleCnt="0"/>
      <dgm:spPr/>
    </dgm:pt>
    <dgm:pt modelId="{75394E56-6614-422B-929C-ADE66433B89C}" type="pres">
      <dgm:prSet presAssocID="{99A020C8-A2A0-404A-B609-CD0531FA3AA2}" presName="bentUpArrow1" presStyleLbl="alignImgPlace1" presStyleIdx="2" presStyleCnt="5"/>
      <dgm:spPr/>
    </dgm:pt>
    <dgm:pt modelId="{AD60B7DA-A963-40C8-9303-E89BFAD6B311}" type="pres">
      <dgm:prSet presAssocID="{99A020C8-A2A0-404A-B609-CD0531FA3AA2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73FC513C-C00D-42DE-A0FA-48E39703C2B8}" type="pres">
      <dgm:prSet presAssocID="{99A020C8-A2A0-404A-B609-CD0531FA3AA2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1EA3153-DAFF-4A37-89F2-FABA4F67310E}" type="pres">
      <dgm:prSet presAssocID="{98E18DBF-3C5B-44E0-B3DE-E1195550E4EE}" presName="sibTrans" presStyleCnt="0"/>
      <dgm:spPr/>
    </dgm:pt>
    <dgm:pt modelId="{63521FA7-C5A0-4F22-8D1B-6886314F4F4C}" type="pres">
      <dgm:prSet presAssocID="{5460B3F2-09C0-4859-A854-8DF628728732}" presName="composite" presStyleCnt="0"/>
      <dgm:spPr/>
    </dgm:pt>
    <dgm:pt modelId="{C500F266-5938-477D-A2D5-9A08A03B799A}" type="pres">
      <dgm:prSet presAssocID="{5460B3F2-09C0-4859-A854-8DF628728732}" presName="bentUpArrow1" presStyleLbl="alignImgPlace1" presStyleIdx="3" presStyleCnt="5"/>
      <dgm:spPr/>
    </dgm:pt>
    <dgm:pt modelId="{DB91AAF7-F0D6-4D23-9CD1-F155B05F3331}" type="pres">
      <dgm:prSet presAssocID="{5460B3F2-09C0-4859-A854-8DF628728732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26A69E32-07CB-491E-B8CC-D6FB646990BC}" type="pres">
      <dgm:prSet presAssocID="{5460B3F2-09C0-4859-A854-8DF628728732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CA549E3E-A9FD-4CC4-939C-447C4EAD4F63}" type="pres">
      <dgm:prSet presAssocID="{A5CC1ADD-3FE2-4A90-8BDC-82FF6F55EF77}" presName="sibTrans" presStyleCnt="0"/>
      <dgm:spPr/>
    </dgm:pt>
    <dgm:pt modelId="{08A4B3A3-C353-43B9-9C72-7DE28A494429}" type="pres">
      <dgm:prSet presAssocID="{4DF51ECA-9B0E-4AED-A8CB-EA4076AB2B11}" presName="composite" presStyleCnt="0"/>
      <dgm:spPr/>
    </dgm:pt>
    <dgm:pt modelId="{902DF85F-D0BB-43B5-A93F-6BD316EA2363}" type="pres">
      <dgm:prSet presAssocID="{4DF51ECA-9B0E-4AED-A8CB-EA4076AB2B11}" presName="bentUpArrow1" presStyleLbl="alignImgPlace1" presStyleIdx="4" presStyleCnt="5"/>
      <dgm:spPr/>
    </dgm:pt>
    <dgm:pt modelId="{FA1DB7DB-990A-4FEE-8AD7-4B84C4AC7431}" type="pres">
      <dgm:prSet presAssocID="{4DF51ECA-9B0E-4AED-A8CB-EA4076AB2B11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913AC81A-CBF1-4F70-BA36-04D7AA23E4B8}" type="pres">
      <dgm:prSet presAssocID="{4DF51ECA-9B0E-4AED-A8CB-EA4076AB2B11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2B8EEEB7-3282-42E3-8E2F-E5155557E728}" type="pres">
      <dgm:prSet presAssocID="{05D01AD3-E65F-4B18-85BD-0C4D03E0B6BB}" presName="sibTrans" presStyleCnt="0"/>
      <dgm:spPr/>
    </dgm:pt>
    <dgm:pt modelId="{6F9C5F02-2E74-4B94-8202-4BA7389F8FA0}" type="pres">
      <dgm:prSet presAssocID="{3277F0D3-FBBF-4217-9507-E5464FE9FB0E}" presName="composite" presStyleCnt="0"/>
      <dgm:spPr/>
    </dgm:pt>
    <dgm:pt modelId="{C64F6B52-7B60-40FD-8C0D-39F25ACF02EE}" type="pres">
      <dgm:prSet presAssocID="{3277F0D3-FBBF-4217-9507-E5464FE9FB0E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12FC8105-6371-4D9C-AF67-D31E14DEFCA6}" type="presOf" srcId="{990E62EB-4A01-4BB1-946E-D60D3F9B337A}" destId="{066C85A8-C59C-4A5B-8F4D-A8021A1304DA}" srcOrd="0" destOrd="1" presId="urn:microsoft.com/office/officeart/2005/8/layout/StepDownProcess"/>
    <dgm:cxn modelId="{AE7D8906-B134-481F-A347-39FD5437EBB3}" type="presOf" srcId="{5460B3F2-09C0-4859-A854-8DF628728732}" destId="{DB91AAF7-F0D6-4D23-9CD1-F155B05F3331}" srcOrd="0" destOrd="0" presId="urn:microsoft.com/office/officeart/2005/8/layout/StepDownProcess"/>
    <dgm:cxn modelId="{E68FB635-9222-4149-8806-431A934D63ED}" srcId="{23C4B154-5005-4E74-9F35-560FA716082B}" destId="{990E62EB-4A01-4BB1-946E-D60D3F9B337A}" srcOrd="1" destOrd="0" parTransId="{7E378FEA-2892-45F3-8A11-8E8D9D06DC87}" sibTransId="{B888F0AD-3207-41AD-A2C3-F3BF7AC96627}"/>
    <dgm:cxn modelId="{C6EC5D38-3344-43E8-A9D6-4A51FA6CB055}" srcId="{252401FC-8C47-4944-AB8C-715E50C09E55}" destId="{3277F0D3-FBBF-4217-9507-E5464FE9FB0E}" srcOrd="5" destOrd="0" parTransId="{139CA6A0-789E-477C-A3A3-1158B835841F}" sibTransId="{8DCC41B7-094F-4422-BA47-9A70C8DAD999}"/>
    <dgm:cxn modelId="{7D834B41-56A2-4B66-AD33-FFD77D579B58}" type="presOf" srcId="{4DF51ECA-9B0E-4AED-A8CB-EA4076AB2B11}" destId="{FA1DB7DB-990A-4FEE-8AD7-4B84C4AC7431}" srcOrd="0" destOrd="0" presId="urn:microsoft.com/office/officeart/2005/8/layout/StepDownProcess"/>
    <dgm:cxn modelId="{8BD5E052-DD50-4B62-8A8F-0D1B1316A4C0}" type="presOf" srcId="{99A020C8-A2A0-404A-B609-CD0531FA3AA2}" destId="{AD60B7DA-A963-40C8-9303-E89BFAD6B311}" srcOrd="0" destOrd="0" presId="urn:microsoft.com/office/officeart/2005/8/layout/StepDownProcess"/>
    <dgm:cxn modelId="{27171355-90AB-4336-9400-420827A70053}" srcId="{252401FC-8C47-4944-AB8C-715E50C09E55}" destId="{99A020C8-A2A0-404A-B609-CD0531FA3AA2}" srcOrd="2" destOrd="0" parTransId="{F6613C86-E3C7-405D-A05C-E769C3FF4BA4}" sibTransId="{98E18DBF-3C5B-44E0-B3DE-E1195550E4EE}"/>
    <dgm:cxn modelId="{B608DF7B-78B6-40F2-8B49-EE972D6DBF32}" type="presOf" srcId="{252401FC-8C47-4944-AB8C-715E50C09E55}" destId="{933EDD0A-8FAF-4A2F-BFEE-C6C9EF48A553}" srcOrd="0" destOrd="0" presId="urn:microsoft.com/office/officeart/2005/8/layout/StepDownProcess"/>
    <dgm:cxn modelId="{6CF9907C-15AA-484F-AF22-6768B1D239B7}" srcId="{1E82BC99-4248-420B-8642-17E56DDE407A}" destId="{F8390B96-BDC9-4B1E-B7F0-E310E7DF8665}" srcOrd="1" destOrd="0" parTransId="{2EF1AD0C-9124-4087-B83D-1A1B6DA8B190}" sibTransId="{CB8AF233-D05B-4864-9A7A-188C1E66A99C}"/>
    <dgm:cxn modelId="{4DFAF27F-4861-42E7-AAC8-1C7E8520DB79}" type="presOf" srcId="{1BFEEE17-84EB-4A1E-9F81-AF19DAA5D805}" destId="{066C85A8-C59C-4A5B-8F4D-A8021A1304DA}" srcOrd="0" destOrd="0" presId="urn:microsoft.com/office/officeart/2005/8/layout/StepDownProcess"/>
    <dgm:cxn modelId="{0028A581-B41F-4FCF-81B3-987EC9C6B384}" srcId="{1E82BC99-4248-420B-8642-17E56DDE407A}" destId="{B43E24A7-D6B3-438D-B92E-EE25D774BEAF}" srcOrd="0" destOrd="0" parTransId="{939DEA01-7347-40C7-8DF8-9512706218A4}" sibTransId="{929398A4-6E7F-4AAD-9C61-093BE1EAF833}"/>
    <dgm:cxn modelId="{433A838E-7990-4E94-B7AF-47A5390988C7}" srcId="{23C4B154-5005-4E74-9F35-560FA716082B}" destId="{1BFEEE17-84EB-4A1E-9F81-AF19DAA5D805}" srcOrd="0" destOrd="0" parTransId="{7B542D95-B325-4643-A632-39883999F8AE}" sibTransId="{3E6EA1FC-AF8B-4D87-BBE2-0304B64F358D}"/>
    <dgm:cxn modelId="{50B1FA94-9CDF-4E15-8108-45A3F60BD3D1}" srcId="{252401FC-8C47-4944-AB8C-715E50C09E55}" destId="{23C4B154-5005-4E74-9F35-560FA716082B}" srcOrd="0" destOrd="0" parTransId="{71C08E92-C8CE-47D9-BFEF-B69FE2A140E9}" sibTransId="{AD10DA52-F1C6-4504-8FE2-FDDC646F1F9C}"/>
    <dgm:cxn modelId="{C6FDFE97-33B0-4E9F-9077-4495633EA96A}" srcId="{252401FC-8C47-4944-AB8C-715E50C09E55}" destId="{5460B3F2-09C0-4859-A854-8DF628728732}" srcOrd="3" destOrd="0" parTransId="{91F0C5E3-9AA2-40B8-B8D2-A8A3D96E3EE6}" sibTransId="{A5CC1ADD-3FE2-4A90-8BDC-82FF6F55EF77}"/>
    <dgm:cxn modelId="{F4AE2A9E-57F6-4B9F-B64C-511A9D969C31}" type="presOf" srcId="{F8390B96-BDC9-4B1E-B7F0-E310E7DF8665}" destId="{2A35A16E-A63A-4887-99EB-0A03A77125DA}" srcOrd="0" destOrd="1" presId="urn:microsoft.com/office/officeart/2005/8/layout/StepDownProcess"/>
    <dgm:cxn modelId="{2E2417D1-943E-4FEC-92D8-A5D20891EBA0}" type="presOf" srcId="{3277F0D3-FBBF-4217-9507-E5464FE9FB0E}" destId="{C64F6B52-7B60-40FD-8C0D-39F25ACF02EE}" srcOrd="0" destOrd="0" presId="urn:microsoft.com/office/officeart/2005/8/layout/StepDownProcess"/>
    <dgm:cxn modelId="{60C7A3D1-DAB5-49F3-BC26-1E8EEF7267F6}" srcId="{252401FC-8C47-4944-AB8C-715E50C09E55}" destId="{4DF51ECA-9B0E-4AED-A8CB-EA4076AB2B11}" srcOrd="4" destOrd="0" parTransId="{61E1A222-3032-4772-9E9F-37B1808EF54A}" sibTransId="{05D01AD3-E65F-4B18-85BD-0C4D03E0B6BB}"/>
    <dgm:cxn modelId="{4B40CBD2-22A2-45B6-AB94-30D105604C9E}" type="presOf" srcId="{23C4B154-5005-4E74-9F35-560FA716082B}" destId="{599357D7-C3C2-41D2-94B1-AB4A257286F8}" srcOrd="0" destOrd="0" presId="urn:microsoft.com/office/officeart/2005/8/layout/StepDownProcess"/>
    <dgm:cxn modelId="{5124E0E1-D8F9-46C4-96CB-6B90776E4D50}" type="presOf" srcId="{B43E24A7-D6B3-438D-B92E-EE25D774BEAF}" destId="{2A35A16E-A63A-4887-99EB-0A03A77125DA}" srcOrd="0" destOrd="0" presId="urn:microsoft.com/office/officeart/2005/8/layout/StepDownProcess"/>
    <dgm:cxn modelId="{1490FDF2-80FE-4AA6-AE2C-E34086828FF2}" type="presOf" srcId="{1E82BC99-4248-420B-8642-17E56DDE407A}" destId="{8292D770-F098-4B32-9386-4E421FDC5C8F}" srcOrd="0" destOrd="0" presId="urn:microsoft.com/office/officeart/2005/8/layout/StepDownProcess"/>
    <dgm:cxn modelId="{33EB21F4-9745-4EC4-8A8B-530446BE9D36}" srcId="{252401FC-8C47-4944-AB8C-715E50C09E55}" destId="{1E82BC99-4248-420B-8642-17E56DDE407A}" srcOrd="1" destOrd="0" parTransId="{2D621B94-4A13-4B1E-A193-1B7D36F6A270}" sibTransId="{ABAB494E-16B9-4F6D-A53D-E2304CB842B8}"/>
    <dgm:cxn modelId="{AE91FE06-C536-4E43-8204-AECF8A15041B}" type="presParOf" srcId="{933EDD0A-8FAF-4A2F-BFEE-C6C9EF48A553}" destId="{0B6A4746-40C4-472E-BB3C-8A9089C06987}" srcOrd="0" destOrd="0" presId="urn:microsoft.com/office/officeart/2005/8/layout/StepDownProcess"/>
    <dgm:cxn modelId="{16920640-6118-4C52-AF36-8F73E47C2C94}" type="presParOf" srcId="{0B6A4746-40C4-472E-BB3C-8A9089C06987}" destId="{A2770D84-5209-45DC-9E8C-A9E0C2279620}" srcOrd="0" destOrd="0" presId="urn:microsoft.com/office/officeart/2005/8/layout/StepDownProcess"/>
    <dgm:cxn modelId="{2D8E79E3-E306-4AE1-A7FF-7C37437A0DA3}" type="presParOf" srcId="{0B6A4746-40C4-472E-BB3C-8A9089C06987}" destId="{599357D7-C3C2-41D2-94B1-AB4A257286F8}" srcOrd="1" destOrd="0" presId="urn:microsoft.com/office/officeart/2005/8/layout/StepDownProcess"/>
    <dgm:cxn modelId="{A89741B7-F88F-4231-82F2-3E2EE445539D}" type="presParOf" srcId="{0B6A4746-40C4-472E-BB3C-8A9089C06987}" destId="{066C85A8-C59C-4A5B-8F4D-A8021A1304DA}" srcOrd="2" destOrd="0" presId="urn:microsoft.com/office/officeart/2005/8/layout/StepDownProcess"/>
    <dgm:cxn modelId="{C031313D-F115-48C0-85F8-86F87E06EDD9}" type="presParOf" srcId="{933EDD0A-8FAF-4A2F-BFEE-C6C9EF48A553}" destId="{2EA726BC-1651-42B2-AB89-071E5BFFC6CC}" srcOrd="1" destOrd="0" presId="urn:microsoft.com/office/officeart/2005/8/layout/StepDownProcess"/>
    <dgm:cxn modelId="{70D4140F-672B-48E8-AD7A-DAB3E8FB17DB}" type="presParOf" srcId="{933EDD0A-8FAF-4A2F-BFEE-C6C9EF48A553}" destId="{3DCC6BB2-0318-4E72-9109-440E12954B46}" srcOrd="2" destOrd="0" presId="urn:microsoft.com/office/officeart/2005/8/layout/StepDownProcess"/>
    <dgm:cxn modelId="{6956DBEF-AFB0-4EE7-A27F-99C3738FA5AC}" type="presParOf" srcId="{3DCC6BB2-0318-4E72-9109-440E12954B46}" destId="{6E7BFDB2-4F64-4A5E-BB99-98563E0A24A8}" srcOrd="0" destOrd="0" presId="urn:microsoft.com/office/officeart/2005/8/layout/StepDownProcess"/>
    <dgm:cxn modelId="{F48807ED-BA1E-4912-833B-63AAF0248BF0}" type="presParOf" srcId="{3DCC6BB2-0318-4E72-9109-440E12954B46}" destId="{8292D770-F098-4B32-9386-4E421FDC5C8F}" srcOrd="1" destOrd="0" presId="urn:microsoft.com/office/officeart/2005/8/layout/StepDownProcess"/>
    <dgm:cxn modelId="{F6539CC2-5428-4F26-AD3F-86DFF4098A54}" type="presParOf" srcId="{3DCC6BB2-0318-4E72-9109-440E12954B46}" destId="{2A35A16E-A63A-4887-99EB-0A03A77125DA}" srcOrd="2" destOrd="0" presId="urn:microsoft.com/office/officeart/2005/8/layout/StepDownProcess"/>
    <dgm:cxn modelId="{92C12C41-34B6-4C90-B6B7-B9E9E063494E}" type="presParOf" srcId="{933EDD0A-8FAF-4A2F-BFEE-C6C9EF48A553}" destId="{BB41393B-D63C-42A3-9EA5-73D288D778FC}" srcOrd="3" destOrd="0" presId="urn:microsoft.com/office/officeart/2005/8/layout/StepDownProcess"/>
    <dgm:cxn modelId="{0A8DD272-9B2B-488D-8FA6-40107D010F75}" type="presParOf" srcId="{933EDD0A-8FAF-4A2F-BFEE-C6C9EF48A553}" destId="{FBF24526-F304-4F17-91DD-3E9BFF3DB3EE}" srcOrd="4" destOrd="0" presId="urn:microsoft.com/office/officeart/2005/8/layout/StepDownProcess"/>
    <dgm:cxn modelId="{133C0065-DE77-4A8B-A538-E8256B9794A7}" type="presParOf" srcId="{FBF24526-F304-4F17-91DD-3E9BFF3DB3EE}" destId="{75394E56-6614-422B-929C-ADE66433B89C}" srcOrd="0" destOrd="0" presId="urn:microsoft.com/office/officeart/2005/8/layout/StepDownProcess"/>
    <dgm:cxn modelId="{945C3DE1-20A2-48AF-BE39-53C4BDFE22E3}" type="presParOf" srcId="{FBF24526-F304-4F17-91DD-3E9BFF3DB3EE}" destId="{AD60B7DA-A963-40C8-9303-E89BFAD6B311}" srcOrd="1" destOrd="0" presId="urn:microsoft.com/office/officeart/2005/8/layout/StepDownProcess"/>
    <dgm:cxn modelId="{6CEA6B6C-122C-48F9-9C4A-0258E80C55D2}" type="presParOf" srcId="{FBF24526-F304-4F17-91DD-3E9BFF3DB3EE}" destId="{73FC513C-C00D-42DE-A0FA-48E39703C2B8}" srcOrd="2" destOrd="0" presId="urn:microsoft.com/office/officeart/2005/8/layout/StepDownProcess"/>
    <dgm:cxn modelId="{A81D6231-079B-459F-B7A4-304AB8156823}" type="presParOf" srcId="{933EDD0A-8FAF-4A2F-BFEE-C6C9EF48A553}" destId="{41EA3153-DAFF-4A37-89F2-FABA4F67310E}" srcOrd="5" destOrd="0" presId="urn:microsoft.com/office/officeart/2005/8/layout/StepDownProcess"/>
    <dgm:cxn modelId="{F4DB814B-E43C-49CC-8658-E316E32A95C3}" type="presParOf" srcId="{933EDD0A-8FAF-4A2F-BFEE-C6C9EF48A553}" destId="{63521FA7-C5A0-4F22-8D1B-6886314F4F4C}" srcOrd="6" destOrd="0" presId="urn:microsoft.com/office/officeart/2005/8/layout/StepDownProcess"/>
    <dgm:cxn modelId="{383D3C15-1205-4D02-96EF-344DE1FE6E22}" type="presParOf" srcId="{63521FA7-C5A0-4F22-8D1B-6886314F4F4C}" destId="{C500F266-5938-477D-A2D5-9A08A03B799A}" srcOrd="0" destOrd="0" presId="urn:microsoft.com/office/officeart/2005/8/layout/StepDownProcess"/>
    <dgm:cxn modelId="{15F37444-8B02-4CCE-8D6A-081C568517DB}" type="presParOf" srcId="{63521FA7-C5A0-4F22-8D1B-6886314F4F4C}" destId="{DB91AAF7-F0D6-4D23-9CD1-F155B05F3331}" srcOrd="1" destOrd="0" presId="urn:microsoft.com/office/officeart/2005/8/layout/StepDownProcess"/>
    <dgm:cxn modelId="{9FCBEFC4-1DCB-41BD-A3B4-48FD4EAB1CCD}" type="presParOf" srcId="{63521FA7-C5A0-4F22-8D1B-6886314F4F4C}" destId="{26A69E32-07CB-491E-B8CC-D6FB646990BC}" srcOrd="2" destOrd="0" presId="urn:microsoft.com/office/officeart/2005/8/layout/StepDownProcess"/>
    <dgm:cxn modelId="{B72820D5-2E1D-42E9-B380-58DF974A9B7B}" type="presParOf" srcId="{933EDD0A-8FAF-4A2F-BFEE-C6C9EF48A553}" destId="{CA549E3E-A9FD-4CC4-939C-447C4EAD4F63}" srcOrd="7" destOrd="0" presId="urn:microsoft.com/office/officeart/2005/8/layout/StepDownProcess"/>
    <dgm:cxn modelId="{294F7E12-E1A1-4AC6-BFF6-2015EB4F47FB}" type="presParOf" srcId="{933EDD0A-8FAF-4A2F-BFEE-C6C9EF48A553}" destId="{08A4B3A3-C353-43B9-9C72-7DE28A494429}" srcOrd="8" destOrd="0" presId="urn:microsoft.com/office/officeart/2005/8/layout/StepDownProcess"/>
    <dgm:cxn modelId="{9A00A8A7-239D-4745-AD76-04431C703A02}" type="presParOf" srcId="{08A4B3A3-C353-43B9-9C72-7DE28A494429}" destId="{902DF85F-D0BB-43B5-A93F-6BD316EA2363}" srcOrd="0" destOrd="0" presId="urn:microsoft.com/office/officeart/2005/8/layout/StepDownProcess"/>
    <dgm:cxn modelId="{A51359B6-623E-494E-8C95-2196A80EEE5D}" type="presParOf" srcId="{08A4B3A3-C353-43B9-9C72-7DE28A494429}" destId="{FA1DB7DB-990A-4FEE-8AD7-4B84C4AC7431}" srcOrd="1" destOrd="0" presId="urn:microsoft.com/office/officeart/2005/8/layout/StepDownProcess"/>
    <dgm:cxn modelId="{402C6886-F4F8-4F9A-8B59-33B68C76CEB7}" type="presParOf" srcId="{08A4B3A3-C353-43B9-9C72-7DE28A494429}" destId="{913AC81A-CBF1-4F70-BA36-04D7AA23E4B8}" srcOrd="2" destOrd="0" presId="urn:microsoft.com/office/officeart/2005/8/layout/StepDownProcess"/>
    <dgm:cxn modelId="{6B37072E-5355-41BE-99AE-6C03B9993035}" type="presParOf" srcId="{933EDD0A-8FAF-4A2F-BFEE-C6C9EF48A553}" destId="{2B8EEEB7-3282-42E3-8E2F-E5155557E728}" srcOrd="9" destOrd="0" presId="urn:microsoft.com/office/officeart/2005/8/layout/StepDownProcess"/>
    <dgm:cxn modelId="{194CE889-0B34-4620-A3C7-6AB14644F359}" type="presParOf" srcId="{933EDD0A-8FAF-4A2F-BFEE-C6C9EF48A553}" destId="{6F9C5F02-2E74-4B94-8202-4BA7389F8FA0}" srcOrd="10" destOrd="0" presId="urn:microsoft.com/office/officeart/2005/8/layout/StepDownProcess"/>
    <dgm:cxn modelId="{F2EE049D-D2D4-45D6-9856-1CA7E1B5A19A}" type="presParOf" srcId="{6F9C5F02-2E74-4B94-8202-4BA7389F8FA0}" destId="{C64F6B52-7B60-40FD-8C0D-39F25ACF02EE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2401FC-8C47-4944-AB8C-715E50C09E5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A020C8-A2A0-404A-B609-CD0531FA3AA2}">
      <dgm:prSet phldrT="[Text]"/>
      <dgm:spPr/>
      <dgm:t>
        <a:bodyPr/>
        <a:lstStyle/>
        <a:p>
          <a:r>
            <a:rPr lang="en-US" dirty="0"/>
            <a:t>Implement Controls</a:t>
          </a:r>
        </a:p>
      </dgm:t>
    </dgm:pt>
    <dgm:pt modelId="{F6613C86-E3C7-405D-A05C-E769C3FF4BA4}" type="parTrans" cxnId="{27171355-90AB-4336-9400-420827A70053}">
      <dgm:prSet/>
      <dgm:spPr/>
      <dgm:t>
        <a:bodyPr/>
        <a:lstStyle/>
        <a:p>
          <a:endParaRPr lang="en-US"/>
        </a:p>
      </dgm:t>
    </dgm:pt>
    <dgm:pt modelId="{98E18DBF-3C5B-44E0-B3DE-E1195550E4EE}" type="sibTrans" cxnId="{27171355-90AB-4336-9400-420827A70053}">
      <dgm:prSet/>
      <dgm:spPr/>
      <dgm:t>
        <a:bodyPr/>
        <a:lstStyle/>
        <a:p>
          <a:endParaRPr lang="en-US"/>
        </a:p>
      </dgm:t>
    </dgm:pt>
    <dgm:pt modelId="{4DF51ECA-9B0E-4AED-A8CB-EA4076AB2B11}">
      <dgm:prSet phldrT="[Text]"/>
      <dgm:spPr/>
      <dgm:t>
        <a:bodyPr/>
        <a:lstStyle/>
        <a:p>
          <a:r>
            <a:rPr lang="en-US" dirty="0"/>
            <a:t>Complete SD3</a:t>
          </a:r>
        </a:p>
      </dgm:t>
    </dgm:pt>
    <dgm:pt modelId="{61E1A222-3032-4772-9E9F-37B1808EF54A}" type="parTrans" cxnId="{60C7A3D1-DAB5-49F3-BC26-1E8EEF7267F6}">
      <dgm:prSet/>
      <dgm:spPr/>
      <dgm:t>
        <a:bodyPr/>
        <a:lstStyle/>
        <a:p>
          <a:endParaRPr lang="en-US"/>
        </a:p>
      </dgm:t>
    </dgm:pt>
    <dgm:pt modelId="{05D01AD3-E65F-4B18-85BD-0C4D03E0B6BB}" type="sibTrans" cxnId="{60C7A3D1-DAB5-49F3-BC26-1E8EEF7267F6}">
      <dgm:prSet/>
      <dgm:spPr/>
      <dgm:t>
        <a:bodyPr/>
        <a:lstStyle/>
        <a:p>
          <a:endParaRPr lang="en-US"/>
        </a:p>
      </dgm:t>
    </dgm:pt>
    <dgm:pt modelId="{3277F0D3-FBBF-4217-9507-E5464FE9FB0E}">
      <dgm:prSet phldrT="[Text]"/>
      <dgm:spPr/>
      <dgm:t>
        <a:bodyPr vert="horz"/>
        <a:lstStyle/>
        <a:p>
          <a:r>
            <a:rPr lang="en-US" dirty="0"/>
            <a:t>Blueprint Demo and Review</a:t>
          </a:r>
        </a:p>
      </dgm:t>
    </dgm:pt>
    <dgm:pt modelId="{139CA6A0-789E-477C-A3A3-1158B835841F}" type="parTrans" cxnId="{C6EC5D38-3344-43E8-A9D6-4A51FA6CB055}">
      <dgm:prSet/>
      <dgm:spPr/>
      <dgm:t>
        <a:bodyPr/>
        <a:lstStyle/>
        <a:p>
          <a:endParaRPr lang="en-US"/>
        </a:p>
      </dgm:t>
    </dgm:pt>
    <dgm:pt modelId="{8DCC41B7-094F-4422-BA47-9A70C8DAD999}" type="sibTrans" cxnId="{C6EC5D38-3344-43E8-A9D6-4A51FA6CB055}">
      <dgm:prSet/>
      <dgm:spPr/>
      <dgm:t>
        <a:bodyPr/>
        <a:lstStyle/>
        <a:p>
          <a:endParaRPr lang="en-US"/>
        </a:p>
      </dgm:t>
    </dgm:pt>
    <dgm:pt modelId="{23C4B154-5005-4E74-9F35-560FA716082B}">
      <dgm:prSet phldrT="[Text]"/>
      <dgm:spPr/>
      <dgm:t>
        <a:bodyPr/>
        <a:lstStyle/>
        <a:p>
          <a:r>
            <a:rPr lang="en-US" dirty="0"/>
            <a:t>Get Blueprint Repo</a:t>
          </a:r>
        </a:p>
      </dgm:t>
    </dgm:pt>
    <dgm:pt modelId="{71C08E92-C8CE-47D9-BFEF-B69FE2A140E9}" type="parTrans" cxnId="{50B1FA94-9CDF-4E15-8108-45A3F60BD3D1}">
      <dgm:prSet/>
      <dgm:spPr/>
      <dgm:t>
        <a:bodyPr/>
        <a:lstStyle/>
        <a:p>
          <a:endParaRPr lang="en-US"/>
        </a:p>
      </dgm:t>
    </dgm:pt>
    <dgm:pt modelId="{AD10DA52-F1C6-4504-8FE2-FDDC646F1F9C}" type="sibTrans" cxnId="{50B1FA94-9CDF-4E15-8108-45A3F60BD3D1}">
      <dgm:prSet/>
      <dgm:spPr/>
      <dgm:t>
        <a:bodyPr/>
        <a:lstStyle/>
        <a:p>
          <a:endParaRPr lang="en-US"/>
        </a:p>
      </dgm:t>
    </dgm:pt>
    <dgm:pt modelId="{5460B3F2-09C0-4859-A854-8DF628728732}">
      <dgm:prSet phldrT="[Text]"/>
      <dgm:spPr/>
      <dgm:t>
        <a:bodyPr/>
        <a:lstStyle/>
        <a:p>
          <a:r>
            <a:rPr lang="en-US" dirty="0"/>
            <a:t>Create Scanning Policies</a:t>
          </a:r>
        </a:p>
      </dgm:t>
    </dgm:pt>
    <dgm:pt modelId="{91F0C5E3-9AA2-40B8-B8D2-A8A3D96E3EE6}" type="parTrans" cxnId="{C6FDFE97-33B0-4E9F-9077-4495633EA96A}">
      <dgm:prSet/>
      <dgm:spPr/>
      <dgm:t>
        <a:bodyPr/>
        <a:lstStyle/>
        <a:p>
          <a:endParaRPr lang="en-US"/>
        </a:p>
      </dgm:t>
    </dgm:pt>
    <dgm:pt modelId="{A5CC1ADD-3FE2-4A90-8BDC-82FF6F55EF77}" type="sibTrans" cxnId="{C6FDFE97-33B0-4E9F-9077-4495633EA96A}">
      <dgm:prSet/>
      <dgm:spPr/>
      <dgm:t>
        <a:bodyPr/>
        <a:lstStyle/>
        <a:p>
          <a:endParaRPr lang="en-US"/>
        </a:p>
      </dgm:t>
    </dgm:pt>
    <dgm:pt modelId="{FADC1F67-725A-C841-9037-55A338B5EE39}">
      <dgm:prSet/>
      <dgm:spPr/>
      <dgm:t>
        <a:bodyPr/>
        <a:lstStyle/>
        <a:p>
          <a:r>
            <a:rPr lang="en-US" dirty="0"/>
            <a:t>Address Findings</a:t>
          </a:r>
        </a:p>
      </dgm:t>
    </dgm:pt>
    <dgm:pt modelId="{27AB762C-B0DD-2348-8F58-56884B4B7E22}" type="parTrans" cxnId="{85A0E55B-408D-1343-9191-202DAAC908CF}">
      <dgm:prSet/>
      <dgm:spPr/>
      <dgm:t>
        <a:bodyPr/>
        <a:lstStyle/>
        <a:p>
          <a:endParaRPr lang="en-US"/>
        </a:p>
      </dgm:t>
    </dgm:pt>
    <dgm:pt modelId="{C585C793-2B96-8749-B363-31891755D7F7}" type="sibTrans" cxnId="{85A0E55B-408D-1343-9191-202DAAC908CF}">
      <dgm:prSet/>
      <dgm:spPr/>
      <dgm:t>
        <a:bodyPr/>
        <a:lstStyle/>
        <a:p>
          <a:endParaRPr lang="en-US"/>
        </a:p>
      </dgm:t>
    </dgm:pt>
    <dgm:pt modelId="{837455B8-8555-1545-B4AC-1E7C05030C52}">
      <dgm:prSet/>
      <dgm:spPr/>
      <dgm:t>
        <a:bodyPr/>
        <a:lstStyle/>
        <a:p>
          <a:r>
            <a:rPr lang="en-US" dirty="0"/>
            <a:t>Review &amp; Approvals from Stakeholders</a:t>
          </a:r>
        </a:p>
      </dgm:t>
    </dgm:pt>
    <dgm:pt modelId="{028215C5-0A1C-0941-B032-2D64C2535795}" type="parTrans" cxnId="{5958CFDC-5EED-624E-9C21-ED11B228D503}">
      <dgm:prSet/>
      <dgm:spPr/>
      <dgm:t>
        <a:bodyPr/>
        <a:lstStyle/>
        <a:p>
          <a:endParaRPr lang="en-US"/>
        </a:p>
      </dgm:t>
    </dgm:pt>
    <dgm:pt modelId="{E5F85298-60C2-E748-B4F9-19558C58BC29}" type="sibTrans" cxnId="{5958CFDC-5EED-624E-9C21-ED11B228D503}">
      <dgm:prSet/>
      <dgm:spPr/>
      <dgm:t>
        <a:bodyPr/>
        <a:lstStyle/>
        <a:p>
          <a:endParaRPr lang="en-US"/>
        </a:p>
      </dgm:t>
    </dgm:pt>
    <dgm:pt modelId="{91E24222-20C2-3642-A24F-3D0C0FA45F82}">
      <dgm:prSet/>
      <dgm:spPr/>
      <dgm:t>
        <a:bodyPr/>
        <a:lstStyle/>
        <a:p>
          <a:r>
            <a:rPr lang="en-US" dirty="0"/>
            <a:t>Raise Change Request and Publish</a:t>
          </a:r>
        </a:p>
      </dgm:t>
    </dgm:pt>
    <dgm:pt modelId="{01A238C1-F500-3844-A73D-010CBD045471}" type="parTrans" cxnId="{88200474-4A3A-184C-83AE-02556314CE78}">
      <dgm:prSet/>
      <dgm:spPr/>
      <dgm:t>
        <a:bodyPr/>
        <a:lstStyle/>
        <a:p>
          <a:endParaRPr lang="en-US"/>
        </a:p>
      </dgm:t>
    </dgm:pt>
    <dgm:pt modelId="{9EF3CC8C-7C9B-A343-81CA-14B15AA9548A}" type="sibTrans" cxnId="{88200474-4A3A-184C-83AE-02556314CE78}">
      <dgm:prSet/>
      <dgm:spPr/>
      <dgm:t>
        <a:bodyPr/>
        <a:lstStyle/>
        <a:p>
          <a:endParaRPr lang="en-US"/>
        </a:p>
      </dgm:t>
    </dgm:pt>
    <dgm:pt modelId="{98208289-E9CE-2945-8E63-F278781E36B2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Create SD3</a:t>
          </a:r>
          <a:endParaRPr lang="en-US" dirty="0">
            <a:solidFill>
              <a:schemeClr val="bg1"/>
            </a:solidFill>
          </a:endParaRPr>
        </a:p>
      </dgm:t>
    </dgm:pt>
    <dgm:pt modelId="{6EAA107B-5629-6C47-8985-8F86920EA5A3}" type="parTrans" cxnId="{5BC8F64D-20FB-B249-8515-82C4634F8D00}">
      <dgm:prSet/>
      <dgm:spPr/>
      <dgm:t>
        <a:bodyPr/>
        <a:lstStyle/>
        <a:p>
          <a:endParaRPr lang="en-US"/>
        </a:p>
      </dgm:t>
    </dgm:pt>
    <dgm:pt modelId="{F96B8736-5B14-1649-8CBD-4CD76762D20D}" type="sibTrans" cxnId="{5BC8F64D-20FB-B249-8515-82C4634F8D00}">
      <dgm:prSet/>
      <dgm:spPr/>
      <dgm:t>
        <a:bodyPr/>
        <a:lstStyle/>
        <a:p>
          <a:endParaRPr lang="en-US"/>
        </a:p>
      </dgm:t>
    </dgm:pt>
    <dgm:pt modelId="{563D3321-8680-C84B-81A6-F4BD269EEC23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  <a:hlinkClick xmlns:r="http://schemas.openxmlformats.org/officeDocument/2006/relationships" r:id="rId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Threat Model</a:t>
          </a:r>
          <a:endParaRPr lang="en-US" dirty="0">
            <a:solidFill>
              <a:schemeClr val="bg1"/>
            </a:solidFill>
          </a:endParaRPr>
        </a:p>
      </dgm:t>
    </dgm:pt>
    <dgm:pt modelId="{CC8696A3-90A9-7046-ABB4-5784C4200987}" type="parTrans" cxnId="{DEC67B61-EEEC-884C-AA35-C9C50845E519}">
      <dgm:prSet/>
      <dgm:spPr/>
      <dgm:t>
        <a:bodyPr/>
        <a:lstStyle/>
        <a:p>
          <a:endParaRPr lang="en-US"/>
        </a:p>
      </dgm:t>
    </dgm:pt>
    <dgm:pt modelId="{312EF8B5-7CD1-BD41-A87E-BBCED97A9077}" type="sibTrans" cxnId="{DEC67B61-EEEC-884C-AA35-C9C50845E519}">
      <dgm:prSet/>
      <dgm:spPr/>
      <dgm:t>
        <a:bodyPr/>
        <a:lstStyle/>
        <a:p>
          <a:endParaRPr lang="en-US"/>
        </a:p>
      </dgm:t>
    </dgm:pt>
    <dgm:pt modelId="{933EDD0A-8FAF-4A2F-BFEE-C6C9EF48A553}" type="pres">
      <dgm:prSet presAssocID="{252401FC-8C47-4944-AB8C-715E50C09E55}" presName="rootnode" presStyleCnt="0">
        <dgm:presLayoutVars>
          <dgm:chMax/>
          <dgm:chPref/>
          <dgm:dir/>
          <dgm:animLvl val="lvl"/>
        </dgm:presLayoutVars>
      </dgm:prSet>
      <dgm:spPr/>
    </dgm:pt>
    <dgm:pt modelId="{0B6A4746-40C4-472E-BB3C-8A9089C06987}" type="pres">
      <dgm:prSet presAssocID="{23C4B154-5005-4E74-9F35-560FA716082B}" presName="composite" presStyleCnt="0"/>
      <dgm:spPr/>
    </dgm:pt>
    <dgm:pt modelId="{A2770D84-5209-45DC-9E8C-A9E0C2279620}" type="pres">
      <dgm:prSet presAssocID="{23C4B154-5005-4E74-9F35-560FA716082B}" presName="bentUpArrow1" presStyleLbl="alignImgPlace1" presStyleIdx="0" presStyleCnt="9"/>
      <dgm:spPr/>
    </dgm:pt>
    <dgm:pt modelId="{599357D7-C3C2-41D2-94B1-AB4A257286F8}" type="pres">
      <dgm:prSet presAssocID="{23C4B154-5005-4E74-9F35-560FA716082B}" presName="ParentText" presStyleLbl="node1" presStyleIdx="0" presStyleCnt="10">
        <dgm:presLayoutVars>
          <dgm:chMax val="1"/>
          <dgm:chPref val="1"/>
          <dgm:bulletEnabled val="1"/>
        </dgm:presLayoutVars>
      </dgm:prSet>
      <dgm:spPr/>
    </dgm:pt>
    <dgm:pt modelId="{066C85A8-C59C-4A5B-8F4D-A8021A1304DA}" type="pres">
      <dgm:prSet presAssocID="{23C4B154-5005-4E74-9F35-560FA716082B}" presName="ChildText" presStyleLbl="revTx" presStyleIdx="0" presStyleCnt="9">
        <dgm:presLayoutVars>
          <dgm:chMax val="0"/>
          <dgm:chPref val="0"/>
          <dgm:bulletEnabled val="1"/>
        </dgm:presLayoutVars>
      </dgm:prSet>
      <dgm:spPr/>
    </dgm:pt>
    <dgm:pt modelId="{2EA726BC-1651-42B2-AB89-071E5BFFC6CC}" type="pres">
      <dgm:prSet presAssocID="{AD10DA52-F1C6-4504-8FE2-FDDC646F1F9C}" presName="sibTrans" presStyleCnt="0"/>
      <dgm:spPr/>
    </dgm:pt>
    <dgm:pt modelId="{C2CDD051-39BA-5045-8358-8BABA0B674AA}" type="pres">
      <dgm:prSet presAssocID="{98208289-E9CE-2945-8E63-F278781E36B2}" presName="composite" presStyleCnt="0"/>
      <dgm:spPr/>
    </dgm:pt>
    <dgm:pt modelId="{1FCB148D-E1BB-F049-AE1F-7A4CB8A5E5F9}" type="pres">
      <dgm:prSet presAssocID="{98208289-E9CE-2945-8E63-F278781E36B2}" presName="bentUpArrow1" presStyleLbl="alignImgPlace1" presStyleIdx="1" presStyleCnt="9" custLinFactNeighborX="0" custLinFactNeighborY="-90"/>
      <dgm:spPr/>
    </dgm:pt>
    <dgm:pt modelId="{24CC590C-4673-9A4E-B5FB-4309036EF8A0}" type="pres">
      <dgm:prSet presAssocID="{98208289-E9CE-2945-8E63-F278781E36B2}" presName="ParentText" presStyleLbl="node1" presStyleIdx="1" presStyleCnt="10">
        <dgm:presLayoutVars>
          <dgm:chMax val="1"/>
          <dgm:chPref val="1"/>
          <dgm:bulletEnabled val="1"/>
        </dgm:presLayoutVars>
      </dgm:prSet>
      <dgm:spPr/>
    </dgm:pt>
    <dgm:pt modelId="{53836D36-AC1C-3E4B-A5FE-23558672A6C2}" type="pres">
      <dgm:prSet presAssocID="{98208289-E9CE-2945-8E63-F278781E36B2}" presName="ChildText" presStyleLbl="revTx" presStyleIdx="1" presStyleCnt="9">
        <dgm:presLayoutVars>
          <dgm:chMax val="0"/>
          <dgm:chPref val="0"/>
          <dgm:bulletEnabled val="1"/>
        </dgm:presLayoutVars>
      </dgm:prSet>
      <dgm:spPr/>
    </dgm:pt>
    <dgm:pt modelId="{6219D8EA-F4C5-274D-9637-C95B1B4E0A22}" type="pres">
      <dgm:prSet presAssocID="{F96B8736-5B14-1649-8CBD-4CD76762D20D}" presName="sibTrans" presStyleCnt="0"/>
      <dgm:spPr/>
    </dgm:pt>
    <dgm:pt modelId="{3A32D91E-FEFE-C042-A9C1-203B145BF947}" type="pres">
      <dgm:prSet presAssocID="{563D3321-8680-C84B-81A6-F4BD269EEC23}" presName="composite" presStyleCnt="0"/>
      <dgm:spPr/>
    </dgm:pt>
    <dgm:pt modelId="{7EED660C-92EE-0446-9C67-4EEB946AE2F0}" type="pres">
      <dgm:prSet presAssocID="{563D3321-8680-C84B-81A6-F4BD269EEC23}" presName="bentUpArrow1" presStyleLbl="alignImgPlace1" presStyleIdx="2" presStyleCnt="9"/>
      <dgm:spPr/>
    </dgm:pt>
    <dgm:pt modelId="{3037D398-551C-024D-A786-9CDAC7BD056D}" type="pres">
      <dgm:prSet presAssocID="{563D3321-8680-C84B-81A6-F4BD269EEC23}" presName="ParentText" presStyleLbl="node1" presStyleIdx="2" presStyleCnt="10">
        <dgm:presLayoutVars>
          <dgm:chMax val="1"/>
          <dgm:chPref val="1"/>
          <dgm:bulletEnabled val="1"/>
        </dgm:presLayoutVars>
      </dgm:prSet>
      <dgm:spPr/>
    </dgm:pt>
    <dgm:pt modelId="{295C5E3A-0564-904B-A3C4-7A16A12ACD50}" type="pres">
      <dgm:prSet presAssocID="{563D3321-8680-C84B-81A6-F4BD269EEC23}" presName="ChildText" presStyleLbl="revTx" presStyleIdx="2" presStyleCnt="9">
        <dgm:presLayoutVars>
          <dgm:chMax val="0"/>
          <dgm:chPref val="0"/>
          <dgm:bulletEnabled val="1"/>
        </dgm:presLayoutVars>
      </dgm:prSet>
      <dgm:spPr/>
    </dgm:pt>
    <dgm:pt modelId="{5ACDEB53-D635-4343-A1B7-CB4866C59FE2}" type="pres">
      <dgm:prSet presAssocID="{312EF8B5-7CD1-BD41-A87E-BBCED97A9077}" presName="sibTrans" presStyleCnt="0"/>
      <dgm:spPr/>
    </dgm:pt>
    <dgm:pt modelId="{FBF24526-F304-4F17-91DD-3E9BFF3DB3EE}" type="pres">
      <dgm:prSet presAssocID="{99A020C8-A2A0-404A-B609-CD0531FA3AA2}" presName="composite" presStyleCnt="0"/>
      <dgm:spPr/>
    </dgm:pt>
    <dgm:pt modelId="{75394E56-6614-422B-929C-ADE66433B89C}" type="pres">
      <dgm:prSet presAssocID="{99A020C8-A2A0-404A-B609-CD0531FA3AA2}" presName="bentUpArrow1" presStyleLbl="alignImgPlace1" presStyleIdx="3" presStyleCnt="9"/>
      <dgm:spPr/>
    </dgm:pt>
    <dgm:pt modelId="{AD60B7DA-A963-40C8-9303-E89BFAD6B311}" type="pres">
      <dgm:prSet presAssocID="{99A020C8-A2A0-404A-B609-CD0531FA3AA2}" presName="ParentText" presStyleLbl="node1" presStyleIdx="3" presStyleCnt="10">
        <dgm:presLayoutVars>
          <dgm:chMax val="1"/>
          <dgm:chPref val="1"/>
          <dgm:bulletEnabled val="1"/>
        </dgm:presLayoutVars>
      </dgm:prSet>
      <dgm:spPr/>
    </dgm:pt>
    <dgm:pt modelId="{73FC513C-C00D-42DE-A0FA-48E39703C2B8}" type="pres">
      <dgm:prSet presAssocID="{99A020C8-A2A0-404A-B609-CD0531FA3AA2}" presName="ChildText" presStyleLbl="revTx" presStyleIdx="3" presStyleCnt="9">
        <dgm:presLayoutVars>
          <dgm:chMax val="0"/>
          <dgm:chPref val="0"/>
          <dgm:bulletEnabled val="1"/>
        </dgm:presLayoutVars>
      </dgm:prSet>
      <dgm:spPr/>
    </dgm:pt>
    <dgm:pt modelId="{41EA3153-DAFF-4A37-89F2-FABA4F67310E}" type="pres">
      <dgm:prSet presAssocID="{98E18DBF-3C5B-44E0-B3DE-E1195550E4EE}" presName="sibTrans" presStyleCnt="0"/>
      <dgm:spPr/>
    </dgm:pt>
    <dgm:pt modelId="{63521FA7-C5A0-4F22-8D1B-6886314F4F4C}" type="pres">
      <dgm:prSet presAssocID="{5460B3F2-09C0-4859-A854-8DF628728732}" presName="composite" presStyleCnt="0"/>
      <dgm:spPr/>
    </dgm:pt>
    <dgm:pt modelId="{C500F266-5938-477D-A2D5-9A08A03B799A}" type="pres">
      <dgm:prSet presAssocID="{5460B3F2-09C0-4859-A854-8DF628728732}" presName="bentUpArrow1" presStyleLbl="alignImgPlace1" presStyleIdx="4" presStyleCnt="9"/>
      <dgm:spPr/>
    </dgm:pt>
    <dgm:pt modelId="{DB91AAF7-F0D6-4D23-9CD1-F155B05F3331}" type="pres">
      <dgm:prSet presAssocID="{5460B3F2-09C0-4859-A854-8DF628728732}" presName="ParentText" presStyleLbl="node1" presStyleIdx="4" presStyleCnt="10">
        <dgm:presLayoutVars>
          <dgm:chMax val="1"/>
          <dgm:chPref val="1"/>
          <dgm:bulletEnabled val="1"/>
        </dgm:presLayoutVars>
      </dgm:prSet>
      <dgm:spPr/>
    </dgm:pt>
    <dgm:pt modelId="{26A69E32-07CB-491E-B8CC-D6FB646990BC}" type="pres">
      <dgm:prSet presAssocID="{5460B3F2-09C0-4859-A854-8DF628728732}" presName="ChildText" presStyleLbl="revTx" presStyleIdx="4" presStyleCnt="9">
        <dgm:presLayoutVars>
          <dgm:chMax val="0"/>
          <dgm:chPref val="0"/>
          <dgm:bulletEnabled val="1"/>
        </dgm:presLayoutVars>
      </dgm:prSet>
      <dgm:spPr/>
    </dgm:pt>
    <dgm:pt modelId="{CA549E3E-A9FD-4CC4-939C-447C4EAD4F63}" type="pres">
      <dgm:prSet presAssocID="{A5CC1ADD-3FE2-4A90-8BDC-82FF6F55EF77}" presName="sibTrans" presStyleCnt="0"/>
      <dgm:spPr/>
    </dgm:pt>
    <dgm:pt modelId="{08A4B3A3-C353-43B9-9C72-7DE28A494429}" type="pres">
      <dgm:prSet presAssocID="{4DF51ECA-9B0E-4AED-A8CB-EA4076AB2B11}" presName="composite" presStyleCnt="0"/>
      <dgm:spPr/>
    </dgm:pt>
    <dgm:pt modelId="{902DF85F-D0BB-43B5-A93F-6BD316EA2363}" type="pres">
      <dgm:prSet presAssocID="{4DF51ECA-9B0E-4AED-A8CB-EA4076AB2B11}" presName="bentUpArrow1" presStyleLbl="alignImgPlace1" presStyleIdx="5" presStyleCnt="9"/>
      <dgm:spPr/>
    </dgm:pt>
    <dgm:pt modelId="{FA1DB7DB-990A-4FEE-8AD7-4B84C4AC7431}" type="pres">
      <dgm:prSet presAssocID="{4DF51ECA-9B0E-4AED-A8CB-EA4076AB2B11}" presName="ParentText" presStyleLbl="node1" presStyleIdx="5" presStyleCnt="10" custLinFactNeighborY="-1683">
        <dgm:presLayoutVars>
          <dgm:chMax val="1"/>
          <dgm:chPref val="1"/>
          <dgm:bulletEnabled val="1"/>
        </dgm:presLayoutVars>
      </dgm:prSet>
      <dgm:spPr/>
    </dgm:pt>
    <dgm:pt modelId="{913AC81A-CBF1-4F70-BA36-04D7AA23E4B8}" type="pres">
      <dgm:prSet presAssocID="{4DF51ECA-9B0E-4AED-A8CB-EA4076AB2B11}" presName="ChildText" presStyleLbl="revTx" presStyleIdx="5" presStyleCnt="9">
        <dgm:presLayoutVars>
          <dgm:chMax val="0"/>
          <dgm:chPref val="0"/>
          <dgm:bulletEnabled val="1"/>
        </dgm:presLayoutVars>
      </dgm:prSet>
      <dgm:spPr/>
    </dgm:pt>
    <dgm:pt modelId="{2B8EEEB7-3282-42E3-8E2F-E5155557E728}" type="pres">
      <dgm:prSet presAssocID="{05D01AD3-E65F-4B18-85BD-0C4D03E0B6BB}" presName="sibTrans" presStyleCnt="0"/>
      <dgm:spPr/>
    </dgm:pt>
    <dgm:pt modelId="{6F9C5F02-2E74-4B94-8202-4BA7389F8FA0}" type="pres">
      <dgm:prSet presAssocID="{3277F0D3-FBBF-4217-9507-E5464FE9FB0E}" presName="composite" presStyleCnt="0"/>
      <dgm:spPr/>
    </dgm:pt>
    <dgm:pt modelId="{D44D996C-D3B1-9F4C-A587-70B1D534F56B}" type="pres">
      <dgm:prSet presAssocID="{3277F0D3-FBBF-4217-9507-E5464FE9FB0E}" presName="bentUpArrow1" presStyleLbl="alignImgPlace1" presStyleIdx="6" presStyleCnt="9"/>
      <dgm:spPr/>
    </dgm:pt>
    <dgm:pt modelId="{C64F6B52-7B60-40FD-8C0D-39F25ACF02EE}" type="pres">
      <dgm:prSet presAssocID="{3277F0D3-FBBF-4217-9507-E5464FE9FB0E}" presName="ParentText" presStyleLbl="node1" presStyleIdx="6" presStyleCnt="10">
        <dgm:presLayoutVars>
          <dgm:chMax val="1"/>
          <dgm:chPref val="1"/>
          <dgm:bulletEnabled val="1"/>
        </dgm:presLayoutVars>
      </dgm:prSet>
      <dgm:spPr/>
    </dgm:pt>
    <dgm:pt modelId="{A0D40F43-6F39-264C-9909-CF92B9AE7B06}" type="pres">
      <dgm:prSet presAssocID="{3277F0D3-FBBF-4217-9507-E5464FE9FB0E}" presName="ChildText" presStyleLbl="revTx" presStyleIdx="6" presStyleCnt="9">
        <dgm:presLayoutVars>
          <dgm:chMax val="0"/>
          <dgm:chPref val="0"/>
          <dgm:bulletEnabled val="1"/>
        </dgm:presLayoutVars>
      </dgm:prSet>
      <dgm:spPr/>
    </dgm:pt>
    <dgm:pt modelId="{3E33039A-C62E-0D49-BC50-B6203BBB901B}" type="pres">
      <dgm:prSet presAssocID="{8DCC41B7-094F-4422-BA47-9A70C8DAD999}" presName="sibTrans" presStyleCnt="0"/>
      <dgm:spPr/>
    </dgm:pt>
    <dgm:pt modelId="{E6594175-6982-444B-AD76-0079CA58774B}" type="pres">
      <dgm:prSet presAssocID="{FADC1F67-725A-C841-9037-55A338B5EE39}" presName="composite" presStyleCnt="0"/>
      <dgm:spPr/>
    </dgm:pt>
    <dgm:pt modelId="{788BC2EC-D6C6-634A-A3ED-9A36E8E1E3E0}" type="pres">
      <dgm:prSet presAssocID="{FADC1F67-725A-C841-9037-55A338B5EE39}" presName="bentUpArrow1" presStyleLbl="alignImgPlace1" presStyleIdx="7" presStyleCnt="9"/>
      <dgm:spPr/>
    </dgm:pt>
    <dgm:pt modelId="{A4C657E0-4FE4-6548-BF17-33D3EE6D7E4A}" type="pres">
      <dgm:prSet presAssocID="{FADC1F67-725A-C841-9037-55A338B5EE39}" presName="ParentText" presStyleLbl="node1" presStyleIdx="7" presStyleCnt="10">
        <dgm:presLayoutVars>
          <dgm:chMax val="1"/>
          <dgm:chPref val="1"/>
          <dgm:bulletEnabled val="1"/>
        </dgm:presLayoutVars>
      </dgm:prSet>
      <dgm:spPr/>
    </dgm:pt>
    <dgm:pt modelId="{244982B4-AA45-7942-A1F6-3D2B98DC7763}" type="pres">
      <dgm:prSet presAssocID="{FADC1F67-725A-C841-9037-55A338B5EE39}" presName="ChildText" presStyleLbl="revTx" presStyleIdx="7" presStyleCnt="9">
        <dgm:presLayoutVars>
          <dgm:chMax val="0"/>
          <dgm:chPref val="0"/>
          <dgm:bulletEnabled val="1"/>
        </dgm:presLayoutVars>
      </dgm:prSet>
      <dgm:spPr/>
    </dgm:pt>
    <dgm:pt modelId="{F8F2832C-BAC7-E643-A0AC-2258E08D934C}" type="pres">
      <dgm:prSet presAssocID="{C585C793-2B96-8749-B363-31891755D7F7}" presName="sibTrans" presStyleCnt="0"/>
      <dgm:spPr/>
    </dgm:pt>
    <dgm:pt modelId="{33613EFD-FD4B-B647-98CD-F6B737010C70}" type="pres">
      <dgm:prSet presAssocID="{837455B8-8555-1545-B4AC-1E7C05030C52}" presName="composite" presStyleCnt="0"/>
      <dgm:spPr/>
    </dgm:pt>
    <dgm:pt modelId="{C815EB5D-462B-A147-A9C1-0EE66D70607B}" type="pres">
      <dgm:prSet presAssocID="{837455B8-8555-1545-B4AC-1E7C05030C52}" presName="bentUpArrow1" presStyleLbl="alignImgPlace1" presStyleIdx="8" presStyleCnt="9"/>
      <dgm:spPr/>
    </dgm:pt>
    <dgm:pt modelId="{D6904B1C-7A51-894B-8637-0B9856E6153C}" type="pres">
      <dgm:prSet presAssocID="{837455B8-8555-1545-B4AC-1E7C05030C52}" presName="ParentText" presStyleLbl="node1" presStyleIdx="8" presStyleCnt="10">
        <dgm:presLayoutVars>
          <dgm:chMax val="1"/>
          <dgm:chPref val="1"/>
          <dgm:bulletEnabled val="1"/>
        </dgm:presLayoutVars>
      </dgm:prSet>
      <dgm:spPr/>
    </dgm:pt>
    <dgm:pt modelId="{9E632FF8-9EA1-154D-9213-F5645B469A0B}" type="pres">
      <dgm:prSet presAssocID="{837455B8-8555-1545-B4AC-1E7C05030C52}" presName="ChildText" presStyleLbl="revTx" presStyleIdx="8" presStyleCnt="9">
        <dgm:presLayoutVars>
          <dgm:chMax val="0"/>
          <dgm:chPref val="0"/>
          <dgm:bulletEnabled val="1"/>
        </dgm:presLayoutVars>
      </dgm:prSet>
      <dgm:spPr/>
    </dgm:pt>
    <dgm:pt modelId="{EDE6016D-8FB0-6C49-9D5D-29EA82C758D9}" type="pres">
      <dgm:prSet presAssocID="{E5F85298-60C2-E748-B4F9-19558C58BC29}" presName="sibTrans" presStyleCnt="0"/>
      <dgm:spPr/>
    </dgm:pt>
    <dgm:pt modelId="{BDCCF599-7ACC-5341-9BF3-4088F3E6D9D5}" type="pres">
      <dgm:prSet presAssocID="{91E24222-20C2-3642-A24F-3D0C0FA45F82}" presName="composite" presStyleCnt="0"/>
      <dgm:spPr/>
    </dgm:pt>
    <dgm:pt modelId="{64C85581-7F81-6B44-9A56-EA42B0AED617}" type="pres">
      <dgm:prSet presAssocID="{91E24222-20C2-3642-A24F-3D0C0FA45F82}" presName="ParentText" presStyleLbl="node1" presStyleIdx="9" presStyleCnt="10">
        <dgm:presLayoutVars>
          <dgm:chMax val="1"/>
          <dgm:chPref val="1"/>
          <dgm:bulletEnabled val="1"/>
        </dgm:presLayoutVars>
      </dgm:prSet>
      <dgm:spPr/>
    </dgm:pt>
  </dgm:ptLst>
  <dgm:cxnLst>
    <dgm:cxn modelId="{AE7D8906-B134-481F-A347-39FD5437EBB3}" type="presOf" srcId="{5460B3F2-09C0-4859-A854-8DF628728732}" destId="{DB91AAF7-F0D6-4D23-9CD1-F155B05F3331}" srcOrd="0" destOrd="0" presId="urn:microsoft.com/office/officeart/2005/8/layout/StepDownProcess"/>
    <dgm:cxn modelId="{4B78BD1A-6F9D-EC45-91E0-9F514C5B10CF}" type="presOf" srcId="{FADC1F67-725A-C841-9037-55A338B5EE39}" destId="{A4C657E0-4FE4-6548-BF17-33D3EE6D7E4A}" srcOrd="0" destOrd="0" presId="urn:microsoft.com/office/officeart/2005/8/layout/StepDownProcess"/>
    <dgm:cxn modelId="{C0EDD122-09E1-154C-95C6-EA05F49052DE}" type="presOf" srcId="{563D3321-8680-C84B-81A6-F4BD269EEC23}" destId="{3037D398-551C-024D-A786-9CDAC7BD056D}" srcOrd="0" destOrd="0" presId="urn:microsoft.com/office/officeart/2005/8/layout/StepDownProcess"/>
    <dgm:cxn modelId="{C6EC5D38-3344-43E8-A9D6-4A51FA6CB055}" srcId="{252401FC-8C47-4944-AB8C-715E50C09E55}" destId="{3277F0D3-FBBF-4217-9507-E5464FE9FB0E}" srcOrd="6" destOrd="0" parTransId="{139CA6A0-789E-477C-A3A3-1158B835841F}" sibTransId="{8DCC41B7-094F-4422-BA47-9A70C8DAD999}"/>
    <dgm:cxn modelId="{7D834B41-56A2-4B66-AD33-FFD77D579B58}" type="presOf" srcId="{4DF51ECA-9B0E-4AED-A8CB-EA4076AB2B11}" destId="{FA1DB7DB-990A-4FEE-8AD7-4B84C4AC7431}" srcOrd="0" destOrd="0" presId="urn:microsoft.com/office/officeart/2005/8/layout/StepDownProcess"/>
    <dgm:cxn modelId="{5BC8F64D-20FB-B249-8515-82C4634F8D00}" srcId="{252401FC-8C47-4944-AB8C-715E50C09E55}" destId="{98208289-E9CE-2945-8E63-F278781E36B2}" srcOrd="1" destOrd="0" parTransId="{6EAA107B-5629-6C47-8985-8F86920EA5A3}" sibTransId="{F96B8736-5B14-1649-8CBD-4CD76762D20D}"/>
    <dgm:cxn modelId="{8BD5E052-DD50-4B62-8A8F-0D1B1316A4C0}" type="presOf" srcId="{99A020C8-A2A0-404A-B609-CD0531FA3AA2}" destId="{AD60B7DA-A963-40C8-9303-E89BFAD6B311}" srcOrd="0" destOrd="0" presId="urn:microsoft.com/office/officeart/2005/8/layout/StepDownProcess"/>
    <dgm:cxn modelId="{27171355-90AB-4336-9400-420827A70053}" srcId="{252401FC-8C47-4944-AB8C-715E50C09E55}" destId="{99A020C8-A2A0-404A-B609-CD0531FA3AA2}" srcOrd="3" destOrd="0" parTransId="{F6613C86-E3C7-405D-A05C-E769C3FF4BA4}" sibTransId="{98E18DBF-3C5B-44E0-B3DE-E1195550E4EE}"/>
    <dgm:cxn modelId="{85A0E55B-408D-1343-9191-202DAAC908CF}" srcId="{252401FC-8C47-4944-AB8C-715E50C09E55}" destId="{FADC1F67-725A-C841-9037-55A338B5EE39}" srcOrd="7" destOrd="0" parTransId="{27AB762C-B0DD-2348-8F58-56884B4B7E22}" sibTransId="{C585C793-2B96-8749-B363-31891755D7F7}"/>
    <dgm:cxn modelId="{DEC67B61-EEEC-884C-AA35-C9C50845E519}" srcId="{252401FC-8C47-4944-AB8C-715E50C09E55}" destId="{563D3321-8680-C84B-81A6-F4BD269EEC23}" srcOrd="2" destOrd="0" parTransId="{CC8696A3-90A9-7046-ABB4-5784C4200987}" sibTransId="{312EF8B5-7CD1-BD41-A87E-BBCED97A9077}"/>
    <dgm:cxn modelId="{474C4773-9A12-CB48-80EA-5CECFE063069}" type="presOf" srcId="{98208289-E9CE-2945-8E63-F278781E36B2}" destId="{24CC590C-4673-9A4E-B5FB-4309036EF8A0}" srcOrd="0" destOrd="0" presId="urn:microsoft.com/office/officeart/2005/8/layout/StepDownProcess"/>
    <dgm:cxn modelId="{88200474-4A3A-184C-83AE-02556314CE78}" srcId="{252401FC-8C47-4944-AB8C-715E50C09E55}" destId="{91E24222-20C2-3642-A24F-3D0C0FA45F82}" srcOrd="9" destOrd="0" parTransId="{01A238C1-F500-3844-A73D-010CBD045471}" sibTransId="{9EF3CC8C-7C9B-A343-81CA-14B15AA9548A}"/>
    <dgm:cxn modelId="{B608DF7B-78B6-40F2-8B49-EE972D6DBF32}" type="presOf" srcId="{252401FC-8C47-4944-AB8C-715E50C09E55}" destId="{933EDD0A-8FAF-4A2F-BFEE-C6C9EF48A553}" srcOrd="0" destOrd="0" presId="urn:microsoft.com/office/officeart/2005/8/layout/StepDownProcess"/>
    <dgm:cxn modelId="{50B1FA94-9CDF-4E15-8108-45A3F60BD3D1}" srcId="{252401FC-8C47-4944-AB8C-715E50C09E55}" destId="{23C4B154-5005-4E74-9F35-560FA716082B}" srcOrd="0" destOrd="0" parTransId="{71C08E92-C8CE-47D9-BFEF-B69FE2A140E9}" sibTransId="{AD10DA52-F1C6-4504-8FE2-FDDC646F1F9C}"/>
    <dgm:cxn modelId="{C6FDFE97-33B0-4E9F-9077-4495633EA96A}" srcId="{252401FC-8C47-4944-AB8C-715E50C09E55}" destId="{5460B3F2-09C0-4859-A854-8DF628728732}" srcOrd="4" destOrd="0" parTransId="{91F0C5E3-9AA2-40B8-B8D2-A8A3D96E3EE6}" sibTransId="{A5CC1ADD-3FE2-4A90-8BDC-82FF6F55EF77}"/>
    <dgm:cxn modelId="{E6703FCA-9ACD-8F4C-B4C5-D98B0E0DAC25}" type="presOf" srcId="{91E24222-20C2-3642-A24F-3D0C0FA45F82}" destId="{64C85581-7F81-6B44-9A56-EA42B0AED617}" srcOrd="0" destOrd="0" presId="urn:microsoft.com/office/officeart/2005/8/layout/StepDownProcess"/>
    <dgm:cxn modelId="{2E2417D1-943E-4FEC-92D8-A5D20891EBA0}" type="presOf" srcId="{3277F0D3-FBBF-4217-9507-E5464FE9FB0E}" destId="{C64F6B52-7B60-40FD-8C0D-39F25ACF02EE}" srcOrd="0" destOrd="0" presId="urn:microsoft.com/office/officeart/2005/8/layout/StepDownProcess"/>
    <dgm:cxn modelId="{60C7A3D1-DAB5-49F3-BC26-1E8EEF7267F6}" srcId="{252401FC-8C47-4944-AB8C-715E50C09E55}" destId="{4DF51ECA-9B0E-4AED-A8CB-EA4076AB2B11}" srcOrd="5" destOrd="0" parTransId="{61E1A222-3032-4772-9E9F-37B1808EF54A}" sibTransId="{05D01AD3-E65F-4B18-85BD-0C4D03E0B6BB}"/>
    <dgm:cxn modelId="{4B40CBD2-22A2-45B6-AB94-30D105604C9E}" type="presOf" srcId="{23C4B154-5005-4E74-9F35-560FA716082B}" destId="{599357D7-C3C2-41D2-94B1-AB4A257286F8}" srcOrd="0" destOrd="0" presId="urn:microsoft.com/office/officeart/2005/8/layout/StepDownProcess"/>
    <dgm:cxn modelId="{50B716D6-238E-6448-AC6D-E1661F9CBB2B}" type="presOf" srcId="{837455B8-8555-1545-B4AC-1E7C05030C52}" destId="{D6904B1C-7A51-894B-8637-0B9856E6153C}" srcOrd="0" destOrd="0" presId="urn:microsoft.com/office/officeart/2005/8/layout/StepDownProcess"/>
    <dgm:cxn modelId="{5958CFDC-5EED-624E-9C21-ED11B228D503}" srcId="{252401FC-8C47-4944-AB8C-715E50C09E55}" destId="{837455B8-8555-1545-B4AC-1E7C05030C52}" srcOrd="8" destOrd="0" parTransId="{028215C5-0A1C-0941-B032-2D64C2535795}" sibTransId="{E5F85298-60C2-E748-B4F9-19558C58BC29}"/>
    <dgm:cxn modelId="{AE91FE06-C536-4E43-8204-AECF8A15041B}" type="presParOf" srcId="{933EDD0A-8FAF-4A2F-BFEE-C6C9EF48A553}" destId="{0B6A4746-40C4-472E-BB3C-8A9089C06987}" srcOrd="0" destOrd="0" presId="urn:microsoft.com/office/officeart/2005/8/layout/StepDownProcess"/>
    <dgm:cxn modelId="{16920640-6118-4C52-AF36-8F73E47C2C94}" type="presParOf" srcId="{0B6A4746-40C4-472E-BB3C-8A9089C06987}" destId="{A2770D84-5209-45DC-9E8C-A9E0C2279620}" srcOrd="0" destOrd="0" presId="urn:microsoft.com/office/officeart/2005/8/layout/StepDownProcess"/>
    <dgm:cxn modelId="{2D8E79E3-E306-4AE1-A7FF-7C37437A0DA3}" type="presParOf" srcId="{0B6A4746-40C4-472E-BB3C-8A9089C06987}" destId="{599357D7-C3C2-41D2-94B1-AB4A257286F8}" srcOrd="1" destOrd="0" presId="urn:microsoft.com/office/officeart/2005/8/layout/StepDownProcess"/>
    <dgm:cxn modelId="{A89741B7-F88F-4231-82F2-3E2EE445539D}" type="presParOf" srcId="{0B6A4746-40C4-472E-BB3C-8A9089C06987}" destId="{066C85A8-C59C-4A5B-8F4D-A8021A1304DA}" srcOrd="2" destOrd="0" presId="urn:microsoft.com/office/officeart/2005/8/layout/StepDownProcess"/>
    <dgm:cxn modelId="{C031313D-F115-48C0-85F8-86F87E06EDD9}" type="presParOf" srcId="{933EDD0A-8FAF-4A2F-BFEE-C6C9EF48A553}" destId="{2EA726BC-1651-42B2-AB89-071E5BFFC6CC}" srcOrd="1" destOrd="0" presId="urn:microsoft.com/office/officeart/2005/8/layout/StepDownProcess"/>
    <dgm:cxn modelId="{4C935A0F-6BBF-CB42-BDEF-EB376EC5E61E}" type="presParOf" srcId="{933EDD0A-8FAF-4A2F-BFEE-C6C9EF48A553}" destId="{C2CDD051-39BA-5045-8358-8BABA0B674AA}" srcOrd="2" destOrd="0" presId="urn:microsoft.com/office/officeart/2005/8/layout/StepDownProcess"/>
    <dgm:cxn modelId="{014D3636-C91A-4E41-8B45-33AB96709091}" type="presParOf" srcId="{C2CDD051-39BA-5045-8358-8BABA0B674AA}" destId="{1FCB148D-E1BB-F049-AE1F-7A4CB8A5E5F9}" srcOrd="0" destOrd="0" presId="urn:microsoft.com/office/officeart/2005/8/layout/StepDownProcess"/>
    <dgm:cxn modelId="{87405AF8-1D5D-C54B-B638-A46E276E498D}" type="presParOf" srcId="{C2CDD051-39BA-5045-8358-8BABA0B674AA}" destId="{24CC590C-4673-9A4E-B5FB-4309036EF8A0}" srcOrd="1" destOrd="0" presId="urn:microsoft.com/office/officeart/2005/8/layout/StepDownProcess"/>
    <dgm:cxn modelId="{DBCC2D7C-634D-8D4C-A545-3706F533A6F6}" type="presParOf" srcId="{C2CDD051-39BA-5045-8358-8BABA0B674AA}" destId="{53836D36-AC1C-3E4B-A5FE-23558672A6C2}" srcOrd="2" destOrd="0" presId="urn:microsoft.com/office/officeart/2005/8/layout/StepDownProcess"/>
    <dgm:cxn modelId="{2BFC3E77-8EA3-E44C-A4DA-4B8568A6A70D}" type="presParOf" srcId="{933EDD0A-8FAF-4A2F-BFEE-C6C9EF48A553}" destId="{6219D8EA-F4C5-274D-9637-C95B1B4E0A22}" srcOrd="3" destOrd="0" presId="urn:microsoft.com/office/officeart/2005/8/layout/StepDownProcess"/>
    <dgm:cxn modelId="{2F5C6EE9-10C9-8245-B878-E774323FD0E2}" type="presParOf" srcId="{933EDD0A-8FAF-4A2F-BFEE-C6C9EF48A553}" destId="{3A32D91E-FEFE-C042-A9C1-203B145BF947}" srcOrd="4" destOrd="0" presId="urn:microsoft.com/office/officeart/2005/8/layout/StepDownProcess"/>
    <dgm:cxn modelId="{F7E68B96-7F66-8E46-8190-1CD2F8C34604}" type="presParOf" srcId="{3A32D91E-FEFE-C042-A9C1-203B145BF947}" destId="{7EED660C-92EE-0446-9C67-4EEB946AE2F0}" srcOrd="0" destOrd="0" presId="urn:microsoft.com/office/officeart/2005/8/layout/StepDownProcess"/>
    <dgm:cxn modelId="{9F62DCE7-211D-4D4B-A873-9F6DB1530328}" type="presParOf" srcId="{3A32D91E-FEFE-C042-A9C1-203B145BF947}" destId="{3037D398-551C-024D-A786-9CDAC7BD056D}" srcOrd="1" destOrd="0" presId="urn:microsoft.com/office/officeart/2005/8/layout/StepDownProcess"/>
    <dgm:cxn modelId="{058F0602-6F28-3145-8585-3E506D496532}" type="presParOf" srcId="{3A32D91E-FEFE-C042-A9C1-203B145BF947}" destId="{295C5E3A-0564-904B-A3C4-7A16A12ACD50}" srcOrd="2" destOrd="0" presId="urn:microsoft.com/office/officeart/2005/8/layout/StepDownProcess"/>
    <dgm:cxn modelId="{4FB12BA8-744E-2B4B-9240-99C64961261D}" type="presParOf" srcId="{933EDD0A-8FAF-4A2F-BFEE-C6C9EF48A553}" destId="{5ACDEB53-D635-4343-A1B7-CB4866C59FE2}" srcOrd="5" destOrd="0" presId="urn:microsoft.com/office/officeart/2005/8/layout/StepDownProcess"/>
    <dgm:cxn modelId="{0A8DD272-9B2B-488D-8FA6-40107D010F75}" type="presParOf" srcId="{933EDD0A-8FAF-4A2F-BFEE-C6C9EF48A553}" destId="{FBF24526-F304-4F17-91DD-3E9BFF3DB3EE}" srcOrd="6" destOrd="0" presId="urn:microsoft.com/office/officeart/2005/8/layout/StepDownProcess"/>
    <dgm:cxn modelId="{133C0065-DE77-4A8B-A538-E8256B9794A7}" type="presParOf" srcId="{FBF24526-F304-4F17-91DD-3E9BFF3DB3EE}" destId="{75394E56-6614-422B-929C-ADE66433B89C}" srcOrd="0" destOrd="0" presId="urn:microsoft.com/office/officeart/2005/8/layout/StepDownProcess"/>
    <dgm:cxn modelId="{945C3DE1-20A2-48AF-BE39-53C4BDFE22E3}" type="presParOf" srcId="{FBF24526-F304-4F17-91DD-3E9BFF3DB3EE}" destId="{AD60B7DA-A963-40C8-9303-E89BFAD6B311}" srcOrd="1" destOrd="0" presId="urn:microsoft.com/office/officeart/2005/8/layout/StepDownProcess"/>
    <dgm:cxn modelId="{6CEA6B6C-122C-48F9-9C4A-0258E80C55D2}" type="presParOf" srcId="{FBF24526-F304-4F17-91DD-3E9BFF3DB3EE}" destId="{73FC513C-C00D-42DE-A0FA-48E39703C2B8}" srcOrd="2" destOrd="0" presId="urn:microsoft.com/office/officeart/2005/8/layout/StepDownProcess"/>
    <dgm:cxn modelId="{A81D6231-079B-459F-B7A4-304AB8156823}" type="presParOf" srcId="{933EDD0A-8FAF-4A2F-BFEE-C6C9EF48A553}" destId="{41EA3153-DAFF-4A37-89F2-FABA4F67310E}" srcOrd="7" destOrd="0" presId="urn:microsoft.com/office/officeart/2005/8/layout/StepDownProcess"/>
    <dgm:cxn modelId="{F4DB814B-E43C-49CC-8658-E316E32A95C3}" type="presParOf" srcId="{933EDD0A-8FAF-4A2F-BFEE-C6C9EF48A553}" destId="{63521FA7-C5A0-4F22-8D1B-6886314F4F4C}" srcOrd="8" destOrd="0" presId="urn:microsoft.com/office/officeart/2005/8/layout/StepDownProcess"/>
    <dgm:cxn modelId="{383D3C15-1205-4D02-96EF-344DE1FE6E22}" type="presParOf" srcId="{63521FA7-C5A0-4F22-8D1B-6886314F4F4C}" destId="{C500F266-5938-477D-A2D5-9A08A03B799A}" srcOrd="0" destOrd="0" presId="urn:microsoft.com/office/officeart/2005/8/layout/StepDownProcess"/>
    <dgm:cxn modelId="{15F37444-8B02-4CCE-8D6A-081C568517DB}" type="presParOf" srcId="{63521FA7-C5A0-4F22-8D1B-6886314F4F4C}" destId="{DB91AAF7-F0D6-4D23-9CD1-F155B05F3331}" srcOrd="1" destOrd="0" presId="urn:microsoft.com/office/officeart/2005/8/layout/StepDownProcess"/>
    <dgm:cxn modelId="{9FCBEFC4-1DCB-41BD-A3B4-48FD4EAB1CCD}" type="presParOf" srcId="{63521FA7-C5A0-4F22-8D1B-6886314F4F4C}" destId="{26A69E32-07CB-491E-B8CC-D6FB646990BC}" srcOrd="2" destOrd="0" presId="urn:microsoft.com/office/officeart/2005/8/layout/StepDownProcess"/>
    <dgm:cxn modelId="{B72820D5-2E1D-42E9-B380-58DF974A9B7B}" type="presParOf" srcId="{933EDD0A-8FAF-4A2F-BFEE-C6C9EF48A553}" destId="{CA549E3E-A9FD-4CC4-939C-447C4EAD4F63}" srcOrd="9" destOrd="0" presId="urn:microsoft.com/office/officeart/2005/8/layout/StepDownProcess"/>
    <dgm:cxn modelId="{294F7E12-E1A1-4AC6-BFF6-2015EB4F47FB}" type="presParOf" srcId="{933EDD0A-8FAF-4A2F-BFEE-C6C9EF48A553}" destId="{08A4B3A3-C353-43B9-9C72-7DE28A494429}" srcOrd="10" destOrd="0" presId="urn:microsoft.com/office/officeart/2005/8/layout/StepDownProcess"/>
    <dgm:cxn modelId="{9A00A8A7-239D-4745-AD76-04431C703A02}" type="presParOf" srcId="{08A4B3A3-C353-43B9-9C72-7DE28A494429}" destId="{902DF85F-D0BB-43B5-A93F-6BD316EA2363}" srcOrd="0" destOrd="0" presId="urn:microsoft.com/office/officeart/2005/8/layout/StepDownProcess"/>
    <dgm:cxn modelId="{A51359B6-623E-494E-8C95-2196A80EEE5D}" type="presParOf" srcId="{08A4B3A3-C353-43B9-9C72-7DE28A494429}" destId="{FA1DB7DB-990A-4FEE-8AD7-4B84C4AC7431}" srcOrd="1" destOrd="0" presId="urn:microsoft.com/office/officeart/2005/8/layout/StepDownProcess"/>
    <dgm:cxn modelId="{402C6886-F4F8-4F9A-8B59-33B68C76CEB7}" type="presParOf" srcId="{08A4B3A3-C353-43B9-9C72-7DE28A494429}" destId="{913AC81A-CBF1-4F70-BA36-04D7AA23E4B8}" srcOrd="2" destOrd="0" presId="urn:microsoft.com/office/officeart/2005/8/layout/StepDownProcess"/>
    <dgm:cxn modelId="{6B37072E-5355-41BE-99AE-6C03B9993035}" type="presParOf" srcId="{933EDD0A-8FAF-4A2F-BFEE-C6C9EF48A553}" destId="{2B8EEEB7-3282-42E3-8E2F-E5155557E728}" srcOrd="11" destOrd="0" presId="urn:microsoft.com/office/officeart/2005/8/layout/StepDownProcess"/>
    <dgm:cxn modelId="{194CE889-0B34-4620-A3C7-6AB14644F359}" type="presParOf" srcId="{933EDD0A-8FAF-4A2F-BFEE-C6C9EF48A553}" destId="{6F9C5F02-2E74-4B94-8202-4BA7389F8FA0}" srcOrd="12" destOrd="0" presId="urn:microsoft.com/office/officeart/2005/8/layout/StepDownProcess"/>
    <dgm:cxn modelId="{DC167A01-55C6-9D41-949F-AFA8B845BF71}" type="presParOf" srcId="{6F9C5F02-2E74-4B94-8202-4BA7389F8FA0}" destId="{D44D996C-D3B1-9F4C-A587-70B1D534F56B}" srcOrd="0" destOrd="0" presId="urn:microsoft.com/office/officeart/2005/8/layout/StepDownProcess"/>
    <dgm:cxn modelId="{F2EE049D-D2D4-45D6-9856-1CA7E1B5A19A}" type="presParOf" srcId="{6F9C5F02-2E74-4B94-8202-4BA7389F8FA0}" destId="{C64F6B52-7B60-40FD-8C0D-39F25ACF02EE}" srcOrd="1" destOrd="0" presId="urn:microsoft.com/office/officeart/2005/8/layout/StepDownProcess"/>
    <dgm:cxn modelId="{857736EF-050F-584C-A185-D0A4FF42E75B}" type="presParOf" srcId="{6F9C5F02-2E74-4B94-8202-4BA7389F8FA0}" destId="{A0D40F43-6F39-264C-9909-CF92B9AE7B06}" srcOrd="2" destOrd="0" presId="urn:microsoft.com/office/officeart/2005/8/layout/StepDownProcess"/>
    <dgm:cxn modelId="{794D29CB-F5B8-0944-82E8-8D3245446FCB}" type="presParOf" srcId="{933EDD0A-8FAF-4A2F-BFEE-C6C9EF48A553}" destId="{3E33039A-C62E-0D49-BC50-B6203BBB901B}" srcOrd="13" destOrd="0" presId="urn:microsoft.com/office/officeart/2005/8/layout/StepDownProcess"/>
    <dgm:cxn modelId="{87E8F578-87D2-414D-AA0B-22F9A1681E6B}" type="presParOf" srcId="{933EDD0A-8FAF-4A2F-BFEE-C6C9EF48A553}" destId="{E6594175-6982-444B-AD76-0079CA58774B}" srcOrd="14" destOrd="0" presId="urn:microsoft.com/office/officeart/2005/8/layout/StepDownProcess"/>
    <dgm:cxn modelId="{3BDE80CF-B1E1-F745-B2A3-484DC5FBFC67}" type="presParOf" srcId="{E6594175-6982-444B-AD76-0079CA58774B}" destId="{788BC2EC-D6C6-634A-A3ED-9A36E8E1E3E0}" srcOrd="0" destOrd="0" presId="urn:microsoft.com/office/officeart/2005/8/layout/StepDownProcess"/>
    <dgm:cxn modelId="{38FE73FB-9C9F-B748-98C6-72569A09944A}" type="presParOf" srcId="{E6594175-6982-444B-AD76-0079CA58774B}" destId="{A4C657E0-4FE4-6548-BF17-33D3EE6D7E4A}" srcOrd="1" destOrd="0" presId="urn:microsoft.com/office/officeart/2005/8/layout/StepDownProcess"/>
    <dgm:cxn modelId="{91ECD4A4-5E65-F04F-928C-7B7FC5D41648}" type="presParOf" srcId="{E6594175-6982-444B-AD76-0079CA58774B}" destId="{244982B4-AA45-7942-A1F6-3D2B98DC7763}" srcOrd="2" destOrd="0" presId="urn:microsoft.com/office/officeart/2005/8/layout/StepDownProcess"/>
    <dgm:cxn modelId="{30AF076B-5BF8-C143-B883-559A29C8BDC9}" type="presParOf" srcId="{933EDD0A-8FAF-4A2F-BFEE-C6C9EF48A553}" destId="{F8F2832C-BAC7-E643-A0AC-2258E08D934C}" srcOrd="15" destOrd="0" presId="urn:microsoft.com/office/officeart/2005/8/layout/StepDownProcess"/>
    <dgm:cxn modelId="{9D99D9C8-9BC8-7E41-B4E8-1B2A715B57CD}" type="presParOf" srcId="{933EDD0A-8FAF-4A2F-BFEE-C6C9EF48A553}" destId="{33613EFD-FD4B-B647-98CD-F6B737010C70}" srcOrd="16" destOrd="0" presId="urn:microsoft.com/office/officeart/2005/8/layout/StepDownProcess"/>
    <dgm:cxn modelId="{DB50B0BF-6FB0-EF48-8CEF-C771F59A31C1}" type="presParOf" srcId="{33613EFD-FD4B-B647-98CD-F6B737010C70}" destId="{C815EB5D-462B-A147-A9C1-0EE66D70607B}" srcOrd="0" destOrd="0" presId="urn:microsoft.com/office/officeart/2005/8/layout/StepDownProcess"/>
    <dgm:cxn modelId="{AEE740FF-14C9-CF4C-AA71-B083A9B477C1}" type="presParOf" srcId="{33613EFD-FD4B-B647-98CD-F6B737010C70}" destId="{D6904B1C-7A51-894B-8637-0B9856E6153C}" srcOrd="1" destOrd="0" presId="urn:microsoft.com/office/officeart/2005/8/layout/StepDownProcess"/>
    <dgm:cxn modelId="{44641783-5050-7448-BD42-CAC6DA0D81A8}" type="presParOf" srcId="{33613EFD-FD4B-B647-98CD-F6B737010C70}" destId="{9E632FF8-9EA1-154D-9213-F5645B469A0B}" srcOrd="2" destOrd="0" presId="urn:microsoft.com/office/officeart/2005/8/layout/StepDownProcess"/>
    <dgm:cxn modelId="{D67F2091-3F0F-664C-86DD-E529BFC5AE51}" type="presParOf" srcId="{933EDD0A-8FAF-4A2F-BFEE-C6C9EF48A553}" destId="{EDE6016D-8FB0-6C49-9D5D-29EA82C758D9}" srcOrd="17" destOrd="0" presId="urn:microsoft.com/office/officeart/2005/8/layout/StepDownProcess"/>
    <dgm:cxn modelId="{6AF46DC9-C867-E24A-93C9-4ECA276C36DB}" type="presParOf" srcId="{933EDD0A-8FAF-4A2F-BFEE-C6C9EF48A553}" destId="{BDCCF599-7ACC-5341-9BF3-4088F3E6D9D5}" srcOrd="18" destOrd="0" presId="urn:microsoft.com/office/officeart/2005/8/layout/StepDownProcess"/>
    <dgm:cxn modelId="{E7210149-7C67-2947-BFE5-344BA08C4F56}" type="presParOf" srcId="{BDCCF599-7ACC-5341-9BF3-4088F3E6D9D5}" destId="{64C85581-7F81-6B44-9A56-EA42B0AED617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219DBA-438E-4210-8A53-606D9DE64213}" type="doc">
      <dgm:prSet loTypeId="urn:microsoft.com/office/officeart/2005/8/layout/h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16B43BAA-C1DB-4675-9039-03B739792C86}">
      <dgm:prSet phldrT="[Text]" custT="1"/>
      <dgm:spPr/>
      <dgm:t>
        <a:bodyPr/>
        <a:lstStyle/>
        <a:p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Data</a:t>
          </a:r>
        </a:p>
      </dgm:t>
    </dgm:pt>
    <dgm:pt modelId="{5E1F024C-E529-445A-85D8-C34C58CC29E4}" type="parTrans" cxnId="{D38EC357-0D16-4AC7-91C4-DC08134BF6ED}">
      <dgm:prSet/>
      <dgm:spPr/>
      <dgm:t>
        <a:bodyPr/>
        <a:lstStyle/>
        <a:p>
          <a:endParaRPr lang="en-US"/>
        </a:p>
      </dgm:t>
    </dgm:pt>
    <dgm:pt modelId="{5060DE64-002B-4D98-91AA-006A88214685}" type="sibTrans" cxnId="{D38EC357-0D16-4AC7-91C4-DC08134BF6ED}">
      <dgm:prSet/>
      <dgm:spPr/>
      <dgm:t>
        <a:bodyPr/>
        <a:lstStyle/>
        <a:p>
          <a:endParaRPr lang="en-US"/>
        </a:p>
      </dgm:t>
    </dgm:pt>
    <dgm:pt modelId="{40CD7978-A839-4396-9A7B-1B538C140F2F}">
      <dgm:prSet phldrT="[Text]"/>
      <dgm:spPr/>
      <dgm:t>
        <a:bodyPr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Data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AI Factsheets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IBM® Match 360 with Watson™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Synthetic Data Generator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Voice Gateway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Discovery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Machine Learning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Machine Learning Accelerator 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OpenScale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Pipelines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6F3AB8E4-DEE3-42A2-A61D-C58348E7121A}" type="parTrans" cxnId="{1F23F396-AFD6-4655-B906-90ED0AA84016}">
      <dgm:prSet/>
      <dgm:spPr/>
      <dgm:t>
        <a:bodyPr/>
        <a:lstStyle/>
        <a:p>
          <a:endParaRPr lang="en-US"/>
        </a:p>
      </dgm:t>
    </dgm:pt>
    <dgm:pt modelId="{E7E1FD1D-6228-481F-9BF4-53CA61BEAB64}" type="sibTrans" cxnId="{1F23F396-AFD6-4655-B906-90ED0AA84016}">
      <dgm:prSet/>
      <dgm:spPr/>
      <dgm:t>
        <a:bodyPr/>
        <a:lstStyle/>
        <a:p>
          <a:endParaRPr lang="en-US"/>
        </a:p>
      </dgm:t>
    </dgm:pt>
    <dgm:pt modelId="{856ABA40-0DB5-410D-BC6B-20FEE2C32C13}">
      <dgm:prSet phldrT="[Text]"/>
      <dgm:spPr/>
      <dgm:t>
        <a:bodyPr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Speech services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Studio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 Assistant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 Orchestrate®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Watsonx.ai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Watsonx.governance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Analytics Engine powered by Apache Spark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Cognos® Analytics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 Refinery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DataStage®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77738988-3F8C-4A90-ABA6-8FC8A26992D7}" type="parTrans" cxnId="{111C6785-E08E-4B5D-8D8C-F67831972871}">
      <dgm:prSet/>
      <dgm:spPr/>
      <dgm:t>
        <a:bodyPr/>
        <a:lstStyle/>
        <a:p>
          <a:endParaRPr lang="en-US"/>
        </a:p>
      </dgm:t>
    </dgm:pt>
    <dgm:pt modelId="{2616844D-6596-447D-9853-CEDA2D5B4B5D}" type="sibTrans" cxnId="{111C6785-E08E-4B5D-8D8C-F67831972871}">
      <dgm:prSet/>
      <dgm:spPr/>
      <dgm:t>
        <a:bodyPr/>
        <a:lstStyle/>
        <a:p>
          <a:endParaRPr lang="en-US"/>
        </a:p>
      </dgm:t>
    </dgm:pt>
    <dgm:pt modelId="{50E71EFE-D62A-4F5A-8769-5BC4E48F8DF4}">
      <dgm:prSet phldrT="[Text]"/>
      <dgm:spPr/>
      <dgm:t>
        <a:bodyPr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Db2® Big SQL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Decision Optimization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Execution Engine for Apache Hadoop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Planning Analytics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SPSS® Modeler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Cognos Dashboards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 Privacy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Knowledge Catalog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MANTA Automated Data Lineage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Product Master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DDEC70DE-144E-44FC-8ACB-38262B930AE8}" type="parTrans" cxnId="{3A8856DC-D90A-4ECD-8CC4-3EE7ACCE15D7}">
      <dgm:prSet/>
      <dgm:spPr/>
      <dgm:t>
        <a:bodyPr/>
        <a:lstStyle/>
        <a:p>
          <a:endParaRPr lang="en-US"/>
        </a:p>
      </dgm:t>
    </dgm:pt>
    <dgm:pt modelId="{D4F58694-5DD7-4461-B587-6BCEEF790CB4}" type="sibTrans" cxnId="{3A8856DC-D90A-4ECD-8CC4-3EE7ACCE15D7}">
      <dgm:prSet/>
      <dgm:spPr/>
      <dgm:t>
        <a:bodyPr/>
        <a:lstStyle/>
        <a:p>
          <a:endParaRPr lang="en-US"/>
        </a:p>
      </dgm:t>
    </dgm:pt>
    <dgm:pt modelId="{1093C829-3402-4318-BD6D-885157FE781A}">
      <dgm:prSet phldrT="[Text]"/>
      <dgm:spPr/>
      <dgm:t>
        <a:bodyPr anchor="t"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 Replication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 Data Gate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 Data Management Console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 Warehouse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EDB Postgres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Informix®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MongoDB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Virtual Data Pipeline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Query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1E3082A9-C376-4834-B08D-1D04A30C37C7}" type="parTrans" cxnId="{8DE7B85D-8CA6-49C8-854B-AE9942D4B31E}">
      <dgm:prSet/>
      <dgm:spPr/>
      <dgm:t>
        <a:bodyPr/>
        <a:lstStyle/>
        <a:p>
          <a:endParaRPr lang="en-US"/>
        </a:p>
      </dgm:t>
    </dgm:pt>
    <dgm:pt modelId="{008957EF-82A2-44C7-8909-9C83291C4E14}" type="sibTrans" cxnId="{8DE7B85D-8CA6-49C8-854B-AE9942D4B31E}">
      <dgm:prSet/>
      <dgm:spPr/>
      <dgm:t>
        <a:bodyPr/>
        <a:lstStyle/>
        <a:p>
          <a:endParaRPr lang="en-US"/>
        </a:p>
      </dgm:t>
    </dgm:pt>
    <dgm:pt modelId="{CFEE8D0C-A192-4E9A-A32C-6BE716C44D41}">
      <dgm:prSet phldrT="[Text]"/>
      <dgm:spPr/>
      <dgm:t>
        <a:bodyPr anchor="t"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Watsonx.data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Anaconda Repository for IBM Cloud Pak for Data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RStudio® Server Runtimes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Studio Runtimes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OpenPages®</a:t>
          </a:r>
        </a:p>
        <a:p>
          <a:pPr algn="l"/>
          <a:r>
            <a:rPr lang="en-US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Data</a:t>
          </a:r>
        </a:p>
      </dgm:t>
    </dgm:pt>
    <dgm:pt modelId="{4B2BD6E6-D48A-4A59-959D-CC423B22A073}" type="parTrans" cxnId="{4BCD5464-2FD9-42BD-80AC-054294E2976E}">
      <dgm:prSet/>
      <dgm:spPr/>
      <dgm:t>
        <a:bodyPr/>
        <a:lstStyle/>
        <a:p>
          <a:endParaRPr lang="en-US"/>
        </a:p>
      </dgm:t>
    </dgm:pt>
    <dgm:pt modelId="{FE297328-480C-4BCE-9E7E-5D8530BC2170}" type="sibTrans" cxnId="{4BCD5464-2FD9-42BD-80AC-054294E2976E}">
      <dgm:prSet/>
      <dgm:spPr/>
      <dgm:t>
        <a:bodyPr/>
        <a:lstStyle/>
        <a:p>
          <a:endParaRPr lang="en-US"/>
        </a:p>
      </dgm:t>
    </dgm:pt>
    <dgm:pt modelId="{82554CA5-EECF-4181-9504-A427D5EAD813}" type="pres">
      <dgm:prSet presAssocID="{AF219DBA-438E-4210-8A53-606D9DE64213}" presName="composite" presStyleCnt="0">
        <dgm:presLayoutVars>
          <dgm:chMax val="1"/>
          <dgm:dir/>
          <dgm:resizeHandles val="exact"/>
        </dgm:presLayoutVars>
      </dgm:prSet>
      <dgm:spPr/>
    </dgm:pt>
    <dgm:pt modelId="{BC7F77D8-DC9C-4937-B0F6-A07C1B47992B}" type="pres">
      <dgm:prSet presAssocID="{16B43BAA-C1DB-4675-9039-03B739792C86}" presName="roof" presStyleLbl="dkBgShp" presStyleIdx="0" presStyleCnt="2" custScaleY="34588" custLinFactNeighborX="168" custLinFactNeighborY="27403"/>
      <dgm:spPr/>
    </dgm:pt>
    <dgm:pt modelId="{0FB6EE9C-0789-47AE-BB33-22E0EAAAA850}" type="pres">
      <dgm:prSet presAssocID="{16B43BAA-C1DB-4675-9039-03B739792C86}" presName="pillars" presStyleCnt="0"/>
      <dgm:spPr/>
    </dgm:pt>
    <dgm:pt modelId="{3B300607-3466-4041-B89A-B69221DF7DE0}" type="pres">
      <dgm:prSet presAssocID="{16B43BAA-C1DB-4675-9039-03B739792C86}" presName="pillar1" presStyleLbl="node1" presStyleIdx="0" presStyleCnt="5">
        <dgm:presLayoutVars>
          <dgm:bulletEnabled val="1"/>
        </dgm:presLayoutVars>
      </dgm:prSet>
      <dgm:spPr/>
    </dgm:pt>
    <dgm:pt modelId="{391815DB-00CB-478D-B53C-B3EBC0852594}" type="pres">
      <dgm:prSet presAssocID="{856ABA40-0DB5-410D-BC6B-20FEE2C32C13}" presName="pillarX" presStyleLbl="node1" presStyleIdx="1" presStyleCnt="5">
        <dgm:presLayoutVars>
          <dgm:bulletEnabled val="1"/>
        </dgm:presLayoutVars>
      </dgm:prSet>
      <dgm:spPr/>
    </dgm:pt>
    <dgm:pt modelId="{6C24261D-8C55-4ED3-B5CB-4F492FC12A57}" type="pres">
      <dgm:prSet presAssocID="{50E71EFE-D62A-4F5A-8769-5BC4E48F8DF4}" presName="pillarX" presStyleLbl="node1" presStyleIdx="2" presStyleCnt="5">
        <dgm:presLayoutVars>
          <dgm:bulletEnabled val="1"/>
        </dgm:presLayoutVars>
      </dgm:prSet>
      <dgm:spPr/>
    </dgm:pt>
    <dgm:pt modelId="{5030353F-6CE0-4417-841C-AF2B04103828}" type="pres">
      <dgm:prSet presAssocID="{1093C829-3402-4318-BD6D-885157FE781A}" presName="pillarX" presStyleLbl="node1" presStyleIdx="3" presStyleCnt="5">
        <dgm:presLayoutVars>
          <dgm:bulletEnabled val="1"/>
        </dgm:presLayoutVars>
      </dgm:prSet>
      <dgm:spPr/>
    </dgm:pt>
    <dgm:pt modelId="{15B32595-B7D6-41AF-B18D-27BBC535B9C4}" type="pres">
      <dgm:prSet presAssocID="{CFEE8D0C-A192-4E9A-A32C-6BE716C44D41}" presName="pillarX" presStyleLbl="node1" presStyleIdx="4" presStyleCnt="5">
        <dgm:presLayoutVars>
          <dgm:bulletEnabled val="1"/>
        </dgm:presLayoutVars>
      </dgm:prSet>
      <dgm:spPr/>
    </dgm:pt>
    <dgm:pt modelId="{40C06D26-23C5-4482-8E0F-00B9B029F530}" type="pres">
      <dgm:prSet presAssocID="{16B43BAA-C1DB-4675-9039-03B739792C86}" presName="base" presStyleLbl="dkBgShp" presStyleIdx="1" presStyleCnt="2"/>
      <dgm:spPr/>
    </dgm:pt>
  </dgm:ptLst>
  <dgm:cxnLst>
    <dgm:cxn modelId="{E072AA04-7F63-4A24-AF98-06FA459EBCC6}" type="presOf" srcId="{856ABA40-0DB5-410D-BC6B-20FEE2C32C13}" destId="{391815DB-00CB-478D-B53C-B3EBC0852594}" srcOrd="0" destOrd="0" presId="urn:microsoft.com/office/officeart/2005/8/layout/hList3"/>
    <dgm:cxn modelId="{D38EC357-0D16-4AC7-91C4-DC08134BF6ED}" srcId="{AF219DBA-438E-4210-8A53-606D9DE64213}" destId="{16B43BAA-C1DB-4675-9039-03B739792C86}" srcOrd="0" destOrd="0" parTransId="{5E1F024C-E529-445A-85D8-C34C58CC29E4}" sibTransId="{5060DE64-002B-4D98-91AA-006A88214685}"/>
    <dgm:cxn modelId="{29457059-E1E7-4F62-B715-7D4796033C89}" type="presOf" srcId="{1093C829-3402-4318-BD6D-885157FE781A}" destId="{5030353F-6CE0-4417-841C-AF2B04103828}" srcOrd="0" destOrd="0" presId="urn:microsoft.com/office/officeart/2005/8/layout/hList3"/>
    <dgm:cxn modelId="{8DE7B85D-8CA6-49C8-854B-AE9942D4B31E}" srcId="{16B43BAA-C1DB-4675-9039-03B739792C86}" destId="{1093C829-3402-4318-BD6D-885157FE781A}" srcOrd="3" destOrd="0" parTransId="{1E3082A9-C376-4834-B08D-1D04A30C37C7}" sibTransId="{008957EF-82A2-44C7-8909-9C83291C4E14}"/>
    <dgm:cxn modelId="{4BCD5464-2FD9-42BD-80AC-054294E2976E}" srcId="{16B43BAA-C1DB-4675-9039-03B739792C86}" destId="{CFEE8D0C-A192-4E9A-A32C-6BE716C44D41}" srcOrd="4" destOrd="0" parTransId="{4B2BD6E6-D48A-4A59-959D-CC423B22A073}" sibTransId="{FE297328-480C-4BCE-9E7E-5D8530BC2170}"/>
    <dgm:cxn modelId="{111C6785-E08E-4B5D-8D8C-F67831972871}" srcId="{16B43BAA-C1DB-4675-9039-03B739792C86}" destId="{856ABA40-0DB5-410D-BC6B-20FEE2C32C13}" srcOrd="1" destOrd="0" parTransId="{77738988-3F8C-4A90-ABA6-8FC8A26992D7}" sibTransId="{2616844D-6596-447D-9853-CEDA2D5B4B5D}"/>
    <dgm:cxn modelId="{6A1C7589-6064-4035-983C-F745D7BBC4F7}" type="presOf" srcId="{16B43BAA-C1DB-4675-9039-03B739792C86}" destId="{BC7F77D8-DC9C-4937-B0F6-A07C1B47992B}" srcOrd="0" destOrd="0" presId="urn:microsoft.com/office/officeart/2005/8/layout/hList3"/>
    <dgm:cxn modelId="{1F23F396-AFD6-4655-B906-90ED0AA84016}" srcId="{16B43BAA-C1DB-4675-9039-03B739792C86}" destId="{40CD7978-A839-4396-9A7B-1B538C140F2F}" srcOrd="0" destOrd="0" parTransId="{6F3AB8E4-DEE3-42A2-A61D-C58348E7121A}" sibTransId="{E7E1FD1D-6228-481F-9BF4-53CA61BEAB64}"/>
    <dgm:cxn modelId="{1FC7C59F-64E0-499E-9676-1A117FCD163D}" type="presOf" srcId="{50E71EFE-D62A-4F5A-8769-5BC4E48F8DF4}" destId="{6C24261D-8C55-4ED3-B5CB-4F492FC12A57}" srcOrd="0" destOrd="0" presId="urn:microsoft.com/office/officeart/2005/8/layout/hList3"/>
    <dgm:cxn modelId="{C91CD3A6-78AF-45C7-9B6C-C5D378554C21}" type="presOf" srcId="{CFEE8D0C-A192-4E9A-A32C-6BE716C44D41}" destId="{15B32595-B7D6-41AF-B18D-27BBC535B9C4}" srcOrd="0" destOrd="0" presId="urn:microsoft.com/office/officeart/2005/8/layout/hList3"/>
    <dgm:cxn modelId="{7CC9F2D4-CEC4-429F-957D-907B5264A1E6}" type="presOf" srcId="{40CD7978-A839-4396-9A7B-1B538C140F2F}" destId="{3B300607-3466-4041-B89A-B69221DF7DE0}" srcOrd="0" destOrd="0" presId="urn:microsoft.com/office/officeart/2005/8/layout/hList3"/>
    <dgm:cxn modelId="{3A8856DC-D90A-4ECD-8CC4-3EE7ACCE15D7}" srcId="{16B43BAA-C1DB-4675-9039-03B739792C86}" destId="{50E71EFE-D62A-4F5A-8769-5BC4E48F8DF4}" srcOrd="2" destOrd="0" parTransId="{DDEC70DE-144E-44FC-8ACB-38262B930AE8}" sibTransId="{D4F58694-5DD7-4461-B587-6BCEEF790CB4}"/>
    <dgm:cxn modelId="{756F3BE6-C9EA-46B5-95EF-42B88989C1AE}" type="presOf" srcId="{AF219DBA-438E-4210-8A53-606D9DE64213}" destId="{82554CA5-EECF-4181-9504-A427D5EAD813}" srcOrd="0" destOrd="0" presId="urn:microsoft.com/office/officeart/2005/8/layout/hList3"/>
    <dgm:cxn modelId="{E380D703-561E-4753-909F-2E514BBC42DD}" type="presParOf" srcId="{82554CA5-EECF-4181-9504-A427D5EAD813}" destId="{BC7F77D8-DC9C-4937-B0F6-A07C1B47992B}" srcOrd="0" destOrd="0" presId="urn:microsoft.com/office/officeart/2005/8/layout/hList3"/>
    <dgm:cxn modelId="{C9D58F1D-192A-45AC-B62B-B3FA7881E9EC}" type="presParOf" srcId="{82554CA5-EECF-4181-9504-A427D5EAD813}" destId="{0FB6EE9C-0789-47AE-BB33-22E0EAAAA850}" srcOrd="1" destOrd="0" presId="urn:microsoft.com/office/officeart/2005/8/layout/hList3"/>
    <dgm:cxn modelId="{B84AB4DF-950E-488E-98B4-F2B762C4BE54}" type="presParOf" srcId="{0FB6EE9C-0789-47AE-BB33-22E0EAAAA850}" destId="{3B300607-3466-4041-B89A-B69221DF7DE0}" srcOrd="0" destOrd="0" presId="urn:microsoft.com/office/officeart/2005/8/layout/hList3"/>
    <dgm:cxn modelId="{949E85FA-D933-4362-8EEE-3E627E9D9DAA}" type="presParOf" srcId="{0FB6EE9C-0789-47AE-BB33-22E0EAAAA850}" destId="{391815DB-00CB-478D-B53C-B3EBC0852594}" srcOrd="1" destOrd="0" presId="urn:microsoft.com/office/officeart/2005/8/layout/hList3"/>
    <dgm:cxn modelId="{D5384BD9-4A7F-4BB4-940A-C2C6317AC38B}" type="presParOf" srcId="{0FB6EE9C-0789-47AE-BB33-22E0EAAAA850}" destId="{6C24261D-8C55-4ED3-B5CB-4F492FC12A57}" srcOrd="2" destOrd="0" presId="urn:microsoft.com/office/officeart/2005/8/layout/hList3"/>
    <dgm:cxn modelId="{2A1E83D2-8A1D-4B02-8095-E196666D0EE0}" type="presParOf" srcId="{0FB6EE9C-0789-47AE-BB33-22E0EAAAA850}" destId="{5030353F-6CE0-4417-841C-AF2B04103828}" srcOrd="3" destOrd="0" presId="urn:microsoft.com/office/officeart/2005/8/layout/hList3"/>
    <dgm:cxn modelId="{4E407684-8470-4FD8-84C5-5BE7DDFE9753}" type="presParOf" srcId="{0FB6EE9C-0789-47AE-BB33-22E0EAAAA850}" destId="{15B32595-B7D6-41AF-B18D-27BBC535B9C4}" srcOrd="4" destOrd="0" presId="urn:microsoft.com/office/officeart/2005/8/layout/hList3"/>
    <dgm:cxn modelId="{C96873EC-2130-4DF9-BDB6-B06F563FA1F6}" type="presParOf" srcId="{82554CA5-EECF-4181-9504-A427D5EAD813}" destId="{40C06D26-23C5-4482-8E0F-00B9B029F530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F219DBA-438E-4210-8A53-606D9DE64213}" type="doc">
      <dgm:prSet loTypeId="urn:microsoft.com/office/officeart/2005/8/layout/h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16B43BAA-C1DB-4675-9039-03B739792C86}">
      <dgm:prSet phldrT="[Text]" custT="1"/>
      <dgm:spPr/>
      <dgm:t>
        <a:bodyPr/>
        <a:lstStyle/>
        <a:p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Business Automation</a:t>
          </a:r>
        </a:p>
      </dgm:t>
    </dgm:pt>
    <dgm:pt modelId="{5E1F024C-E529-445A-85D8-C34C58CC29E4}" type="parTrans" cxnId="{D38EC357-0D16-4AC7-91C4-DC08134BF6ED}">
      <dgm:prSet/>
      <dgm:spPr/>
      <dgm:t>
        <a:bodyPr/>
        <a:lstStyle/>
        <a:p>
          <a:endParaRPr lang="en-US"/>
        </a:p>
      </dgm:t>
    </dgm:pt>
    <dgm:pt modelId="{5060DE64-002B-4D98-91AA-006A88214685}" type="sibTrans" cxnId="{D38EC357-0D16-4AC7-91C4-DC08134BF6ED}">
      <dgm:prSet/>
      <dgm:spPr/>
      <dgm:t>
        <a:bodyPr/>
        <a:lstStyle/>
        <a:p>
          <a:endParaRPr lang="en-US"/>
        </a:p>
      </dgm:t>
    </dgm:pt>
    <dgm:pt modelId="{40CD7978-A839-4396-9A7B-1B538C140F2F}">
      <dgm:prSet phldrT="[Text]"/>
      <dgm:spPr/>
      <dgm:t>
        <a:bodyPr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Business Automation</a:t>
          </a:r>
        </a:p>
        <a:p>
          <a:r>
            <a:rPr lang="en-US" b="1" i="0" u="none" dirty="0">
              <a:solidFill>
                <a:srgbClr val="7030A0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FileNet Content Manager</a:t>
          </a:r>
        </a:p>
        <a:p>
          <a:r>
            <a:rPr lang="en-US" b="1" i="0" u="none" dirty="0">
              <a:solidFill>
                <a:srgbClr val="7030A0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Operational Decision Manager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Navigator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Studio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Automation Workstream Services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Application Designer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Automation Decision Services</a:t>
          </a:r>
          <a:endParaRPr lang="en-US" dirty="0">
            <a:solidFill>
              <a:schemeClr val="accent3"/>
            </a:solidFill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6F3AB8E4-DEE3-42A2-A61D-C58348E7121A}" type="parTrans" cxnId="{1F23F396-AFD6-4655-B906-90ED0AA84016}">
      <dgm:prSet/>
      <dgm:spPr/>
      <dgm:t>
        <a:bodyPr/>
        <a:lstStyle/>
        <a:p>
          <a:endParaRPr lang="en-US"/>
        </a:p>
      </dgm:t>
    </dgm:pt>
    <dgm:pt modelId="{E7E1FD1D-6228-481F-9BF4-53CA61BEAB64}" type="sibTrans" cxnId="{1F23F396-AFD6-4655-B906-90ED0AA84016}">
      <dgm:prSet/>
      <dgm:spPr/>
      <dgm:t>
        <a:bodyPr/>
        <a:lstStyle/>
        <a:p>
          <a:endParaRPr lang="en-US"/>
        </a:p>
      </dgm:t>
    </dgm:pt>
    <dgm:pt modelId="{0C5A8A96-206E-41CF-BDAC-331E9044E79D}">
      <dgm:prSet phldrT="[Text]"/>
      <dgm:spPr/>
      <dgm:t>
        <a:bodyPr/>
        <a:lstStyle/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Workflow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Automation Document Processing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Enterprise Records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Workflow Process Service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Insights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Process Mining</a:t>
          </a:r>
        </a:p>
        <a:p>
          <a:r>
            <a:rPr lang="en-US" b="0" i="0" u="none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Robotic Process Automation</a:t>
          </a:r>
        </a:p>
        <a:p>
          <a:pPr algn="l"/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C61075B7-197C-48F6-B2F8-DA4863AB5549}" type="parTrans" cxnId="{DF3847AF-8132-45F1-8AAC-B3DAC55BE609}">
      <dgm:prSet/>
      <dgm:spPr/>
      <dgm:t>
        <a:bodyPr/>
        <a:lstStyle/>
        <a:p>
          <a:endParaRPr lang="en-US"/>
        </a:p>
      </dgm:t>
    </dgm:pt>
    <dgm:pt modelId="{073A1011-52E2-4ABE-A03B-0D9948368D69}" type="sibTrans" cxnId="{DF3847AF-8132-45F1-8AAC-B3DAC55BE609}">
      <dgm:prSet/>
      <dgm:spPr/>
      <dgm:t>
        <a:bodyPr/>
        <a:lstStyle/>
        <a:p>
          <a:endParaRPr lang="en-US"/>
        </a:p>
      </dgm:t>
    </dgm:pt>
    <dgm:pt modelId="{82554CA5-EECF-4181-9504-A427D5EAD813}" type="pres">
      <dgm:prSet presAssocID="{AF219DBA-438E-4210-8A53-606D9DE64213}" presName="composite" presStyleCnt="0">
        <dgm:presLayoutVars>
          <dgm:chMax val="1"/>
          <dgm:dir/>
          <dgm:resizeHandles val="exact"/>
        </dgm:presLayoutVars>
      </dgm:prSet>
      <dgm:spPr/>
    </dgm:pt>
    <dgm:pt modelId="{BC7F77D8-DC9C-4937-B0F6-A07C1B47992B}" type="pres">
      <dgm:prSet presAssocID="{16B43BAA-C1DB-4675-9039-03B739792C86}" presName="roof" presStyleLbl="dkBgShp" presStyleIdx="0" presStyleCnt="2" custScaleY="34588" custLinFactNeighborX="168" custLinFactNeighborY="27403"/>
      <dgm:spPr/>
    </dgm:pt>
    <dgm:pt modelId="{0FB6EE9C-0789-47AE-BB33-22E0EAAAA850}" type="pres">
      <dgm:prSet presAssocID="{16B43BAA-C1DB-4675-9039-03B739792C86}" presName="pillars" presStyleCnt="0"/>
      <dgm:spPr/>
    </dgm:pt>
    <dgm:pt modelId="{3B300607-3466-4041-B89A-B69221DF7DE0}" type="pres">
      <dgm:prSet presAssocID="{16B43BAA-C1DB-4675-9039-03B739792C86}" presName="pillar1" presStyleLbl="node1" presStyleIdx="0" presStyleCnt="2">
        <dgm:presLayoutVars>
          <dgm:bulletEnabled val="1"/>
        </dgm:presLayoutVars>
      </dgm:prSet>
      <dgm:spPr/>
    </dgm:pt>
    <dgm:pt modelId="{170D42B0-85AC-4F68-80F6-4C5B34E7E360}" type="pres">
      <dgm:prSet presAssocID="{0C5A8A96-206E-41CF-BDAC-331E9044E79D}" presName="pillarX" presStyleLbl="node1" presStyleIdx="1" presStyleCnt="2">
        <dgm:presLayoutVars>
          <dgm:bulletEnabled val="1"/>
        </dgm:presLayoutVars>
      </dgm:prSet>
      <dgm:spPr/>
    </dgm:pt>
    <dgm:pt modelId="{40C06D26-23C5-4482-8E0F-00B9B029F530}" type="pres">
      <dgm:prSet presAssocID="{16B43BAA-C1DB-4675-9039-03B739792C86}" presName="base" presStyleLbl="dkBgShp" presStyleIdx="1" presStyleCnt="2"/>
      <dgm:spPr/>
    </dgm:pt>
  </dgm:ptLst>
  <dgm:cxnLst>
    <dgm:cxn modelId="{D38EC357-0D16-4AC7-91C4-DC08134BF6ED}" srcId="{AF219DBA-438E-4210-8A53-606D9DE64213}" destId="{16B43BAA-C1DB-4675-9039-03B739792C86}" srcOrd="0" destOrd="0" parTransId="{5E1F024C-E529-445A-85D8-C34C58CC29E4}" sibTransId="{5060DE64-002B-4D98-91AA-006A88214685}"/>
    <dgm:cxn modelId="{E617496E-A5AF-4F04-8E20-395008F9C707}" type="presOf" srcId="{0C5A8A96-206E-41CF-BDAC-331E9044E79D}" destId="{170D42B0-85AC-4F68-80F6-4C5B34E7E360}" srcOrd="0" destOrd="0" presId="urn:microsoft.com/office/officeart/2005/8/layout/hList3"/>
    <dgm:cxn modelId="{6A1C7589-6064-4035-983C-F745D7BBC4F7}" type="presOf" srcId="{16B43BAA-C1DB-4675-9039-03B739792C86}" destId="{BC7F77D8-DC9C-4937-B0F6-A07C1B47992B}" srcOrd="0" destOrd="0" presId="urn:microsoft.com/office/officeart/2005/8/layout/hList3"/>
    <dgm:cxn modelId="{1F23F396-AFD6-4655-B906-90ED0AA84016}" srcId="{16B43BAA-C1DB-4675-9039-03B739792C86}" destId="{40CD7978-A839-4396-9A7B-1B538C140F2F}" srcOrd="0" destOrd="0" parTransId="{6F3AB8E4-DEE3-42A2-A61D-C58348E7121A}" sibTransId="{E7E1FD1D-6228-481F-9BF4-53CA61BEAB64}"/>
    <dgm:cxn modelId="{DF3847AF-8132-45F1-8AAC-B3DAC55BE609}" srcId="{16B43BAA-C1DB-4675-9039-03B739792C86}" destId="{0C5A8A96-206E-41CF-BDAC-331E9044E79D}" srcOrd="1" destOrd="0" parTransId="{C61075B7-197C-48F6-B2F8-DA4863AB5549}" sibTransId="{073A1011-52E2-4ABE-A03B-0D9948368D69}"/>
    <dgm:cxn modelId="{7CC9F2D4-CEC4-429F-957D-907B5264A1E6}" type="presOf" srcId="{40CD7978-A839-4396-9A7B-1B538C140F2F}" destId="{3B300607-3466-4041-B89A-B69221DF7DE0}" srcOrd="0" destOrd="0" presId="urn:microsoft.com/office/officeart/2005/8/layout/hList3"/>
    <dgm:cxn modelId="{756F3BE6-C9EA-46B5-95EF-42B88989C1AE}" type="presOf" srcId="{AF219DBA-438E-4210-8A53-606D9DE64213}" destId="{82554CA5-EECF-4181-9504-A427D5EAD813}" srcOrd="0" destOrd="0" presId="urn:microsoft.com/office/officeart/2005/8/layout/hList3"/>
    <dgm:cxn modelId="{E380D703-561E-4753-909F-2E514BBC42DD}" type="presParOf" srcId="{82554CA5-EECF-4181-9504-A427D5EAD813}" destId="{BC7F77D8-DC9C-4937-B0F6-A07C1B47992B}" srcOrd="0" destOrd="0" presId="urn:microsoft.com/office/officeart/2005/8/layout/hList3"/>
    <dgm:cxn modelId="{C9D58F1D-192A-45AC-B62B-B3FA7881E9EC}" type="presParOf" srcId="{82554CA5-EECF-4181-9504-A427D5EAD813}" destId="{0FB6EE9C-0789-47AE-BB33-22E0EAAAA850}" srcOrd="1" destOrd="0" presId="urn:microsoft.com/office/officeart/2005/8/layout/hList3"/>
    <dgm:cxn modelId="{B84AB4DF-950E-488E-98B4-F2B762C4BE54}" type="presParOf" srcId="{0FB6EE9C-0789-47AE-BB33-22E0EAAAA850}" destId="{3B300607-3466-4041-B89A-B69221DF7DE0}" srcOrd="0" destOrd="0" presId="urn:microsoft.com/office/officeart/2005/8/layout/hList3"/>
    <dgm:cxn modelId="{EDB5F13C-57FE-4F80-A2AA-50E985B6804A}" type="presParOf" srcId="{0FB6EE9C-0789-47AE-BB33-22E0EAAAA850}" destId="{170D42B0-85AC-4F68-80F6-4C5B34E7E360}" srcOrd="1" destOrd="0" presId="urn:microsoft.com/office/officeart/2005/8/layout/hList3"/>
    <dgm:cxn modelId="{C96873EC-2130-4DF9-BDB6-B06F563FA1F6}" type="presParOf" srcId="{82554CA5-EECF-4181-9504-A427D5EAD813}" destId="{40C06D26-23C5-4482-8E0F-00B9B029F530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F219DBA-438E-4210-8A53-606D9DE64213}" type="doc">
      <dgm:prSet loTypeId="urn:microsoft.com/office/officeart/2005/8/layout/h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16B43BAA-C1DB-4675-9039-03B739792C86}">
      <dgm:prSet phldrT="[Text]" custT="1"/>
      <dgm:spPr/>
      <dgm:t>
        <a:bodyPr/>
        <a:lstStyle/>
        <a:p>
          <a:r>
            <a:rPr lang="en-US" sz="14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</a:t>
          </a:r>
          <a:r>
            <a:rPr lang="en-US" sz="1400" b="0" u="none" baseline="300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®</a:t>
          </a:r>
          <a:r>
            <a:rPr lang="en-US" sz="14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Pak for Integration</a:t>
          </a:r>
        </a:p>
      </dgm:t>
    </dgm:pt>
    <dgm:pt modelId="{5E1F024C-E529-445A-85D8-C34C58CC29E4}" type="parTrans" cxnId="{D38EC357-0D16-4AC7-91C4-DC08134BF6ED}">
      <dgm:prSet/>
      <dgm:spPr/>
      <dgm:t>
        <a:bodyPr/>
        <a:lstStyle/>
        <a:p>
          <a:endParaRPr lang="en-US"/>
        </a:p>
      </dgm:t>
    </dgm:pt>
    <dgm:pt modelId="{5060DE64-002B-4D98-91AA-006A88214685}" type="sibTrans" cxnId="{D38EC357-0D16-4AC7-91C4-DC08134BF6ED}">
      <dgm:prSet/>
      <dgm:spPr/>
      <dgm:t>
        <a:bodyPr/>
        <a:lstStyle/>
        <a:p>
          <a:endParaRPr lang="en-US"/>
        </a:p>
      </dgm:t>
    </dgm:pt>
    <dgm:pt modelId="{40CD7978-A839-4396-9A7B-1B538C140F2F}">
      <dgm:prSet phldrT="[Text]" custT="1"/>
      <dgm:spPr/>
      <dgm:t>
        <a:bodyPr/>
        <a:lstStyle/>
        <a:p>
          <a:pPr algn="l"/>
          <a:r>
            <a:rPr lang="da-DK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Integration</a:t>
          </a:r>
          <a:endParaRPr lang="en-US" sz="800" b="0" i="0" u="none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API Connect</a:t>
          </a:r>
        </a:p>
        <a:p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App Connect</a:t>
          </a:r>
        </a:p>
        <a:p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MQ and IBM MQ Advanced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6F3AB8E4-DEE3-42A2-A61D-C58348E7121A}" type="parTrans" cxnId="{1F23F396-AFD6-4655-B906-90ED0AA84016}">
      <dgm:prSet/>
      <dgm:spPr/>
      <dgm:t>
        <a:bodyPr/>
        <a:lstStyle/>
        <a:p>
          <a:endParaRPr lang="en-US"/>
        </a:p>
      </dgm:t>
    </dgm:pt>
    <dgm:pt modelId="{E7E1FD1D-6228-481F-9BF4-53CA61BEAB64}" type="sibTrans" cxnId="{1F23F396-AFD6-4655-B906-90ED0AA84016}">
      <dgm:prSet/>
      <dgm:spPr/>
      <dgm:t>
        <a:bodyPr/>
        <a:lstStyle/>
        <a:p>
          <a:endParaRPr lang="en-US"/>
        </a:p>
      </dgm:t>
    </dgm:pt>
    <dgm:pt modelId="{90A3D2F8-01E9-47EA-82F1-DD2A3BE59DD3}">
      <dgm:prSet phldrT="[Text]" custT="1"/>
      <dgm:spPr/>
      <dgm:t>
        <a:bodyPr/>
        <a:lstStyle/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Event Streams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Event Endpoint Management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Aspera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DataPower Gateway</a:t>
          </a:r>
          <a:endParaRPr lang="en-US" sz="105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E5F4941E-5B68-4787-9D28-27E7F732AE28}" type="parTrans" cxnId="{AAA2F03B-4EA1-4E80-AD0D-32EF52C58C7F}">
      <dgm:prSet/>
      <dgm:spPr/>
      <dgm:t>
        <a:bodyPr/>
        <a:lstStyle/>
        <a:p>
          <a:endParaRPr lang="en-US"/>
        </a:p>
      </dgm:t>
    </dgm:pt>
    <dgm:pt modelId="{7D60A515-AC0C-4620-90FB-385CEF3318BA}" type="sibTrans" cxnId="{AAA2F03B-4EA1-4E80-AD0D-32EF52C58C7F}">
      <dgm:prSet/>
      <dgm:spPr/>
      <dgm:t>
        <a:bodyPr/>
        <a:lstStyle/>
        <a:p>
          <a:endParaRPr lang="en-US"/>
        </a:p>
      </dgm:t>
    </dgm:pt>
    <dgm:pt modelId="{82554CA5-EECF-4181-9504-A427D5EAD813}" type="pres">
      <dgm:prSet presAssocID="{AF219DBA-438E-4210-8A53-606D9DE64213}" presName="composite" presStyleCnt="0">
        <dgm:presLayoutVars>
          <dgm:chMax val="1"/>
          <dgm:dir/>
          <dgm:resizeHandles val="exact"/>
        </dgm:presLayoutVars>
      </dgm:prSet>
      <dgm:spPr/>
    </dgm:pt>
    <dgm:pt modelId="{BC7F77D8-DC9C-4937-B0F6-A07C1B47992B}" type="pres">
      <dgm:prSet presAssocID="{16B43BAA-C1DB-4675-9039-03B739792C86}" presName="roof" presStyleLbl="dkBgShp" presStyleIdx="0" presStyleCnt="2" custScaleY="34588" custLinFactNeighborX="168" custLinFactNeighborY="27403"/>
      <dgm:spPr/>
    </dgm:pt>
    <dgm:pt modelId="{0FB6EE9C-0789-47AE-BB33-22E0EAAAA850}" type="pres">
      <dgm:prSet presAssocID="{16B43BAA-C1DB-4675-9039-03B739792C86}" presName="pillars" presStyleCnt="0"/>
      <dgm:spPr/>
    </dgm:pt>
    <dgm:pt modelId="{3B300607-3466-4041-B89A-B69221DF7DE0}" type="pres">
      <dgm:prSet presAssocID="{16B43BAA-C1DB-4675-9039-03B739792C86}" presName="pillar1" presStyleLbl="node1" presStyleIdx="0" presStyleCnt="2">
        <dgm:presLayoutVars>
          <dgm:bulletEnabled val="1"/>
        </dgm:presLayoutVars>
      </dgm:prSet>
      <dgm:spPr/>
    </dgm:pt>
    <dgm:pt modelId="{7D9C06AB-124A-442B-89FC-A8CC99195F12}" type="pres">
      <dgm:prSet presAssocID="{90A3D2F8-01E9-47EA-82F1-DD2A3BE59DD3}" presName="pillarX" presStyleLbl="node1" presStyleIdx="1" presStyleCnt="2">
        <dgm:presLayoutVars>
          <dgm:bulletEnabled val="1"/>
        </dgm:presLayoutVars>
      </dgm:prSet>
      <dgm:spPr/>
    </dgm:pt>
    <dgm:pt modelId="{40C06D26-23C5-4482-8E0F-00B9B029F530}" type="pres">
      <dgm:prSet presAssocID="{16B43BAA-C1DB-4675-9039-03B739792C86}" presName="base" presStyleLbl="dkBgShp" presStyleIdx="1" presStyleCnt="2"/>
      <dgm:spPr/>
    </dgm:pt>
  </dgm:ptLst>
  <dgm:cxnLst>
    <dgm:cxn modelId="{AB0A2205-C469-460A-B24F-52C6A2BF48B2}" type="presOf" srcId="{90A3D2F8-01E9-47EA-82F1-DD2A3BE59DD3}" destId="{7D9C06AB-124A-442B-89FC-A8CC99195F12}" srcOrd="0" destOrd="0" presId="urn:microsoft.com/office/officeart/2005/8/layout/hList3"/>
    <dgm:cxn modelId="{AAA2F03B-4EA1-4E80-AD0D-32EF52C58C7F}" srcId="{16B43BAA-C1DB-4675-9039-03B739792C86}" destId="{90A3D2F8-01E9-47EA-82F1-DD2A3BE59DD3}" srcOrd="1" destOrd="0" parTransId="{E5F4941E-5B68-4787-9D28-27E7F732AE28}" sibTransId="{7D60A515-AC0C-4620-90FB-385CEF3318BA}"/>
    <dgm:cxn modelId="{D38EC357-0D16-4AC7-91C4-DC08134BF6ED}" srcId="{AF219DBA-438E-4210-8A53-606D9DE64213}" destId="{16B43BAA-C1DB-4675-9039-03B739792C86}" srcOrd="0" destOrd="0" parTransId="{5E1F024C-E529-445A-85D8-C34C58CC29E4}" sibTransId="{5060DE64-002B-4D98-91AA-006A88214685}"/>
    <dgm:cxn modelId="{6A1C7589-6064-4035-983C-F745D7BBC4F7}" type="presOf" srcId="{16B43BAA-C1DB-4675-9039-03B739792C86}" destId="{BC7F77D8-DC9C-4937-B0F6-A07C1B47992B}" srcOrd="0" destOrd="0" presId="urn:microsoft.com/office/officeart/2005/8/layout/hList3"/>
    <dgm:cxn modelId="{1F23F396-AFD6-4655-B906-90ED0AA84016}" srcId="{16B43BAA-C1DB-4675-9039-03B739792C86}" destId="{40CD7978-A839-4396-9A7B-1B538C140F2F}" srcOrd="0" destOrd="0" parTransId="{6F3AB8E4-DEE3-42A2-A61D-C58348E7121A}" sibTransId="{E7E1FD1D-6228-481F-9BF4-53CA61BEAB64}"/>
    <dgm:cxn modelId="{7CC9F2D4-CEC4-429F-957D-907B5264A1E6}" type="presOf" srcId="{40CD7978-A839-4396-9A7B-1B538C140F2F}" destId="{3B300607-3466-4041-B89A-B69221DF7DE0}" srcOrd="0" destOrd="0" presId="urn:microsoft.com/office/officeart/2005/8/layout/hList3"/>
    <dgm:cxn modelId="{756F3BE6-C9EA-46B5-95EF-42B88989C1AE}" type="presOf" srcId="{AF219DBA-438E-4210-8A53-606D9DE64213}" destId="{82554CA5-EECF-4181-9504-A427D5EAD813}" srcOrd="0" destOrd="0" presId="urn:microsoft.com/office/officeart/2005/8/layout/hList3"/>
    <dgm:cxn modelId="{E380D703-561E-4753-909F-2E514BBC42DD}" type="presParOf" srcId="{82554CA5-EECF-4181-9504-A427D5EAD813}" destId="{BC7F77D8-DC9C-4937-B0F6-A07C1B47992B}" srcOrd="0" destOrd="0" presId="urn:microsoft.com/office/officeart/2005/8/layout/hList3"/>
    <dgm:cxn modelId="{C9D58F1D-192A-45AC-B62B-B3FA7881E9EC}" type="presParOf" srcId="{82554CA5-EECF-4181-9504-A427D5EAD813}" destId="{0FB6EE9C-0789-47AE-BB33-22E0EAAAA850}" srcOrd="1" destOrd="0" presId="urn:microsoft.com/office/officeart/2005/8/layout/hList3"/>
    <dgm:cxn modelId="{B84AB4DF-950E-488E-98B4-F2B762C4BE54}" type="presParOf" srcId="{0FB6EE9C-0789-47AE-BB33-22E0EAAAA850}" destId="{3B300607-3466-4041-B89A-B69221DF7DE0}" srcOrd="0" destOrd="0" presId="urn:microsoft.com/office/officeart/2005/8/layout/hList3"/>
    <dgm:cxn modelId="{176BEB8C-9430-4090-ADD3-1E8906595247}" type="presParOf" srcId="{0FB6EE9C-0789-47AE-BB33-22E0EAAAA850}" destId="{7D9C06AB-124A-442B-89FC-A8CC99195F12}" srcOrd="1" destOrd="0" presId="urn:microsoft.com/office/officeart/2005/8/layout/hList3"/>
    <dgm:cxn modelId="{C96873EC-2130-4DF9-BDB6-B06F563FA1F6}" type="presParOf" srcId="{82554CA5-EECF-4181-9504-A427D5EAD813}" destId="{40C06D26-23C5-4482-8E0F-00B9B029F530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219DBA-438E-4210-8A53-606D9DE64213}" type="doc">
      <dgm:prSet loTypeId="urn:microsoft.com/office/officeart/2005/8/layout/hList3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B43BAA-C1DB-4675-9039-03B739792C86}">
      <dgm:prSet phldrT="[Text]" custT="1"/>
      <dgm:spPr/>
      <dgm:t>
        <a:bodyPr/>
        <a:lstStyle/>
        <a:p>
          <a:r>
            <a:rPr lang="en-US" sz="14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</a:t>
          </a:r>
          <a:r>
            <a:rPr lang="en-US" sz="1400" b="0" u="none" baseline="300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®</a:t>
          </a:r>
          <a:r>
            <a:rPr lang="en-US" sz="14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Pak for Security</a:t>
          </a:r>
        </a:p>
      </dgm:t>
    </dgm:pt>
    <dgm:pt modelId="{5E1F024C-E529-445A-85D8-C34C58CC29E4}" type="parTrans" cxnId="{D38EC357-0D16-4AC7-91C4-DC08134BF6ED}">
      <dgm:prSet/>
      <dgm:spPr/>
      <dgm:t>
        <a:bodyPr/>
        <a:lstStyle/>
        <a:p>
          <a:endParaRPr lang="en-US"/>
        </a:p>
      </dgm:t>
    </dgm:pt>
    <dgm:pt modelId="{5060DE64-002B-4D98-91AA-006A88214685}" type="sibTrans" cxnId="{D38EC357-0D16-4AC7-91C4-DC08134BF6ED}">
      <dgm:prSet/>
      <dgm:spPr/>
      <dgm:t>
        <a:bodyPr/>
        <a:lstStyle/>
        <a:p>
          <a:endParaRPr lang="en-US"/>
        </a:p>
      </dgm:t>
    </dgm:pt>
    <dgm:pt modelId="{40CD7978-A839-4396-9A7B-1B538C140F2F}">
      <dgm:prSet phldrT="[Text]" custT="1"/>
      <dgm:spPr/>
      <dgm:t>
        <a:bodyPr/>
        <a:lstStyle/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Security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</a:t>
          </a:r>
          <a:r>
            <a:rPr lang="en-US" sz="800" b="0" i="0" u="none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Qradar</a:t>
          </a:r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Network Insights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</a:t>
          </a:r>
          <a:r>
            <a:rPr lang="en-US" sz="800" b="0" i="0" u="none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Qradar</a:t>
          </a:r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User Behavior Analytics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pt-BR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Qradar SOAR for CP4S</a:t>
          </a:r>
          <a:endParaRPr lang="pt-BR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Guardium Insights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6F3AB8E4-DEE3-42A2-A61D-C58348E7121A}" type="parTrans" cxnId="{1F23F396-AFD6-4655-B906-90ED0AA84016}">
      <dgm:prSet/>
      <dgm:spPr/>
      <dgm:t>
        <a:bodyPr/>
        <a:lstStyle/>
        <a:p>
          <a:endParaRPr lang="en-US"/>
        </a:p>
      </dgm:t>
    </dgm:pt>
    <dgm:pt modelId="{E7E1FD1D-6228-481F-9BF4-53CA61BEAB64}" type="sibTrans" cxnId="{1F23F396-AFD6-4655-B906-90ED0AA84016}">
      <dgm:prSet/>
      <dgm:spPr/>
      <dgm:t>
        <a:bodyPr/>
        <a:lstStyle/>
        <a:p>
          <a:endParaRPr lang="en-US"/>
        </a:p>
      </dgm:t>
    </dgm:pt>
    <dgm:pt modelId="{26EFFA60-82D2-42A8-92C3-73A6AA9505F3}">
      <dgm:prSet phldrT="[Text]" custT="1"/>
      <dgm:spPr/>
      <dgm:t>
        <a:bodyPr/>
        <a:lstStyle/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Data Explorer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Threat Intelligence Insights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Risk Manager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Threat Investigator</a:t>
          </a:r>
          <a:endParaRPr lang="en-US" sz="9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83BD97D4-93DF-48F1-88FD-CD27C546BA47}" type="parTrans" cxnId="{2B1EED37-6C92-423A-AB85-84E3467ACC3A}">
      <dgm:prSet/>
      <dgm:spPr/>
      <dgm:t>
        <a:bodyPr/>
        <a:lstStyle/>
        <a:p>
          <a:endParaRPr lang="en-US"/>
        </a:p>
      </dgm:t>
    </dgm:pt>
    <dgm:pt modelId="{4EC4993F-2A57-4062-BC95-73AC7A6DB731}" type="sibTrans" cxnId="{2B1EED37-6C92-423A-AB85-84E3467ACC3A}">
      <dgm:prSet/>
      <dgm:spPr/>
      <dgm:t>
        <a:bodyPr/>
        <a:lstStyle/>
        <a:p>
          <a:endParaRPr lang="en-US"/>
        </a:p>
      </dgm:t>
    </dgm:pt>
    <dgm:pt modelId="{82554CA5-EECF-4181-9504-A427D5EAD813}" type="pres">
      <dgm:prSet presAssocID="{AF219DBA-438E-4210-8A53-606D9DE64213}" presName="composite" presStyleCnt="0">
        <dgm:presLayoutVars>
          <dgm:chMax val="1"/>
          <dgm:dir/>
          <dgm:resizeHandles val="exact"/>
        </dgm:presLayoutVars>
      </dgm:prSet>
      <dgm:spPr/>
    </dgm:pt>
    <dgm:pt modelId="{BC7F77D8-DC9C-4937-B0F6-A07C1B47992B}" type="pres">
      <dgm:prSet presAssocID="{16B43BAA-C1DB-4675-9039-03B739792C86}" presName="roof" presStyleLbl="dkBgShp" presStyleIdx="0" presStyleCnt="2" custScaleY="34588" custLinFactNeighborX="168" custLinFactNeighborY="27403"/>
      <dgm:spPr/>
    </dgm:pt>
    <dgm:pt modelId="{0FB6EE9C-0789-47AE-BB33-22E0EAAAA850}" type="pres">
      <dgm:prSet presAssocID="{16B43BAA-C1DB-4675-9039-03B739792C86}" presName="pillars" presStyleCnt="0"/>
      <dgm:spPr/>
    </dgm:pt>
    <dgm:pt modelId="{3B300607-3466-4041-B89A-B69221DF7DE0}" type="pres">
      <dgm:prSet presAssocID="{16B43BAA-C1DB-4675-9039-03B739792C86}" presName="pillar1" presStyleLbl="node1" presStyleIdx="0" presStyleCnt="2">
        <dgm:presLayoutVars>
          <dgm:bulletEnabled val="1"/>
        </dgm:presLayoutVars>
      </dgm:prSet>
      <dgm:spPr/>
    </dgm:pt>
    <dgm:pt modelId="{7E614EFA-8799-4E8A-B1EB-FB9D03D79CC5}" type="pres">
      <dgm:prSet presAssocID="{26EFFA60-82D2-42A8-92C3-73A6AA9505F3}" presName="pillarX" presStyleLbl="node1" presStyleIdx="1" presStyleCnt="2">
        <dgm:presLayoutVars>
          <dgm:bulletEnabled val="1"/>
        </dgm:presLayoutVars>
      </dgm:prSet>
      <dgm:spPr/>
    </dgm:pt>
    <dgm:pt modelId="{40C06D26-23C5-4482-8E0F-00B9B029F530}" type="pres">
      <dgm:prSet presAssocID="{16B43BAA-C1DB-4675-9039-03B739792C86}" presName="base" presStyleLbl="dkBgShp" presStyleIdx="1" presStyleCnt="2"/>
      <dgm:spPr/>
    </dgm:pt>
  </dgm:ptLst>
  <dgm:cxnLst>
    <dgm:cxn modelId="{2B1EED37-6C92-423A-AB85-84E3467ACC3A}" srcId="{16B43BAA-C1DB-4675-9039-03B739792C86}" destId="{26EFFA60-82D2-42A8-92C3-73A6AA9505F3}" srcOrd="1" destOrd="0" parTransId="{83BD97D4-93DF-48F1-88FD-CD27C546BA47}" sibTransId="{4EC4993F-2A57-4062-BC95-73AC7A6DB731}"/>
    <dgm:cxn modelId="{D38EC357-0D16-4AC7-91C4-DC08134BF6ED}" srcId="{AF219DBA-438E-4210-8A53-606D9DE64213}" destId="{16B43BAA-C1DB-4675-9039-03B739792C86}" srcOrd="0" destOrd="0" parTransId="{5E1F024C-E529-445A-85D8-C34C58CC29E4}" sibTransId="{5060DE64-002B-4D98-91AA-006A88214685}"/>
    <dgm:cxn modelId="{6A1C7589-6064-4035-983C-F745D7BBC4F7}" type="presOf" srcId="{16B43BAA-C1DB-4675-9039-03B739792C86}" destId="{BC7F77D8-DC9C-4937-B0F6-A07C1B47992B}" srcOrd="0" destOrd="0" presId="urn:microsoft.com/office/officeart/2005/8/layout/hList3"/>
    <dgm:cxn modelId="{1F23F396-AFD6-4655-B906-90ED0AA84016}" srcId="{16B43BAA-C1DB-4675-9039-03B739792C86}" destId="{40CD7978-A839-4396-9A7B-1B538C140F2F}" srcOrd="0" destOrd="0" parTransId="{6F3AB8E4-DEE3-42A2-A61D-C58348E7121A}" sibTransId="{E7E1FD1D-6228-481F-9BF4-53CA61BEAB64}"/>
    <dgm:cxn modelId="{F7351DC0-2BA3-4CAC-BFC0-BC1330917FE9}" type="presOf" srcId="{26EFFA60-82D2-42A8-92C3-73A6AA9505F3}" destId="{7E614EFA-8799-4E8A-B1EB-FB9D03D79CC5}" srcOrd="0" destOrd="0" presId="urn:microsoft.com/office/officeart/2005/8/layout/hList3"/>
    <dgm:cxn modelId="{7CC9F2D4-CEC4-429F-957D-907B5264A1E6}" type="presOf" srcId="{40CD7978-A839-4396-9A7B-1B538C140F2F}" destId="{3B300607-3466-4041-B89A-B69221DF7DE0}" srcOrd="0" destOrd="0" presId="urn:microsoft.com/office/officeart/2005/8/layout/hList3"/>
    <dgm:cxn modelId="{756F3BE6-C9EA-46B5-95EF-42B88989C1AE}" type="presOf" srcId="{AF219DBA-438E-4210-8A53-606D9DE64213}" destId="{82554CA5-EECF-4181-9504-A427D5EAD813}" srcOrd="0" destOrd="0" presId="urn:microsoft.com/office/officeart/2005/8/layout/hList3"/>
    <dgm:cxn modelId="{E380D703-561E-4753-909F-2E514BBC42DD}" type="presParOf" srcId="{82554CA5-EECF-4181-9504-A427D5EAD813}" destId="{BC7F77D8-DC9C-4937-B0F6-A07C1B47992B}" srcOrd="0" destOrd="0" presId="urn:microsoft.com/office/officeart/2005/8/layout/hList3"/>
    <dgm:cxn modelId="{C9D58F1D-192A-45AC-B62B-B3FA7881E9EC}" type="presParOf" srcId="{82554CA5-EECF-4181-9504-A427D5EAD813}" destId="{0FB6EE9C-0789-47AE-BB33-22E0EAAAA850}" srcOrd="1" destOrd="0" presId="urn:microsoft.com/office/officeart/2005/8/layout/hList3"/>
    <dgm:cxn modelId="{B84AB4DF-950E-488E-98B4-F2B762C4BE54}" type="presParOf" srcId="{0FB6EE9C-0789-47AE-BB33-22E0EAAAA850}" destId="{3B300607-3466-4041-B89A-B69221DF7DE0}" srcOrd="0" destOrd="0" presId="urn:microsoft.com/office/officeart/2005/8/layout/hList3"/>
    <dgm:cxn modelId="{AEE241B8-4932-4FCC-8B26-28CBB5785C46}" type="presParOf" srcId="{0FB6EE9C-0789-47AE-BB33-22E0EAAAA850}" destId="{7E614EFA-8799-4E8A-B1EB-FB9D03D79CC5}" srcOrd="1" destOrd="0" presId="urn:microsoft.com/office/officeart/2005/8/layout/hList3"/>
    <dgm:cxn modelId="{C96873EC-2130-4DF9-BDB6-B06F563FA1F6}" type="presParOf" srcId="{82554CA5-EECF-4181-9504-A427D5EAD813}" destId="{40C06D26-23C5-4482-8E0F-00B9B029F530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F219DBA-438E-4210-8A53-606D9DE64213}" type="doc">
      <dgm:prSet loTypeId="urn:microsoft.com/office/officeart/2005/8/layout/h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16B43BAA-C1DB-4675-9039-03B739792C86}">
      <dgm:prSet phldrT="[Text]" custT="1"/>
      <dgm:spPr/>
      <dgm:t>
        <a:bodyPr/>
        <a:lstStyle/>
        <a:p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Applications</a:t>
          </a:r>
        </a:p>
      </dgm:t>
    </dgm:pt>
    <dgm:pt modelId="{5E1F024C-E529-445A-85D8-C34C58CC29E4}" type="parTrans" cxnId="{D38EC357-0D16-4AC7-91C4-DC08134BF6ED}">
      <dgm:prSet/>
      <dgm:spPr/>
      <dgm:t>
        <a:bodyPr/>
        <a:lstStyle/>
        <a:p>
          <a:endParaRPr lang="en-US"/>
        </a:p>
      </dgm:t>
    </dgm:pt>
    <dgm:pt modelId="{5060DE64-002B-4D98-91AA-006A88214685}" type="sibTrans" cxnId="{D38EC357-0D16-4AC7-91C4-DC08134BF6ED}">
      <dgm:prSet/>
      <dgm:spPr/>
      <dgm:t>
        <a:bodyPr/>
        <a:lstStyle/>
        <a:p>
          <a:endParaRPr lang="en-US"/>
        </a:p>
      </dgm:t>
    </dgm:pt>
    <dgm:pt modelId="{40CD7978-A839-4396-9A7B-1B538C140F2F}">
      <dgm:prSet phldrT="[Text]" custT="1"/>
      <dgm:spPr/>
      <dgm:t>
        <a:bodyPr/>
        <a:lstStyle/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Applications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WebSphere Application Server Network Deployment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WebSphere Application Server Liberty Core WebSphere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Application Server Migration Toolkit</a:t>
          </a:r>
          <a:endParaRPr lang="en-US" sz="900" b="0" i="0" u="none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6F3AB8E4-DEE3-42A2-A61D-C58348E7121A}" type="parTrans" cxnId="{1F23F396-AFD6-4655-B906-90ED0AA84016}">
      <dgm:prSet/>
      <dgm:spPr/>
      <dgm:t>
        <a:bodyPr/>
        <a:lstStyle/>
        <a:p>
          <a:endParaRPr lang="en-US"/>
        </a:p>
      </dgm:t>
    </dgm:pt>
    <dgm:pt modelId="{E7E1FD1D-6228-481F-9BF4-53CA61BEAB64}" type="sibTrans" cxnId="{1F23F396-AFD6-4655-B906-90ED0AA84016}">
      <dgm:prSet/>
      <dgm:spPr/>
      <dgm:t>
        <a:bodyPr/>
        <a:lstStyle/>
        <a:p>
          <a:endParaRPr lang="en-US"/>
        </a:p>
      </dgm:t>
    </dgm:pt>
    <dgm:pt modelId="{0C5A8A96-206E-41CF-BDAC-331E9044E79D}">
      <dgm:prSet phldrT="[Text]" custT="1"/>
      <dgm:spPr/>
      <dgm:t>
        <a:bodyPr/>
        <a:lstStyle/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Red Hat Runtimes: </a:t>
          </a:r>
          <a:r>
            <a:rPr lang="en-US" sz="800" b="0" i="0" u="none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Quarkus</a:t>
          </a:r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, </a:t>
          </a:r>
          <a:r>
            <a:rPr lang="en-US" sz="800" b="0" i="0" u="none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Sping</a:t>
          </a:r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Boot, </a:t>
          </a:r>
          <a:r>
            <a:rPr lang="en-US" sz="800" b="0" i="0" u="none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Vert.x</a:t>
          </a:r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, NodeJS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Transformation Advisor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Mono2Micro</a:t>
          </a:r>
        </a:p>
        <a:p>
          <a:pPr algn="l"/>
          <a:r>
            <a:rPr lang="en-US" sz="800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WebSphere Application Server Migration Toolkit</a:t>
          </a:r>
          <a:endParaRPr lang="en-US" sz="8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C61075B7-197C-48F6-B2F8-DA4863AB5549}" type="parTrans" cxnId="{DF3847AF-8132-45F1-8AAC-B3DAC55BE609}">
      <dgm:prSet/>
      <dgm:spPr/>
      <dgm:t>
        <a:bodyPr/>
        <a:lstStyle/>
        <a:p>
          <a:endParaRPr lang="en-US"/>
        </a:p>
      </dgm:t>
    </dgm:pt>
    <dgm:pt modelId="{073A1011-52E2-4ABE-A03B-0D9948368D69}" type="sibTrans" cxnId="{DF3847AF-8132-45F1-8AAC-B3DAC55BE609}">
      <dgm:prSet/>
      <dgm:spPr/>
      <dgm:t>
        <a:bodyPr/>
        <a:lstStyle/>
        <a:p>
          <a:endParaRPr lang="en-US"/>
        </a:p>
      </dgm:t>
    </dgm:pt>
    <dgm:pt modelId="{82554CA5-EECF-4181-9504-A427D5EAD813}" type="pres">
      <dgm:prSet presAssocID="{AF219DBA-438E-4210-8A53-606D9DE64213}" presName="composite" presStyleCnt="0">
        <dgm:presLayoutVars>
          <dgm:chMax val="1"/>
          <dgm:dir/>
          <dgm:resizeHandles val="exact"/>
        </dgm:presLayoutVars>
      </dgm:prSet>
      <dgm:spPr/>
    </dgm:pt>
    <dgm:pt modelId="{BC7F77D8-DC9C-4937-B0F6-A07C1B47992B}" type="pres">
      <dgm:prSet presAssocID="{16B43BAA-C1DB-4675-9039-03B739792C86}" presName="roof" presStyleLbl="dkBgShp" presStyleIdx="0" presStyleCnt="2" custScaleY="34588" custLinFactNeighborX="168" custLinFactNeighborY="27403"/>
      <dgm:spPr/>
    </dgm:pt>
    <dgm:pt modelId="{0FB6EE9C-0789-47AE-BB33-22E0EAAAA850}" type="pres">
      <dgm:prSet presAssocID="{16B43BAA-C1DB-4675-9039-03B739792C86}" presName="pillars" presStyleCnt="0"/>
      <dgm:spPr/>
    </dgm:pt>
    <dgm:pt modelId="{3B300607-3466-4041-B89A-B69221DF7DE0}" type="pres">
      <dgm:prSet presAssocID="{16B43BAA-C1DB-4675-9039-03B739792C86}" presName="pillar1" presStyleLbl="node1" presStyleIdx="0" presStyleCnt="2">
        <dgm:presLayoutVars>
          <dgm:bulletEnabled val="1"/>
        </dgm:presLayoutVars>
      </dgm:prSet>
      <dgm:spPr/>
    </dgm:pt>
    <dgm:pt modelId="{170D42B0-85AC-4F68-80F6-4C5B34E7E360}" type="pres">
      <dgm:prSet presAssocID="{0C5A8A96-206E-41CF-BDAC-331E9044E79D}" presName="pillarX" presStyleLbl="node1" presStyleIdx="1" presStyleCnt="2">
        <dgm:presLayoutVars>
          <dgm:bulletEnabled val="1"/>
        </dgm:presLayoutVars>
      </dgm:prSet>
      <dgm:spPr/>
    </dgm:pt>
    <dgm:pt modelId="{40C06D26-23C5-4482-8E0F-00B9B029F530}" type="pres">
      <dgm:prSet presAssocID="{16B43BAA-C1DB-4675-9039-03B739792C86}" presName="base" presStyleLbl="dkBgShp" presStyleIdx="1" presStyleCnt="2"/>
      <dgm:spPr/>
    </dgm:pt>
  </dgm:ptLst>
  <dgm:cxnLst>
    <dgm:cxn modelId="{D38EC357-0D16-4AC7-91C4-DC08134BF6ED}" srcId="{AF219DBA-438E-4210-8A53-606D9DE64213}" destId="{16B43BAA-C1DB-4675-9039-03B739792C86}" srcOrd="0" destOrd="0" parTransId="{5E1F024C-E529-445A-85D8-C34C58CC29E4}" sibTransId="{5060DE64-002B-4D98-91AA-006A88214685}"/>
    <dgm:cxn modelId="{E617496E-A5AF-4F04-8E20-395008F9C707}" type="presOf" srcId="{0C5A8A96-206E-41CF-BDAC-331E9044E79D}" destId="{170D42B0-85AC-4F68-80F6-4C5B34E7E360}" srcOrd="0" destOrd="0" presId="urn:microsoft.com/office/officeart/2005/8/layout/hList3"/>
    <dgm:cxn modelId="{6A1C7589-6064-4035-983C-F745D7BBC4F7}" type="presOf" srcId="{16B43BAA-C1DB-4675-9039-03B739792C86}" destId="{BC7F77D8-DC9C-4937-B0F6-A07C1B47992B}" srcOrd="0" destOrd="0" presId="urn:microsoft.com/office/officeart/2005/8/layout/hList3"/>
    <dgm:cxn modelId="{1F23F396-AFD6-4655-B906-90ED0AA84016}" srcId="{16B43BAA-C1DB-4675-9039-03B739792C86}" destId="{40CD7978-A839-4396-9A7B-1B538C140F2F}" srcOrd="0" destOrd="0" parTransId="{6F3AB8E4-DEE3-42A2-A61D-C58348E7121A}" sibTransId="{E7E1FD1D-6228-481F-9BF4-53CA61BEAB64}"/>
    <dgm:cxn modelId="{DF3847AF-8132-45F1-8AAC-B3DAC55BE609}" srcId="{16B43BAA-C1DB-4675-9039-03B739792C86}" destId="{0C5A8A96-206E-41CF-BDAC-331E9044E79D}" srcOrd="1" destOrd="0" parTransId="{C61075B7-197C-48F6-B2F8-DA4863AB5549}" sibTransId="{073A1011-52E2-4ABE-A03B-0D9948368D69}"/>
    <dgm:cxn modelId="{7CC9F2D4-CEC4-429F-957D-907B5264A1E6}" type="presOf" srcId="{40CD7978-A839-4396-9A7B-1B538C140F2F}" destId="{3B300607-3466-4041-B89A-B69221DF7DE0}" srcOrd="0" destOrd="0" presId="urn:microsoft.com/office/officeart/2005/8/layout/hList3"/>
    <dgm:cxn modelId="{756F3BE6-C9EA-46B5-95EF-42B88989C1AE}" type="presOf" srcId="{AF219DBA-438E-4210-8A53-606D9DE64213}" destId="{82554CA5-EECF-4181-9504-A427D5EAD813}" srcOrd="0" destOrd="0" presId="urn:microsoft.com/office/officeart/2005/8/layout/hList3"/>
    <dgm:cxn modelId="{E380D703-561E-4753-909F-2E514BBC42DD}" type="presParOf" srcId="{82554CA5-EECF-4181-9504-A427D5EAD813}" destId="{BC7F77D8-DC9C-4937-B0F6-A07C1B47992B}" srcOrd="0" destOrd="0" presId="urn:microsoft.com/office/officeart/2005/8/layout/hList3"/>
    <dgm:cxn modelId="{C9D58F1D-192A-45AC-B62B-B3FA7881E9EC}" type="presParOf" srcId="{82554CA5-EECF-4181-9504-A427D5EAD813}" destId="{0FB6EE9C-0789-47AE-BB33-22E0EAAAA850}" srcOrd="1" destOrd="0" presId="urn:microsoft.com/office/officeart/2005/8/layout/hList3"/>
    <dgm:cxn modelId="{B84AB4DF-950E-488E-98B4-F2B762C4BE54}" type="presParOf" srcId="{0FB6EE9C-0789-47AE-BB33-22E0EAAAA850}" destId="{3B300607-3466-4041-B89A-B69221DF7DE0}" srcOrd="0" destOrd="0" presId="urn:microsoft.com/office/officeart/2005/8/layout/hList3"/>
    <dgm:cxn modelId="{EDB5F13C-57FE-4F80-A2AA-50E985B6804A}" type="presParOf" srcId="{0FB6EE9C-0789-47AE-BB33-22E0EAAAA850}" destId="{170D42B0-85AC-4F68-80F6-4C5B34E7E360}" srcOrd="1" destOrd="0" presId="urn:microsoft.com/office/officeart/2005/8/layout/hList3"/>
    <dgm:cxn modelId="{C96873EC-2130-4DF9-BDB6-B06F563FA1F6}" type="presParOf" srcId="{82554CA5-EECF-4181-9504-A427D5EAD813}" destId="{40C06D26-23C5-4482-8E0F-00B9B029F530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F219DBA-438E-4210-8A53-606D9DE64213}" type="doc">
      <dgm:prSet loTypeId="urn:microsoft.com/office/officeart/2005/8/layout/hList3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B43BAA-C1DB-4675-9039-03B739792C86}">
      <dgm:prSet phldrT="[Text]" custT="1"/>
      <dgm:spPr/>
      <dgm:t>
        <a:bodyPr/>
        <a:lstStyle/>
        <a:p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AIOps</a:t>
          </a:r>
        </a:p>
      </dgm:t>
    </dgm:pt>
    <dgm:pt modelId="{5E1F024C-E529-445A-85D8-C34C58CC29E4}" type="parTrans" cxnId="{D38EC357-0D16-4AC7-91C4-DC08134BF6ED}">
      <dgm:prSet/>
      <dgm:spPr/>
      <dgm:t>
        <a:bodyPr/>
        <a:lstStyle/>
        <a:p>
          <a:endParaRPr lang="en-US"/>
        </a:p>
      </dgm:t>
    </dgm:pt>
    <dgm:pt modelId="{5060DE64-002B-4D98-91AA-006A88214685}" type="sibTrans" cxnId="{D38EC357-0D16-4AC7-91C4-DC08134BF6ED}">
      <dgm:prSet/>
      <dgm:spPr/>
      <dgm:t>
        <a:bodyPr/>
        <a:lstStyle/>
        <a:p>
          <a:endParaRPr lang="en-US"/>
        </a:p>
      </dgm:t>
    </dgm:pt>
    <dgm:pt modelId="{40CD7978-A839-4396-9A7B-1B538C140F2F}">
      <dgm:prSet phldrT="[Text]"/>
      <dgm:spPr/>
      <dgm:t>
        <a:bodyPr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AIOps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Integration and Data Ingestion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AI Modelling and Training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Resource Management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Topology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Log Anomaly Detection</a:t>
          </a:r>
        </a:p>
        <a:p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Metric Anomaly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6F3AB8E4-DEE3-42A2-A61D-C58348E7121A}" type="parTrans" cxnId="{1F23F396-AFD6-4655-B906-90ED0AA84016}">
      <dgm:prSet/>
      <dgm:spPr/>
      <dgm:t>
        <a:bodyPr/>
        <a:lstStyle/>
        <a:p>
          <a:endParaRPr lang="en-US"/>
        </a:p>
      </dgm:t>
    </dgm:pt>
    <dgm:pt modelId="{E7E1FD1D-6228-481F-9BF4-53CA61BEAB64}" type="sibTrans" cxnId="{1F23F396-AFD6-4655-B906-90ED0AA84016}">
      <dgm:prSet/>
      <dgm:spPr/>
      <dgm:t>
        <a:bodyPr/>
        <a:lstStyle/>
        <a:p>
          <a:endParaRPr lang="en-US"/>
        </a:p>
      </dgm:t>
    </dgm:pt>
    <dgm:pt modelId="{0C5A8A96-206E-41CF-BDAC-331E9044E79D}">
      <dgm:prSet phldrT="[Text]"/>
      <dgm:spPr/>
      <dgm:t>
        <a:bodyPr/>
        <a:lstStyle/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Event Grouping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Similar Ticket Comparison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Incidents and Alerts</a:t>
          </a:r>
        </a:p>
        <a:p>
          <a:pPr algn="l"/>
          <a:r>
            <a:rPr lang="en-US" b="0" i="0" u="none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ChatOps</a:t>
          </a:r>
          <a:endParaRPr lang="en-US" b="0" i="0" u="none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Automations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Change Risk</a:t>
          </a:r>
        </a:p>
        <a:p>
          <a:pPr algn="l"/>
          <a:r>
            <a:rPr lang="en-US" b="0" i="0" u="none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Infrastructure Automation</a:t>
          </a:r>
          <a:endParaRPr lang="en-US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gm:t>
    </dgm:pt>
    <dgm:pt modelId="{C61075B7-197C-48F6-B2F8-DA4863AB5549}" type="parTrans" cxnId="{DF3847AF-8132-45F1-8AAC-B3DAC55BE609}">
      <dgm:prSet/>
      <dgm:spPr/>
      <dgm:t>
        <a:bodyPr/>
        <a:lstStyle/>
        <a:p>
          <a:endParaRPr lang="en-US"/>
        </a:p>
      </dgm:t>
    </dgm:pt>
    <dgm:pt modelId="{073A1011-52E2-4ABE-A03B-0D9948368D69}" type="sibTrans" cxnId="{DF3847AF-8132-45F1-8AAC-B3DAC55BE609}">
      <dgm:prSet/>
      <dgm:spPr/>
      <dgm:t>
        <a:bodyPr/>
        <a:lstStyle/>
        <a:p>
          <a:endParaRPr lang="en-US"/>
        </a:p>
      </dgm:t>
    </dgm:pt>
    <dgm:pt modelId="{82554CA5-EECF-4181-9504-A427D5EAD813}" type="pres">
      <dgm:prSet presAssocID="{AF219DBA-438E-4210-8A53-606D9DE64213}" presName="composite" presStyleCnt="0">
        <dgm:presLayoutVars>
          <dgm:chMax val="1"/>
          <dgm:dir/>
          <dgm:resizeHandles val="exact"/>
        </dgm:presLayoutVars>
      </dgm:prSet>
      <dgm:spPr/>
    </dgm:pt>
    <dgm:pt modelId="{BC7F77D8-DC9C-4937-B0F6-A07C1B47992B}" type="pres">
      <dgm:prSet presAssocID="{16B43BAA-C1DB-4675-9039-03B739792C86}" presName="roof" presStyleLbl="dkBgShp" presStyleIdx="0" presStyleCnt="2" custScaleY="34588" custLinFactNeighborX="168" custLinFactNeighborY="27403"/>
      <dgm:spPr/>
    </dgm:pt>
    <dgm:pt modelId="{0FB6EE9C-0789-47AE-BB33-22E0EAAAA850}" type="pres">
      <dgm:prSet presAssocID="{16B43BAA-C1DB-4675-9039-03B739792C86}" presName="pillars" presStyleCnt="0"/>
      <dgm:spPr/>
    </dgm:pt>
    <dgm:pt modelId="{3B300607-3466-4041-B89A-B69221DF7DE0}" type="pres">
      <dgm:prSet presAssocID="{16B43BAA-C1DB-4675-9039-03B739792C86}" presName="pillar1" presStyleLbl="node1" presStyleIdx="0" presStyleCnt="2">
        <dgm:presLayoutVars>
          <dgm:bulletEnabled val="1"/>
        </dgm:presLayoutVars>
      </dgm:prSet>
      <dgm:spPr/>
    </dgm:pt>
    <dgm:pt modelId="{170D42B0-85AC-4F68-80F6-4C5B34E7E360}" type="pres">
      <dgm:prSet presAssocID="{0C5A8A96-206E-41CF-BDAC-331E9044E79D}" presName="pillarX" presStyleLbl="node1" presStyleIdx="1" presStyleCnt="2">
        <dgm:presLayoutVars>
          <dgm:bulletEnabled val="1"/>
        </dgm:presLayoutVars>
      </dgm:prSet>
      <dgm:spPr/>
    </dgm:pt>
    <dgm:pt modelId="{40C06D26-23C5-4482-8E0F-00B9B029F530}" type="pres">
      <dgm:prSet presAssocID="{16B43BAA-C1DB-4675-9039-03B739792C86}" presName="base" presStyleLbl="dkBgShp" presStyleIdx="1" presStyleCnt="2"/>
      <dgm:spPr/>
    </dgm:pt>
  </dgm:ptLst>
  <dgm:cxnLst>
    <dgm:cxn modelId="{D38EC357-0D16-4AC7-91C4-DC08134BF6ED}" srcId="{AF219DBA-438E-4210-8A53-606D9DE64213}" destId="{16B43BAA-C1DB-4675-9039-03B739792C86}" srcOrd="0" destOrd="0" parTransId="{5E1F024C-E529-445A-85D8-C34C58CC29E4}" sibTransId="{5060DE64-002B-4D98-91AA-006A88214685}"/>
    <dgm:cxn modelId="{E617496E-A5AF-4F04-8E20-395008F9C707}" type="presOf" srcId="{0C5A8A96-206E-41CF-BDAC-331E9044E79D}" destId="{170D42B0-85AC-4F68-80F6-4C5B34E7E360}" srcOrd="0" destOrd="0" presId="urn:microsoft.com/office/officeart/2005/8/layout/hList3"/>
    <dgm:cxn modelId="{6A1C7589-6064-4035-983C-F745D7BBC4F7}" type="presOf" srcId="{16B43BAA-C1DB-4675-9039-03B739792C86}" destId="{BC7F77D8-DC9C-4937-B0F6-A07C1B47992B}" srcOrd="0" destOrd="0" presId="urn:microsoft.com/office/officeart/2005/8/layout/hList3"/>
    <dgm:cxn modelId="{1F23F396-AFD6-4655-B906-90ED0AA84016}" srcId="{16B43BAA-C1DB-4675-9039-03B739792C86}" destId="{40CD7978-A839-4396-9A7B-1B538C140F2F}" srcOrd="0" destOrd="0" parTransId="{6F3AB8E4-DEE3-42A2-A61D-C58348E7121A}" sibTransId="{E7E1FD1D-6228-481F-9BF4-53CA61BEAB64}"/>
    <dgm:cxn modelId="{DF3847AF-8132-45F1-8AAC-B3DAC55BE609}" srcId="{16B43BAA-C1DB-4675-9039-03B739792C86}" destId="{0C5A8A96-206E-41CF-BDAC-331E9044E79D}" srcOrd="1" destOrd="0" parTransId="{C61075B7-197C-48F6-B2F8-DA4863AB5549}" sibTransId="{073A1011-52E2-4ABE-A03B-0D9948368D69}"/>
    <dgm:cxn modelId="{7CC9F2D4-CEC4-429F-957D-907B5264A1E6}" type="presOf" srcId="{40CD7978-A839-4396-9A7B-1B538C140F2F}" destId="{3B300607-3466-4041-B89A-B69221DF7DE0}" srcOrd="0" destOrd="0" presId="urn:microsoft.com/office/officeart/2005/8/layout/hList3"/>
    <dgm:cxn modelId="{756F3BE6-C9EA-46B5-95EF-42B88989C1AE}" type="presOf" srcId="{AF219DBA-438E-4210-8A53-606D9DE64213}" destId="{82554CA5-EECF-4181-9504-A427D5EAD813}" srcOrd="0" destOrd="0" presId="urn:microsoft.com/office/officeart/2005/8/layout/hList3"/>
    <dgm:cxn modelId="{E380D703-561E-4753-909F-2E514BBC42DD}" type="presParOf" srcId="{82554CA5-EECF-4181-9504-A427D5EAD813}" destId="{BC7F77D8-DC9C-4937-B0F6-A07C1B47992B}" srcOrd="0" destOrd="0" presId="urn:microsoft.com/office/officeart/2005/8/layout/hList3"/>
    <dgm:cxn modelId="{C9D58F1D-192A-45AC-B62B-B3FA7881E9EC}" type="presParOf" srcId="{82554CA5-EECF-4181-9504-A427D5EAD813}" destId="{0FB6EE9C-0789-47AE-BB33-22E0EAAAA850}" srcOrd="1" destOrd="0" presId="urn:microsoft.com/office/officeart/2005/8/layout/hList3"/>
    <dgm:cxn modelId="{B84AB4DF-950E-488E-98B4-F2B762C4BE54}" type="presParOf" srcId="{0FB6EE9C-0789-47AE-BB33-22E0EAAAA850}" destId="{3B300607-3466-4041-B89A-B69221DF7DE0}" srcOrd="0" destOrd="0" presId="urn:microsoft.com/office/officeart/2005/8/layout/hList3"/>
    <dgm:cxn modelId="{EDB5F13C-57FE-4F80-A2AA-50E985B6804A}" type="presParOf" srcId="{0FB6EE9C-0789-47AE-BB33-22E0EAAAA850}" destId="{170D42B0-85AC-4F68-80F6-4C5B34E7E360}" srcOrd="1" destOrd="0" presId="urn:microsoft.com/office/officeart/2005/8/layout/hList3"/>
    <dgm:cxn modelId="{C96873EC-2130-4DF9-BDB6-B06F563FA1F6}" type="presParOf" srcId="{82554CA5-EECF-4181-9504-A427D5EAD813}" destId="{40C06D26-23C5-4482-8E0F-00B9B029F530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CD7BF3F-9CFB-4AB4-8EE5-CA7D62785A8D}" type="doc">
      <dgm:prSet loTypeId="urn:microsoft.com/office/officeart/2005/8/layout/architecture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EB3BDD07-4056-4DC6-8C10-4698A618478A}">
      <dgm:prSet phldrT="[Text]"/>
      <dgm:spPr/>
      <dgm:t>
        <a:bodyPr/>
        <a:lstStyle/>
        <a:p>
          <a:r>
            <a:rPr lang="en-US" dirty="0">
              <a:latin typeface="U.S. Bank Circular" panose="020B0504010101010104" pitchFamily="34" charset="0"/>
              <a:cs typeface="U.S. Bank Circular" panose="020B0504010101010104" pitchFamily="34" charset="0"/>
            </a:rPr>
            <a:t>RedHat OpenShift Container Platform (OCP)</a:t>
          </a:r>
        </a:p>
      </dgm:t>
    </dgm:pt>
    <dgm:pt modelId="{C395A3CC-874A-4830-A85B-322E1D4DCDEF}" type="parTrans" cxnId="{FAA644E5-B663-44AB-A497-6DA0AECFA599}">
      <dgm:prSet/>
      <dgm:spPr/>
      <dgm:t>
        <a:bodyPr/>
        <a:lstStyle/>
        <a:p>
          <a:endParaRPr lang="en-US"/>
        </a:p>
      </dgm:t>
    </dgm:pt>
    <dgm:pt modelId="{CC94FDA5-54E6-44EB-95EB-FF0BCE14E966}" type="sibTrans" cxnId="{FAA644E5-B663-44AB-A497-6DA0AECFA599}">
      <dgm:prSet/>
      <dgm:spPr/>
      <dgm:t>
        <a:bodyPr/>
        <a:lstStyle/>
        <a:p>
          <a:endParaRPr lang="en-US"/>
        </a:p>
      </dgm:t>
    </dgm:pt>
    <dgm:pt modelId="{46CAB6C6-94D1-4CCB-BAF0-983833DB4355}">
      <dgm:prSet phldrT="[Text]"/>
      <dgm:spPr/>
      <dgm:t>
        <a:bodyPr/>
        <a:lstStyle/>
        <a:p>
          <a:r>
            <a:rPr lang="en-US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foundational services</a:t>
          </a:r>
        </a:p>
      </dgm:t>
    </dgm:pt>
    <dgm:pt modelId="{DEDADE0D-0447-459B-B488-1967F53855D8}" type="parTrans" cxnId="{E176BADC-53C7-4235-8663-5BB997EFE3DE}">
      <dgm:prSet/>
      <dgm:spPr/>
      <dgm:t>
        <a:bodyPr/>
        <a:lstStyle/>
        <a:p>
          <a:endParaRPr lang="en-US"/>
        </a:p>
      </dgm:t>
    </dgm:pt>
    <dgm:pt modelId="{E1E6C074-B07E-4E24-BCDE-8E0E7246A8ED}" type="sibTrans" cxnId="{E176BADC-53C7-4235-8663-5BB997EFE3DE}">
      <dgm:prSet/>
      <dgm:spPr/>
      <dgm:t>
        <a:bodyPr/>
        <a:lstStyle/>
        <a:p>
          <a:endParaRPr lang="en-US"/>
        </a:p>
      </dgm:t>
    </dgm:pt>
    <dgm:pt modelId="{65AB89EB-A574-4B97-AC97-1D9C56E246C8}" type="pres">
      <dgm:prSet presAssocID="{6CD7BF3F-9CFB-4AB4-8EE5-CA7D62785A8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29E91C-BEA4-4180-81E8-C88468EF5D9E}" type="pres">
      <dgm:prSet presAssocID="{EB3BDD07-4056-4DC6-8C10-4698A618478A}" presName="vertOne" presStyleCnt="0"/>
      <dgm:spPr/>
    </dgm:pt>
    <dgm:pt modelId="{B7C765DB-B132-407D-AE69-A23795929E7B}" type="pres">
      <dgm:prSet presAssocID="{EB3BDD07-4056-4DC6-8C10-4698A618478A}" presName="txOne" presStyleLbl="node0" presStyleIdx="0" presStyleCnt="1">
        <dgm:presLayoutVars>
          <dgm:chPref val="3"/>
        </dgm:presLayoutVars>
      </dgm:prSet>
      <dgm:spPr/>
    </dgm:pt>
    <dgm:pt modelId="{02B8E85F-5CFB-4B3D-893D-0F117EC1CB5E}" type="pres">
      <dgm:prSet presAssocID="{EB3BDD07-4056-4DC6-8C10-4698A618478A}" presName="parTransOne" presStyleCnt="0"/>
      <dgm:spPr/>
    </dgm:pt>
    <dgm:pt modelId="{4EF27B56-ABEC-4BA0-BB39-2FA2D48F7DF9}" type="pres">
      <dgm:prSet presAssocID="{EB3BDD07-4056-4DC6-8C10-4698A618478A}" presName="horzOne" presStyleCnt="0"/>
      <dgm:spPr/>
    </dgm:pt>
    <dgm:pt modelId="{B8341BF8-40D6-4A22-8DF1-BD4BF96C7535}" type="pres">
      <dgm:prSet presAssocID="{46CAB6C6-94D1-4CCB-BAF0-983833DB4355}" presName="vertTwo" presStyleCnt="0"/>
      <dgm:spPr/>
    </dgm:pt>
    <dgm:pt modelId="{80076D42-C4D9-4DCF-9737-60FEAE2FE783}" type="pres">
      <dgm:prSet presAssocID="{46CAB6C6-94D1-4CCB-BAF0-983833DB4355}" presName="txTwo" presStyleLbl="node2" presStyleIdx="0" presStyleCnt="1">
        <dgm:presLayoutVars>
          <dgm:chPref val="3"/>
        </dgm:presLayoutVars>
      </dgm:prSet>
      <dgm:spPr/>
    </dgm:pt>
    <dgm:pt modelId="{F4A11E9D-D5F0-4BAD-ABE0-61E2E63ADCC8}" type="pres">
      <dgm:prSet presAssocID="{46CAB6C6-94D1-4CCB-BAF0-983833DB4355}" presName="horzTwo" presStyleCnt="0"/>
      <dgm:spPr/>
    </dgm:pt>
  </dgm:ptLst>
  <dgm:cxnLst>
    <dgm:cxn modelId="{E3AE6A53-3783-4B51-8744-5C6B15D7DC25}" type="presOf" srcId="{46CAB6C6-94D1-4CCB-BAF0-983833DB4355}" destId="{80076D42-C4D9-4DCF-9737-60FEAE2FE783}" srcOrd="0" destOrd="0" presId="urn:microsoft.com/office/officeart/2005/8/layout/architecture"/>
    <dgm:cxn modelId="{10062E61-DB38-434F-91A7-79F365CA42C4}" type="presOf" srcId="{EB3BDD07-4056-4DC6-8C10-4698A618478A}" destId="{B7C765DB-B132-407D-AE69-A23795929E7B}" srcOrd="0" destOrd="0" presId="urn:microsoft.com/office/officeart/2005/8/layout/architecture"/>
    <dgm:cxn modelId="{5C87FCA8-8BB7-426F-AEE9-556504BDACB3}" type="presOf" srcId="{6CD7BF3F-9CFB-4AB4-8EE5-CA7D62785A8D}" destId="{65AB89EB-A574-4B97-AC97-1D9C56E246C8}" srcOrd="0" destOrd="0" presId="urn:microsoft.com/office/officeart/2005/8/layout/architecture"/>
    <dgm:cxn modelId="{E176BADC-53C7-4235-8663-5BB997EFE3DE}" srcId="{EB3BDD07-4056-4DC6-8C10-4698A618478A}" destId="{46CAB6C6-94D1-4CCB-BAF0-983833DB4355}" srcOrd="0" destOrd="0" parTransId="{DEDADE0D-0447-459B-B488-1967F53855D8}" sibTransId="{E1E6C074-B07E-4E24-BCDE-8E0E7246A8ED}"/>
    <dgm:cxn modelId="{FAA644E5-B663-44AB-A497-6DA0AECFA599}" srcId="{6CD7BF3F-9CFB-4AB4-8EE5-CA7D62785A8D}" destId="{EB3BDD07-4056-4DC6-8C10-4698A618478A}" srcOrd="0" destOrd="0" parTransId="{C395A3CC-874A-4830-A85B-322E1D4DCDEF}" sibTransId="{CC94FDA5-54E6-44EB-95EB-FF0BCE14E966}"/>
    <dgm:cxn modelId="{874BFE5A-210F-43DB-BF51-FA0A132FC00A}" type="presParOf" srcId="{65AB89EB-A574-4B97-AC97-1D9C56E246C8}" destId="{0A29E91C-BEA4-4180-81E8-C88468EF5D9E}" srcOrd="0" destOrd="0" presId="urn:microsoft.com/office/officeart/2005/8/layout/architecture"/>
    <dgm:cxn modelId="{2136A387-BBC6-4B72-AFA0-7BA45BCF428B}" type="presParOf" srcId="{0A29E91C-BEA4-4180-81E8-C88468EF5D9E}" destId="{B7C765DB-B132-407D-AE69-A23795929E7B}" srcOrd="0" destOrd="0" presId="urn:microsoft.com/office/officeart/2005/8/layout/architecture"/>
    <dgm:cxn modelId="{68821D84-B3E0-4E24-9401-FB31F4F04054}" type="presParOf" srcId="{0A29E91C-BEA4-4180-81E8-C88468EF5D9E}" destId="{02B8E85F-5CFB-4B3D-893D-0F117EC1CB5E}" srcOrd="1" destOrd="0" presId="urn:microsoft.com/office/officeart/2005/8/layout/architecture"/>
    <dgm:cxn modelId="{EFBB6780-F161-4511-9294-F1C9E54EFBF7}" type="presParOf" srcId="{0A29E91C-BEA4-4180-81E8-C88468EF5D9E}" destId="{4EF27B56-ABEC-4BA0-BB39-2FA2D48F7DF9}" srcOrd="2" destOrd="0" presId="urn:microsoft.com/office/officeart/2005/8/layout/architecture"/>
    <dgm:cxn modelId="{1F0D47CE-65A4-41A3-867C-B81FFBAE10B6}" type="presParOf" srcId="{4EF27B56-ABEC-4BA0-BB39-2FA2D48F7DF9}" destId="{B8341BF8-40D6-4A22-8DF1-BD4BF96C7535}" srcOrd="0" destOrd="0" presId="urn:microsoft.com/office/officeart/2005/8/layout/architecture"/>
    <dgm:cxn modelId="{DB5EE429-911D-4B70-A4FA-5C9319A4F894}" type="presParOf" srcId="{B8341BF8-40D6-4A22-8DF1-BD4BF96C7535}" destId="{80076D42-C4D9-4DCF-9737-60FEAE2FE783}" srcOrd="0" destOrd="0" presId="urn:microsoft.com/office/officeart/2005/8/layout/architecture"/>
    <dgm:cxn modelId="{D39D06AE-173C-4A24-9CAC-3991C4BCB744}" type="presParOf" srcId="{B8341BF8-40D6-4A22-8DF1-BD4BF96C7535}" destId="{F4A11E9D-D5F0-4BAD-ABE0-61E2E63ADCC8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3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EBDED-F6A3-469E-A80B-8538DC6ADC11}">
      <dsp:nvSpPr>
        <dsp:cNvPr id="0" name=""/>
        <dsp:cNvSpPr/>
      </dsp:nvSpPr>
      <dsp:spPr>
        <a:xfrm>
          <a:off x="0" y="0"/>
          <a:ext cx="2319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DD91B-F2C4-44D8-8FD6-2AD8A2A6049C}">
      <dsp:nvSpPr>
        <dsp:cNvPr id="0" name=""/>
        <dsp:cNvSpPr/>
      </dsp:nvSpPr>
      <dsp:spPr>
        <a:xfrm>
          <a:off x="0" y="0"/>
          <a:ext cx="2319020" cy="72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U.S. Bank Circular Medium" panose="020B0604010101010104" pitchFamily="34" charset="0"/>
              <a:cs typeface="U.S. Bank Circular Medium" panose="020B0604010101010104" pitchFamily="34" charset="0"/>
            </a:rPr>
            <a:t>What?</a:t>
          </a:r>
          <a:endParaRPr lang="en-US" sz="3300" kern="1200" dirty="0">
            <a:latin typeface="U.S. Bank Circular Medium" panose="020B0604010101010104" pitchFamily="34" charset="0"/>
            <a:cs typeface="U.S. Bank Circular Medium" panose="020B0604010101010104" pitchFamily="34" charset="0"/>
          </a:endParaRPr>
        </a:p>
      </dsp:txBody>
      <dsp:txXfrm>
        <a:off x="0" y="0"/>
        <a:ext cx="2319020" cy="7212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EBDED-F6A3-469E-A80B-8538DC6ADC11}">
      <dsp:nvSpPr>
        <dsp:cNvPr id="0" name=""/>
        <dsp:cNvSpPr/>
      </dsp:nvSpPr>
      <dsp:spPr>
        <a:xfrm>
          <a:off x="0" y="0"/>
          <a:ext cx="2319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DD91B-F2C4-44D8-8FD6-2AD8A2A6049C}">
      <dsp:nvSpPr>
        <dsp:cNvPr id="0" name=""/>
        <dsp:cNvSpPr/>
      </dsp:nvSpPr>
      <dsp:spPr>
        <a:xfrm>
          <a:off x="0" y="0"/>
          <a:ext cx="2319020" cy="72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2E2E32">
                  <a:hueOff val="0"/>
                  <a:satOff val="0"/>
                  <a:lumOff val="0"/>
                  <a:alphaOff val="0"/>
                </a:srgbClr>
              </a:solidFill>
              <a:latin typeface="U.S. Bank Circular Medium" panose="020B0604010101010104" pitchFamily="34" charset="0"/>
              <a:ea typeface="+mn-ea"/>
              <a:cs typeface="U.S. Bank Circular Medium" panose="020B0604010101010104" pitchFamily="34" charset="0"/>
            </a:rPr>
            <a:t>Why Now?</a:t>
          </a:r>
        </a:p>
      </dsp:txBody>
      <dsp:txXfrm>
        <a:off x="0" y="0"/>
        <a:ext cx="2319020" cy="7212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EBDED-F6A3-469E-A80B-8538DC6ADC11}">
      <dsp:nvSpPr>
        <dsp:cNvPr id="0" name=""/>
        <dsp:cNvSpPr/>
      </dsp:nvSpPr>
      <dsp:spPr>
        <a:xfrm>
          <a:off x="0" y="0"/>
          <a:ext cx="23190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DD91B-F2C4-44D8-8FD6-2AD8A2A6049C}">
      <dsp:nvSpPr>
        <dsp:cNvPr id="0" name=""/>
        <dsp:cNvSpPr/>
      </dsp:nvSpPr>
      <dsp:spPr>
        <a:xfrm>
          <a:off x="0" y="0"/>
          <a:ext cx="2319020" cy="721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2E2E32">
                  <a:hueOff val="0"/>
                  <a:satOff val="0"/>
                  <a:lumOff val="0"/>
                  <a:alphaOff val="0"/>
                </a:srgbClr>
              </a:solidFill>
              <a:latin typeface="U.S. Bank Circular Medium" panose="020B0604010101010104" pitchFamily="34" charset="0"/>
              <a:ea typeface="+mn-ea"/>
              <a:cs typeface="U.S. Bank Circular Medium" panose="020B0604010101010104" pitchFamily="34" charset="0"/>
            </a:rPr>
            <a:t>Challenge</a:t>
          </a:r>
        </a:p>
      </dsp:txBody>
      <dsp:txXfrm>
        <a:off x="0" y="0"/>
        <a:ext cx="2319020" cy="7212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70D84-5209-45DC-9E8C-A9E0C2279620}">
      <dsp:nvSpPr>
        <dsp:cNvPr id="0" name=""/>
        <dsp:cNvSpPr/>
      </dsp:nvSpPr>
      <dsp:spPr>
        <a:xfrm rot="5400000">
          <a:off x="2086898" y="808176"/>
          <a:ext cx="695658" cy="7919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357D7-C3C2-41D2-94B1-AB4A257286F8}">
      <dsp:nvSpPr>
        <dsp:cNvPr id="0" name=""/>
        <dsp:cNvSpPr/>
      </dsp:nvSpPr>
      <dsp:spPr>
        <a:xfrm>
          <a:off x="1902591" y="37024"/>
          <a:ext cx="1171079" cy="8197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 POC</a:t>
          </a:r>
        </a:p>
      </dsp:txBody>
      <dsp:txXfrm>
        <a:off x="1942613" y="77046"/>
        <a:ext cx="1091035" cy="739673"/>
      </dsp:txXfrm>
    </dsp:sp>
    <dsp:sp modelId="{066C85A8-C59C-4A5B-8F4D-A8021A1304DA}">
      <dsp:nvSpPr>
        <dsp:cNvPr id="0" name=""/>
        <dsp:cNvSpPr/>
      </dsp:nvSpPr>
      <dsp:spPr>
        <a:xfrm>
          <a:off x="3073671" y="115203"/>
          <a:ext cx="851731" cy="66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Approvals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Env setup</a:t>
          </a:r>
        </a:p>
      </dsp:txBody>
      <dsp:txXfrm>
        <a:off x="3073671" y="115203"/>
        <a:ext cx="851731" cy="662532"/>
      </dsp:txXfrm>
    </dsp:sp>
    <dsp:sp modelId="{6E7BFDB2-4F64-4A5E-BB99-98563E0A24A8}">
      <dsp:nvSpPr>
        <dsp:cNvPr id="0" name=""/>
        <dsp:cNvSpPr/>
      </dsp:nvSpPr>
      <dsp:spPr>
        <a:xfrm rot="5400000">
          <a:off x="3057848" y="1728989"/>
          <a:ext cx="695658" cy="7919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2D770-F098-4B32-9386-4E421FDC5C8F}">
      <dsp:nvSpPr>
        <dsp:cNvPr id="0" name=""/>
        <dsp:cNvSpPr/>
      </dsp:nvSpPr>
      <dsp:spPr>
        <a:xfrm>
          <a:off x="2873540" y="957838"/>
          <a:ext cx="1171079" cy="8197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POC</a:t>
          </a:r>
        </a:p>
      </dsp:txBody>
      <dsp:txXfrm>
        <a:off x="2913562" y="997860"/>
        <a:ext cx="1091035" cy="739673"/>
      </dsp:txXfrm>
    </dsp:sp>
    <dsp:sp modelId="{2A35A16E-A63A-4887-99EB-0A03A77125DA}">
      <dsp:nvSpPr>
        <dsp:cNvPr id="0" name=""/>
        <dsp:cNvSpPr/>
      </dsp:nvSpPr>
      <dsp:spPr>
        <a:xfrm>
          <a:off x="4019341" y="1036017"/>
          <a:ext cx="1030595" cy="66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Prove Installation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Gather evidence</a:t>
          </a:r>
        </a:p>
      </dsp:txBody>
      <dsp:txXfrm>
        <a:off x="4019341" y="1036017"/>
        <a:ext cx="1030595" cy="662532"/>
      </dsp:txXfrm>
    </dsp:sp>
    <dsp:sp modelId="{75394E56-6614-422B-929C-ADE66433B89C}">
      <dsp:nvSpPr>
        <dsp:cNvPr id="0" name=""/>
        <dsp:cNvSpPr/>
      </dsp:nvSpPr>
      <dsp:spPr>
        <a:xfrm rot="5400000">
          <a:off x="4028797" y="2649803"/>
          <a:ext cx="695658" cy="7919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0B7DA-A963-40C8-9303-E89BFAD6B311}">
      <dsp:nvSpPr>
        <dsp:cNvPr id="0" name=""/>
        <dsp:cNvSpPr/>
      </dsp:nvSpPr>
      <dsp:spPr>
        <a:xfrm>
          <a:off x="3844490" y="1878651"/>
          <a:ext cx="1171079" cy="8197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ADR</a:t>
          </a:r>
        </a:p>
      </dsp:txBody>
      <dsp:txXfrm>
        <a:off x="3884512" y="1918673"/>
        <a:ext cx="1091035" cy="739673"/>
      </dsp:txXfrm>
    </dsp:sp>
    <dsp:sp modelId="{73FC513C-C00D-42DE-A0FA-48E39703C2B8}">
      <dsp:nvSpPr>
        <dsp:cNvPr id="0" name=""/>
        <dsp:cNvSpPr/>
      </dsp:nvSpPr>
      <dsp:spPr>
        <a:xfrm>
          <a:off x="5015570" y="1956830"/>
          <a:ext cx="851731" cy="66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0F266-5938-477D-A2D5-9A08A03B799A}">
      <dsp:nvSpPr>
        <dsp:cNvPr id="0" name=""/>
        <dsp:cNvSpPr/>
      </dsp:nvSpPr>
      <dsp:spPr>
        <a:xfrm rot="5400000">
          <a:off x="4999747" y="3570616"/>
          <a:ext cx="695658" cy="7919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1AAF7-F0D6-4D23-9CD1-F155B05F3331}">
      <dsp:nvSpPr>
        <dsp:cNvPr id="0" name=""/>
        <dsp:cNvSpPr/>
      </dsp:nvSpPr>
      <dsp:spPr>
        <a:xfrm>
          <a:off x="4815439" y="2799465"/>
          <a:ext cx="1171079" cy="8197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Blueprint</a:t>
          </a:r>
          <a:endParaRPr lang="en-US" sz="1900" kern="1200" dirty="0"/>
        </a:p>
      </dsp:txBody>
      <dsp:txXfrm>
        <a:off x="4855461" y="2839487"/>
        <a:ext cx="1091035" cy="739673"/>
      </dsp:txXfrm>
    </dsp:sp>
    <dsp:sp modelId="{26A69E32-07CB-491E-B8CC-D6FB646990BC}">
      <dsp:nvSpPr>
        <dsp:cNvPr id="0" name=""/>
        <dsp:cNvSpPr/>
      </dsp:nvSpPr>
      <dsp:spPr>
        <a:xfrm>
          <a:off x="5986519" y="2877644"/>
          <a:ext cx="851731" cy="66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DF85F-D0BB-43B5-A93F-6BD316EA2363}">
      <dsp:nvSpPr>
        <dsp:cNvPr id="0" name=""/>
        <dsp:cNvSpPr/>
      </dsp:nvSpPr>
      <dsp:spPr>
        <a:xfrm rot="5400000">
          <a:off x="5970696" y="4491430"/>
          <a:ext cx="695658" cy="79198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DB7DB-990A-4FEE-8AD7-4B84C4AC7431}">
      <dsp:nvSpPr>
        <dsp:cNvPr id="0" name=""/>
        <dsp:cNvSpPr/>
      </dsp:nvSpPr>
      <dsp:spPr>
        <a:xfrm>
          <a:off x="5786389" y="3720278"/>
          <a:ext cx="1171079" cy="8197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Dev/IT</a:t>
          </a:r>
        </a:p>
      </dsp:txBody>
      <dsp:txXfrm>
        <a:off x="5826411" y="3760300"/>
        <a:ext cx="1091035" cy="739673"/>
      </dsp:txXfrm>
    </dsp:sp>
    <dsp:sp modelId="{913AC81A-CBF1-4F70-BA36-04D7AA23E4B8}">
      <dsp:nvSpPr>
        <dsp:cNvPr id="0" name=""/>
        <dsp:cNvSpPr/>
      </dsp:nvSpPr>
      <dsp:spPr>
        <a:xfrm>
          <a:off x="6957469" y="3798457"/>
          <a:ext cx="851731" cy="66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4F6B52-7B60-40FD-8C0D-39F25ACF02EE}">
      <dsp:nvSpPr>
        <dsp:cNvPr id="0" name=""/>
        <dsp:cNvSpPr/>
      </dsp:nvSpPr>
      <dsp:spPr>
        <a:xfrm>
          <a:off x="6757338" y="4641092"/>
          <a:ext cx="1171079" cy="81971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UAT and PROD</a:t>
          </a:r>
        </a:p>
      </dsp:txBody>
      <dsp:txXfrm>
        <a:off x="6797360" y="4681114"/>
        <a:ext cx="1091035" cy="7396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70D84-5209-45DC-9E8C-A9E0C2279620}">
      <dsp:nvSpPr>
        <dsp:cNvPr id="0" name=""/>
        <dsp:cNvSpPr/>
      </dsp:nvSpPr>
      <dsp:spPr>
        <a:xfrm rot="5400000">
          <a:off x="2074077" y="496048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9357D7-C3C2-41D2-94B1-AB4A257286F8}">
      <dsp:nvSpPr>
        <dsp:cNvPr id="0" name=""/>
        <dsp:cNvSpPr/>
      </dsp:nvSpPr>
      <dsp:spPr>
        <a:xfrm>
          <a:off x="1964299" y="36731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Get Blueprint Repo</a:t>
          </a:r>
        </a:p>
      </dsp:txBody>
      <dsp:txXfrm>
        <a:off x="1988137" y="60569"/>
        <a:ext cx="649847" cy="440567"/>
      </dsp:txXfrm>
    </dsp:sp>
    <dsp:sp modelId="{066C85A8-C59C-4A5B-8F4D-A8021A1304DA}">
      <dsp:nvSpPr>
        <dsp:cNvPr id="0" name=""/>
        <dsp:cNvSpPr/>
      </dsp:nvSpPr>
      <dsp:spPr>
        <a:xfrm>
          <a:off x="2661822" y="83296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CB148D-E1BB-F049-AE1F-7A4CB8A5E5F9}">
      <dsp:nvSpPr>
        <dsp:cNvPr id="0" name=""/>
        <dsp:cNvSpPr/>
      </dsp:nvSpPr>
      <dsp:spPr>
        <a:xfrm rot="5400000">
          <a:off x="2652398" y="1044133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C590C-4673-9A4E-B5FB-4309036EF8A0}">
      <dsp:nvSpPr>
        <dsp:cNvPr id="0" name=""/>
        <dsp:cNvSpPr/>
      </dsp:nvSpPr>
      <dsp:spPr>
        <a:xfrm>
          <a:off x="2542620" y="585190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Create SD3</a:t>
          </a:r>
          <a:endParaRPr lang="en-US" sz="700" kern="1200" dirty="0">
            <a:solidFill>
              <a:schemeClr val="bg1"/>
            </a:solidFill>
          </a:endParaRPr>
        </a:p>
      </dsp:txBody>
      <dsp:txXfrm>
        <a:off x="2566458" y="609028"/>
        <a:ext cx="649847" cy="440567"/>
      </dsp:txXfrm>
    </dsp:sp>
    <dsp:sp modelId="{53836D36-AC1C-3E4B-A5FE-23558672A6C2}">
      <dsp:nvSpPr>
        <dsp:cNvPr id="0" name=""/>
        <dsp:cNvSpPr/>
      </dsp:nvSpPr>
      <dsp:spPr>
        <a:xfrm>
          <a:off x="3240143" y="631755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ED660C-92EE-0446-9C67-4EEB946AE2F0}">
      <dsp:nvSpPr>
        <dsp:cNvPr id="0" name=""/>
        <dsp:cNvSpPr/>
      </dsp:nvSpPr>
      <dsp:spPr>
        <a:xfrm rot="5400000">
          <a:off x="3230719" y="1592965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7D398-551C-024D-A786-9CDAC7BD056D}">
      <dsp:nvSpPr>
        <dsp:cNvPr id="0" name=""/>
        <dsp:cNvSpPr/>
      </dsp:nvSpPr>
      <dsp:spPr>
        <a:xfrm>
          <a:off x="3120941" y="1133649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  <a:hlinkClick xmlns:r="http://schemas.openxmlformats.org/officeDocument/2006/relationships"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Threat Model</a:t>
          </a:r>
          <a:endParaRPr lang="en-US" sz="700" kern="1200" dirty="0">
            <a:solidFill>
              <a:schemeClr val="bg1"/>
            </a:solidFill>
          </a:endParaRPr>
        </a:p>
      </dsp:txBody>
      <dsp:txXfrm>
        <a:off x="3144779" y="1157487"/>
        <a:ext cx="649847" cy="440567"/>
      </dsp:txXfrm>
    </dsp:sp>
    <dsp:sp modelId="{295C5E3A-0564-904B-A3C4-7A16A12ACD50}">
      <dsp:nvSpPr>
        <dsp:cNvPr id="0" name=""/>
        <dsp:cNvSpPr/>
      </dsp:nvSpPr>
      <dsp:spPr>
        <a:xfrm>
          <a:off x="3818464" y="1180214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394E56-6614-422B-929C-ADE66433B89C}">
      <dsp:nvSpPr>
        <dsp:cNvPr id="0" name=""/>
        <dsp:cNvSpPr/>
      </dsp:nvSpPr>
      <dsp:spPr>
        <a:xfrm rot="5400000">
          <a:off x="3809040" y="2141424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0B7DA-A963-40C8-9303-E89BFAD6B311}">
      <dsp:nvSpPr>
        <dsp:cNvPr id="0" name=""/>
        <dsp:cNvSpPr/>
      </dsp:nvSpPr>
      <dsp:spPr>
        <a:xfrm>
          <a:off x="3699262" y="1682107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Implement Controls</a:t>
          </a:r>
        </a:p>
      </dsp:txBody>
      <dsp:txXfrm>
        <a:off x="3723100" y="1705945"/>
        <a:ext cx="649847" cy="440567"/>
      </dsp:txXfrm>
    </dsp:sp>
    <dsp:sp modelId="{73FC513C-C00D-42DE-A0FA-48E39703C2B8}">
      <dsp:nvSpPr>
        <dsp:cNvPr id="0" name=""/>
        <dsp:cNvSpPr/>
      </dsp:nvSpPr>
      <dsp:spPr>
        <a:xfrm>
          <a:off x="4396785" y="1728672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0F266-5938-477D-A2D5-9A08A03B799A}">
      <dsp:nvSpPr>
        <dsp:cNvPr id="0" name=""/>
        <dsp:cNvSpPr/>
      </dsp:nvSpPr>
      <dsp:spPr>
        <a:xfrm rot="5400000">
          <a:off x="4387360" y="2689882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1AAF7-F0D6-4D23-9CD1-F155B05F3331}">
      <dsp:nvSpPr>
        <dsp:cNvPr id="0" name=""/>
        <dsp:cNvSpPr/>
      </dsp:nvSpPr>
      <dsp:spPr>
        <a:xfrm>
          <a:off x="4277583" y="2230566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Create Scanning Policies</a:t>
          </a:r>
        </a:p>
      </dsp:txBody>
      <dsp:txXfrm>
        <a:off x="4301421" y="2254404"/>
        <a:ext cx="649847" cy="440567"/>
      </dsp:txXfrm>
    </dsp:sp>
    <dsp:sp modelId="{26A69E32-07CB-491E-B8CC-D6FB646990BC}">
      <dsp:nvSpPr>
        <dsp:cNvPr id="0" name=""/>
        <dsp:cNvSpPr/>
      </dsp:nvSpPr>
      <dsp:spPr>
        <a:xfrm>
          <a:off x="4975106" y="2277131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DF85F-D0BB-43B5-A93F-6BD316EA2363}">
      <dsp:nvSpPr>
        <dsp:cNvPr id="0" name=""/>
        <dsp:cNvSpPr/>
      </dsp:nvSpPr>
      <dsp:spPr>
        <a:xfrm rot="5400000">
          <a:off x="4965681" y="3238341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DB7DB-990A-4FEE-8AD7-4B84C4AC7431}">
      <dsp:nvSpPr>
        <dsp:cNvPr id="0" name=""/>
        <dsp:cNvSpPr/>
      </dsp:nvSpPr>
      <dsp:spPr>
        <a:xfrm>
          <a:off x="4855903" y="2770807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Complete SD3</a:t>
          </a:r>
        </a:p>
      </dsp:txBody>
      <dsp:txXfrm>
        <a:off x="4879741" y="2794645"/>
        <a:ext cx="649847" cy="440567"/>
      </dsp:txXfrm>
    </dsp:sp>
    <dsp:sp modelId="{913AC81A-CBF1-4F70-BA36-04D7AA23E4B8}">
      <dsp:nvSpPr>
        <dsp:cNvPr id="0" name=""/>
        <dsp:cNvSpPr/>
      </dsp:nvSpPr>
      <dsp:spPr>
        <a:xfrm>
          <a:off x="5553426" y="2825590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4D996C-D3B1-9F4C-A587-70B1D534F56B}">
      <dsp:nvSpPr>
        <dsp:cNvPr id="0" name=""/>
        <dsp:cNvSpPr/>
      </dsp:nvSpPr>
      <dsp:spPr>
        <a:xfrm rot="5400000">
          <a:off x="5544002" y="3786800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F6B52-7B60-40FD-8C0D-39F25ACF02EE}">
      <dsp:nvSpPr>
        <dsp:cNvPr id="0" name=""/>
        <dsp:cNvSpPr/>
      </dsp:nvSpPr>
      <dsp:spPr>
        <a:xfrm>
          <a:off x="5434224" y="3327483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Blueprint Demo and Review</a:t>
          </a:r>
        </a:p>
      </dsp:txBody>
      <dsp:txXfrm>
        <a:off x="5458062" y="3351321"/>
        <a:ext cx="649847" cy="440567"/>
      </dsp:txXfrm>
    </dsp:sp>
    <dsp:sp modelId="{A0D40F43-6F39-264C-9909-CF92B9AE7B06}">
      <dsp:nvSpPr>
        <dsp:cNvPr id="0" name=""/>
        <dsp:cNvSpPr/>
      </dsp:nvSpPr>
      <dsp:spPr>
        <a:xfrm>
          <a:off x="6131747" y="3374048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8BC2EC-D6C6-634A-A3ED-9A36E8E1E3E0}">
      <dsp:nvSpPr>
        <dsp:cNvPr id="0" name=""/>
        <dsp:cNvSpPr/>
      </dsp:nvSpPr>
      <dsp:spPr>
        <a:xfrm rot="5400000">
          <a:off x="6122323" y="4335258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C657E0-4FE4-6548-BF17-33D3EE6D7E4A}">
      <dsp:nvSpPr>
        <dsp:cNvPr id="0" name=""/>
        <dsp:cNvSpPr/>
      </dsp:nvSpPr>
      <dsp:spPr>
        <a:xfrm>
          <a:off x="6012545" y="3875942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Address Findings</a:t>
          </a:r>
        </a:p>
      </dsp:txBody>
      <dsp:txXfrm>
        <a:off x="6036383" y="3899780"/>
        <a:ext cx="649847" cy="440567"/>
      </dsp:txXfrm>
    </dsp:sp>
    <dsp:sp modelId="{244982B4-AA45-7942-A1F6-3D2B98DC7763}">
      <dsp:nvSpPr>
        <dsp:cNvPr id="0" name=""/>
        <dsp:cNvSpPr/>
      </dsp:nvSpPr>
      <dsp:spPr>
        <a:xfrm>
          <a:off x="6710068" y="3922507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15EB5D-462B-A147-A9C1-0EE66D70607B}">
      <dsp:nvSpPr>
        <dsp:cNvPr id="0" name=""/>
        <dsp:cNvSpPr/>
      </dsp:nvSpPr>
      <dsp:spPr>
        <a:xfrm rot="5400000">
          <a:off x="6700644" y="4883717"/>
          <a:ext cx="414350" cy="47172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04B1C-7A51-894B-8637-0B9856E6153C}">
      <dsp:nvSpPr>
        <dsp:cNvPr id="0" name=""/>
        <dsp:cNvSpPr/>
      </dsp:nvSpPr>
      <dsp:spPr>
        <a:xfrm>
          <a:off x="6590866" y="4424400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Review &amp; Approvals from Stakeholders</a:t>
          </a:r>
        </a:p>
      </dsp:txBody>
      <dsp:txXfrm>
        <a:off x="6614704" y="4448238"/>
        <a:ext cx="649847" cy="440567"/>
      </dsp:txXfrm>
    </dsp:sp>
    <dsp:sp modelId="{9E632FF8-9EA1-154D-9213-F5645B469A0B}">
      <dsp:nvSpPr>
        <dsp:cNvPr id="0" name=""/>
        <dsp:cNvSpPr/>
      </dsp:nvSpPr>
      <dsp:spPr>
        <a:xfrm>
          <a:off x="7288389" y="4470966"/>
          <a:ext cx="507311" cy="3946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C85581-7F81-6B44-9A56-EA42B0AED617}">
      <dsp:nvSpPr>
        <dsp:cNvPr id="0" name=""/>
        <dsp:cNvSpPr/>
      </dsp:nvSpPr>
      <dsp:spPr>
        <a:xfrm>
          <a:off x="7169187" y="4972859"/>
          <a:ext cx="697523" cy="488243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Raise Change Request and Publish</a:t>
          </a:r>
        </a:p>
      </dsp:txBody>
      <dsp:txXfrm>
        <a:off x="7193025" y="4996697"/>
        <a:ext cx="649847" cy="4405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F77D8-DC9C-4937-B0F6-A07C1B47992B}">
      <dsp:nvSpPr>
        <dsp:cNvPr id="0" name=""/>
        <dsp:cNvSpPr/>
      </dsp:nvSpPr>
      <dsp:spPr>
        <a:xfrm>
          <a:off x="0" y="248869"/>
          <a:ext cx="3785136" cy="196724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kern="1200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Data</a:t>
          </a:r>
        </a:p>
      </dsp:txBody>
      <dsp:txXfrm>
        <a:off x="0" y="248869"/>
        <a:ext cx="3785136" cy="196724"/>
      </dsp:txXfrm>
    </dsp:sp>
    <dsp:sp modelId="{3B300607-3466-4041-B89A-B69221DF7DE0}">
      <dsp:nvSpPr>
        <dsp:cNvPr id="0" name=""/>
        <dsp:cNvSpPr/>
      </dsp:nvSpPr>
      <dsp:spPr>
        <a:xfrm>
          <a:off x="462" y="475755"/>
          <a:ext cx="756842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Data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AI Factsheets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IBM® Match 360 with Watson™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Synthetic Data Generator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Voice Gateway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Discovery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Machine Learning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Machine Learning Accelerator 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OpenScale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Pipelines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462" y="475755"/>
        <a:ext cx="756842" cy="1194408"/>
      </dsp:txXfrm>
    </dsp:sp>
    <dsp:sp modelId="{391815DB-00CB-478D-B53C-B3EBC0852594}">
      <dsp:nvSpPr>
        <dsp:cNvPr id="0" name=""/>
        <dsp:cNvSpPr/>
      </dsp:nvSpPr>
      <dsp:spPr>
        <a:xfrm>
          <a:off x="757304" y="475755"/>
          <a:ext cx="756842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Speech services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Studio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 Assistant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 Orchestrate®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Watsonx.ai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Watsonx.governance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Analytics Engine powered by Apache Spark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Cognos® Analytics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 Refinery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DataStage®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757304" y="475755"/>
        <a:ext cx="756842" cy="1194408"/>
      </dsp:txXfrm>
    </dsp:sp>
    <dsp:sp modelId="{6C24261D-8C55-4ED3-B5CB-4F492FC12A57}">
      <dsp:nvSpPr>
        <dsp:cNvPr id="0" name=""/>
        <dsp:cNvSpPr/>
      </dsp:nvSpPr>
      <dsp:spPr>
        <a:xfrm>
          <a:off x="1514146" y="475755"/>
          <a:ext cx="756842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Db2® Big SQL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Decision Optimization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Execution Engine for Apache Hadoop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Planning Analytics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SPSS® Modeler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Cognos Dashboards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 Privacy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Knowledge Catalog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MANTA Automated Data Lineage</a:t>
          </a:r>
        </a:p>
        <a:p>
          <a:pPr marL="0" lvl="0" indent="0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Product Master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1514146" y="475755"/>
        <a:ext cx="756842" cy="1194408"/>
      </dsp:txXfrm>
    </dsp:sp>
    <dsp:sp modelId="{5030353F-6CE0-4417-841C-AF2B04103828}">
      <dsp:nvSpPr>
        <dsp:cNvPr id="0" name=""/>
        <dsp:cNvSpPr/>
      </dsp:nvSpPr>
      <dsp:spPr>
        <a:xfrm>
          <a:off x="2270989" y="475755"/>
          <a:ext cx="756842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Data Replication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 Data Gate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 Data Management Console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Db2 Warehouse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EDB Postgres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Informix®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MongoDB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Virtual Data Pipeline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Query</a:t>
          </a:r>
          <a:endParaRPr lang="en-US" sz="5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2270989" y="475755"/>
        <a:ext cx="756842" cy="1194408"/>
      </dsp:txXfrm>
    </dsp:sp>
    <dsp:sp modelId="{15B32595-B7D6-41AF-B18D-27BBC535B9C4}">
      <dsp:nvSpPr>
        <dsp:cNvPr id="0" name=""/>
        <dsp:cNvSpPr/>
      </dsp:nvSpPr>
      <dsp:spPr>
        <a:xfrm>
          <a:off x="3027831" y="475755"/>
          <a:ext cx="756842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Watsonx.data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Anaconda Repository for IBM Cloud Pak for Data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RStudio® Server Runtimes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Watson Studio Runtimes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OpenPages®</a:t>
          </a:r>
        </a:p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Data</a:t>
          </a:r>
        </a:p>
      </dsp:txBody>
      <dsp:txXfrm>
        <a:off x="3027831" y="475755"/>
        <a:ext cx="756842" cy="1194408"/>
      </dsp:txXfrm>
    </dsp:sp>
    <dsp:sp modelId="{40C06D26-23C5-4482-8E0F-00B9B029F530}">
      <dsp:nvSpPr>
        <dsp:cNvPr id="0" name=""/>
        <dsp:cNvSpPr/>
      </dsp:nvSpPr>
      <dsp:spPr>
        <a:xfrm>
          <a:off x="0" y="1670163"/>
          <a:ext cx="3785136" cy="132712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F77D8-DC9C-4937-B0F6-A07C1B47992B}">
      <dsp:nvSpPr>
        <dsp:cNvPr id="0" name=""/>
        <dsp:cNvSpPr/>
      </dsp:nvSpPr>
      <dsp:spPr>
        <a:xfrm>
          <a:off x="0" y="248869"/>
          <a:ext cx="3785136" cy="196724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kern="1200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Business Automation</a:t>
          </a:r>
        </a:p>
      </dsp:txBody>
      <dsp:txXfrm>
        <a:off x="0" y="248869"/>
        <a:ext cx="3785136" cy="196724"/>
      </dsp:txXfrm>
    </dsp:sp>
    <dsp:sp modelId="{3B300607-3466-4041-B89A-B69221DF7DE0}">
      <dsp:nvSpPr>
        <dsp:cNvPr id="0" name=""/>
        <dsp:cNvSpPr/>
      </dsp:nvSpPr>
      <dsp:spPr>
        <a:xfrm>
          <a:off x="0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Business Automation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i="0" u="none" kern="1200" dirty="0">
              <a:solidFill>
                <a:srgbClr val="7030A0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FileNet Content Manager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i="0" u="none" kern="1200" dirty="0">
              <a:solidFill>
                <a:srgbClr val="7030A0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Operational Decision Manager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Navigator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Studio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Automation Workstream Services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Application Designer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Automation Decision Services</a:t>
          </a:r>
          <a:endParaRPr lang="en-US" sz="700" kern="1200" dirty="0">
            <a:solidFill>
              <a:schemeClr val="accent3"/>
            </a:solidFill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0" y="475755"/>
        <a:ext cx="1892567" cy="1194408"/>
      </dsp:txXfrm>
    </dsp:sp>
    <dsp:sp modelId="{170D42B0-85AC-4F68-80F6-4C5B34E7E360}">
      <dsp:nvSpPr>
        <dsp:cNvPr id="0" name=""/>
        <dsp:cNvSpPr/>
      </dsp:nvSpPr>
      <dsp:spPr>
        <a:xfrm>
          <a:off x="1892568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Workflow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Automation Document Processing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Enterprise Records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Workflow Process Service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Business Automation Insights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Process Mining</a:t>
          </a:r>
        </a:p>
        <a:p>
          <a:pPr marL="0" lvl="0" indent="0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0" i="0" u="none" kern="1200" dirty="0">
              <a:solidFill>
                <a:schemeClr val="accent3"/>
              </a:solidFill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Robotic Process Automation</a:t>
          </a:r>
        </a:p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1892568" y="475755"/>
        <a:ext cx="1892567" cy="1194408"/>
      </dsp:txXfrm>
    </dsp:sp>
    <dsp:sp modelId="{40C06D26-23C5-4482-8E0F-00B9B029F530}">
      <dsp:nvSpPr>
        <dsp:cNvPr id="0" name=""/>
        <dsp:cNvSpPr/>
      </dsp:nvSpPr>
      <dsp:spPr>
        <a:xfrm>
          <a:off x="0" y="1670163"/>
          <a:ext cx="3785136" cy="132712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F77D8-DC9C-4937-B0F6-A07C1B47992B}">
      <dsp:nvSpPr>
        <dsp:cNvPr id="0" name=""/>
        <dsp:cNvSpPr/>
      </dsp:nvSpPr>
      <dsp:spPr>
        <a:xfrm>
          <a:off x="0" y="248869"/>
          <a:ext cx="3785136" cy="196724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</a:t>
          </a:r>
          <a:r>
            <a:rPr lang="en-US" sz="1400" b="0" u="none" kern="1200" baseline="300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®</a:t>
          </a:r>
          <a:r>
            <a:rPr lang="en-US" sz="1400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Pak for Integration</a:t>
          </a:r>
        </a:p>
      </dsp:txBody>
      <dsp:txXfrm>
        <a:off x="0" y="248869"/>
        <a:ext cx="3785136" cy="196724"/>
      </dsp:txXfrm>
    </dsp:sp>
    <dsp:sp modelId="{3B300607-3466-4041-B89A-B69221DF7DE0}">
      <dsp:nvSpPr>
        <dsp:cNvPr id="0" name=""/>
        <dsp:cNvSpPr/>
      </dsp:nvSpPr>
      <dsp:spPr>
        <a:xfrm>
          <a:off x="0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Integration</a:t>
          </a:r>
          <a:endParaRPr lang="en-US" sz="800" b="0" i="0" u="none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API Connect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App Connect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MQ and IBM MQ Advanced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0" y="475755"/>
        <a:ext cx="1892567" cy="1194408"/>
      </dsp:txXfrm>
    </dsp:sp>
    <dsp:sp modelId="{7D9C06AB-124A-442B-89FC-A8CC99195F12}">
      <dsp:nvSpPr>
        <dsp:cNvPr id="0" name=""/>
        <dsp:cNvSpPr/>
      </dsp:nvSpPr>
      <dsp:spPr>
        <a:xfrm>
          <a:off x="1892568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Event Streams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Event Endpoint Management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Aspera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DataPower Gateway</a:t>
          </a:r>
          <a:endParaRPr lang="en-US" sz="105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1892568" y="475755"/>
        <a:ext cx="1892567" cy="1194408"/>
      </dsp:txXfrm>
    </dsp:sp>
    <dsp:sp modelId="{40C06D26-23C5-4482-8E0F-00B9B029F530}">
      <dsp:nvSpPr>
        <dsp:cNvPr id="0" name=""/>
        <dsp:cNvSpPr/>
      </dsp:nvSpPr>
      <dsp:spPr>
        <a:xfrm>
          <a:off x="0" y="1670163"/>
          <a:ext cx="3785136" cy="132712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F77D8-DC9C-4937-B0F6-A07C1B47992B}">
      <dsp:nvSpPr>
        <dsp:cNvPr id="0" name=""/>
        <dsp:cNvSpPr/>
      </dsp:nvSpPr>
      <dsp:spPr>
        <a:xfrm>
          <a:off x="0" y="248869"/>
          <a:ext cx="3785136" cy="196724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</a:t>
          </a:r>
          <a:r>
            <a:rPr lang="en-US" sz="1400" b="0" u="none" kern="1200" baseline="300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®</a:t>
          </a:r>
          <a:r>
            <a:rPr lang="en-US" sz="1400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Pak for Security</a:t>
          </a:r>
        </a:p>
      </dsp:txBody>
      <dsp:txXfrm>
        <a:off x="0" y="248869"/>
        <a:ext cx="3785136" cy="196724"/>
      </dsp:txXfrm>
    </dsp:sp>
    <dsp:sp modelId="{3B300607-3466-4041-B89A-B69221DF7DE0}">
      <dsp:nvSpPr>
        <dsp:cNvPr id="0" name=""/>
        <dsp:cNvSpPr/>
      </dsp:nvSpPr>
      <dsp:spPr>
        <a:xfrm>
          <a:off x="0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Security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</a:t>
          </a:r>
          <a:r>
            <a:rPr lang="en-US" sz="800" b="0" i="0" u="none" kern="1200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Qradar</a:t>
          </a: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Network Insights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</a:t>
          </a:r>
          <a:r>
            <a:rPr lang="en-US" sz="800" b="0" i="0" u="none" kern="1200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Qradar</a:t>
          </a: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User Behavior Analytics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Qradar SOAR for CP4S</a:t>
          </a:r>
          <a:endParaRPr lang="pt-BR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Guardium Insights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0" y="475755"/>
        <a:ext cx="1892567" cy="1194408"/>
      </dsp:txXfrm>
    </dsp:sp>
    <dsp:sp modelId="{7E614EFA-8799-4E8A-B1EB-FB9D03D79CC5}">
      <dsp:nvSpPr>
        <dsp:cNvPr id="0" name=""/>
        <dsp:cNvSpPr/>
      </dsp:nvSpPr>
      <dsp:spPr>
        <a:xfrm>
          <a:off x="1892568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Data Explorer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Threat Intelligence Insights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Risk Manager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Security Threat Investigator</a:t>
          </a:r>
          <a:endParaRPr lang="en-US" sz="9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1892568" y="475755"/>
        <a:ext cx="1892567" cy="1194408"/>
      </dsp:txXfrm>
    </dsp:sp>
    <dsp:sp modelId="{40C06D26-23C5-4482-8E0F-00B9B029F530}">
      <dsp:nvSpPr>
        <dsp:cNvPr id="0" name=""/>
        <dsp:cNvSpPr/>
      </dsp:nvSpPr>
      <dsp:spPr>
        <a:xfrm>
          <a:off x="0" y="1670163"/>
          <a:ext cx="3785136" cy="132712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F77D8-DC9C-4937-B0F6-A07C1B47992B}">
      <dsp:nvSpPr>
        <dsp:cNvPr id="0" name=""/>
        <dsp:cNvSpPr/>
      </dsp:nvSpPr>
      <dsp:spPr>
        <a:xfrm>
          <a:off x="0" y="248869"/>
          <a:ext cx="3785136" cy="196724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kern="1200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Applications</a:t>
          </a:r>
        </a:p>
      </dsp:txBody>
      <dsp:txXfrm>
        <a:off x="0" y="248869"/>
        <a:ext cx="3785136" cy="196724"/>
      </dsp:txXfrm>
    </dsp:sp>
    <dsp:sp modelId="{3B300607-3466-4041-B89A-B69221DF7DE0}">
      <dsp:nvSpPr>
        <dsp:cNvPr id="0" name=""/>
        <dsp:cNvSpPr/>
      </dsp:nvSpPr>
      <dsp:spPr>
        <a:xfrm>
          <a:off x="0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Applications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WebSphere Application Server Network Deployment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WebSphere Application Server Liberty Core WebSphere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Application Server Migration Toolkit</a:t>
          </a:r>
          <a:endParaRPr lang="en-US" sz="900" b="0" i="0" u="none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0" y="475755"/>
        <a:ext cx="1892567" cy="1194408"/>
      </dsp:txXfrm>
    </dsp:sp>
    <dsp:sp modelId="{170D42B0-85AC-4F68-80F6-4C5B34E7E360}">
      <dsp:nvSpPr>
        <dsp:cNvPr id="0" name=""/>
        <dsp:cNvSpPr/>
      </dsp:nvSpPr>
      <dsp:spPr>
        <a:xfrm>
          <a:off x="1892568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Red Hat Runtimes: </a:t>
          </a:r>
          <a:r>
            <a:rPr lang="en-US" sz="800" b="0" i="0" u="none" kern="1200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Quarkus</a:t>
          </a: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, </a:t>
          </a:r>
          <a:r>
            <a:rPr lang="en-US" sz="800" b="0" i="0" u="none" kern="1200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Sping</a:t>
          </a: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 Boot, </a:t>
          </a:r>
          <a:r>
            <a:rPr lang="en-US" sz="800" b="0" i="0" u="none" kern="1200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Vert.x</a:t>
          </a: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, NodeJS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Transformation Advisor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Mono2Micro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WebSphere Application Server Migration Toolkit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1892568" y="475755"/>
        <a:ext cx="1892567" cy="1194408"/>
      </dsp:txXfrm>
    </dsp:sp>
    <dsp:sp modelId="{40C06D26-23C5-4482-8E0F-00B9B029F530}">
      <dsp:nvSpPr>
        <dsp:cNvPr id="0" name=""/>
        <dsp:cNvSpPr/>
      </dsp:nvSpPr>
      <dsp:spPr>
        <a:xfrm>
          <a:off x="0" y="1670163"/>
          <a:ext cx="3785136" cy="132712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F77D8-DC9C-4937-B0F6-A07C1B47992B}">
      <dsp:nvSpPr>
        <dsp:cNvPr id="0" name=""/>
        <dsp:cNvSpPr/>
      </dsp:nvSpPr>
      <dsp:spPr>
        <a:xfrm>
          <a:off x="0" y="248869"/>
          <a:ext cx="3785136" cy="196724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IBM Cloud</a:t>
          </a:r>
          <a:r>
            <a:rPr lang="en-US" sz="1400" b="0" u="none" kern="1200" baseline="30000" dirty="0">
              <a:latin typeface="U.S. Bank Circular" panose="020B0504010101010104" pitchFamily="34" charset="0"/>
              <a:cs typeface="U.S. Bank Circular" panose="020B0504010101010104" pitchFamily="34" charset="0"/>
            </a:rPr>
            <a:t>®</a:t>
          </a:r>
          <a:r>
            <a:rPr lang="en-US" sz="14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 Pak for AIOps</a:t>
          </a:r>
        </a:p>
      </dsp:txBody>
      <dsp:txXfrm>
        <a:off x="0" y="248869"/>
        <a:ext cx="3785136" cy="196724"/>
      </dsp:txXfrm>
    </dsp:sp>
    <dsp:sp modelId="{3B300607-3466-4041-B89A-B69221DF7DE0}">
      <dsp:nvSpPr>
        <dsp:cNvPr id="0" name=""/>
        <dsp:cNvSpPr/>
      </dsp:nvSpPr>
      <dsp:spPr>
        <a:xfrm>
          <a:off x="0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for AIOps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Integration and Data Ingestion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AI Modelling and Training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Resource Management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Topology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Log Anomaly Detection</a:t>
          </a:r>
        </a:p>
        <a:p>
          <a:pPr marL="0" lvl="0" indent="0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Metric Anomaly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0" y="475755"/>
        <a:ext cx="1892567" cy="1194408"/>
      </dsp:txXfrm>
    </dsp:sp>
    <dsp:sp modelId="{170D42B0-85AC-4F68-80F6-4C5B34E7E360}">
      <dsp:nvSpPr>
        <dsp:cNvPr id="0" name=""/>
        <dsp:cNvSpPr/>
      </dsp:nvSpPr>
      <dsp:spPr>
        <a:xfrm>
          <a:off x="1892568" y="475755"/>
          <a:ext cx="1892567" cy="11944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Event Grouping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Similar Ticket Comparison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Incidents and Alerts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 err="1">
              <a:latin typeface="U.S. Bank Circular Light" panose="020B0404010101010104" pitchFamily="34" charset="0"/>
              <a:cs typeface="U.S. Bank Circular Light" panose="020B0404010101010104" pitchFamily="34" charset="0"/>
            </a:rPr>
            <a:t>ChatOps</a:t>
          </a:r>
          <a:endParaRPr lang="en-US" sz="800" b="0" i="0" u="none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Automations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Change Risk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u="none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Infrastructure Automation</a:t>
          </a:r>
          <a:endParaRPr lang="en-US" sz="800" kern="1200" dirty="0">
            <a:latin typeface="U.S. Bank Circular Light" panose="020B0404010101010104" pitchFamily="34" charset="0"/>
            <a:cs typeface="U.S. Bank Circular Light" panose="020B0404010101010104" pitchFamily="34" charset="0"/>
          </a:endParaRPr>
        </a:p>
      </dsp:txBody>
      <dsp:txXfrm>
        <a:off x="1892568" y="475755"/>
        <a:ext cx="1892567" cy="1194408"/>
      </dsp:txXfrm>
    </dsp:sp>
    <dsp:sp modelId="{40C06D26-23C5-4482-8E0F-00B9B029F530}">
      <dsp:nvSpPr>
        <dsp:cNvPr id="0" name=""/>
        <dsp:cNvSpPr/>
      </dsp:nvSpPr>
      <dsp:spPr>
        <a:xfrm>
          <a:off x="0" y="1670163"/>
          <a:ext cx="3785136" cy="132712"/>
        </a:xfrm>
        <a:prstGeom prst="rect">
          <a:avLst/>
        </a:prstGeom>
        <a:solidFill>
          <a:schemeClr val="dk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765DB-B132-407D-AE69-A23795929E7B}">
      <dsp:nvSpPr>
        <dsp:cNvPr id="0" name=""/>
        <dsp:cNvSpPr/>
      </dsp:nvSpPr>
      <dsp:spPr>
        <a:xfrm>
          <a:off x="3748" y="474709"/>
          <a:ext cx="7670188" cy="305860"/>
        </a:xfrm>
        <a:prstGeom prst="roundRect">
          <a:avLst>
            <a:gd name="adj" fmla="val 10000"/>
          </a:avLst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U.S. Bank Circular" panose="020B0504010101010104" pitchFamily="34" charset="0"/>
              <a:cs typeface="U.S. Bank Circular" panose="020B0504010101010104" pitchFamily="34" charset="0"/>
            </a:rPr>
            <a:t>RedHat OpenShift Container Platform (OCP)</a:t>
          </a:r>
        </a:p>
      </dsp:txBody>
      <dsp:txXfrm>
        <a:off x="12706" y="483667"/>
        <a:ext cx="7652272" cy="287944"/>
      </dsp:txXfrm>
    </dsp:sp>
    <dsp:sp modelId="{80076D42-C4D9-4DCF-9737-60FEAE2FE783}">
      <dsp:nvSpPr>
        <dsp:cNvPr id="0" name=""/>
        <dsp:cNvSpPr/>
      </dsp:nvSpPr>
      <dsp:spPr>
        <a:xfrm>
          <a:off x="3748" y="479"/>
          <a:ext cx="7670188" cy="305860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U.S. Bank Circular Light" panose="020B0404010101010104" pitchFamily="34" charset="0"/>
              <a:cs typeface="U.S. Bank Circular Light" panose="020B0404010101010104" pitchFamily="34" charset="0"/>
            </a:rPr>
            <a:t>IBM Cloud Pak foundational services</a:t>
          </a:r>
        </a:p>
      </dsp:txBody>
      <dsp:txXfrm>
        <a:off x="12706" y="9437"/>
        <a:ext cx="7652272" cy="2879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C4101-8F92-4E48-9C56-D904C73AAEB5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9555F-6B84-4E1C-8AE3-575D47385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5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9555F-6B84-4E1C-8AE3-575D473852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58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9555F-6B84-4E1C-8AE3-575D473852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5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817B6-6303-59CB-89B3-9D5721B3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CDE27-32EC-6EF7-FCB2-42C891E4D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8C2BB-9976-C1FB-7FAA-DCB0A51D6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36E2C-6E6A-EC56-84E9-60946B1A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9555F-6B84-4E1C-8AE3-575D473852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2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9555F-6B84-4E1C-8AE3-575D473852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82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ption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9DBAE0F-D249-46C2-8A86-2D68A7BE7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0D75CF8-542A-4614-AD18-BE112FCD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-1"/>
            <a:ext cx="9150363" cy="6719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D2081-CF64-49D3-87FE-7D8FFADE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265382"/>
            <a:ext cx="8229599" cy="2244581"/>
          </a:xfrm>
        </p:spPr>
        <p:txBody>
          <a:bodyPr lIns="0" rIns="0" anchor="ctr" anchorCtr="0">
            <a:norm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341D3-4A80-4EE2-981C-52D067FA2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7"/>
            <a:ext cx="8229600" cy="9144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U.S. Bank Circular Book" panose="020B0504010101010104" pitchFamily="34" charset="0"/>
                <a:cs typeface="U.S. Bank Circular Book" panose="020B05040101010101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74155D-F45A-4DAB-83B6-CA6B677D9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772" y="618890"/>
            <a:ext cx="3654028" cy="355444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400" b="0" cap="none" baseline="0">
                <a:solidFill>
                  <a:schemeClr val="accent1"/>
                </a:solidFill>
                <a:latin typeface="U.S. Bank Circular Book" panose="020B0504010101010104" pitchFamily="34" charset="0"/>
                <a:cs typeface="U.S. Bank Circular Book" panose="020B0504010101010104" pitchFamily="34" charset="0"/>
              </a:defRPr>
            </a:lvl1pPr>
            <a:lvl2pPr marL="342900" indent="0" algn="r">
              <a:buNone/>
              <a:defRPr>
                <a:solidFill>
                  <a:schemeClr val="accent1"/>
                </a:solidFill>
              </a:defRPr>
            </a:lvl2pPr>
            <a:lvl3pPr marL="685800" indent="0" algn="r">
              <a:buNone/>
              <a:defRPr>
                <a:solidFill>
                  <a:schemeClr val="accent1"/>
                </a:solidFill>
              </a:defRPr>
            </a:lvl3pPr>
            <a:lvl4pPr marL="1028700" indent="0" algn="r">
              <a:buNone/>
              <a:defRPr>
                <a:solidFill>
                  <a:schemeClr val="accent1"/>
                </a:solidFill>
              </a:defRPr>
            </a:lvl4pPr>
            <a:lvl5pPr marL="1371600" indent="0" algn="r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2233A1-1CEA-40CE-96E5-96150C3EA143}"/>
              </a:ext>
            </a:extLst>
          </p:cNvPr>
          <p:cNvSpPr txBox="1"/>
          <p:nvPr/>
        </p:nvSpPr>
        <p:spPr>
          <a:xfrm>
            <a:off x="469675" y="6497320"/>
            <a:ext cx="197739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U.S. Bank | Internal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39775B-351F-4E4C-BBE3-760CE8434F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6" y="464441"/>
            <a:ext cx="3200386" cy="395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1BAE1C-A0DE-4842-885B-951D9626F05C}"/>
              </a:ext>
            </a:extLst>
          </p:cNvPr>
          <p:cNvSpPr txBox="1"/>
          <p:nvPr userDrawn="1"/>
        </p:nvSpPr>
        <p:spPr>
          <a:xfrm>
            <a:off x="5293420" y="6163921"/>
            <a:ext cx="3858460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 algn="l" defTabSz="1018824">
              <a:lnSpc>
                <a:spcPct val="100000"/>
              </a:lnSpc>
            </a:pP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Investment and insurance products and services including annuities are:</a:t>
            </a:r>
          </a:p>
          <a:p>
            <a:pPr lvl="0" algn="l" defTabSz="1018824">
              <a:lnSpc>
                <a:spcPct val="100000"/>
              </a:lnSpc>
            </a:pP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NOT A DEPOSIT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NOT FDIC INSURED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MAY LOSE VALUE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NOT BANK GUARANTEED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NOT INSURED BY ANY FEDERAL GOVERNMENT AGENCY</a:t>
            </a:r>
          </a:p>
        </p:txBody>
      </p:sp>
    </p:spTree>
    <p:extLst>
      <p:ext uri="{BB962C8B-B14F-4D97-AF65-F5344CB8AC3E}">
        <p14:creationId xmlns:p14="http://schemas.microsoft.com/office/powerpoint/2010/main" val="791846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  <p15:guide id="3" pos="288">
          <p15:clr>
            <a:srgbClr val="FBAE40"/>
          </p15:clr>
        </p15:guide>
        <p15:guide id="4" pos="7392">
          <p15:clr>
            <a:srgbClr val="FBAE40"/>
          </p15:clr>
        </p15:guide>
        <p15:guide id="5" pos="7536">
          <p15:clr>
            <a:srgbClr val="FBAE40"/>
          </p15:clr>
        </p15:guide>
        <p15:guide id="6" orient="horz" pos="144">
          <p15:clr>
            <a:srgbClr val="FBAE40"/>
          </p15:clr>
        </p15:guide>
        <p15:guide id="7" orient="horz" pos="288">
          <p15:clr>
            <a:srgbClr val="FBAE40"/>
          </p15:clr>
        </p15:guide>
        <p15:guide id="8" orient="horz" pos="4176">
          <p15:clr>
            <a:srgbClr val="FBAE40"/>
          </p15:clr>
        </p15:guide>
        <p15:guide id="9" orient="horz" pos="4032">
          <p15:clr>
            <a:srgbClr val="FBAE40"/>
          </p15:clr>
        </p15:guide>
        <p15:guide id="10" pos="576">
          <p15:clr>
            <a:srgbClr val="FBAE40"/>
          </p15:clr>
        </p15:guide>
        <p15:guide id="11" pos="7104">
          <p15:clr>
            <a:srgbClr val="FBAE40"/>
          </p15:clr>
        </p15:guide>
        <p15:guide id="12" pos="5472" userDrawn="1">
          <p15:clr>
            <a:srgbClr val="FBAE40"/>
          </p15:clr>
        </p15:guide>
        <p15:guide id="13" pos="5616" userDrawn="1">
          <p15:clr>
            <a:srgbClr val="FBAE40"/>
          </p15:clr>
        </p15:guide>
        <p15:guide id="14" orient="horz" pos="4224" userDrawn="1">
          <p15:clr>
            <a:srgbClr val="FBAE40"/>
          </p15:clr>
        </p15:guide>
        <p15:guide id="15" orient="horz" pos="5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CCDE877-B958-4E94-8061-E0EC1C2A1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763356-1669-4525-97FB-0F3653BB0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-1"/>
            <a:ext cx="9150363" cy="6719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D2081-CF64-49D3-87FE-7D8FFADE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265382"/>
            <a:ext cx="8217125" cy="2244581"/>
          </a:xfrm>
        </p:spPr>
        <p:txBody>
          <a:bodyPr lIns="0" rIns="0" anchor="ctr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341D3-4A80-4EE2-981C-52D067FA2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8217125" cy="914400"/>
          </a:xfrm>
        </p:spPr>
        <p:txBody>
          <a:bodyPr lIns="0" rIns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U.S. Bank Circular Book" panose="020B0504010101010104" pitchFamily="34" charset="0"/>
                <a:cs typeface="U.S. Bank Circular Book" panose="020B05040101010101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74155D-F45A-4DAB-83B6-CA6B677D9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618890"/>
            <a:ext cx="3654028" cy="355444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400" b="0" cap="none" baseline="0">
                <a:solidFill>
                  <a:schemeClr val="tx1"/>
                </a:solidFill>
                <a:latin typeface="U.S. Bank Circular Book" panose="020B0504010101010104" pitchFamily="34" charset="0"/>
                <a:cs typeface="U.S. Bank Circular Book" panose="020B0504010101010104" pitchFamily="34" charset="0"/>
              </a:defRPr>
            </a:lvl1pPr>
            <a:lvl2pPr marL="342900" indent="0" algn="r">
              <a:buNone/>
              <a:defRPr>
                <a:solidFill>
                  <a:schemeClr val="accent1"/>
                </a:solidFill>
              </a:defRPr>
            </a:lvl2pPr>
            <a:lvl3pPr marL="685800" indent="0" algn="r">
              <a:buNone/>
              <a:defRPr>
                <a:solidFill>
                  <a:schemeClr val="accent1"/>
                </a:solidFill>
              </a:defRPr>
            </a:lvl3pPr>
            <a:lvl4pPr marL="1028700" indent="0" algn="r">
              <a:buNone/>
              <a:defRPr>
                <a:solidFill>
                  <a:schemeClr val="accent1"/>
                </a:solidFill>
              </a:defRPr>
            </a:lvl4pPr>
            <a:lvl5pPr marL="1371600" indent="0" algn="r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C29DB-8F81-4474-B400-0C7CEDE2031E}"/>
              </a:ext>
            </a:extLst>
          </p:cNvPr>
          <p:cNvSpPr txBox="1"/>
          <p:nvPr userDrawn="1"/>
        </p:nvSpPr>
        <p:spPr>
          <a:xfrm>
            <a:off x="469675" y="6497320"/>
            <a:ext cx="197739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U.S. Bank | Internal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2DFB4E-4C4A-4508-B639-428D99DA53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6" y="464441"/>
            <a:ext cx="3200386" cy="395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74BE87-E194-448B-BFFA-14C719157398}"/>
              </a:ext>
            </a:extLst>
          </p:cNvPr>
          <p:cNvSpPr txBox="1"/>
          <p:nvPr userDrawn="1"/>
        </p:nvSpPr>
        <p:spPr>
          <a:xfrm>
            <a:off x="5293420" y="6163921"/>
            <a:ext cx="3858460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lvl="0" algn="l" defTabSz="1018824">
              <a:lnSpc>
                <a:spcPct val="100000"/>
              </a:lnSpc>
            </a:pP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Investment and insurance products and services including annuities are:</a:t>
            </a:r>
          </a:p>
          <a:p>
            <a:pPr lvl="0" algn="l" defTabSz="1018824">
              <a:lnSpc>
                <a:spcPct val="100000"/>
              </a:lnSpc>
            </a:pP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NOT A DEPOSIT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NOT FDIC INSURED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MAY LOSE VALUE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NOT BANK GUARANTEED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rPr>
              <a:t>● </a:t>
            </a:r>
            <a:r>
              <a:rPr lang="en-US" sz="1000" b="1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NOT INSURED BY ANY FEDERAL GOVERNMENT AGENCY</a:t>
            </a:r>
          </a:p>
        </p:txBody>
      </p:sp>
    </p:spTree>
    <p:extLst>
      <p:ext uri="{BB962C8B-B14F-4D97-AF65-F5344CB8AC3E}">
        <p14:creationId xmlns:p14="http://schemas.microsoft.com/office/powerpoint/2010/main" val="3515324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  <p15:guide id="3" pos="288">
          <p15:clr>
            <a:srgbClr val="FBAE40"/>
          </p15:clr>
        </p15:guide>
        <p15:guide id="4" pos="7392">
          <p15:clr>
            <a:srgbClr val="FBAE40"/>
          </p15:clr>
        </p15:guide>
        <p15:guide id="5" pos="7536">
          <p15:clr>
            <a:srgbClr val="FBAE40"/>
          </p15:clr>
        </p15:guide>
        <p15:guide id="6" orient="horz" pos="144">
          <p15:clr>
            <a:srgbClr val="FBAE40"/>
          </p15:clr>
        </p15:guide>
        <p15:guide id="7" orient="horz" pos="516" userDrawn="1">
          <p15:clr>
            <a:srgbClr val="FBAE40"/>
          </p15:clr>
        </p15:guide>
        <p15:guide id="8" orient="horz" pos="4176">
          <p15:clr>
            <a:srgbClr val="FBAE40"/>
          </p15:clr>
        </p15:guide>
        <p15:guide id="9" orient="horz" pos="4032">
          <p15:clr>
            <a:srgbClr val="FBAE40"/>
          </p15:clr>
        </p15:guide>
        <p15:guide id="10" pos="576">
          <p15:clr>
            <a:srgbClr val="FBAE40"/>
          </p15:clr>
        </p15:guide>
        <p15:guide id="11" pos="7104">
          <p15:clr>
            <a:srgbClr val="FBAE40"/>
          </p15:clr>
        </p15:guide>
        <p15:guide id="12" orient="horz" pos="422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DB958C8F-6C43-4DAC-A4E8-1031FD41D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-1"/>
            <a:ext cx="9150363" cy="6719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D2081-CF64-49D3-87FE-7D8FFADE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22729"/>
            <a:ext cx="8229600" cy="954742"/>
          </a:xfrm>
        </p:spPr>
        <p:txBody>
          <a:bodyPr lIns="0" rIns="0" anchor="ctr" anchorCtr="0">
            <a:normAutofit/>
          </a:bodyPr>
          <a:lstStyle>
            <a:lvl1pPr algn="l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5D7FC-FABA-49C0-9459-60621061C2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361921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0AE0334-EA06-492B-8245-C7625DCD35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7200" y="1656764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93E819C-0862-4261-A916-351A800C4F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2314423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BC6AB3-EDC5-4F08-9811-DC3899F1D4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611013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D8B5AC3-7220-4ADD-889F-AD42D72F9A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266705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EE21F83-20B3-433C-A161-F1AAC643E1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565674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2B1B97D-3715-4C44-BDFE-4E1C4067EF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238609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96F2AAC-44AE-4489-A6C7-2896EC2B67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4522657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5E1CE38-56BB-4623-974B-833BE683CD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86784" y="1361921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2F017C57-884F-4B09-9CE2-2742C8B457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86784" y="1656764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B9C6AE8-C018-4CC3-9D88-F5B0CA12F8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6784" y="2314423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F04CA00-0031-4D27-9ACB-DD56F3EFE3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986784" y="2611013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1EC44BE-423E-47D6-AA21-E367F8206B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86784" y="3266705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41380CC5-7C62-495E-9CE1-366DC1EB72C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986784" y="3565674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9CF8D2D-F8BF-403A-8583-BF87C9C13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86784" y="4238609"/>
            <a:ext cx="3425712" cy="284049"/>
          </a:xfrm>
        </p:spPr>
        <p:txBody>
          <a:bodyPr lIns="0" rIns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>
                <a:solidFill>
                  <a:schemeClr val="accent1"/>
                </a:solidFill>
              </a:defRPr>
            </a:lvl2pPr>
            <a:lvl3pPr marL="685800" indent="0"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C50128F6-EF27-410D-9EA1-3461B547D04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986784" y="4522657"/>
            <a:ext cx="3425712" cy="576072"/>
          </a:xfrm>
        </p:spPr>
        <p:txBody>
          <a:bodyPr lIns="0" rIns="0"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1"/>
                </a:solidFill>
                <a:latin typeface="U.S. Bank Circular" panose="020B0504010101010104" pitchFamily="34" charset="0"/>
                <a:ea typeface="+mn-ea"/>
                <a:cs typeface="U.S. Bank Circular" panose="020B0504010101010104" pitchFamily="34" charset="0"/>
              </a:defRPr>
            </a:lvl1pPr>
            <a:lvl2pPr marL="3429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>
              <a:buNone/>
              <a:defRPr lang="en-US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lang="en-US" sz="15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8691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  <p15:guide id="3" pos="288">
          <p15:clr>
            <a:srgbClr val="FBAE40"/>
          </p15:clr>
        </p15:guide>
        <p15:guide id="4" pos="7392">
          <p15:clr>
            <a:srgbClr val="FBAE40"/>
          </p15:clr>
        </p15:guide>
        <p15:guide id="5" pos="7536">
          <p15:clr>
            <a:srgbClr val="FBAE40"/>
          </p15:clr>
        </p15:guide>
        <p15:guide id="6" orient="horz" pos="144">
          <p15:clr>
            <a:srgbClr val="FBAE40"/>
          </p15:clr>
        </p15:guide>
        <p15:guide id="7" orient="horz" pos="288">
          <p15:clr>
            <a:srgbClr val="FBAE40"/>
          </p15:clr>
        </p15:guide>
        <p15:guide id="8" orient="horz" pos="4224" userDrawn="1">
          <p15:clr>
            <a:srgbClr val="FBAE40"/>
          </p15:clr>
        </p15:guide>
        <p15:guide id="9" orient="horz" pos="4032">
          <p15:clr>
            <a:srgbClr val="FBAE40"/>
          </p15:clr>
        </p15:guide>
        <p15:guide id="10" pos="576">
          <p15:clr>
            <a:srgbClr val="FBAE40"/>
          </p15:clr>
        </p15:guide>
        <p15:guide id="11" pos="7104">
          <p15:clr>
            <a:srgbClr val="FBAE40"/>
          </p15:clr>
        </p15:guide>
        <p15:guide id="1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option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5040452-F4D5-4CAB-8F89-084D3D290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9143999" cy="6705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D2081-CF64-49D3-87FE-7D8FFADE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141682"/>
            <a:ext cx="8229600" cy="2244581"/>
          </a:xfrm>
        </p:spPr>
        <p:txBody>
          <a:bodyPr lIns="0" rIns="0" anchor="ctr" anchorCtr="0">
            <a:normAutofit/>
          </a:bodyPr>
          <a:lstStyle>
            <a:lvl1pPr algn="ctr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222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  <p15:guide id="3" pos="288">
          <p15:clr>
            <a:srgbClr val="FBAE40"/>
          </p15:clr>
        </p15:guide>
        <p15:guide id="4" pos="7392">
          <p15:clr>
            <a:srgbClr val="FBAE40"/>
          </p15:clr>
        </p15:guide>
        <p15:guide id="5" pos="7536">
          <p15:clr>
            <a:srgbClr val="FBAE40"/>
          </p15:clr>
        </p15:guide>
        <p15:guide id="6" orient="horz" pos="144">
          <p15:clr>
            <a:srgbClr val="FBAE40"/>
          </p15:clr>
        </p15:guide>
        <p15:guide id="7" orient="horz" pos="288">
          <p15:clr>
            <a:srgbClr val="FBAE40"/>
          </p15:clr>
        </p15:guide>
        <p15:guide id="8" orient="horz" pos="4176">
          <p15:clr>
            <a:srgbClr val="FBAE40"/>
          </p15:clr>
        </p15:guide>
        <p15:guide id="9" orient="horz" pos="4032">
          <p15:clr>
            <a:srgbClr val="FBAE40"/>
          </p15:clr>
        </p15:guide>
        <p15:guide id="10" pos="576">
          <p15:clr>
            <a:srgbClr val="FBAE40"/>
          </p15:clr>
        </p15:guide>
        <p15:guide id="11" pos="7104">
          <p15:clr>
            <a:srgbClr val="FBAE40"/>
          </p15:clr>
        </p15:guide>
        <p15:guide id="12" pos="3840">
          <p15:clr>
            <a:srgbClr val="FBAE40"/>
          </p15:clr>
        </p15:guide>
        <p15:guide id="13" orient="horz" pos="422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B453F1E-4453-47E8-A525-24A66C40E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9143999" cy="6705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D2081-CF64-49D3-87FE-7D8FFADE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139697"/>
            <a:ext cx="8229600" cy="2244581"/>
          </a:xfrm>
        </p:spPr>
        <p:txBody>
          <a:bodyPr lIns="0" rIns="0"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957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  <p15:guide id="3" pos="288">
          <p15:clr>
            <a:srgbClr val="FBAE40"/>
          </p15:clr>
        </p15:guide>
        <p15:guide id="4" pos="7392">
          <p15:clr>
            <a:srgbClr val="FBAE40"/>
          </p15:clr>
        </p15:guide>
        <p15:guide id="5" pos="7536">
          <p15:clr>
            <a:srgbClr val="FBAE40"/>
          </p15:clr>
        </p15:guide>
        <p15:guide id="6" orient="horz" pos="144">
          <p15:clr>
            <a:srgbClr val="FBAE40"/>
          </p15:clr>
        </p15:guide>
        <p15:guide id="7" orient="horz" pos="288">
          <p15:clr>
            <a:srgbClr val="FBAE40"/>
          </p15:clr>
        </p15:guide>
        <p15:guide id="8" orient="horz" pos="4176">
          <p15:clr>
            <a:srgbClr val="FBAE40"/>
          </p15:clr>
        </p15:guide>
        <p15:guide id="9" orient="horz" pos="4032">
          <p15:clr>
            <a:srgbClr val="FBAE40"/>
          </p15:clr>
        </p15:guide>
        <p15:guide id="10" pos="576">
          <p15:clr>
            <a:srgbClr val="FBAE40"/>
          </p15:clr>
        </p15:guide>
        <p15:guide id="11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092ADC5-82D2-47EF-83F4-0A2D2291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29F5A-2B5C-475B-AB66-5F71466E9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 marL="514350" indent="-171450">
              <a:buSzPct val="95000"/>
              <a:buFont typeface="Calibri" panose="020F0502020204030204" pitchFamily="34" charset="0"/>
              <a:buChar char="─"/>
              <a:defRPr sz="2000"/>
            </a:lvl2pPr>
            <a:lvl3pPr marL="857250" indent="-171450">
              <a:buSzPct val="100000"/>
              <a:buFont typeface="Arial" panose="020B0604020202020204" pitchFamily="34" charset="0"/>
              <a:buChar char="•"/>
              <a:defRPr sz="1800"/>
            </a:lvl3pPr>
            <a:lvl4pPr marL="1200150" indent="-171450">
              <a:buSzPct val="100000"/>
              <a:buFont typeface="Arial" panose="020B0604020202020204" pitchFamily="34" charset="0"/>
              <a:buChar char="•"/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4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23850"/>
            <a:ext cx="822960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19200"/>
            <a:ext cx="8229600" cy="4592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1754688"/>
            <a:ext cx="8229600" cy="46461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005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B7B2B57-CCF4-4027-BE6B-45C90746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DA3F2-9ED3-4EB5-B366-FAC42C0E4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25296"/>
            <a:ext cx="4057651" cy="5181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A563-96EB-4A65-86F7-4919FABED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225296"/>
            <a:ext cx="4059936" cy="5181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836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ymb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B7B2B57-CCF4-4027-BE6B-45C90746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DA3F2-9ED3-4EB5-B366-FAC42C0E4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25296"/>
            <a:ext cx="4057649" cy="5181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5701018-D91C-490E-B2EA-9DD0CC1BBF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9151" y="1804988"/>
            <a:ext cx="4059005" cy="3362324"/>
          </a:xfrm>
          <a:custGeom>
            <a:avLst/>
            <a:gdLst>
              <a:gd name="connsiteX0" fmla="*/ 0 w 5552247"/>
              <a:gd name="connsiteY0" fmla="*/ 0 h 3489010"/>
              <a:gd name="connsiteX1" fmla="*/ 5552247 w 5552247"/>
              <a:gd name="connsiteY1" fmla="*/ 0 h 3489010"/>
              <a:gd name="connsiteX2" fmla="*/ 5552247 w 5552247"/>
              <a:gd name="connsiteY2" fmla="*/ 3489010 h 3489010"/>
              <a:gd name="connsiteX3" fmla="*/ 0 w 5552247"/>
              <a:gd name="connsiteY3" fmla="*/ 3489010 h 3489010"/>
              <a:gd name="connsiteX4" fmla="*/ 0 w 5552247"/>
              <a:gd name="connsiteY4" fmla="*/ 0 h 3489010"/>
              <a:gd name="connsiteX0" fmla="*/ 0 w 5552247"/>
              <a:gd name="connsiteY0" fmla="*/ 0 h 3489010"/>
              <a:gd name="connsiteX1" fmla="*/ 5552247 w 5552247"/>
              <a:gd name="connsiteY1" fmla="*/ 0 h 3489010"/>
              <a:gd name="connsiteX2" fmla="*/ 5552247 w 5552247"/>
              <a:gd name="connsiteY2" fmla="*/ 3489010 h 3489010"/>
              <a:gd name="connsiteX3" fmla="*/ 2794767 w 5552247"/>
              <a:gd name="connsiteY3" fmla="*/ 3482186 h 3489010"/>
              <a:gd name="connsiteX4" fmla="*/ 0 w 5552247"/>
              <a:gd name="connsiteY4" fmla="*/ 3489010 h 3489010"/>
              <a:gd name="connsiteX5" fmla="*/ 0 w 5552247"/>
              <a:gd name="connsiteY5" fmla="*/ 0 h 3489010"/>
              <a:gd name="connsiteX0" fmla="*/ 0 w 5552247"/>
              <a:gd name="connsiteY0" fmla="*/ 0 h 4601374"/>
              <a:gd name="connsiteX1" fmla="*/ 5552247 w 5552247"/>
              <a:gd name="connsiteY1" fmla="*/ 0 h 4601374"/>
              <a:gd name="connsiteX2" fmla="*/ 5552247 w 5552247"/>
              <a:gd name="connsiteY2" fmla="*/ 3489010 h 4601374"/>
              <a:gd name="connsiteX3" fmla="*/ 2775717 w 5552247"/>
              <a:gd name="connsiteY3" fmla="*/ 4601374 h 4601374"/>
              <a:gd name="connsiteX4" fmla="*/ 0 w 5552247"/>
              <a:gd name="connsiteY4" fmla="*/ 3489010 h 4601374"/>
              <a:gd name="connsiteX5" fmla="*/ 0 w 5552247"/>
              <a:gd name="connsiteY5" fmla="*/ 0 h 4601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2247" h="4601374">
                <a:moveTo>
                  <a:pt x="0" y="0"/>
                </a:moveTo>
                <a:lnTo>
                  <a:pt x="5552247" y="0"/>
                </a:lnTo>
                <a:lnTo>
                  <a:pt x="5552247" y="3489010"/>
                </a:lnTo>
                <a:lnTo>
                  <a:pt x="2775717" y="4601374"/>
                </a:lnTo>
                <a:lnTo>
                  <a:pt x="0" y="348901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712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92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54688"/>
            <a:ext cx="4057651" cy="46461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754688"/>
            <a:ext cx="4057650" cy="46461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103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4057651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54688"/>
            <a:ext cx="4057651" cy="46461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52E74-494C-474F-8672-CFC2FAF9C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19200"/>
            <a:ext cx="405765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754688"/>
            <a:ext cx="4057650" cy="46461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9881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592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54688"/>
            <a:ext cx="8229600" cy="19933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52E74-494C-474F-8672-CFC2FAF9C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200" y="3835851"/>
            <a:ext cx="8229600" cy="459288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0" y="4371338"/>
            <a:ext cx="8229600" cy="19936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5036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23850"/>
            <a:ext cx="8229601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4246DDA-A0A7-4264-8449-2495AADC35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219200"/>
            <a:ext cx="4057559" cy="2209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583022"/>
            <a:ext cx="4057651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118510"/>
            <a:ext cx="4057651" cy="228229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92759B0-30D2-426F-9434-0C8B962B1B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29150" y="1219199"/>
            <a:ext cx="4057650" cy="221284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52E74-494C-474F-8672-CFC2FAF9C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3583022"/>
            <a:ext cx="405765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4118510"/>
            <a:ext cx="4057650" cy="228229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792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754688"/>
            <a:ext cx="2651760" cy="46461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52E74-494C-474F-8672-CFC2FAF9C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46882" y="1219200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46882" y="1754688"/>
            <a:ext cx="2651760" cy="46461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7FC13B0-FCA2-419C-AC88-420248724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6564" y="1219200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23D14F9-F88E-4F12-9AC6-2A4EFFE4CE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36564" y="1754688"/>
            <a:ext cx="2651760" cy="46461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3542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983823-B7DC-4C86-8ABE-26C6CDD178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219200"/>
            <a:ext cx="2651760" cy="160813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969712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3505200"/>
            <a:ext cx="2651760" cy="2895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14065C3-F0C2-4E23-B938-21900839A9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8025" y="1219200"/>
            <a:ext cx="2651760" cy="160813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52E74-494C-474F-8672-CFC2FAF9C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46882" y="2969712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46882" y="3505200"/>
            <a:ext cx="2651760" cy="2895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604D4FCF-FCCC-4BEB-B1F9-37C284B674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38850" y="1219200"/>
            <a:ext cx="2651760" cy="160813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7FC13B0-FCA2-419C-AC88-420248724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6564" y="2969712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23D14F9-F88E-4F12-9AC6-2A4EFFE4CE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36564" y="3505200"/>
            <a:ext cx="2651760" cy="2895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4258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43534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956EC9F-0644-4B4F-AE60-E255D0434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21920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44040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379528"/>
            <a:ext cx="2651760" cy="4021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D0D4CD37-399A-4A2C-939D-E5E564E65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46882" y="121920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52E74-494C-474F-8672-CFC2FAF9C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46882" y="1844040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46882" y="2379528"/>
            <a:ext cx="2651760" cy="4021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18D75371-EF70-44DF-A3B1-CBCC7DEF0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36564" y="121920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7FC13B0-FCA2-419C-AC88-420248724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6564" y="1844040"/>
            <a:ext cx="2651760" cy="45928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23D14F9-F88E-4F12-9AC6-2A4EFFE4CE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36564" y="2379528"/>
            <a:ext cx="2651760" cy="402127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6339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or Statment o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2081-CF64-49D3-87FE-7D8FFADE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219201"/>
            <a:ext cx="8229600" cy="3408218"/>
          </a:xfrm>
        </p:spPr>
        <p:txBody>
          <a:bodyPr lIns="0" rIns="0" anchor="t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59D7A-CC9D-4A77-9D6E-B4FC11266B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199" y="4900815"/>
            <a:ext cx="8229599" cy="461760"/>
          </a:xfrm>
        </p:spPr>
        <p:txBody>
          <a:bodyPr>
            <a:noAutofit/>
          </a:bodyPr>
          <a:lstStyle>
            <a:lvl1pPr marL="0" indent="0">
              <a:buNone/>
              <a:defRPr sz="2400" b="0" cap="none" baseline="0"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7064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  <p15:guide id="3" pos="288">
          <p15:clr>
            <a:srgbClr val="FBAE40"/>
          </p15:clr>
        </p15:guide>
        <p15:guide id="4" pos="7392">
          <p15:clr>
            <a:srgbClr val="FBAE40"/>
          </p15:clr>
        </p15:guide>
        <p15:guide id="5" pos="7536">
          <p15:clr>
            <a:srgbClr val="FBAE40"/>
          </p15:clr>
        </p15:guide>
        <p15:guide id="6" orient="horz" pos="144">
          <p15:clr>
            <a:srgbClr val="FBAE40"/>
          </p15:clr>
        </p15:guide>
        <p15:guide id="7" orient="horz" pos="288">
          <p15:clr>
            <a:srgbClr val="FBAE40"/>
          </p15:clr>
        </p15:guide>
        <p15:guide id="8" orient="horz" pos="4176">
          <p15:clr>
            <a:srgbClr val="FBAE40"/>
          </p15:clr>
        </p15:guide>
        <p15:guide id="9" orient="horz" pos="4032">
          <p15:clr>
            <a:srgbClr val="FBAE40"/>
          </p15:clr>
        </p15:guide>
        <p15:guide id="10" pos="576">
          <p15:clr>
            <a:srgbClr val="FBAE40"/>
          </p15:clr>
        </p15:guide>
        <p15:guide id="11" pos="71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4F27-B49D-4879-87B5-154CE5E0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7160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1FD7F-0BA4-4AA7-A6A9-FBA2C225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152379"/>
            <a:ext cx="8213277" cy="9547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98182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columns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B601-E3F2-4022-84A6-9F22D702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3850"/>
            <a:ext cx="8435340" cy="952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956EC9F-0644-4B4F-AE60-E255D0434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21920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BF210-F558-4FB0-86F4-67EA9ADB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7949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FA503-EEC4-4804-AE9B-505A0F82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498461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D0D4CD37-399A-4A2C-939D-E5E564E65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559050" y="121920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52E74-494C-474F-8672-CFC2FAF9C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59050" y="177949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90ACCE-F0BC-46C5-8AC6-CA30DDB02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559050" y="2498461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18D75371-EF70-44DF-A3B1-CBCC7DEF0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60900" y="121920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7FC13B0-FCA2-419C-AC88-420248724B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60900" y="177949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23D14F9-F88E-4F12-9AC6-2A4EFFE4CE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900" y="2498461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95518BAC-21C4-40FC-9597-1BB172714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762750" y="121920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ABCDE31-9A6F-45B6-9358-50480BB9C6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62750" y="177949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76BE210F-90D0-4508-82CD-390DB0F6C0D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62750" y="2498461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16">
            <a:extLst>
              <a:ext uri="{FF2B5EF4-FFF2-40B4-BE49-F238E27FC236}">
                <a16:creationId xmlns:a16="http://schemas.microsoft.com/office/drawing/2014/main" id="{88326D67-C5E5-4528-837F-4B17B6CD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200" y="388889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AC8016B-EAEF-4CC2-BC7E-226087CA1089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57200" y="444918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C415664-12A6-4590-A833-1F477A67E9E1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457200" y="5157393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BDB82AE7-FC58-4F88-8A94-9BD56240A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59050" y="388889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2C44D0A-C0BA-4B61-91CD-F0680EE39F4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559050" y="444918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978C68F-C0FF-45C3-95B2-A9182DB50CE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559050" y="5157393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98DEFE6B-0607-481A-AAD0-2FC865FB7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660900" y="388889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DD0FEC00-3367-42CD-ABD9-22E5D633F26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60900" y="444918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70DD8004-B0C4-47B3-B228-A073320E42B7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660900" y="5157393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16">
            <a:extLst>
              <a:ext uri="{FF2B5EF4-FFF2-40B4-BE49-F238E27FC236}">
                <a16:creationId xmlns:a16="http://schemas.microsoft.com/office/drawing/2014/main" id="{2FE647FA-435F-4ACF-BC55-9172DFF42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762750" y="3888890"/>
            <a:ext cx="548640" cy="54864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F786B74-963E-47F5-9D92-93D9A326522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2750" y="4449182"/>
            <a:ext cx="1920240" cy="6858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400" b="0" cap="none" baseline="0">
                <a:solidFill>
                  <a:schemeClr val="accent1"/>
                </a:solidFill>
                <a:latin typeface="U.S. Bank Circular Medium" panose="020B0604010101010104" pitchFamily="34" charset="0"/>
                <a:cs typeface="U.S. Bank Circular Medium" panose="020B06040101010101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A6EB2CFA-DC7B-4224-9380-09EB246BF7F8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62750" y="5157393"/>
            <a:ext cx="1920240" cy="100852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65670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CCDE877-B958-4E94-8061-E0EC1C2A1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1438E-516A-4F4F-9195-CCCCBA06B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7412" y="3074200"/>
            <a:ext cx="5943598" cy="7344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BAE658-9DB8-48A4-B54D-DA3BE5D6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92005"/>
            <a:ext cx="8213277" cy="9547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9033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44">
          <p15:clr>
            <a:srgbClr val="FBAE40"/>
          </p15:clr>
        </p15:guide>
        <p15:guide id="3" pos="288">
          <p15:clr>
            <a:srgbClr val="FBAE40"/>
          </p15:clr>
        </p15:guide>
        <p15:guide id="4" pos="7392">
          <p15:clr>
            <a:srgbClr val="FBAE40"/>
          </p15:clr>
        </p15:guide>
        <p15:guide id="5" pos="7536">
          <p15:clr>
            <a:srgbClr val="FBAE40"/>
          </p15:clr>
        </p15:guide>
        <p15:guide id="6" orient="horz" pos="144">
          <p15:clr>
            <a:srgbClr val="FBAE40"/>
          </p15:clr>
        </p15:guide>
        <p15:guide id="7" orient="horz" pos="288">
          <p15:clr>
            <a:srgbClr val="FBAE40"/>
          </p15:clr>
        </p15:guide>
        <p15:guide id="8" orient="horz" pos="4176">
          <p15:clr>
            <a:srgbClr val="FBAE40"/>
          </p15:clr>
        </p15:guide>
        <p15:guide id="9" orient="horz" pos="4032">
          <p15:clr>
            <a:srgbClr val="FBAE40"/>
          </p15:clr>
        </p15:guide>
        <p15:guide id="10" pos="576">
          <p15:clr>
            <a:srgbClr val="FBAE40"/>
          </p15:clr>
        </p15:guide>
        <p15:guide id="11" pos="71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9953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 title/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7707"/>
            <a:ext cx="8229600" cy="4025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5272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/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0744"/>
            <a:ext cx="4038600" cy="4562856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0744"/>
            <a:ext cx="4038600" cy="4562856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9105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1 sub title/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13"/>
            <a:ext cx="4040188" cy="4027488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16113"/>
            <a:ext cx="4041775" cy="4027488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3460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/ 2 sub titles/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13"/>
            <a:ext cx="4040188" cy="4027488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43000"/>
            <a:ext cx="4041775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16113"/>
            <a:ext cx="4041775" cy="4027488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7046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col w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57200" y="1380744"/>
            <a:ext cx="4041648" cy="1554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4645152" y="1380744"/>
            <a:ext cx="4041648" cy="1554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457200" y="3124200"/>
            <a:ext cx="8229600" cy="2910840"/>
          </a:xfrm>
        </p:spPr>
        <p:txBody>
          <a:bodyPr/>
          <a:lstStyle>
            <a:lvl1pPr marL="7034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785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69676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2589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left content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0744"/>
            <a:ext cx="4038600" cy="4562856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648200" y="1371600"/>
            <a:ext cx="4038600" cy="4572000"/>
          </a:xfrm>
        </p:spPr>
        <p:txBody>
          <a:bodyPr/>
          <a:lstStyle>
            <a:lvl1pPr marL="7034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652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right content/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0744"/>
            <a:ext cx="4038600" cy="4562856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200" y="1371600"/>
            <a:ext cx="4038600" cy="4572000"/>
          </a:xfrm>
        </p:spPr>
        <p:txBody>
          <a:bodyPr/>
          <a:lstStyle>
            <a:lvl1pPr marL="7034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58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1 sub title/2 column content/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23"/>
            <a:ext cx="4040188" cy="2122487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16123"/>
            <a:ext cx="4041775" cy="2122487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446051" y="4049723"/>
            <a:ext cx="8240751" cy="1893887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58974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sub titles/2 column content/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16123"/>
            <a:ext cx="4040188" cy="2122487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43000"/>
            <a:ext cx="4041775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16123"/>
            <a:ext cx="4041775" cy="2122487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1"/>
          </p:nvPr>
        </p:nvSpPr>
        <p:spPr>
          <a:xfrm>
            <a:off x="446051" y="4049723"/>
            <a:ext cx="8240751" cy="1893887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231"/>
            </a:lvl6pPr>
            <a:lvl7pPr>
              <a:defRPr sz="1231"/>
            </a:lvl7pPr>
            <a:lvl8pPr>
              <a:defRPr sz="1231"/>
            </a:lvl8pPr>
            <a:lvl9pPr>
              <a:defRPr sz="12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44936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80744"/>
            <a:ext cx="8229600" cy="2057400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457200" y="3646449"/>
            <a:ext cx="8229600" cy="2057400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19092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2 sub titles/2 row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16151"/>
            <a:ext cx="8229600" cy="1600200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457200" y="4332249"/>
            <a:ext cx="8229600" cy="1600200"/>
          </a:xfrm>
        </p:spPr>
        <p:txBody>
          <a:bodyPr/>
          <a:lstStyle>
            <a:lvl1pPr>
              <a:defRPr sz="1538"/>
            </a:lvl1pPr>
            <a:lvl2pPr>
              <a:defRPr sz="1385"/>
            </a:lvl2pPr>
            <a:lvl3pPr>
              <a:defRPr sz="1231"/>
            </a:lvl3pPr>
            <a:lvl4pPr>
              <a:defRPr sz="1077"/>
            </a:lvl4pPr>
            <a:lvl5pPr>
              <a:defRPr sz="923"/>
            </a:lvl5pPr>
            <a:lvl6pPr>
              <a:defRPr sz="1385"/>
            </a:lvl6pPr>
            <a:lvl7pPr>
              <a:defRPr sz="1385"/>
            </a:lvl7pPr>
            <a:lvl8pPr>
              <a:defRPr sz="1385"/>
            </a:lvl8pPr>
            <a:lvl9pPr>
              <a:defRPr sz="13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1"/>
          </p:nvPr>
        </p:nvSpPr>
        <p:spPr>
          <a:xfrm>
            <a:off x="457200" y="1143000"/>
            <a:ext cx="8229600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2"/>
          </p:nvPr>
        </p:nvSpPr>
        <p:spPr>
          <a:xfrm>
            <a:off x="457200" y="3584691"/>
            <a:ext cx="8229600" cy="639762"/>
          </a:xfrm>
        </p:spPr>
        <p:txBody>
          <a:bodyPr anchor="b"/>
          <a:lstStyle>
            <a:lvl1pPr marL="0" indent="0">
              <a:spcAft>
                <a:spcPts val="154"/>
              </a:spcAft>
              <a:buNone/>
              <a:defRPr sz="1692" b="0">
                <a:solidFill>
                  <a:schemeClr val="accent1"/>
                </a:solidFill>
              </a:defRPr>
            </a:lvl1pPr>
            <a:lvl2pPr marL="351678" indent="0">
              <a:buNone/>
              <a:defRPr sz="1538" b="1"/>
            </a:lvl2pPr>
            <a:lvl3pPr marL="703356" indent="0">
              <a:buNone/>
              <a:defRPr sz="1385" b="1"/>
            </a:lvl3pPr>
            <a:lvl4pPr marL="1055035" indent="0">
              <a:buNone/>
              <a:defRPr sz="1231" b="1"/>
            </a:lvl4pPr>
            <a:lvl5pPr marL="1406713" indent="0">
              <a:buNone/>
              <a:defRPr sz="1231" b="1"/>
            </a:lvl5pPr>
            <a:lvl6pPr marL="1758391" indent="0">
              <a:buNone/>
              <a:defRPr sz="1231" b="1"/>
            </a:lvl6pPr>
            <a:lvl7pPr marL="2110069" indent="0">
              <a:buNone/>
              <a:defRPr sz="1231" b="1"/>
            </a:lvl7pPr>
            <a:lvl8pPr marL="2461748" indent="0">
              <a:buNone/>
              <a:defRPr sz="1231" b="1"/>
            </a:lvl8pPr>
            <a:lvl9pPr marL="2813426" indent="0">
              <a:buNone/>
              <a:defRPr sz="12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6598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2043"/>
            <a:ext cx="9144000" cy="6194243"/>
            <a:chOff x="0" y="-22043"/>
            <a:chExt cx="9144000" cy="6194243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0"/>
              <a:ext cx="9144000" cy="6172200"/>
            </a:xfrm>
            <a:prstGeom prst="rect">
              <a:avLst/>
            </a:prstGeom>
            <a:gradFill>
              <a:gsLst>
                <a:gs pos="0">
                  <a:srgbClr val="0C2074"/>
                </a:gs>
                <a:gs pos="100000">
                  <a:srgbClr val="0C207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385">
                <a:solidFill>
                  <a:prstClr val="white"/>
                </a:solidFill>
              </a:endParaRPr>
            </a:p>
          </p:txBody>
        </p:sp>
        <p:grpSp>
          <p:nvGrpSpPr>
            <p:cNvPr id="15" name="Group 14"/>
            <p:cNvGrpSpPr/>
            <p:nvPr userDrawn="1"/>
          </p:nvGrpSpPr>
          <p:grpSpPr>
            <a:xfrm>
              <a:off x="0" y="-22043"/>
              <a:ext cx="3116640" cy="5974110"/>
              <a:chOff x="0" y="-22043"/>
              <a:chExt cx="3116640" cy="5974110"/>
            </a:xfrm>
          </p:grpSpPr>
          <p:cxnSp>
            <p:nvCxnSpPr>
              <p:cNvPr id="16" name="Straight Connector 15"/>
              <p:cNvCxnSpPr/>
              <p:nvPr userDrawn="1"/>
            </p:nvCxnSpPr>
            <p:spPr>
              <a:xfrm>
                <a:off x="787401" y="1718735"/>
                <a:ext cx="0" cy="4233332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 userDrawn="1"/>
            </p:nvCxnSpPr>
            <p:spPr>
              <a:xfrm flipH="1">
                <a:off x="770467" y="5920923"/>
                <a:ext cx="320040" cy="0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 userDrawn="1"/>
            </p:nvCxnSpPr>
            <p:spPr>
              <a:xfrm rot="16200000" flipH="1">
                <a:off x="907816" y="5782691"/>
                <a:ext cx="320040" cy="0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 userDrawn="1"/>
            </p:nvCxnSpPr>
            <p:spPr>
              <a:xfrm flipH="1">
                <a:off x="0" y="5651923"/>
                <a:ext cx="1090507" cy="0"/>
              </a:xfrm>
              <a:prstGeom prst="line">
                <a:avLst/>
              </a:prstGeom>
              <a:ln w="635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ight Arrow Callout 12"/>
              <p:cNvSpPr/>
              <p:nvPr userDrawn="1"/>
            </p:nvSpPr>
            <p:spPr>
              <a:xfrm rot="16200000" flipH="1">
                <a:off x="329634" y="412864"/>
                <a:ext cx="3221914" cy="2352099"/>
              </a:xfrm>
              <a:custGeom>
                <a:avLst/>
                <a:gdLst>
                  <a:gd name="connsiteX0" fmla="*/ 0 w 595311"/>
                  <a:gd name="connsiteY0" fmla="*/ 0 h 990600"/>
                  <a:gd name="connsiteX1" fmla="*/ 386815 w 595311"/>
                  <a:gd name="connsiteY1" fmla="*/ 0 h 990600"/>
                  <a:gd name="connsiteX2" fmla="*/ 386815 w 595311"/>
                  <a:gd name="connsiteY2" fmla="*/ 420886 h 990600"/>
                  <a:gd name="connsiteX3" fmla="*/ 446483 w 595311"/>
                  <a:gd name="connsiteY3" fmla="*/ 420886 h 990600"/>
                  <a:gd name="connsiteX4" fmla="*/ 446483 w 595311"/>
                  <a:gd name="connsiteY4" fmla="*/ 346472 h 990600"/>
                  <a:gd name="connsiteX5" fmla="*/ 595311 w 595311"/>
                  <a:gd name="connsiteY5" fmla="*/ 495300 h 990600"/>
                  <a:gd name="connsiteX6" fmla="*/ 446483 w 595311"/>
                  <a:gd name="connsiteY6" fmla="*/ 644128 h 990600"/>
                  <a:gd name="connsiteX7" fmla="*/ 446483 w 595311"/>
                  <a:gd name="connsiteY7" fmla="*/ 569714 h 990600"/>
                  <a:gd name="connsiteX8" fmla="*/ 386815 w 595311"/>
                  <a:gd name="connsiteY8" fmla="*/ 569714 h 990600"/>
                  <a:gd name="connsiteX9" fmla="*/ 386815 w 595311"/>
                  <a:gd name="connsiteY9" fmla="*/ 990600 h 990600"/>
                  <a:gd name="connsiteX10" fmla="*/ 0 w 595311"/>
                  <a:gd name="connsiteY10" fmla="*/ 990600 h 990600"/>
                  <a:gd name="connsiteX11" fmla="*/ 0 w 595311"/>
                  <a:gd name="connsiteY11" fmla="*/ 0 h 99060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446483 w 595311"/>
                  <a:gd name="connsiteY5" fmla="*/ 420886 h 1082040"/>
                  <a:gd name="connsiteX6" fmla="*/ 446483 w 595311"/>
                  <a:gd name="connsiteY6" fmla="*/ 346472 h 1082040"/>
                  <a:gd name="connsiteX7" fmla="*/ 595311 w 595311"/>
                  <a:gd name="connsiteY7" fmla="*/ 495300 h 1082040"/>
                  <a:gd name="connsiteX8" fmla="*/ 446483 w 595311"/>
                  <a:gd name="connsiteY8" fmla="*/ 644128 h 1082040"/>
                  <a:gd name="connsiteX9" fmla="*/ 446483 w 595311"/>
                  <a:gd name="connsiteY9" fmla="*/ 569714 h 1082040"/>
                  <a:gd name="connsiteX10" fmla="*/ 386815 w 595311"/>
                  <a:gd name="connsiteY10" fmla="*/ 569714 h 1082040"/>
                  <a:gd name="connsiteX11" fmla="*/ 478255 w 595311"/>
                  <a:gd name="connsiteY11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446483 w 595311"/>
                  <a:gd name="connsiteY5" fmla="*/ 420886 h 1082040"/>
                  <a:gd name="connsiteX6" fmla="*/ 446483 w 595311"/>
                  <a:gd name="connsiteY6" fmla="*/ 346472 h 1082040"/>
                  <a:gd name="connsiteX7" fmla="*/ 595311 w 595311"/>
                  <a:gd name="connsiteY7" fmla="*/ 495300 h 1082040"/>
                  <a:gd name="connsiteX8" fmla="*/ 503636 w 595311"/>
                  <a:gd name="connsiteY8" fmla="*/ 775096 h 1082040"/>
                  <a:gd name="connsiteX9" fmla="*/ 446483 w 595311"/>
                  <a:gd name="connsiteY9" fmla="*/ 569714 h 1082040"/>
                  <a:gd name="connsiteX10" fmla="*/ 386815 w 595311"/>
                  <a:gd name="connsiteY10" fmla="*/ 569714 h 1082040"/>
                  <a:gd name="connsiteX11" fmla="*/ 478255 w 595311"/>
                  <a:gd name="connsiteY11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446483 w 595311"/>
                  <a:gd name="connsiteY5" fmla="*/ 420886 h 1082040"/>
                  <a:gd name="connsiteX6" fmla="*/ 503636 w 595311"/>
                  <a:gd name="connsiteY6" fmla="*/ 217885 h 1082040"/>
                  <a:gd name="connsiteX7" fmla="*/ 595311 w 595311"/>
                  <a:gd name="connsiteY7" fmla="*/ 495300 h 1082040"/>
                  <a:gd name="connsiteX8" fmla="*/ 503636 w 595311"/>
                  <a:gd name="connsiteY8" fmla="*/ 775096 h 1082040"/>
                  <a:gd name="connsiteX9" fmla="*/ 446483 w 595311"/>
                  <a:gd name="connsiteY9" fmla="*/ 569714 h 1082040"/>
                  <a:gd name="connsiteX10" fmla="*/ 386815 w 595311"/>
                  <a:gd name="connsiteY10" fmla="*/ 569714 h 1082040"/>
                  <a:gd name="connsiteX11" fmla="*/ 478255 w 595311"/>
                  <a:gd name="connsiteY11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503636 w 595311"/>
                  <a:gd name="connsiteY5" fmla="*/ 217885 h 1082040"/>
                  <a:gd name="connsiteX6" fmla="*/ 595311 w 595311"/>
                  <a:gd name="connsiteY6" fmla="*/ 495300 h 1082040"/>
                  <a:gd name="connsiteX7" fmla="*/ 503636 w 595311"/>
                  <a:gd name="connsiteY7" fmla="*/ 775096 h 1082040"/>
                  <a:gd name="connsiteX8" fmla="*/ 446483 w 595311"/>
                  <a:gd name="connsiteY8" fmla="*/ 569714 h 1082040"/>
                  <a:gd name="connsiteX9" fmla="*/ 386815 w 595311"/>
                  <a:gd name="connsiteY9" fmla="*/ 569714 h 1082040"/>
                  <a:gd name="connsiteX10" fmla="*/ 478255 w 595311"/>
                  <a:gd name="connsiteY10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503636 w 595311"/>
                  <a:gd name="connsiteY5" fmla="*/ 217885 h 1082040"/>
                  <a:gd name="connsiteX6" fmla="*/ 595311 w 595311"/>
                  <a:gd name="connsiteY6" fmla="*/ 495300 h 1082040"/>
                  <a:gd name="connsiteX7" fmla="*/ 503636 w 595311"/>
                  <a:gd name="connsiteY7" fmla="*/ 775096 h 1082040"/>
                  <a:gd name="connsiteX8" fmla="*/ 386815 w 595311"/>
                  <a:gd name="connsiteY8" fmla="*/ 569714 h 1082040"/>
                  <a:gd name="connsiteX9" fmla="*/ 478255 w 595311"/>
                  <a:gd name="connsiteY9" fmla="*/ 1082040 h 1082040"/>
                  <a:gd name="connsiteX0" fmla="*/ 386815 w 595311"/>
                  <a:gd name="connsiteY0" fmla="*/ 990600 h 1082040"/>
                  <a:gd name="connsiteX1" fmla="*/ 0 w 595311"/>
                  <a:gd name="connsiteY1" fmla="*/ 990600 h 1082040"/>
                  <a:gd name="connsiteX2" fmla="*/ 0 w 595311"/>
                  <a:gd name="connsiteY2" fmla="*/ 0 h 1082040"/>
                  <a:gd name="connsiteX3" fmla="*/ 386815 w 595311"/>
                  <a:gd name="connsiteY3" fmla="*/ 0 h 1082040"/>
                  <a:gd name="connsiteX4" fmla="*/ 386815 w 595311"/>
                  <a:gd name="connsiteY4" fmla="*/ 420886 h 1082040"/>
                  <a:gd name="connsiteX5" fmla="*/ 503636 w 595311"/>
                  <a:gd name="connsiteY5" fmla="*/ 217885 h 1082040"/>
                  <a:gd name="connsiteX6" fmla="*/ 595311 w 595311"/>
                  <a:gd name="connsiteY6" fmla="*/ 495300 h 1082040"/>
                  <a:gd name="connsiteX7" fmla="*/ 503636 w 595311"/>
                  <a:gd name="connsiteY7" fmla="*/ 775096 h 1082040"/>
                  <a:gd name="connsiteX8" fmla="*/ 184411 w 595311"/>
                  <a:gd name="connsiteY8" fmla="*/ 772120 h 1082040"/>
                  <a:gd name="connsiteX9" fmla="*/ 478255 w 595311"/>
                  <a:gd name="connsiteY9" fmla="*/ 1082040 h 1082040"/>
                  <a:gd name="connsiteX0" fmla="*/ 386815 w 595311"/>
                  <a:gd name="connsiteY0" fmla="*/ 990600 h 990600"/>
                  <a:gd name="connsiteX1" fmla="*/ 0 w 595311"/>
                  <a:gd name="connsiteY1" fmla="*/ 990600 h 990600"/>
                  <a:gd name="connsiteX2" fmla="*/ 0 w 595311"/>
                  <a:gd name="connsiteY2" fmla="*/ 0 h 990600"/>
                  <a:gd name="connsiteX3" fmla="*/ 386815 w 595311"/>
                  <a:gd name="connsiteY3" fmla="*/ 0 h 990600"/>
                  <a:gd name="connsiteX4" fmla="*/ 386815 w 595311"/>
                  <a:gd name="connsiteY4" fmla="*/ 420886 h 990600"/>
                  <a:gd name="connsiteX5" fmla="*/ 503636 w 595311"/>
                  <a:gd name="connsiteY5" fmla="*/ 217885 h 990600"/>
                  <a:gd name="connsiteX6" fmla="*/ 595311 w 595311"/>
                  <a:gd name="connsiteY6" fmla="*/ 495300 h 990600"/>
                  <a:gd name="connsiteX7" fmla="*/ 503636 w 595311"/>
                  <a:gd name="connsiteY7" fmla="*/ 775096 h 990600"/>
                  <a:gd name="connsiteX8" fmla="*/ 184411 w 595311"/>
                  <a:gd name="connsiteY8" fmla="*/ 772120 h 990600"/>
                  <a:gd name="connsiteX0" fmla="*/ 386815 w 595311"/>
                  <a:gd name="connsiteY0" fmla="*/ 990600 h 990600"/>
                  <a:gd name="connsiteX1" fmla="*/ 0 w 595311"/>
                  <a:gd name="connsiteY1" fmla="*/ 990600 h 990600"/>
                  <a:gd name="connsiteX2" fmla="*/ 0 w 595311"/>
                  <a:gd name="connsiteY2" fmla="*/ 0 h 990600"/>
                  <a:gd name="connsiteX3" fmla="*/ 386815 w 595311"/>
                  <a:gd name="connsiteY3" fmla="*/ 0 h 990600"/>
                  <a:gd name="connsiteX4" fmla="*/ 503636 w 595311"/>
                  <a:gd name="connsiteY4" fmla="*/ 217885 h 990600"/>
                  <a:gd name="connsiteX5" fmla="*/ 595311 w 595311"/>
                  <a:gd name="connsiteY5" fmla="*/ 495300 h 990600"/>
                  <a:gd name="connsiteX6" fmla="*/ 503636 w 595311"/>
                  <a:gd name="connsiteY6" fmla="*/ 775096 h 990600"/>
                  <a:gd name="connsiteX7" fmla="*/ 184411 w 595311"/>
                  <a:gd name="connsiteY7" fmla="*/ 772120 h 990600"/>
                  <a:gd name="connsiteX0" fmla="*/ 386815 w 595311"/>
                  <a:gd name="connsiteY0" fmla="*/ 990600 h 990600"/>
                  <a:gd name="connsiteX1" fmla="*/ 0 w 595311"/>
                  <a:gd name="connsiteY1" fmla="*/ 990600 h 990600"/>
                  <a:gd name="connsiteX2" fmla="*/ 2 w 595311"/>
                  <a:gd name="connsiteY2" fmla="*/ 531019 h 990600"/>
                  <a:gd name="connsiteX3" fmla="*/ 386815 w 595311"/>
                  <a:gd name="connsiteY3" fmla="*/ 0 h 990600"/>
                  <a:gd name="connsiteX4" fmla="*/ 503636 w 595311"/>
                  <a:gd name="connsiteY4" fmla="*/ 217885 h 990600"/>
                  <a:gd name="connsiteX5" fmla="*/ 595311 w 595311"/>
                  <a:gd name="connsiteY5" fmla="*/ 495300 h 990600"/>
                  <a:gd name="connsiteX6" fmla="*/ 503636 w 595311"/>
                  <a:gd name="connsiteY6" fmla="*/ 775096 h 990600"/>
                  <a:gd name="connsiteX7" fmla="*/ 184411 w 595311"/>
                  <a:gd name="connsiteY7" fmla="*/ 772120 h 990600"/>
                  <a:gd name="connsiteX0" fmla="*/ 388144 w 596640"/>
                  <a:gd name="connsiteY0" fmla="*/ 773906 h 773906"/>
                  <a:gd name="connsiteX1" fmla="*/ 1329 w 596640"/>
                  <a:gd name="connsiteY1" fmla="*/ 773906 h 773906"/>
                  <a:gd name="connsiteX2" fmla="*/ 1331 w 596640"/>
                  <a:gd name="connsiteY2" fmla="*/ 314325 h 773906"/>
                  <a:gd name="connsiteX3" fmla="*/ 0 w 596640"/>
                  <a:gd name="connsiteY3" fmla="*/ 0 h 773906"/>
                  <a:gd name="connsiteX4" fmla="*/ 504965 w 596640"/>
                  <a:gd name="connsiteY4" fmla="*/ 1191 h 773906"/>
                  <a:gd name="connsiteX5" fmla="*/ 596640 w 596640"/>
                  <a:gd name="connsiteY5" fmla="*/ 278606 h 773906"/>
                  <a:gd name="connsiteX6" fmla="*/ 504965 w 596640"/>
                  <a:gd name="connsiteY6" fmla="*/ 558402 h 773906"/>
                  <a:gd name="connsiteX7" fmla="*/ 185740 w 596640"/>
                  <a:gd name="connsiteY7" fmla="*/ 555426 h 773906"/>
                  <a:gd name="connsiteX0" fmla="*/ 389197 w 597693"/>
                  <a:gd name="connsiteY0" fmla="*/ 773906 h 1840706"/>
                  <a:gd name="connsiteX1" fmla="*/ 0 w 597693"/>
                  <a:gd name="connsiteY1" fmla="*/ 1840706 h 1840706"/>
                  <a:gd name="connsiteX2" fmla="*/ 2384 w 597693"/>
                  <a:gd name="connsiteY2" fmla="*/ 314325 h 1840706"/>
                  <a:gd name="connsiteX3" fmla="*/ 1053 w 597693"/>
                  <a:gd name="connsiteY3" fmla="*/ 0 h 1840706"/>
                  <a:gd name="connsiteX4" fmla="*/ 506018 w 597693"/>
                  <a:gd name="connsiteY4" fmla="*/ 1191 h 1840706"/>
                  <a:gd name="connsiteX5" fmla="*/ 597693 w 597693"/>
                  <a:gd name="connsiteY5" fmla="*/ 278606 h 1840706"/>
                  <a:gd name="connsiteX6" fmla="*/ 506018 w 597693"/>
                  <a:gd name="connsiteY6" fmla="*/ 558402 h 1840706"/>
                  <a:gd name="connsiteX7" fmla="*/ 186793 w 597693"/>
                  <a:gd name="connsiteY7" fmla="*/ 555426 h 1840706"/>
                  <a:gd name="connsiteX0" fmla="*/ 0 w 856194"/>
                  <a:gd name="connsiteY0" fmla="*/ 1843087 h 1843087"/>
                  <a:gd name="connsiteX1" fmla="*/ 258501 w 856194"/>
                  <a:gd name="connsiteY1" fmla="*/ 1840706 h 1843087"/>
                  <a:gd name="connsiteX2" fmla="*/ 260885 w 856194"/>
                  <a:gd name="connsiteY2" fmla="*/ 314325 h 1843087"/>
                  <a:gd name="connsiteX3" fmla="*/ 259554 w 856194"/>
                  <a:gd name="connsiteY3" fmla="*/ 0 h 1843087"/>
                  <a:gd name="connsiteX4" fmla="*/ 764519 w 856194"/>
                  <a:gd name="connsiteY4" fmla="*/ 1191 h 1843087"/>
                  <a:gd name="connsiteX5" fmla="*/ 856194 w 856194"/>
                  <a:gd name="connsiteY5" fmla="*/ 278606 h 1843087"/>
                  <a:gd name="connsiteX6" fmla="*/ 764519 w 856194"/>
                  <a:gd name="connsiteY6" fmla="*/ 558402 h 1843087"/>
                  <a:gd name="connsiteX7" fmla="*/ 445294 w 856194"/>
                  <a:gd name="connsiteY7" fmla="*/ 555426 h 1843087"/>
                  <a:gd name="connsiteX0" fmla="*/ 0 w 868098"/>
                  <a:gd name="connsiteY0" fmla="*/ 1843087 h 1843087"/>
                  <a:gd name="connsiteX1" fmla="*/ 270405 w 868098"/>
                  <a:gd name="connsiteY1" fmla="*/ 1840706 h 1843087"/>
                  <a:gd name="connsiteX2" fmla="*/ 272789 w 868098"/>
                  <a:gd name="connsiteY2" fmla="*/ 314325 h 1843087"/>
                  <a:gd name="connsiteX3" fmla="*/ 271458 w 868098"/>
                  <a:gd name="connsiteY3" fmla="*/ 0 h 1843087"/>
                  <a:gd name="connsiteX4" fmla="*/ 776423 w 868098"/>
                  <a:gd name="connsiteY4" fmla="*/ 1191 h 1843087"/>
                  <a:gd name="connsiteX5" fmla="*/ 868098 w 868098"/>
                  <a:gd name="connsiteY5" fmla="*/ 278606 h 1843087"/>
                  <a:gd name="connsiteX6" fmla="*/ 776423 w 868098"/>
                  <a:gd name="connsiteY6" fmla="*/ 558402 h 1843087"/>
                  <a:gd name="connsiteX7" fmla="*/ 457198 w 868098"/>
                  <a:gd name="connsiteY7" fmla="*/ 555426 h 1843087"/>
                  <a:gd name="connsiteX0" fmla="*/ 0 w 868098"/>
                  <a:gd name="connsiteY0" fmla="*/ 1843087 h 1847850"/>
                  <a:gd name="connsiteX1" fmla="*/ 272789 w 868098"/>
                  <a:gd name="connsiteY1" fmla="*/ 1847850 h 1847850"/>
                  <a:gd name="connsiteX2" fmla="*/ 272789 w 868098"/>
                  <a:gd name="connsiteY2" fmla="*/ 314325 h 1847850"/>
                  <a:gd name="connsiteX3" fmla="*/ 271458 w 868098"/>
                  <a:gd name="connsiteY3" fmla="*/ 0 h 1847850"/>
                  <a:gd name="connsiteX4" fmla="*/ 776423 w 868098"/>
                  <a:gd name="connsiteY4" fmla="*/ 1191 h 1847850"/>
                  <a:gd name="connsiteX5" fmla="*/ 868098 w 868098"/>
                  <a:gd name="connsiteY5" fmla="*/ 278606 h 1847850"/>
                  <a:gd name="connsiteX6" fmla="*/ 776423 w 868098"/>
                  <a:gd name="connsiteY6" fmla="*/ 558402 h 1847850"/>
                  <a:gd name="connsiteX7" fmla="*/ 457198 w 868098"/>
                  <a:gd name="connsiteY7" fmla="*/ 555426 h 1847850"/>
                  <a:gd name="connsiteX0" fmla="*/ 0 w 872861"/>
                  <a:gd name="connsiteY0" fmla="*/ 1845468 h 1847850"/>
                  <a:gd name="connsiteX1" fmla="*/ 277552 w 872861"/>
                  <a:gd name="connsiteY1" fmla="*/ 1847850 h 1847850"/>
                  <a:gd name="connsiteX2" fmla="*/ 277552 w 872861"/>
                  <a:gd name="connsiteY2" fmla="*/ 314325 h 1847850"/>
                  <a:gd name="connsiteX3" fmla="*/ 276221 w 872861"/>
                  <a:gd name="connsiteY3" fmla="*/ 0 h 1847850"/>
                  <a:gd name="connsiteX4" fmla="*/ 781186 w 872861"/>
                  <a:gd name="connsiteY4" fmla="*/ 1191 h 1847850"/>
                  <a:gd name="connsiteX5" fmla="*/ 872861 w 872861"/>
                  <a:gd name="connsiteY5" fmla="*/ 278606 h 1847850"/>
                  <a:gd name="connsiteX6" fmla="*/ 781186 w 872861"/>
                  <a:gd name="connsiteY6" fmla="*/ 558402 h 1847850"/>
                  <a:gd name="connsiteX7" fmla="*/ 461961 w 872861"/>
                  <a:gd name="connsiteY7" fmla="*/ 555426 h 1847850"/>
                  <a:gd name="connsiteX0" fmla="*/ 0 w 860952"/>
                  <a:gd name="connsiteY0" fmla="*/ 1845468 h 1847850"/>
                  <a:gd name="connsiteX1" fmla="*/ 265643 w 860952"/>
                  <a:gd name="connsiteY1" fmla="*/ 1847850 h 1847850"/>
                  <a:gd name="connsiteX2" fmla="*/ 265643 w 860952"/>
                  <a:gd name="connsiteY2" fmla="*/ 314325 h 1847850"/>
                  <a:gd name="connsiteX3" fmla="*/ 264312 w 860952"/>
                  <a:gd name="connsiteY3" fmla="*/ 0 h 1847850"/>
                  <a:gd name="connsiteX4" fmla="*/ 769277 w 860952"/>
                  <a:gd name="connsiteY4" fmla="*/ 1191 h 1847850"/>
                  <a:gd name="connsiteX5" fmla="*/ 860952 w 860952"/>
                  <a:gd name="connsiteY5" fmla="*/ 278606 h 1847850"/>
                  <a:gd name="connsiteX6" fmla="*/ 769277 w 860952"/>
                  <a:gd name="connsiteY6" fmla="*/ 558402 h 1847850"/>
                  <a:gd name="connsiteX7" fmla="*/ 450052 w 860952"/>
                  <a:gd name="connsiteY7" fmla="*/ 555426 h 1847850"/>
                  <a:gd name="connsiteX0" fmla="*/ 0 w 870477"/>
                  <a:gd name="connsiteY0" fmla="*/ 1847849 h 1847850"/>
                  <a:gd name="connsiteX1" fmla="*/ 275168 w 870477"/>
                  <a:gd name="connsiteY1" fmla="*/ 1847850 h 1847850"/>
                  <a:gd name="connsiteX2" fmla="*/ 275168 w 870477"/>
                  <a:gd name="connsiteY2" fmla="*/ 314325 h 1847850"/>
                  <a:gd name="connsiteX3" fmla="*/ 273837 w 870477"/>
                  <a:gd name="connsiteY3" fmla="*/ 0 h 1847850"/>
                  <a:gd name="connsiteX4" fmla="*/ 778802 w 870477"/>
                  <a:gd name="connsiteY4" fmla="*/ 1191 h 1847850"/>
                  <a:gd name="connsiteX5" fmla="*/ 870477 w 870477"/>
                  <a:gd name="connsiteY5" fmla="*/ 278606 h 1847850"/>
                  <a:gd name="connsiteX6" fmla="*/ 778802 w 870477"/>
                  <a:gd name="connsiteY6" fmla="*/ 558402 h 1847850"/>
                  <a:gd name="connsiteX7" fmla="*/ 459577 w 870477"/>
                  <a:gd name="connsiteY7" fmla="*/ 555426 h 1847850"/>
                  <a:gd name="connsiteX0" fmla="*/ 0 w 870477"/>
                  <a:gd name="connsiteY0" fmla="*/ 1847849 h 1847850"/>
                  <a:gd name="connsiteX1" fmla="*/ 275168 w 870477"/>
                  <a:gd name="connsiteY1" fmla="*/ 1847850 h 1847850"/>
                  <a:gd name="connsiteX2" fmla="*/ 275168 w 870477"/>
                  <a:gd name="connsiteY2" fmla="*/ 314325 h 1847850"/>
                  <a:gd name="connsiteX3" fmla="*/ 273837 w 870477"/>
                  <a:gd name="connsiteY3" fmla="*/ 0 h 1847850"/>
                  <a:gd name="connsiteX4" fmla="*/ 778802 w 870477"/>
                  <a:gd name="connsiteY4" fmla="*/ 1191 h 1847850"/>
                  <a:gd name="connsiteX5" fmla="*/ 870477 w 870477"/>
                  <a:gd name="connsiteY5" fmla="*/ 278606 h 1847850"/>
                  <a:gd name="connsiteX6" fmla="*/ 778802 w 870477"/>
                  <a:gd name="connsiteY6" fmla="*/ 558402 h 1847850"/>
                  <a:gd name="connsiteX7" fmla="*/ 459577 w 870477"/>
                  <a:gd name="connsiteY7" fmla="*/ 555426 h 1847850"/>
                  <a:gd name="connsiteX8" fmla="*/ 458523 w 870477"/>
                  <a:gd name="connsiteY8" fmla="*/ 559595 h 1847850"/>
                  <a:gd name="connsiteX0" fmla="*/ 0 w 870477"/>
                  <a:gd name="connsiteY0" fmla="*/ 2166939 h 2166940"/>
                  <a:gd name="connsiteX1" fmla="*/ 275168 w 870477"/>
                  <a:gd name="connsiteY1" fmla="*/ 2166940 h 2166940"/>
                  <a:gd name="connsiteX2" fmla="*/ 275168 w 870477"/>
                  <a:gd name="connsiteY2" fmla="*/ 633415 h 2166940"/>
                  <a:gd name="connsiteX3" fmla="*/ 273837 w 870477"/>
                  <a:gd name="connsiteY3" fmla="*/ 319090 h 2166940"/>
                  <a:gd name="connsiteX4" fmla="*/ 778802 w 870477"/>
                  <a:gd name="connsiteY4" fmla="*/ 320281 h 2166940"/>
                  <a:gd name="connsiteX5" fmla="*/ 870477 w 870477"/>
                  <a:gd name="connsiteY5" fmla="*/ 597696 h 2166940"/>
                  <a:gd name="connsiteX6" fmla="*/ 778802 w 870477"/>
                  <a:gd name="connsiteY6" fmla="*/ 877492 h 2166940"/>
                  <a:gd name="connsiteX7" fmla="*/ 459577 w 870477"/>
                  <a:gd name="connsiteY7" fmla="*/ 874516 h 2166940"/>
                  <a:gd name="connsiteX8" fmla="*/ 460904 w 870477"/>
                  <a:gd name="connsiteY8" fmla="*/ 0 h 2166940"/>
                  <a:gd name="connsiteX0" fmla="*/ 0 w 870477"/>
                  <a:gd name="connsiteY0" fmla="*/ 2166939 h 2166940"/>
                  <a:gd name="connsiteX1" fmla="*/ 275168 w 870477"/>
                  <a:gd name="connsiteY1" fmla="*/ 2166940 h 2166940"/>
                  <a:gd name="connsiteX2" fmla="*/ 275168 w 870477"/>
                  <a:gd name="connsiteY2" fmla="*/ 633415 h 2166940"/>
                  <a:gd name="connsiteX3" fmla="*/ 273837 w 870477"/>
                  <a:gd name="connsiteY3" fmla="*/ 319090 h 2166940"/>
                  <a:gd name="connsiteX4" fmla="*/ 778802 w 870477"/>
                  <a:gd name="connsiteY4" fmla="*/ 320281 h 2166940"/>
                  <a:gd name="connsiteX5" fmla="*/ 870477 w 870477"/>
                  <a:gd name="connsiteY5" fmla="*/ 597696 h 2166940"/>
                  <a:gd name="connsiteX6" fmla="*/ 778802 w 870477"/>
                  <a:gd name="connsiteY6" fmla="*/ 877492 h 2166940"/>
                  <a:gd name="connsiteX7" fmla="*/ 459577 w 870477"/>
                  <a:gd name="connsiteY7" fmla="*/ 874516 h 2166940"/>
                  <a:gd name="connsiteX8" fmla="*/ 460904 w 870477"/>
                  <a:gd name="connsiteY8" fmla="*/ 0 h 2166940"/>
                  <a:gd name="connsiteX0" fmla="*/ 0 w 870477"/>
                  <a:gd name="connsiteY0" fmla="*/ 2162180 h 2162181"/>
                  <a:gd name="connsiteX1" fmla="*/ 275168 w 870477"/>
                  <a:gd name="connsiteY1" fmla="*/ 2162181 h 2162181"/>
                  <a:gd name="connsiteX2" fmla="*/ 275168 w 870477"/>
                  <a:gd name="connsiteY2" fmla="*/ 628656 h 2162181"/>
                  <a:gd name="connsiteX3" fmla="*/ 273837 w 870477"/>
                  <a:gd name="connsiteY3" fmla="*/ 314331 h 2162181"/>
                  <a:gd name="connsiteX4" fmla="*/ 778802 w 870477"/>
                  <a:gd name="connsiteY4" fmla="*/ 315522 h 2162181"/>
                  <a:gd name="connsiteX5" fmla="*/ 870477 w 870477"/>
                  <a:gd name="connsiteY5" fmla="*/ 592937 h 2162181"/>
                  <a:gd name="connsiteX6" fmla="*/ 778802 w 870477"/>
                  <a:gd name="connsiteY6" fmla="*/ 872733 h 2162181"/>
                  <a:gd name="connsiteX7" fmla="*/ 459577 w 870477"/>
                  <a:gd name="connsiteY7" fmla="*/ 869757 h 2162181"/>
                  <a:gd name="connsiteX8" fmla="*/ 458523 w 870477"/>
                  <a:gd name="connsiteY8" fmla="*/ 1 h 2162181"/>
                  <a:gd name="connsiteX0" fmla="*/ 0 w 870477"/>
                  <a:gd name="connsiteY0" fmla="*/ 2166941 h 2166942"/>
                  <a:gd name="connsiteX1" fmla="*/ 275168 w 870477"/>
                  <a:gd name="connsiteY1" fmla="*/ 2166942 h 2166942"/>
                  <a:gd name="connsiteX2" fmla="*/ 275168 w 870477"/>
                  <a:gd name="connsiteY2" fmla="*/ 633417 h 2166942"/>
                  <a:gd name="connsiteX3" fmla="*/ 273837 w 870477"/>
                  <a:gd name="connsiteY3" fmla="*/ 319092 h 2166942"/>
                  <a:gd name="connsiteX4" fmla="*/ 778802 w 870477"/>
                  <a:gd name="connsiteY4" fmla="*/ 320283 h 2166942"/>
                  <a:gd name="connsiteX5" fmla="*/ 870477 w 870477"/>
                  <a:gd name="connsiteY5" fmla="*/ 597698 h 2166942"/>
                  <a:gd name="connsiteX6" fmla="*/ 778802 w 870477"/>
                  <a:gd name="connsiteY6" fmla="*/ 877494 h 2166942"/>
                  <a:gd name="connsiteX7" fmla="*/ 459577 w 870477"/>
                  <a:gd name="connsiteY7" fmla="*/ 874518 h 2166942"/>
                  <a:gd name="connsiteX8" fmla="*/ 456142 w 870477"/>
                  <a:gd name="connsiteY8" fmla="*/ 0 h 2166942"/>
                  <a:gd name="connsiteX0" fmla="*/ 0 w 870477"/>
                  <a:gd name="connsiteY0" fmla="*/ 2166943 h 2166944"/>
                  <a:gd name="connsiteX1" fmla="*/ 275168 w 870477"/>
                  <a:gd name="connsiteY1" fmla="*/ 2166944 h 2166944"/>
                  <a:gd name="connsiteX2" fmla="*/ 275168 w 870477"/>
                  <a:gd name="connsiteY2" fmla="*/ 633419 h 2166944"/>
                  <a:gd name="connsiteX3" fmla="*/ 273837 w 870477"/>
                  <a:gd name="connsiteY3" fmla="*/ 319094 h 2166944"/>
                  <a:gd name="connsiteX4" fmla="*/ 778802 w 870477"/>
                  <a:gd name="connsiteY4" fmla="*/ 320285 h 2166944"/>
                  <a:gd name="connsiteX5" fmla="*/ 870477 w 870477"/>
                  <a:gd name="connsiteY5" fmla="*/ 597700 h 2166944"/>
                  <a:gd name="connsiteX6" fmla="*/ 778802 w 870477"/>
                  <a:gd name="connsiteY6" fmla="*/ 877496 h 2166944"/>
                  <a:gd name="connsiteX7" fmla="*/ 459577 w 870477"/>
                  <a:gd name="connsiteY7" fmla="*/ 874520 h 2166944"/>
                  <a:gd name="connsiteX8" fmla="*/ 460905 w 870477"/>
                  <a:gd name="connsiteY8" fmla="*/ 0 h 2166944"/>
                  <a:gd name="connsiteX0" fmla="*/ 0 w 870477"/>
                  <a:gd name="connsiteY0" fmla="*/ 2169326 h 2169327"/>
                  <a:gd name="connsiteX1" fmla="*/ 275168 w 870477"/>
                  <a:gd name="connsiteY1" fmla="*/ 2169327 h 2169327"/>
                  <a:gd name="connsiteX2" fmla="*/ 275168 w 870477"/>
                  <a:gd name="connsiteY2" fmla="*/ 635802 h 2169327"/>
                  <a:gd name="connsiteX3" fmla="*/ 273837 w 870477"/>
                  <a:gd name="connsiteY3" fmla="*/ 321477 h 2169327"/>
                  <a:gd name="connsiteX4" fmla="*/ 778802 w 870477"/>
                  <a:gd name="connsiteY4" fmla="*/ 322668 h 2169327"/>
                  <a:gd name="connsiteX5" fmla="*/ 870477 w 870477"/>
                  <a:gd name="connsiteY5" fmla="*/ 600083 h 2169327"/>
                  <a:gd name="connsiteX6" fmla="*/ 778802 w 870477"/>
                  <a:gd name="connsiteY6" fmla="*/ 879879 h 2169327"/>
                  <a:gd name="connsiteX7" fmla="*/ 459577 w 870477"/>
                  <a:gd name="connsiteY7" fmla="*/ 876903 h 2169327"/>
                  <a:gd name="connsiteX8" fmla="*/ 456142 w 870477"/>
                  <a:gd name="connsiteY8" fmla="*/ 0 h 216932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9577 w 870477"/>
                  <a:gd name="connsiteY7" fmla="*/ 874523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9577 w 870477"/>
                  <a:gd name="connsiteY7" fmla="*/ 874523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519108 w 870477"/>
                  <a:gd name="connsiteY7" fmla="*/ 869760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4339 w 870477"/>
                  <a:gd name="connsiteY7" fmla="*/ 879285 h 2166947"/>
                  <a:gd name="connsiteX8" fmla="*/ 458523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4339 w 870477"/>
                  <a:gd name="connsiteY7" fmla="*/ 879285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7196 w 870477"/>
                  <a:gd name="connsiteY7" fmla="*/ 879285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59577 w 870477"/>
                  <a:gd name="connsiteY7" fmla="*/ 884047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6721 w 870477"/>
                  <a:gd name="connsiteY7" fmla="*/ 876904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1959 w 870477"/>
                  <a:gd name="connsiteY7" fmla="*/ 876904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388140 w 870477"/>
                  <a:gd name="connsiteY7" fmla="*/ 874523 h 2166947"/>
                  <a:gd name="connsiteX8" fmla="*/ 463286 w 870477"/>
                  <a:gd name="connsiteY8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560917 w 870477"/>
                  <a:gd name="connsiteY7" fmla="*/ 876311 h 2166947"/>
                  <a:gd name="connsiteX8" fmla="*/ 388140 w 870477"/>
                  <a:gd name="connsiteY8" fmla="*/ 874523 h 2166947"/>
                  <a:gd name="connsiteX9" fmla="*/ 463286 w 870477"/>
                  <a:gd name="connsiteY9" fmla="*/ 1 h 2166947"/>
                  <a:gd name="connsiteX0" fmla="*/ 0 w 870477"/>
                  <a:gd name="connsiteY0" fmla="*/ 2166946 h 2166947"/>
                  <a:gd name="connsiteX1" fmla="*/ 275168 w 870477"/>
                  <a:gd name="connsiteY1" fmla="*/ 2166947 h 2166947"/>
                  <a:gd name="connsiteX2" fmla="*/ 275168 w 870477"/>
                  <a:gd name="connsiteY2" fmla="*/ 633422 h 2166947"/>
                  <a:gd name="connsiteX3" fmla="*/ 273837 w 870477"/>
                  <a:gd name="connsiteY3" fmla="*/ 319097 h 2166947"/>
                  <a:gd name="connsiteX4" fmla="*/ 778802 w 870477"/>
                  <a:gd name="connsiteY4" fmla="*/ 320288 h 2166947"/>
                  <a:gd name="connsiteX5" fmla="*/ 870477 w 870477"/>
                  <a:gd name="connsiteY5" fmla="*/ 597703 h 2166947"/>
                  <a:gd name="connsiteX6" fmla="*/ 778802 w 870477"/>
                  <a:gd name="connsiteY6" fmla="*/ 877499 h 2166947"/>
                  <a:gd name="connsiteX7" fmla="*/ 468049 w 870477"/>
                  <a:gd name="connsiteY7" fmla="*/ 878692 h 2166947"/>
                  <a:gd name="connsiteX8" fmla="*/ 388140 w 870477"/>
                  <a:gd name="connsiteY8" fmla="*/ 874523 h 2166947"/>
                  <a:gd name="connsiteX9" fmla="*/ 463286 w 870477"/>
                  <a:gd name="connsiteY9" fmla="*/ 1 h 2166947"/>
                  <a:gd name="connsiteX0" fmla="*/ 0 w 870477"/>
                  <a:gd name="connsiteY0" fmla="*/ 1847849 h 1847850"/>
                  <a:gd name="connsiteX1" fmla="*/ 275168 w 870477"/>
                  <a:gd name="connsiteY1" fmla="*/ 1847850 h 1847850"/>
                  <a:gd name="connsiteX2" fmla="*/ 275168 w 870477"/>
                  <a:gd name="connsiteY2" fmla="*/ 314325 h 1847850"/>
                  <a:gd name="connsiteX3" fmla="*/ 273837 w 870477"/>
                  <a:gd name="connsiteY3" fmla="*/ 0 h 1847850"/>
                  <a:gd name="connsiteX4" fmla="*/ 778802 w 870477"/>
                  <a:gd name="connsiteY4" fmla="*/ 1191 h 1847850"/>
                  <a:gd name="connsiteX5" fmla="*/ 870477 w 870477"/>
                  <a:gd name="connsiteY5" fmla="*/ 278606 h 1847850"/>
                  <a:gd name="connsiteX6" fmla="*/ 778802 w 870477"/>
                  <a:gd name="connsiteY6" fmla="*/ 558402 h 1847850"/>
                  <a:gd name="connsiteX7" fmla="*/ 468049 w 870477"/>
                  <a:gd name="connsiteY7" fmla="*/ 559595 h 1847850"/>
                  <a:gd name="connsiteX8" fmla="*/ 388140 w 870477"/>
                  <a:gd name="connsiteY8" fmla="*/ 555426 h 1847850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8049 w 870477"/>
                  <a:gd name="connsiteY7" fmla="*/ 875711 h 2163966"/>
                  <a:gd name="connsiteX8" fmla="*/ 464340 w 870477"/>
                  <a:gd name="connsiteY8" fmla="*/ 0 h 2163966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3290 w 870477"/>
                  <a:gd name="connsiteY7" fmla="*/ 870949 h 2163966"/>
                  <a:gd name="connsiteX8" fmla="*/ 464340 w 870477"/>
                  <a:gd name="connsiteY8" fmla="*/ 0 h 2163966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3293 w 870477"/>
                  <a:gd name="connsiteY7" fmla="*/ 878093 h 2163966"/>
                  <a:gd name="connsiteX8" fmla="*/ 464340 w 870477"/>
                  <a:gd name="connsiteY8" fmla="*/ 0 h 2163966"/>
                  <a:gd name="connsiteX0" fmla="*/ 0 w 870477"/>
                  <a:gd name="connsiteY0" fmla="*/ 2163965 h 2163966"/>
                  <a:gd name="connsiteX1" fmla="*/ 275168 w 870477"/>
                  <a:gd name="connsiteY1" fmla="*/ 2163966 h 2163966"/>
                  <a:gd name="connsiteX2" fmla="*/ 275168 w 870477"/>
                  <a:gd name="connsiteY2" fmla="*/ 630441 h 2163966"/>
                  <a:gd name="connsiteX3" fmla="*/ 273837 w 870477"/>
                  <a:gd name="connsiteY3" fmla="*/ 316116 h 2163966"/>
                  <a:gd name="connsiteX4" fmla="*/ 778802 w 870477"/>
                  <a:gd name="connsiteY4" fmla="*/ 317307 h 2163966"/>
                  <a:gd name="connsiteX5" fmla="*/ 870477 w 870477"/>
                  <a:gd name="connsiteY5" fmla="*/ 594722 h 2163966"/>
                  <a:gd name="connsiteX6" fmla="*/ 778802 w 870477"/>
                  <a:gd name="connsiteY6" fmla="*/ 874518 h 2163966"/>
                  <a:gd name="connsiteX7" fmla="*/ 463296 w 870477"/>
                  <a:gd name="connsiteY7" fmla="*/ 875711 h 2163966"/>
                  <a:gd name="connsiteX8" fmla="*/ 464340 w 870477"/>
                  <a:gd name="connsiteY8" fmla="*/ 0 h 2163966"/>
                  <a:gd name="connsiteX0" fmla="*/ 0 w 870477"/>
                  <a:gd name="connsiteY0" fmla="*/ 1937126 h 1937127"/>
                  <a:gd name="connsiteX1" fmla="*/ 275168 w 870477"/>
                  <a:gd name="connsiteY1" fmla="*/ 1937127 h 1937127"/>
                  <a:gd name="connsiteX2" fmla="*/ 275168 w 870477"/>
                  <a:gd name="connsiteY2" fmla="*/ 403602 h 1937127"/>
                  <a:gd name="connsiteX3" fmla="*/ 273837 w 870477"/>
                  <a:gd name="connsiteY3" fmla="*/ 89277 h 1937127"/>
                  <a:gd name="connsiteX4" fmla="*/ 778802 w 870477"/>
                  <a:gd name="connsiteY4" fmla="*/ 90468 h 1937127"/>
                  <a:gd name="connsiteX5" fmla="*/ 870477 w 870477"/>
                  <a:gd name="connsiteY5" fmla="*/ 367883 h 1937127"/>
                  <a:gd name="connsiteX6" fmla="*/ 778802 w 870477"/>
                  <a:gd name="connsiteY6" fmla="*/ 647679 h 1937127"/>
                  <a:gd name="connsiteX7" fmla="*/ 463296 w 870477"/>
                  <a:gd name="connsiteY7" fmla="*/ 648872 h 1937127"/>
                  <a:gd name="connsiteX8" fmla="*/ 465556 w 870477"/>
                  <a:gd name="connsiteY8" fmla="*/ 0 h 1937127"/>
                  <a:gd name="connsiteX0" fmla="*/ 0 w 870477"/>
                  <a:gd name="connsiteY0" fmla="*/ 1934647 h 1934648"/>
                  <a:gd name="connsiteX1" fmla="*/ 275168 w 870477"/>
                  <a:gd name="connsiteY1" fmla="*/ 1934648 h 1934648"/>
                  <a:gd name="connsiteX2" fmla="*/ 275168 w 870477"/>
                  <a:gd name="connsiteY2" fmla="*/ 401123 h 1934648"/>
                  <a:gd name="connsiteX3" fmla="*/ 273837 w 870477"/>
                  <a:gd name="connsiteY3" fmla="*/ 86798 h 1934648"/>
                  <a:gd name="connsiteX4" fmla="*/ 778802 w 870477"/>
                  <a:gd name="connsiteY4" fmla="*/ 87989 h 1934648"/>
                  <a:gd name="connsiteX5" fmla="*/ 870477 w 870477"/>
                  <a:gd name="connsiteY5" fmla="*/ 365404 h 1934648"/>
                  <a:gd name="connsiteX6" fmla="*/ 778802 w 870477"/>
                  <a:gd name="connsiteY6" fmla="*/ 645200 h 1934648"/>
                  <a:gd name="connsiteX7" fmla="*/ 463296 w 870477"/>
                  <a:gd name="connsiteY7" fmla="*/ 646393 h 1934648"/>
                  <a:gd name="connsiteX8" fmla="*/ 461909 w 870477"/>
                  <a:gd name="connsiteY8" fmla="*/ 0 h 1934648"/>
                  <a:gd name="connsiteX0" fmla="*/ 0 w 870477"/>
                  <a:gd name="connsiteY0" fmla="*/ 1934647 h 1934647"/>
                  <a:gd name="connsiteX1" fmla="*/ 276991 w 870477"/>
                  <a:gd name="connsiteY1" fmla="*/ 597782 h 1934647"/>
                  <a:gd name="connsiteX2" fmla="*/ 275168 w 870477"/>
                  <a:gd name="connsiteY2" fmla="*/ 401123 h 1934647"/>
                  <a:gd name="connsiteX3" fmla="*/ 273837 w 870477"/>
                  <a:gd name="connsiteY3" fmla="*/ 86798 h 1934647"/>
                  <a:gd name="connsiteX4" fmla="*/ 778802 w 870477"/>
                  <a:gd name="connsiteY4" fmla="*/ 87989 h 1934647"/>
                  <a:gd name="connsiteX5" fmla="*/ 870477 w 870477"/>
                  <a:gd name="connsiteY5" fmla="*/ 365404 h 1934647"/>
                  <a:gd name="connsiteX6" fmla="*/ 778802 w 870477"/>
                  <a:gd name="connsiteY6" fmla="*/ 645200 h 1934647"/>
                  <a:gd name="connsiteX7" fmla="*/ 463296 w 870477"/>
                  <a:gd name="connsiteY7" fmla="*/ 646393 h 1934647"/>
                  <a:gd name="connsiteX8" fmla="*/ 461909 w 870477"/>
                  <a:gd name="connsiteY8" fmla="*/ 0 h 1934647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18640 w 813949"/>
                  <a:gd name="connsiteY2" fmla="*/ 401123 h 646393"/>
                  <a:gd name="connsiteX3" fmla="*/ 217309 w 813949"/>
                  <a:gd name="connsiteY3" fmla="*/ 86798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18640 w 813949"/>
                  <a:gd name="connsiteY2" fmla="*/ 401123 h 646393"/>
                  <a:gd name="connsiteX3" fmla="*/ 278852 w 813949"/>
                  <a:gd name="connsiteY3" fmla="*/ 85404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78815 w 813949"/>
                  <a:gd name="connsiteY2" fmla="*/ 202638 h 646393"/>
                  <a:gd name="connsiteX3" fmla="*/ 278852 w 813949"/>
                  <a:gd name="connsiteY3" fmla="*/ 85404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78815 w 813949"/>
                  <a:gd name="connsiteY2" fmla="*/ 202638 h 646393"/>
                  <a:gd name="connsiteX3" fmla="*/ 278396 w 813949"/>
                  <a:gd name="connsiteY3" fmla="*/ 86334 h 646393"/>
                  <a:gd name="connsiteX4" fmla="*/ 722274 w 813949"/>
                  <a:gd name="connsiteY4" fmla="*/ 87989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4152 h 646393"/>
                  <a:gd name="connsiteX1" fmla="*/ 220463 w 813949"/>
                  <a:gd name="connsiteY1" fmla="*/ 597782 h 646393"/>
                  <a:gd name="connsiteX2" fmla="*/ 278815 w 813949"/>
                  <a:gd name="connsiteY2" fmla="*/ 202638 h 646393"/>
                  <a:gd name="connsiteX3" fmla="*/ 278396 w 813949"/>
                  <a:gd name="connsiteY3" fmla="*/ 86334 h 646393"/>
                  <a:gd name="connsiteX4" fmla="*/ 720451 w 813949"/>
                  <a:gd name="connsiteY4" fmla="*/ 86594 h 646393"/>
                  <a:gd name="connsiteX5" fmla="*/ 813949 w 813949"/>
                  <a:gd name="connsiteY5" fmla="*/ 365404 h 646393"/>
                  <a:gd name="connsiteX6" fmla="*/ 722274 w 813949"/>
                  <a:gd name="connsiteY6" fmla="*/ 645200 h 646393"/>
                  <a:gd name="connsiteX7" fmla="*/ 406768 w 813949"/>
                  <a:gd name="connsiteY7" fmla="*/ 646393 h 646393"/>
                  <a:gd name="connsiteX8" fmla="*/ 405381 w 813949"/>
                  <a:gd name="connsiteY8" fmla="*/ 0 h 646393"/>
                  <a:gd name="connsiteX0" fmla="*/ 0 w 813949"/>
                  <a:gd name="connsiteY0" fmla="*/ 66476 h 648717"/>
                  <a:gd name="connsiteX1" fmla="*/ 220463 w 813949"/>
                  <a:gd name="connsiteY1" fmla="*/ 600106 h 648717"/>
                  <a:gd name="connsiteX2" fmla="*/ 278815 w 813949"/>
                  <a:gd name="connsiteY2" fmla="*/ 204962 h 648717"/>
                  <a:gd name="connsiteX3" fmla="*/ 278396 w 813949"/>
                  <a:gd name="connsiteY3" fmla="*/ 88658 h 648717"/>
                  <a:gd name="connsiteX4" fmla="*/ 720451 w 813949"/>
                  <a:gd name="connsiteY4" fmla="*/ 88918 h 648717"/>
                  <a:gd name="connsiteX5" fmla="*/ 813949 w 813949"/>
                  <a:gd name="connsiteY5" fmla="*/ 367728 h 648717"/>
                  <a:gd name="connsiteX6" fmla="*/ 722274 w 813949"/>
                  <a:gd name="connsiteY6" fmla="*/ 647524 h 648717"/>
                  <a:gd name="connsiteX7" fmla="*/ 406768 w 813949"/>
                  <a:gd name="connsiteY7" fmla="*/ 648717 h 648717"/>
                  <a:gd name="connsiteX8" fmla="*/ 406749 w 813949"/>
                  <a:gd name="connsiteY8" fmla="*/ 0 h 648717"/>
                  <a:gd name="connsiteX0" fmla="*/ 0 w 813949"/>
                  <a:gd name="connsiteY0" fmla="*/ 66476 h 648717"/>
                  <a:gd name="connsiteX1" fmla="*/ 220463 w 813949"/>
                  <a:gd name="connsiteY1" fmla="*/ 600106 h 648717"/>
                  <a:gd name="connsiteX2" fmla="*/ 278815 w 813949"/>
                  <a:gd name="connsiteY2" fmla="*/ 204962 h 648717"/>
                  <a:gd name="connsiteX3" fmla="*/ 278396 w 813949"/>
                  <a:gd name="connsiteY3" fmla="*/ 88658 h 648717"/>
                  <a:gd name="connsiteX4" fmla="*/ 720451 w 813949"/>
                  <a:gd name="connsiteY4" fmla="*/ 88918 h 648717"/>
                  <a:gd name="connsiteX5" fmla="*/ 813949 w 813949"/>
                  <a:gd name="connsiteY5" fmla="*/ 367728 h 648717"/>
                  <a:gd name="connsiteX6" fmla="*/ 722274 w 813949"/>
                  <a:gd name="connsiteY6" fmla="*/ 647524 h 648717"/>
                  <a:gd name="connsiteX7" fmla="*/ 406768 w 813949"/>
                  <a:gd name="connsiteY7" fmla="*/ 648717 h 648717"/>
                  <a:gd name="connsiteX8" fmla="*/ 405381 w 813949"/>
                  <a:gd name="connsiteY8" fmla="*/ 0 h 648717"/>
                  <a:gd name="connsiteX0" fmla="*/ 0 w 813949"/>
                  <a:gd name="connsiteY0" fmla="*/ 66011 h 648252"/>
                  <a:gd name="connsiteX1" fmla="*/ 220463 w 813949"/>
                  <a:gd name="connsiteY1" fmla="*/ 599641 h 648252"/>
                  <a:gd name="connsiteX2" fmla="*/ 278815 w 813949"/>
                  <a:gd name="connsiteY2" fmla="*/ 204497 h 648252"/>
                  <a:gd name="connsiteX3" fmla="*/ 278396 w 813949"/>
                  <a:gd name="connsiteY3" fmla="*/ 88193 h 648252"/>
                  <a:gd name="connsiteX4" fmla="*/ 720451 w 813949"/>
                  <a:gd name="connsiteY4" fmla="*/ 88453 h 648252"/>
                  <a:gd name="connsiteX5" fmla="*/ 813949 w 813949"/>
                  <a:gd name="connsiteY5" fmla="*/ 367263 h 648252"/>
                  <a:gd name="connsiteX6" fmla="*/ 722274 w 813949"/>
                  <a:gd name="connsiteY6" fmla="*/ 647059 h 648252"/>
                  <a:gd name="connsiteX7" fmla="*/ 406768 w 813949"/>
                  <a:gd name="connsiteY7" fmla="*/ 648252 h 648252"/>
                  <a:gd name="connsiteX8" fmla="*/ 406749 w 813949"/>
                  <a:gd name="connsiteY8" fmla="*/ 0 h 648252"/>
                  <a:gd name="connsiteX0" fmla="*/ 0 w 813949"/>
                  <a:gd name="connsiteY0" fmla="*/ 66011 h 648252"/>
                  <a:gd name="connsiteX1" fmla="*/ 336558 w 813949"/>
                  <a:gd name="connsiteY1" fmla="*/ 208560 h 648252"/>
                  <a:gd name="connsiteX2" fmla="*/ 278815 w 813949"/>
                  <a:gd name="connsiteY2" fmla="*/ 204497 h 648252"/>
                  <a:gd name="connsiteX3" fmla="*/ 278396 w 813949"/>
                  <a:gd name="connsiteY3" fmla="*/ 88193 h 648252"/>
                  <a:gd name="connsiteX4" fmla="*/ 720451 w 813949"/>
                  <a:gd name="connsiteY4" fmla="*/ 88453 h 648252"/>
                  <a:gd name="connsiteX5" fmla="*/ 813949 w 813949"/>
                  <a:gd name="connsiteY5" fmla="*/ 367263 h 648252"/>
                  <a:gd name="connsiteX6" fmla="*/ 722274 w 813949"/>
                  <a:gd name="connsiteY6" fmla="*/ 647059 h 648252"/>
                  <a:gd name="connsiteX7" fmla="*/ 406768 w 813949"/>
                  <a:gd name="connsiteY7" fmla="*/ 648252 h 648252"/>
                  <a:gd name="connsiteX8" fmla="*/ 406749 w 813949"/>
                  <a:gd name="connsiteY8" fmla="*/ 0 h 648252"/>
                  <a:gd name="connsiteX0" fmla="*/ 0 w 684482"/>
                  <a:gd name="connsiteY0" fmla="*/ 142244 h 648252"/>
                  <a:gd name="connsiteX1" fmla="*/ 207091 w 684482"/>
                  <a:gd name="connsiteY1" fmla="*/ 208560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208459 w 684482"/>
                  <a:gd name="connsiteY1" fmla="*/ 207165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208459 w 684482"/>
                  <a:gd name="connsiteY1" fmla="*/ 207165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208459 w 684482"/>
                  <a:gd name="connsiteY1" fmla="*/ 207165 h 648252"/>
                  <a:gd name="connsiteX2" fmla="*/ 149348 w 684482"/>
                  <a:gd name="connsiteY2" fmla="*/ 204497 h 648252"/>
                  <a:gd name="connsiteX3" fmla="*/ 148929 w 684482"/>
                  <a:gd name="connsiteY3" fmla="*/ 88193 h 648252"/>
                  <a:gd name="connsiteX4" fmla="*/ 590984 w 684482"/>
                  <a:gd name="connsiteY4" fmla="*/ 88453 h 648252"/>
                  <a:gd name="connsiteX5" fmla="*/ 684482 w 684482"/>
                  <a:gd name="connsiteY5" fmla="*/ 367263 h 648252"/>
                  <a:gd name="connsiteX6" fmla="*/ 592807 w 684482"/>
                  <a:gd name="connsiteY6" fmla="*/ 647059 h 648252"/>
                  <a:gd name="connsiteX7" fmla="*/ 277301 w 684482"/>
                  <a:gd name="connsiteY7" fmla="*/ 648252 h 648252"/>
                  <a:gd name="connsiteX8" fmla="*/ 277282 w 684482"/>
                  <a:gd name="connsiteY8" fmla="*/ 0 h 648252"/>
                  <a:gd name="connsiteX0" fmla="*/ 0 w 684482"/>
                  <a:gd name="connsiteY0" fmla="*/ 142244 h 648252"/>
                  <a:gd name="connsiteX1" fmla="*/ 109475 w 684482"/>
                  <a:gd name="connsiteY1" fmla="*/ 176579 h 648252"/>
                  <a:gd name="connsiteX2" fmla="*/ 208459 w 684482"/>
                  <a:gd name="connsiteY2" fmla="*/ 207165 h 648252"/>
                  <a:gd name="connsiteX3" fmla="*/ 149348 w 684482"/>
                  <a:gd name="connsiteY3" fmla="*/ 204497 h 648252"/>
                  <a:gd name="connsiteX4" fmla="*/ 148929 w 684482"/>
                  <a:gd name="connsiteY4" fmla="*/ 88193 h 648252"/>
                  <a:gd name="connsiteX5" fmla="*/ 590984 w 684482"/>
                  <a:gd name="connsiteY5" fmla="*/ 88453 h 648252"/>
                  <a:gd name="connsiteX6" fmla="*/ 684482 w 684482"/>
                  <a:gd name="connsiteY6" fmla="*/ 367263 h 648252"/>
                  <a:gd name="connsiteX7" fmla="*/ 592807 w 684482"/>
                  <a:gd name="connsiteY7" fmla="*/ 647059 h 648252"/>
                  <a:gd name="connsiteX8" fmla="*/ 277301 w 684482"/>
                  <a:gd name="connsiteY8" fmla="*/ 648252 h 648252"/>
                  <a:gd name="connsiteX9" fmla="*/ 277282 w 684482"/>
                  <a:gd name="connsiteY9" fmla="*/ 0 h 648252"/>
                  <a:gd name="connsiteX0" fmla="*/ 0 w 684482"/>
                  <a:gd name="connsiteY0" fmla="*/ 142244 h 648252"/>
                  <a:gd name="connsiteX1" fmla="*/ 207944 w 684482"/>
                  <a:gd name="connsiteY1" fmla="*/ 140787 h 648252"/>
                  <a:gd name="connsiteX2" fmla="*/ 208459 w 684482"/>
                  <a:gd name="connsiteY2" fmla="*/ 207165 h 648252"/>
                  <a:gd name="connsiteX3" fmla="*/ 149348 w 684482"/>
                  <a:gd name="connsiteY3" fmla="*/ 204497 h 648252"/>
                  <a:gd name="connsiteX4" fmla="*/ 148929 w 684482"/>
                  <a:gd name="connsiteY4" fmla="*/ 88193 h 648252"/>
                  <a:gd name="connsiteX5" fmla="*/ 590984 w 684482"/>
                  <a:gd name="connsiteY5" fmla="*/ 88453 h 648252"/>
                  <a:gd name="connsiteX6" fmla="*/ 684482 w 684482"/>
                  <a:gd name="connsiteY6" fmla="*/ 367263 h 648252"/>
                  <a:gd name="connsiteX7" fmla="*/ 592807 w 684482"/>
                  <a:gd name="connsiteY7" fmla="*/ 647059 h 648252"/>
                  <a:gd name="connsiteX8" fmla="*/ 277301 w 684482"/>
                  <a:gd name="connsiteY8" fmla="*/ 648252 h 648252"/>
                  <a:gd name="connsiteX9" fmla="*/ 277282 w 684482"/>
                  <a:gd name="connsiteY9" fmla="*/ 0 h 648252"/>
                  <a:gd name="connsiteX0" fmla="*/ 0 w 701349"/>
                  <a:gd name="connsiteY0" fmla="*/ 140850 h 648252"/>
                  <a:gd name="connsiteX1" fmla="*/ 224811 w 701349"/>
                  <a:gd name="connsiteY1" fmla="*/ 140787 h 648252"/>
                  <a:gd name="connsiteX2" fmla="*/ 225326 w 701349"/>
                  <a:gd name="connsiteY2" fmla="*/ 207165 h 648252"/>
                  <a:gd name="connsiteX3" fmla="*/ 166215 w 701349"/>
                  <a:gd name="connsiteY3" fmla="*/ 204497 h 648252"/>
                  <a:gd name="connsiteX4" fmla="*/ 165796 w 701349"/>
                  <a:gd name="connsiteY4" fmla="*/ 88193 h 648252"/>
                  <a:gd name="connsiteX5" fmla="*/ 607851 w 701349"/>
                  <a:gd name="connsiteY5" fmla="*/ 88453 h 648252"/>
                  <a:gd name="connsiteX6" fmla="*/ 701349 w 701349"/>
                  <a:gd name="connsiteY6" fmla="*/ 367263 h 648252"/>
                  <a:gd name="connsiteX7" fmla="*/ 609674 w 701349"/>
                  <a:gd name="connsiteY7" fmla="*/ 647059 h 648252"/>
                  <a:gd name="connsiteX8" fmla="*/ 294168 w 701349"/>
                  <a:gd name="connsiteY8" fmla="*/ 648252 h 648252"/>
                  <a:gd name="connsiteX9" fmla="*/ 294149 w 701349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149 w 703172"/>
                  <a:gd name="connsiteY2" fmla="*/ 207165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168038 w 703172"/>
                  <a:gd name="connsiteY2" fmla="*/ 204497 h 648252"/>
                  <a:gd name="connsiteX3" fmla="*/ 167619 w 703172"/>
                  <a:gd name="connsiteY3" fmla="*/ 88193 h 648252"/>
                  <a:gd name="connsiteX4" fmla="*/ 609674 w 703172"/>
                  <a:gd name="connsiteY4" fmla="*/ 88453 h 648252"/>
                  <a:gd name="connsiteX5" fmla="*/ 703172 w 703172"/>
                  <a:gd name="connsiteY5" fmla="*/ 367263 h 648252"/>
                  <a:gd name="connsiteX6" fmla="*/ 611497 w 703172"/>
                  <a:gd name="connsiteY6" fmla="*/ 647059 h 648252"/>
                  <a:gd name="connsiteX7" fmla="*/ 295991 w 703172"/>
                  <a:gd name="connsiteY7" fmla="*/ 648252 h 648252"/>
                  <a:gd name="connsiteX8" fmla="*/ 295972 w 703172"/>
                  <a:gd name="connsiteY8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04296 w 703172"/>
                  <a:gd name="connsiteY2" fmla="*/ 186805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353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353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353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090 w 703172"/>
                  <a:gd name="connsiteY2" fmla="*/ 204934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090 w 703172"/>
                  <a:gd name="connsiteY2" fmla="*/ 204934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8038 w 703172"/>
                  <a:gd name="connsiteY3" fmla="*/ 20449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03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03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5722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178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7546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46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126 w 703172"/>
                  <a:gd name="connsiteY3" fmla="*/ 20635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126 w 703172"/>
                  <a:gd name="connsiteY3" fmla="*/ 205427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5399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5972 w 703172"/>
                  <a:gd name="connsiteY9" fmla="*/ 0 h 648252"/>
                  <a:gd name="connsiteX0" fmla="*/ 0 w 703172"/>
                  <a:gd name="connsiteY0" fmla="*/ 140385 h 648252"/>
                  <a:gd name="connsiteX1" fmla="*/ 226634 w 703172"/>
                  <a:gd name="connsiteY1" fmla="*/ 140787 h 648252"/>
                  <a:gd name="connsiteX2" fmla="*/ 226634 w 703172"/>
                  <a:gd name="connsiteY2" fmla="*/ 204934 h 648252"/>
                  <a:gd name="connsiteX3" fmla="*/ 167582 w 703172"/>
                  <a:gd name="connsiteY3" fmla="*/ 204962 h 648252"/>
                  <a:gd name="connsiteX4" fmla="*/ 167619 w 703172"/>
                  <a:gd name="connsiteY4" fmla="*/ 88193 h 648252"/>
                  <a:gd name="connsiteX5" fmla="*/ 609674 w 703172"/>
                  <a:gd name="connsiteY5" fmla="*/ 88453 h 648252"/>
                  <a:gd name="connsiteX6" fmla="*/ 703172 w 703172"/>
                  <a:gd name="connsiteY6" fmla="*/ 367263 h 648252"/>
                  <a:gd name="connsiteX7" fmla="*/ 611497 w 703172"/>
                  <a:gd name="connsiteY7" fmla="*/ 647059 h 648252"/>
                  <a:gd name="connsiteX8" fmla="*/ 295991 w 703172"/>
                  <a:gd name="connsiteY8" fmla="*/ 648252 h 648252"/>
                  <a:gd name="connsiteX9" fmla="*/ 297188 w 703172"/>
                  <a:gd name="connsiteY9" fmla="*/ 0 h 648252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6214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6670 w 703172"/>
                  <a:gd name="connsiteY3" fmla="*/ 206394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7582 w 703172"/>
                  <a:gd name="connsiteY3" fmla="*/ 20685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8075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1817 h 649684"/>
                  <a:gd name="connsiteX1" fmla="*/ 226634 w 703172"/>
                  <a:gd name="connsiteY1" fmla="*/ 142219 h 649684"/>
                  <a:gd name="connsiteX2" fmla="*/ 226634 w 703172"/>
                  <a:gd name="connsiteY2" fmla="*/ 206366 h 649684"/>
                  <a:gd name="connsiteX3" fmla="*/ 168038 w 703172"/>
                  <a:gd name="connsiteY3" fmla="*/ 205929 h 649684"/>
                  <a:gd name="connsiteX4" fmla="*/ 167619 w 703172"/>
                  <a:gd name="connsiteY4" fmla="*/ 89625 h 649684"/>
                  <a:gd name="connsiteX5" fmla="*/ 609674 w 703172"/>
                  <a:gd name="connsiteY5" fmla="*/ 89885 h 649684"/>
                  <a:gd name="connsiteX6" fmla="*/ 703172 w 703172"/>
                  <a:gd name="connsiteY6" fmla="*/ 368695 h 649684"/>
                  <a:gd name="connsiteX7" fmla="*/ 611497 w 703172"/>
                  <a:gd name="connsiteY7" fmla="*/ 648491 h 649684"/>
                  <a:gd name="connsiteX8" fmla="*/ 295991 w 703172"/>
                  <a:gd name="connsiteY8" fmla="*/ 649684 h 649684"/>
                  <a:gd name="connsiteX9" fmla="*/ 296252 w 703172"/>
                  <a:gd name="connsiteY9" fmla="*/ 0 h 649684"/>
                  <a:gd name="connsiteX0" fmla="*/ 0 w 703172"/>
                  <a:gd name="connsiteY0" fmla="*/ 142437 h 650304"/>
                  <a:gd name="connsiteX1" fmla="*/ 226634 w 703172"/>
                  <a:gd name="connsiteY1" fmla="*/ 142839 h 650304"/>
                  <a:gd name="connsiteX2" fmla="*/ 226634 w 703172"/>
                  <a:gd name="connsiteY2" fmla="*/ 206986 h 650304"/>
                  <a:gd name="connsiteX3" fmla="*/ 168038 w 703172"/>
                  <a:gd name="connsiteY3" fmla="*/ 206549 h 650304"/>
                  <a:gd name="connsiteX4" fmla="*/ 167619 w 703172"/>
                  <a:gd name="connsiteY4" fmla="*/ 90245 h 650304"/>
                  <a:gd name="connsiteX5" fmla="*/ 609674 w 703172"/>
                  <a:gd name="connsiteY5" fmla="*/ 90505 h 650304"/>
                  <a:gd name="connsiteX6" fmla="*/ 703172 w 703172"/>
                  <a:gd name="connsiteY6" fmla="*/ 369315 h 650304"/>
                  <a:gd name="connsiteX7" fmla="*/ 611497 w 703172"/>
                  <a:gd name="connsiteY7" fmla="*/ 649111 h 650304"/>
                  <a:gd name="connsiteX8" fmla="*/ 295991 w 703172"/>
                  <a:gd name="connsiteY8" fmla="*/ 650304 h 650304"/>
                  <a:gd name="connsiteX9" fmla="*/ 295036 w 703172"/>
                  <a:gd name="connsiteY9" fmla="*/ 0 h 650304"/>
                  <a:gd name="connsiteX0" fmla="*/ 0 w 703172"/>
                  <a:gd name="connsiteY0" fmla="*/ 143677 h 651544"/>
                  <a:gd name="connsiteX1" fmla="*/ 226634 w 703172"/>
                  <a:gd name="connsiteY1" fmla="*/ 144079 h 651544"/>
                  <a:gd name="connsiteX2" fmla="*/ 226634 w 703172"/>
                  <a:gd name="connsiteY2" fmla="*/ 208226 h 651544"/>
                  <a:gd name="connsiteX3" fmla="*/ 168038 w 703172"/>
                  <a:gd name="connsiteY3" fmla="*/ 207789 h 651544"/>
                  <a:gd name="connsiteX4" fmla="*/ 167619 w 703172"/>
                  <a:gd name="connsiteY4" fmla="*/ 91485 h 651544"/>
                  <a:gd name="connsiteX5" fmla="*/ 609674 w 703172"/>
                  <a:gd name="connsiteY5" fmla="*/ 91745 h 651544"/>
                  <a:gd name="connsiteX6" fmla="*/ 703172 w 703172"/>
                  <a:gd name="connsiteY6" fmla="*/ 370555 h 651544"/>
                  <a:gd name="connsiteX7" fmla="*/ 611497 w 703172"/>
                  <a:gd name="connsiteY7" fmla="*/ 650351 h 651544"/>
                  <a:gd name="connsiteX8" fmla="*/ 295991 w 703172"/>
                  <a:gd name="connsiteY8" fmla="*/ 651544 h 651544"/>
                  <a:gd name="connsiteX9" fmla="*/ 295644 w 703172"/>
                  <a:gd name="connsiteY9" fmla="*/ 0 h 651544"/>
                  <a:gd name="connsiteX0" fmla="*/ 0 w 703172"/>
                  <a:gd name="connsiteY0" fmla="*/ 137882 h 645749"/>
                  <a:gd name="connsiteX1" fmla="*/ 226634 w 703172"/>
                  <a:gd name="connsiteY1" fmla="*/ 138284 h 645749"/>
                  <a:gd name="connsiteX2" fmla="*/ 226634 w 703172"/>
                  <a:gd name="connsiteY2" fmla="*/ 202431 h 645749"/>
                  <a:gd name="connsiteX3" fmla="*/ 168038 w 703172"/>
                  <a:gd name="connsiteY3" fmla="*/ 201994 h 645749"/>
                  <a:gd name="connsiteX4" fmla="*/ 167619 w 703172"/>
                  <a:gd name="connsiteY4" fmla="*/ 85690 h 645749"/>
                  <a:gd name="connsiteX5" fmla="*/ 609674 w 703172"/>
                  <a:gd name="connsiteY5" fmla="*/ 85950 h 645749"/>
                  <a:gd name="connsiteX6" fmla="*/ 703172 w 703172"/>
                  <a:gd name="connsiteY6" fmla="*/ 364760 h 645749"/>
                  <a:gd name="connsiteX7" fmla="*/ 611497 w 703172"/>
                  <a:gd name="connsiteY7" fmla="*/ 644556 h 645749"/>
                  <a:gd name="connsiteX8" fmla="*/ 295991 w 703172"/>
                  <a:gd name="connsiteY8" fmla="*/ 645749 h 645749"/>
                  <a:gd name="connsiteX9" fmla="*/ 296781 w 703172"/>
                  <a:gd name="connsiteY9" fmla="*/ 0 h 645749"/>
                  <a:gd name="connsiteX0" fmla="*/ 0 w 703172"/>
                  <a:gd name="connsiteY0" fmla="*/ 140977 h 648844"/>
                  <a:gd name="connsiteX1" fmla="*/ 226634 w 703172"/>
                  <a:gd name="connsiteY1" fmla="*/ 141379 h 648844"/>
                  <a:gd name="connsiteX2" fmla="*/ 226634 w 703172"/>
                  <a:gd name="connsiteY2" fmla="*/ 205526 h 648844"/>
                  <a:gd name="connsiteX3" fmla="*/ 168038 w 703172"/>
                  <a:gd name="connsiteY3" fmla="*/ 205089 h 648844"/>
                  <a:gd name="connsiteX4" fmla="*/ 167619 w 703172"/>
                  <a:gd name="connsiteY4" fmla="*/ 88785 h 648844"/>
                  <a:gd name="connsiteX5" fmla="*/ 609674 w 703172"/>
                  <a:gd name="connsiteY5" fmla="*/ 89045 h 648844"/>
                  <a:gd name="connsiteX6" fmla="*/ 703172 w 703172"/>
                  <a:gd name="connsiteY6" fmla="*/ 367855 h 648844"/>
                  <a:gd name="connsiteX7" fmla="*/ 611497 w 703172"/>
                  <a:gd name="connsiteY7" fmla="*/ 647651 h 648844"/>
                  <a:gd name="connsiteX8" fmla="*/ 295991 w 703172"/>
                  <a:gd name="connsiteY8" fmla="*/ 648844 h 648844"/>
                  <a:gd name="connsiteX9" fmla="*/ 295770 w 703172"/>
                  <a:gd name="connsiteY9" fmla="*/ 0 h 648844"/>
                  <a:gd name="connsiteX0" fmla="*/ 59015 w 535553"/>
                  <a:gd name="connsiteY0" fmla="*/ 141379 h 648844"/>
                  <a:gd name="connsiteX1" fmla="*/ 59015 w 535553"/>
                  <a:gd name="connsiteY1" fmla="*/ 205526 h 648844"/>
                  <a:gd name="connsiteX2" fmla="*/ 419 w 535553"/>
                  <a:gd name="connsiteY2" fmla="*/ 205089 h 648844"/>
                  <a:gd name="connsiteX3" fmla="*/ 0 w 535553"/>
                  <a:gd name="connsiteY3" fmla="*/ 88785 h 648844"/>
                  <a:gd name="connsiteX4" fmla="*/ 442055 w 535553"/>
                  <a:gd name="connsiteY4" fmla="*/ 89045 h 648844"/>
                  <a:gd name="connsiteX5" fmla="*/ 535553 w 535553"/>
                  <a:gd name="connsiteY5" fmla="*/ 367855 h 648844"/>
                  <a:gd name="connsiteX6" fmla="*/ 443878 w 535553"/>
                  <a:gd name="connsiteY6" fmla="*/ 647651 h 648844"/>
                  <a:gd name="connsiteX7" fmla="*/ 128372 w 535553"/>
                  <a:gd name="connsiteY7" fmla="*/ 648844 h 648844"/>
                  <a:gd name="connsiteX8" fmla="*/ 128151 w 535553"/>
                  <a:gd name="connsiteY8" fmla="*/ 0 h 648844"/>
                  <a:gd name="connsiteX0" fmla="*/ 59015 w 535553"/>
                  <a:gd name="connsiteY0" fmla="*/ 205526 h 648844"/>
                  <a:gd name="connsiteX1" fmla="*/ 419 w 535553"/>
                  <a:gd name="connsiteY1" fmla="*/ 205089 h 648844"/>
                  <a:gd name="connsiteX2" fmla="*/ 0 w 535553"/>
                  <a:gd name="connsiteY2" fmla="*/ 88785 h 648844"/>
                  <a:gd name="connsiteX3" fmla="*/ 442055 w 535553"/>
                  <a:gd name="connsiteY3" fmla="*/ 89045 h 648844"/>
                  <a:gd name="connsiteX4" fmla="*/ 535553 w 535553"/>
                  <a:gd name="connsiteY4" fmla="*/ 367855 h 648844"/>
                  <a:gd name="connsiteX5" fmla="*/ 443878 w 535553"/>
                  <a:gd name="connsiteY5" fmla="*/ 647651 h 648844"/>
                  <a:gd name="connsiteX6" fmla="*/ 128372 w 535553"/>
                  <a:gd name="connsiteY6" fmla="*/ 648844 h 648844"/>
                  <a:gd name="connsiteX7" fmla="*/ 128151 w 535553"/>
                  <a:gd name="connsiteY7" fmla="*/ 0 h 648844"/>
                  <a:gd name="connsiteX0" fmla="*/ 419 w 535553"/>
                  <a:gd name="connsiteY0" fmla="*/ 205089 h 648844"/>
                  <a:gd name="connsiteX1" fmla="*/ 0 w 535553"/>
                  <a:gd name="connsiteY1" fmla="*/ 88785 h 648844"/>
                  <a:gd name="connsiteX2" fmla="*/ 442055 w 535553"/>
                  <a:gd name="connsiteY2" fmla="*/ 89045 h 648844"/>
                  <a:gd name="connsiteX3" fmla="*/ 535553 w 535553"/>
                  <a:gd name="connsiteY3" fmla="*/ 367855 h 648844"/>
                  <a:gd name="connsiteX4" fmla="*/ 443878 w 535553"/>
                  <a:gd name="connsiteY4" fmla="*/ 647651 h 648844"/>
                  <a:gd name="connsiteX5" fmla="*/ 128372 w 535553"/>
                  <a:gd name="connsiteY5" fmla="*/ 648844 h 648844"/>
                  <a:gd name="connsiteX6" fmla="*/ 128151 w 535553"/>
                  <a:gd name="connsiteY6" fmla="*/ 0 h 648844"/>
                  <a:gd name="connsiteX0" fmla="*/ 0 w 535553"/>
                  <a:gd name="connsiteY0" fmla="*/ 88785 h 648844"/>
                  <a:gd name="connsiteX1" fmla="*/ 442055 w 535553"/>
                  <a:gd name="connsiteY1" fmla="*/ 89045 h 648844"/>
                  <a:gd name="connsiteX2" fmla="*/ 535553 w 535553"/>
                  <a:gd name="connsiteY2" fmla="*/ 367855 h 648844"/>
                  <a:gd name="connsiteX3" fmla="*/ 443878 w 535553"/>
                  <a:gd name="connsiteY3" fmla="*/ 647651 h 648844"/>
                  <a:gd name="connsiteX4" fmla="*/ 128372 w 535553"/>
                  <a:gd name="connsiteY4" fmla="*/ 648844 h 648844"/>
                  <a:gd name="connsiteX5" fmla="*/ 128151 w 535553"/>
                  <a:gd name="connsiteY5" fmla="*/ 0 h 648844"/>
                  <a:gd name="connsiteX0" fmla="*/ 0 w 646478"/>
                  <a:gd name="connsiteY0" fmla="*/ 87901 h 648844"/>
                  <a:gd name="connsiteX1" fmla="*/ 552980 w 646478"/>
                  <a:gd name="connsiteY1" fmla="*/ 89045 h 648844"/>
                  <a:gd name="connsiteX2" fmla="*/ 646478 w 646478"/>
                  <a:gd name="connsiteY2" fmla="*/ 367855 h 648844"/>
                  <a:gd name="connsiteX3" fmla="*/ 554803 w 646478"/>
                  <a:gd name="connsiteY3" fmla="*/ 647651 h 648844"/>
                  <a:gd name="connsiteX4" fmla="*/ 239297 w 646478"/>
                  <a:gd name="connsiteY4" fmla="*/ 648844 h 648844"/>
                  <a:gd name="connsiteX5" fmla="*/ 239076 w 646478"/>
                  <a:gd name="connsiteY5" fmla="*/ 0 h 648844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646478"/>
                  <a:gd name="connsiteY0" fmla="*/ 115043 h 675986"/>
                  <a:gd name="connsiteX1" fmla="*/ 552980 w 646478"/>
                  <a:gd name="connsiteY1" fmla="*/ 116187 h 675986"/>
                  <a:gd name="connsiteX2" fmla="*/ 646478 w 646478"/>
                  <a:gd name="connsiteY2" fmla="*/ 394997 h 675986"/>
                  <a:gd name="connsiteX3" fmla="*/ 554803 w 646478"/>
                  <a:gd name="connsiteY3" fmla="*/ 674793 h 675986"/>
                  <a:gd name="connsiteX4" fmla="*/ 239297 w 646478"/>
                  <a:gd name="connsiteY4" fmla="*/ 675986 h 675986"/>
                  <a:gd name="connsiteX5" fmla="*/ 239173 w 646478"/>
                  <a:gd name="connsiteY5" fmla="*/ 55279 h 675986"/>
                  <a:gd name="connsiteX6" fmla="*/ 239076 w 646478"/>
                  <a:gd name="connsiteY6" fmla="*/ 27142 h 675986"/>
                  <a:gd name="connsiteX0" fmla="*/ 0 w 963608"/>
                  <a:gd name="connsiteY0" fmla="*/ 107020 h 667963"/>
                  <a:gd name="connsiteX1" fmla="*/ 552980 w 963608"/>
                  <a:gd name="connsiteY1" fmla="*/ 108164 h 667963"/>
                  <a:gd name="connsiteX2" fmla="*/ 646478 w 963608"/>
                  <a:gd name="connsiteY2" fmla="*/ 386974 h 667963"/>
                  <a:gd name="connsiteX3" fmla="*/ 554803 w 963608"/>
                  <a:gd name="connsiteY3" fmla="*/ 666770 h 667963"/>
                  <a:gd name="connsiteX4" fmla="*/ 239297 w 963608"/>
                  <a:gd name="connsiteY4" fmla="*/ 667963 h 667963"/>
                  <a:gd name="connsiteX5" fmla="*/ 239173 w 963608"/>
                  <a:gd name="connsiteY5" fmla="*/ 47256 h 667963"/>
                  <a:gd name="connsiteX6" fmla="*/ 963608 w 963608"/>
                  <a:gd name="connsiteY6" fmla="*/ 46389 h 667963"/>
                  <a:gd name="connsiteX0" fmla="*/ 0 w 963608"/>
                  <a:gd name="connsiteY0" fmla="*/ 60631 h 621574"/>
                  <a:gd name="connsiteX1" fmla="*/ 552980 w 963608"/>
                  <a:gd name="connsiteY1" fmla="*/ 61775 h 621574"/>
                  <a:gd name="connsiteX2" fmla="*/ 646478 w 963608"/>
                  <a:gd name="connsiteY2" fmla="*/ 340585 h 621574"/>
                  <a:gd name="connsiteX3" fmla="*/ 554803 w 963608"/>
                  <a:gd name="connsiteY3" fmla="*/ 620381 h 621574"/>
                  <a:gd name="connsiteX4" fmla="*/ 239297 w 963608"/>
                  <a:gd name="connsiteY4" fmla="*/ 621574 h 621574"/>
                  <a:gd name="connsiteX5" fmla="*/ 239173 w 963608"/>
                  <a:gd name="connsiteY5" fmla="*/ 867 h 621574"/>
                  <a:gd name="connsiteX6" fmla="*/ 963608 w 963608"/>
                  <a:gd name="connsiteY6" fmla="*/ 0 h 621574"/>
                  <a:gd name="connsiteX0" fmla="*/ 0 w 963608"/>
                  <a:gd name="connsiteY0" fmla="*/ 60631 h 621574"/>
                  <a:gd name="connsiteX1" fmla="*/ 552980 w 963608"/>
                  <a:gd name="connsiteY1" fmla="*/ 61775 h 621574"/>
                  <a:gd name="connsiteX2" fmla="*/ 646478 w 963608"/>
                  <a:gd name="connsiteY2" fmla="*/ 340585 h 621574"/>
                  <a:gd name="connsiteX3" fmla="*/ 554803 w 963608"/>
                  <a:gd name="connsiteY3" fmla="*/ 620381 h 621574"/>
                  <a:gd name="connsiteX4" fmla="*/ 239297 w 963608"/>
                  <a:gd name="connsiteY4" fmla="*/ 621574 h 621574"/>
                  <a:gd name="connsiteX5" fmla="*/ 239173 w 963608"/>
                  <a:gd name="connsiteY5" fmla="*/ 867 h 621574"/>
                  <a:gd name="connsiteX6" fmla="*/ 963608 w 963608"/>
                  <a:gd name="connsiteY6" fmla="*/ 0 h 621574"/>
                  <a:gd name="connsiteX0" fmla="*/ 0 w 1017378"/>
                  <a:gd name="connsiteY0" fmla="*/ 61293 h 622236"/>
                  <a:gd name="connsiteX1" fmla="*/ 552980 w 1017378"/>
                  <a:gd name="connsiteY1" fmla="*/ 62437 h 622236"/>
                  <a:gd name="connsiteX2" fmla="*/ 646478 w 1017378"/>
                  <a:gd name="connsiteY2" fmla="*/ 341247 h 622236"/>
                  <a:gd name="connsiteX3" fmla="*/ 554803 w 1017378"/>
                  <a:gd name="connsiteY3" fmla="*/ 621043 h 622236"/>
                  <a:gd name="connsiteX4" fmla="*/ 239297 w 1017378"/>
                  <a:gd name="connsiteY4" fmla="*/ 622236 h 622236"/>
                  <a:gd name="connsiteX5" fmla="*/ 239173 w 1017378"/>
                  <a:gd name="connsiteY5" fmla="*/ 1529 h 622236"/>
                  <a:gd name="connsiteX6" fmla="*/ 963608 w 1017378"/>
                  <a:gd name="connsiteY6" fmla="*/ 662 h 622236"/>
                  <a:gd name="connsiteX7" fmla="*/ 963986 w 1017378"/>
                  <a:gd name="connsiteY7" fmla="*/ 0 h 622236"/>
                  <a:gd name="connsiteX0" fmla="*/ 0 w 1017951"/>
                  <a:gd name="connsiteY0" fmla="*/ 61293 h 622236"/>
                  <a:gd name="connsiteX1" fmla="*/ 552980 w 1017951"/>
                  <a:gd name="connsiteY1" fmla="*/ 62437 h 622236"/>
                  <a:gd name="connsiteX2" fmla="*/ 646478 w 1017951"/>
                  <a:gd name="connsiteY2" fmla="*/ 341247 h 622236"/>
                  <a:gd name="connsiteX3" fmla="*/ 554803 w 1017951"/>
                  <a:gd name="connsiteY3" fmla="*/ 621043 h 622236"/>
                  <a:gd name="connsiteX4" fmla="*/ 239297 w 1017951"/>
                  <a:gd name="connsiteY4" fmla="*/ 622236 h 622236"/>
                  <a:gd name="connsiteX5" fmla="*/ 239173 w 1017951"/>
                  <a:gd name="connsiteY5" fmla="*/ 1529 h 622236"/>
                  <a:gd name="connsiteX6" fmla="*/ 963608 w 1017951"/>
                  <a:gd name="connsiteY6" fmla="*/ 662 h 622236"/>
                  <a:gd name="connsiteX7" fmla="*/ 951098 w 1017951"/>
                  <a:gd name="connsiteY7" fmla="*/ 135789 h 622236"/>
                  <a:gd name="connsiteX8" fmla="*/ 963986 w 1017951"/>
                  <a:gd name="connsiteY8" fmla="*/ 0 h 622236"/>
                  <a:gd name="connsiteX0" fmla="*/ 0 w 1017951"/>
                  <a:gd name="connsiteY0" fmla="*/ 61293 h 622236"/>
                  <a:gd name="connsiteX1" fmla="*/ 552980 w 1017951"/>
                  <a:gd name="connsiteY1" fmla="*/ 62437 h 622236"/>
                  <a:gd name="connsiteX2" fmla="*/ 646478 w 1017951"/>
                  <a:gd name="connsiteY2" fmla="*/ 341247 h 622236"/>
                  <a:gd name="connsiteX3" fmla="*/ 554803 w 1017951"/>
                  <a:gd name="connsiteY3" fmla="*/ 621043 h 622236"/>
                  <a:gd name="connsiteX4" fmla="*/ 239297 w 1017951"/>
                  <a:gd name="connsiteY4" fmla="*/ 622236 h 622236"/>
                  <a:gd name="connsiteX5" fmla="*/ 239173 w 1017951"/>
                  <a:gd name="connsiteY5" fmla="*/ 1529 h 622236"/>
                  <a:gd name="connsiteX6" fmla="*/ 963608 w 1017951"/>
                  <a:gd name="connsiteY6" fmla="*/ 662 h 622236"/>
                  <a:gd name="connsiteX7" fmla="*/ 951098 w 1017951"/>
                  <a:gd name="connsiteY7" fmla="*/ 135789 h 622236"/>
                  <a:gd name="connsiteX8" fmla="*/ 966134 w 1017951"/>
                  <a:gd name="connsiteY8" fmla="*/ 77750 h 622236"/>
                  <a:gd name="connsiteX9" fmla="*/ 963986 w 1017951"/>
                  <a:gd name="connsiteY9" fmla="*/ 0 h 622236"/>
                  <a:gd name="connsiteX0" fmla="*/ 0 w 1017951"/>
                  <a:gd name="connsiteY0" fmla="*/ 61293 h 622236"/>
                  <a:gd name="connsiteX1" fmla="*/ 552980 w 1017951"/>
                  <a:gd name="connsiteY1" fmla="*/ 62437 h 622236"/>
                  <a:gd name="connsiteX2" fmla="*/ 646478 w 1017951"/>
                  <a:gd name="connsiteY2" fmla="*/ 341247 h 622236"/>
                  <a:gd name="connsiteX3" fmla="*/ 554803 w 1017951"/>
                  <a:gd name="connsiteY3" fmla="*/ 621043 h 622236"/>
                  <a:gd name="connsiteX4" fmla="*/ 239297 w 1017951"/>
                  <a:gd name="connsiteY4" fmla="*/ 622236 h 622236"/>
                  <a:gd name="connsiteX5" fmla="*/ 239173 w 1017951"/>
                  <a:gd name="connsiteY5" fmla="*/ 1529 h 622236"/>
                  <a:gd name="connsiteX6" fmla="*/ 963608 w 1017951"/>
                  <a:gd name="connsiteY6" fmla="*/ 662 h 622236"/>
                  <a:gd name="connsiteX7" fmla="*/ 951098 w 1017951"/>
                  <a:gd name="connsiteY7" fmla="*/ 135789 h 622236"/>
                  <a:gd name="connsiteX8" fmla="*/ 866257 w 1017951"/>
                  <a:gd name="connsiteY8" fmla="*/ 165356 h 622236"/>
                  <a:gd name="connsiteX9" fmla="*/ 963986 w 1017951"/>
                  <a:gd name="connsiteY9" fmla="*/ 0 h 622236"/>
                  <a:gd name="connsiteX0" fmla="*/ 0 w 1017951"/>
                  <a:gd name="connsiteY0" fmla="*/ 60632 h 621575"/>
                  <a:gd name="connsiteX1" fmla="*/ 552980 w 1017951"/>
                  <a:gd name="connsiteY1" fmla="*/ 61776 h 621575"/>
                  <a:gd name="connsiteX2" fmla="*/ 646478 w 1017951"/>
                  <a:gd name="connsiteY2" fmla="*/ 340586 h 621575"/>
                  <a:gd name="connsiteX3" fmla="*/ 554803 w 1017951"/>
                  <a:gd name="connsiteY3" fmla="*/ 620382 h 621575"/>
                  <a:gd name="connsiteX4" fmla="*/ 239297 w 1017951"/>
                  <a:gd name="connsiteY4" fmla="*/ 621575 h 621575"/>
                  <a:gd name="connsiteX5" fmla="*/ 239173 w 1017951"/>
                  <a:gd name="connsiteY5" fmla="*/ 868 h 621575"/>
                  <a:gd name="connsiteX6" fmla="*/ 963608 w 1017951"/>
                  <a:gd name="connsiteY6" fmla="*/ 1 h 621575"/>
                  <a:gd name="connsiteX7" fmla="*/ 951098 w 1017951"/>
                  <a:gd name="connsiteY7" fmla="*/ 135128 h 621575"/>
                  <a:gd name="connsiteX8" fmla="*/ 866257 w 1017951"/>
                  <a:gd name="connsiteY8" fmla="*/ 164695 h 621575"/>
                  <a:gd name="connsiteX9" fmla="*/ 844778 w 1017951"/>
                  <a:gd name="connsiteY9" fmla="*/ 94610 h 621575"/>
                  <a:gd name="connsiteX0" fmla="*/ 0 w 1021401"/>
                  <a:gd name="connsiteY0" fmla="*/ 60632 h 621575"/>
                  <a:gd name="connsiteX1" fmla="*/ 552980 w 1021401"/>
                  <a:gd name="connsiteY1" fmla="*/ 61776 h 621575"/>
                  <a:gd name="connsiteX2" fmla="*/ 646478 w 1021401"/>
                  <a:gd name="connsiteY2" fmla="*/ 340586 h 621575"/>
                  <a:gd name="connsiteX3" fmla="*/ 554803 w 1021401"/>
                  <a:gd name="connsiteY3" fmla="*/ 620382 h 621575"/>
                  <a:gd name="connsiteX4" fmla="*/ 239297 w 1021401"/>
                  <a:gd name="connsiteY4" fmla="*/ 621575 h 621575"/>
                  <a:gd name="connsiteX5" fmla="*/ 239173 w 1021401"/>
                  <a:gd name="connsiteY5" fmla="*/ 868 h 621575"/>
                  <a:gd name="connsiteX6" fmla="*/ 963608 w 1021401"/>
                  <a:gd name="connsiteY6" fmla="*/ 1 h 621575"/>
                  <a:gd name="connsiteX7" fmla="*/ 965060 w 1021401"/>
                  <a:gd name="connsiteY7" fmla="*/ 63948 h 621575"/>
                  <a:gd name="connsiteX8" fmla="*/ 866257 w 1021401"/>
                  <a:gd name="connsiteY8" fmla="*/ 164695 h 621575"/>
                  <a:gd name="connsiteX9" fmla="*/ 844778 w 1021401"/>
                  <a:gd name="connsiteY9" fmla="*/ 94610 h 621575"/>
                  <a:gd name="connsiteX0" fmla="*/ 0 w 1021401"/>
                  <a:gd name="connsiteY0" fmla="*/ 60632 h 621575"/>
                  <a:gd name="connsiteX1" fmla="*/ 552980 w 1021401"/>
                  <a:gd name="connsiteY1" fmla="*/ 61776 h 621575"/>
                  <a:gd name="connsiteX2" fmla="*/ 646478 w 1021401"/>
                  <a:gd name="connsiteY2" fmla="*/ 340586 h 621575"/>
                  <a:gd name="connsiteX3" fmla="*/ 554803 w 1021401"/>
                  <a:gd name="connsiteY3" fmla="*/ 620382 h 621575"/>
                  <a:gd name="connsiteX4" fmla="*/ 239297 w 1021401"/>
                  <a:gd name="connsiteY4" fmla="*/ 621575 h 621575"/>
                  <a:gd name="connsiteX5" fmla="*/ 239173 w 1021401"/>
                  <a:gd name="connsiteY5" fmla="*/ 868 h 621575"/>
                  <a:gd name="connsiteX6" fmla="*/ 963608 w 1021401"/>
                  <a:gd name="connsiteY6" fmla="*/ 1 h 621575"/>
                  <a:gd name="connsiteX7" fmla="*/ 965060 w 1021401"/>
                  <a:gd name="connsiteY7" fmla="*/ 63948 h 621575"/>
                  <a:gd name="connsiteX8" fmla="*/ 907067 w 1021401"/>
                  <a:gd name="connsiteY8" fmla="*/ 65043 h 621575"/>
                  <a:gd name="connsiteX9" fmla="*/ 844778 w 1021401"/>
                  <a:gd name="connsiteY9" fmla="*/ 94610 h 621575"/>
                  <a:gd name="connsiteX0" fmla="*/ 0 w 1021401"/>
                  <a:gd name="connsiteY0" fmla="*/ 134663 h 695606"/>
                  <a:gd name="connsiteX1" fmla="*/ 552980 w 1021401"/>
                  <a:gd name="connsiteY1" fmla="*/ 135807 h 695606"/>
                  <a:gd name="connsiteX2" fmla="*/ 646478 w 1021401"/>
                  <a:gd name="connsiteY2" fmla="*/ 414617 h 695606"/>
                  <a:gd name="connsiteX3" fmla="*/ 554803 w 1021401"/>
                  <a:gd name="connsiteY3" fmla="*/ 694413 h 695606"/>
                  <a:gd name="connsiteX4" fmla="*/ 239297 w 1021401"/>
                  <a:gd name="connsiteY4" fmla="*/ 695606 h 695606"/>
                  <a:gd name="connsiteX5" fmla="*/ 239173 w 1021401"/>
                  <a:gd name="connsiteY5" fmla="*/ 74899 h 695606"/>
                  <a:gd name="connsiteX6" fmla="*/ 963608 w 1021401"/>
                  <a:gd name="connsiteY6" fmla="*/ 74032 h 695606"/>
                  <a:gd name="connsiteX7" fmla="*/ 965060 w 1021401"/>
                  <a:gd name="connsiteY7" fmla="*/ 137979 h 695606"/>
                  <a:gd name="connsiteX8" fmla="*/ 907067 w 1021401"/>
                  <a:gd name="connsiteY8" fmla="*/ 139074 h 695606"/>
                  <a:gd name="connsiteX9" fmla="*/ 905993 w 1021401"/>
                  <a:gd name="connsiteY9" fmla="*/ 0 h 695606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7979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8693 h 694511"/>
                  <a:gd name="connsiteX9" fmla="*/ 907067 w 1021401"/>
                  <a:gd name="connsiteY9" fmla="*/ 0 h 694511"/>
                  <a:gd name="connsiteX0" fmla="*/ 0 w 1021401"/>
                  <a:gd name="connsiteY0" fmla="*/ 133568 h 694511"/>
                  <a:gd name="connsiteX1" fmla="*/ 552980 w 1021401"/>
                  <a:gd name="connsiteY1" fmla="*/ 134712 h 694511"/>
                  <a:gd name="connsiteX2" fmla="*/ 646478 w 1021401"/>
                  <a:gd name="connsiteY2" fmla="*/ 413522 h 694511"/>
                  <a:gd name="connsiteX3" fmla="*/ 554803 w 1021401"/>
                  <a:gd name="connsiteY3" fmla="*/ 693318 h 694511"/>
                  <a:gd name="connsiteX4" fmla="*/ 239297 w 1021401"/>
                  <a:gd name="connsiteY4" fmla="*/ 694511 h 694511"/>
                  <a:gd name="connsiteX5" fmla="*/ 239173 w 1021401"/>
                  <a:gd name="connsiteY5" fmla="*/ 73804 h 694511"/>
                  <a:gd name="connsiteX6" fmla="*/ 963608 w 1021401"/>
                  <a:gd name="connsiteY6" fmla="*/ 72937 h 694511"/>
                  <a:gd name="connsiteX7" fmla="*/ 965060 w 1021401"/>
                  <a:gd name="connsiteY7" fmla="*/ 136884 h 694511"/>
                  <a:gd name="connsiteX8" fmla="*/ 907067 w 1021401"/>
                  <a:gd name="connsiteY8" fmla="*/ 138693 h 694511"/>
                  <a:gd name="connsiteX9" fmla="*/ 907067 w 1021401"/>
                  <a:gd name="connsiteY9" fmla="*/ 0 h 694511"/>
                  <a:gd name="connsiteX0" fmla="*/ 0 w 1021585"/>
                  <a:gd name="connsiteY0" fmla="*/ 133568 h 694511"/>
                  <a:gd name="connsiteX1" fmla="*/ 552980 w 1021585"/>
                  <a:gd name="connsiteY1" fmla="*/ 134712 h 694511"/>
                  <a:gd name="connsiteX2" fmla="*/ 646478 w 1021585"/>
                  <a:gd name="connsiteY2" fmla="*/ 413522 h 694511"/>
                  <a:gd name="connsiteX3" fmla="*/ 554803 w 1021585"/>
                  <a:gd name="connsiteY3" fmla="*/ 693318 h 694511"/>
                  <a:gd name="connsiteX4" fmla="*/ 239297 w 1021585"/>
                  <a:gd name="connsiteY4" fmla="*/ 694511 h 694511"/>
                  <a:gd name="connsiteX5" fmla="*/ 239173 w 1021585"/>
                  <a:gd name="connsiteY5" fmla="*/ 73804 h 694511"/>
                  <a:gd name="connsiteX6" fmla="*/ 963608 w 1021585"/>
                  <a:gd name="connsiteY6" fmla="*/ 72937 h 694511"/>
                  <a:gd name="connsiteX7" fmla="*/ 965760 w 1021585"/>
                  <a:gd name="connsiteY7" fmla="*/ 146166 h 694511"/>
                  <a:gd name="connsiteX8" fmla="*/ 907067 w 1021585"/>
                  <a:gd name="connsiteY8" fmla="*/ 138693 h 694511"/>
                  <a:gd name="connsiteX9" fmla="*/ 907067 w 1021585"/>
                  <a:gd name="connsiteY9" fmla="*/ 0 h 694511"/>
                  <a:gd name="connsiteX0" fmla="*/ 0 w 1021771"/>
                  <a:gd name="connsiteY0" fmla="*/ 133568 h 694511"/>
                  <a:gd name="connsiteX1" fmla="*/ 552980 w 1021771"/>
                  <a:gd name="connsiteY1" fmla="*/ 134712 h 694511"/>
                  <a:gd name="connsiteX2" fmla="*/ 646478 w 1021771"/>
                  <a:gd name="connsiteY2" fmla="*/ 413522 h 694511"/>
                  <a:gd name="connsiteX3" fmla="*/ 554803 w 1021771"/>
                  <a:gd name="connsiteY3" fmla="*/ 693318 h 694511"/>
                  <a:gd name="connsiteX4" fmla="*/ 239297 w 1021771"/>
                  <a:gd name="connsiteY4" fmla="*/ 694511 h 694511"/>
                  <a:gd name="connsiteX5" fmla="*/ 239173 w 1021771"/>
                  <a:gd name="connsiteY5" fmla="*/ 73804 h 694511"/>
                  <a:gd name="connsiteX6" fmla="*/ 963608 w 1021771"/>
                  <a:gd name="connsiteY6" fmla="*/ 72937 h 694511"/>
                  <a:gd name="connsiteX7" fmla="*/ 966461 w 1021771"/>
                  <a:gd name="connsiteY7" fmla="*/ 136884 h 694511"/>
                  <a:gd name="connsiteX8" fmla="*/ 907067 w 1021771"/>
                  <a:gd name="connsiteY8" fmla="*/ 138693 h 694511"/>
                  <a:gd name="connsiteX9" fmla="*/ 907067 w 1021771"/>
                  <a:gd name="connsiteY9" fmla="*/ 0 h 694511"/>
                  <a:gd name="connsiteX0" fmla="*/ 0 w 966461"/>
                  <a:gd name="connsiteY0" fmla="*/ 133568 h 694511"/>
                  <a:gd name="connsiteX1" fmla="*/ 552980 w 966461"/>
                  <a:gd name="connsiteY1" fmla="*/ 134712 h 694511"/>
                  <a:gd name="connsiteX2" fmla="*/ 646478 w 966461"/>
                  <a:gd name="connsiteY2" fmla="*/ 413522 h 694511"/>
                  <a:gd name="connsiteX3" fmla="*/ 554803 w 966461"/>
                  <a:gd name="connsiteY3" fmla="*/ 693318 h 694511"/>
                  <a:gd name="connsiteX4" fmla="*/ 239297 w 966461"/>
                  <a:gd name="connsiteY4" fmla="*/ 694511 h 694511"/>
                  <a:gd name="connsiteX5" fmla="*/ 239173 w 966461"/>
                  <a:gd name="connsiteY5" fmla="*/ 73804 h 694511"/>
                  <a:gd name="connsiteX6" fmla="*/ 963608 w 966461"/>
                  <a:gd name="connsiteY6" fmla="*/ 72937 h 694511"/>
                  <a:gd name="connsiteX7" fmla="*/ 966461 w 966461"/>
                  <a:gd name="connsiteY7" fmla="*/ 136884 h 694511"/>
                  <a:gd name="connsiteX8" fmla="*/ 907067 w 966461"/>
                  <a:gd name="connsiteY8" fmla="*/ 138693 h 694511"/>
                  <a:gd name="connsiteX9" fmla="*/ 907067 w 966461"/>
                  <a:gd name="connsiteY9" fmla="*/ 0 h 694511"/>
                  <a:gd name="connsiteX0" fmla="*/ 0 w 967328"/>
                  <a:gd name="connsiteY0" fmla="*/ 133568 h 694511"/>
                  <a:gd name="connsiteX1" fmla="*/ 552980 w 967328"/>
                  <a:gd name="connsiteY1" fmla="*/ 134712 h 694511"/>
                  <a:gd name="connsiteX2" fmla="*/ 646478 w 967328"/>
                  <a:gd name="connsiteY2" fmla="*/ 413522 h 694511"/>
                  <a:gd name="connsiteX3" fmla="*/ 554803 w 967328"/>
                  <a:gd name="connsiteY3" fmla="*/ 693318 h 694511"/>
                  <a:gd name="connsiteX4" fmla="*/ 239297 w 967328"/>
                  <a:gd name="connsiteY4" fmla="*/ 694511 h 694511"/>
                  <a:gd name="connsiteX5" fmla="*/ 239173 w 967328"/>
                  <a:gd name="connsiteY5" fmla="*/ 73804 h 694511"/>
                  <a:gd name="connsiteX6" fmla="*/ 965709 w 967328"/>
                  <a:gd name="connsiteY6" fmla="*/ 72937 h 694511"/>
                  <a:gd name="connsiteX7" fmla="*/ 966461 w 967328"/>
                  <a:gd name="connsiteY7" fmla="*/ 136884 h 694511"/>
                  <a:gd name="connsiteX8" fmla="*/ 907067 w 967328"/>
                  <a:gd name="connsiteY8" fmla="*/ 138693 h 694511"/>
                  <a:gd name="connsiteX9" fmla="*/ 907067 w 967328"/>
                  <a:gd name="connsiteY9" fmla="*/ 0 h 694511"/>
                  <a:gd name="connsiteX0" fmla="*/ 0 w 966461"/>
                  <a:gd name="connsiteY0" fmla="*/ 133568 h 694511"/>
                  <a:gd name="connsiteX1" fmla="*/ 552980 w 966461"/>
                  <a:gd name="connsiteY1" fmla="*/ 134712 h 694511"/>
                  <a:gd name="connsiteX2" fmla="*/ 646478 w 966461"/>
                  <a:gd name="connsiteY2" fmla="*/ 413522 h 694511"/>
                  <a:gd name="connsiteX3" fmla="*/ 554803 w 966461"/>
                  <a:gd name="connsiteY3" fmla="*/ 693318 h 694511"/>
                  <a:gd name="connsiteX4" fmla="*/ 239297 w 966461"/>
                  <a:gd name="connsiteY4" fmla="*/ 694511 h 694511"/>
                  <a:gd name="connsiteX5" fmla="*/ 239173 w 966461"/>
                  <a:gd name="connsiteY5" fmla="*/ 73804 h 694511"/>
                  <a:gd name="connsiteX6" fmla="*/ 965709 w 966461"/>
                  <a:gd name="connsiteY6" fmla="*/ 72937 h 694511"/>
                  <a:gd name="connsiteX7" fmla="*/ 966461 w 966461"/>
                  <a:gd name="connsiteY7" fmla="*/ 136884 h 694511"/>
                  <a:gd name="connsiteX8" fmla="*/ 907067 w 966461"/>
                  <a:gd name="connsiteY8" fmla="*/ 138693 h 694511"/>
                  <a:gd name="connsiteX9" fmla="*/ 907067 w 966461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7067 w 965875"/>
                  <a:gd name="connsiteY8" fmla="*/ 138693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6367 w 965875"/>
                  <a:gd name="connsiteY8" fmla="*/ 15511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2866 w 965875"/>
                  <a:gd name="connsiteY8" fmla="*/ 157257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8468 w 965875"/>
                  <a:gd name="connsiteY8" fmla="*/ 140835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2937 h 694511"/>
                  <a:gd name="connsiteX7" fmla="*/ 965761 w 965875"/>
                  <a:gd name="connsiteY7" fmla="*/ 139026 h 694511"/>
                  <a:gd name="connsiteX8" fmla="*/ 907768 w 965875"/>
                  <a:gd name="connsiteY8" fmla="*/ 139407 h 694511"/>
                  <a:gd name="connsiteX9" fmla="*/ 907067 w 965875"/>
                  <a:gd name="connsiteY9" fmla="*/ 0 h 694511"/>
                  <a:gd name="connsiteX0" fmla="*/ 0 w 965875"/>
                  <a:gd name="connsiteY0" fmla="*/ 133568 h 694511"/>
                  <a:gd name="connsiteX1" fmla="*/ 552980 w 965875"/>
                  <a:gd name="connsiteY1" fmla="*/ 134712 h 694511"/>
                  <a:gd name="connsiteX2" fmla="*/ 646478 w 965875"/>
                  <a:gd name="connsiteY2" fmla="*/ 413522 h 694511"/>
                  <a:gd name="connsiteX3" fmla="*/ 554803 w 965875"/>
                  <a:gd name="connsiteY3" fmla="*/ 693318 h 694511"/>
                  <a:gd name="connsiteX4" fmla="*/ 239297 w 965875"/>
                  <a:gd name="connsiteY4" fmla="*/ 694511 h 694511"/>
                  <a:gd name="connsiteX5" fmla="*/ 239173 w 965875"/>
                  <a:gd name="connsiteY5" fmla="*/ 73804 h 694511"/>
                  <a:gd name="connsiteX6" fmla="*/ 965709 w 965875"/>
                  <a:gd name="connsiteY6" fmla="*/ 73681 h 694511"/>
                  <a:gd name="connsiteX7" fmla="*/ 965761 w 965875"/>
                  <a:gd name="connsiteY7" fmla="*/ 139026 h 694511"/>
                  <a:gd name="connsiteX8" fmla="*/ 907768 w 965875"/>
                  <a:gd name="connsiteY8" fmla="*/ 139407 h 694511"/>
                  <a:gd name="connsiteX9" fmla="*/ 907067 w 965875"/>
                  <a:gd name="connsiteY9" fmla="*/ 0 h 694511"/>
                  <a:gd name="connsiteX0" fmla="*/ 0 w 965875"/>
                  <a:gd name="connsiteY0" fmla="*/ 132824 h 693767"/>
                  <a:gd name="connsiteX1" fmla="*/ 552980 w 965875"/>
                  <a:gd name="connsiteY1" fmla="*/ 133968 h 693767"/>
                  <a:gd name="connsiteX2" fmla="*/ 646478 w 965875"/>
                  <a:gd name="connsiteY2" fmla="*/ 412778 h 693767"/>
                  <a:gd name="connsiteX3" fmla="*/ 554803 w 965875"/>
                  <a:gd name="connsiteY3" fmla="*/ 692574 h 693767"/>
                  <a:gd name="connsiteX4" fmla="*/ 239297 w 965875"/>
                  <a:gd name="connsiteY4" fmla="*/ 693767 h 693767"/>
                  <a:gd name="connsiteX5" fmla="*/ 239173 w 965875"/>
                  <a:gd name="connsiteY5" fmla="*/ 73060 h 693767"/>
                  <a:gd name="connsiteX6" fmla="*/ 965709 w 965875"/>
                  <a:gd name="connsiteY6" fmla="*/ 72937 h 693767"/>
                  <a:gd name="connsiteX7" fmla="*/ 965761 w 965875"/>
                  <a:gd name="connsiteY7" fmla="*/ 138282 h 693767"/>
                  <a:gd name="connsiteX8" fmla="*/ 907768 w 965875"/>
                  <a:gd name="connsiteY8" fmla="*/ 138663 h 693767"/>
                  <a:gd name="connsiteX9" fmla="*/ 908527 w 965875"/>
                  <a:gd name="connsiteY9" fmla="*/ 0 h 693767"/>
                  <a:gd name="connsiteX0" fmla="*/ 0 w 965875"/>
                  <a:gd name="connsiteY0" fmla="*/ 135799 h 696742"/>
                  <a:gd name="connsiteX1" fmla="*/ 552980 w 965875"/>
                  <a:gd name="connsiteY1" fmla="*/ 136943 h 696742"/>
                  <a:gd name="connsiteX2" fmla="*/ 646478 w 965875"/>
                  <a:gd name="connsiteY2" fmla="*/ 415753 h 696742"/>
                  <a:gd name="connsiteX3" fmla="*/ 554803 w 965875"/>
                  <a:gd name="connsiteY3" fmla="*/ 695549 h 696742"/>
                  <a:gd name="connsiteX4" fmla="*/ 239297 w 965875"/>
                  <a:gd name="connsiteY4" fmla="*/ 696742 h 696742"/>
                  <a:gd name="connsiteX5" fmla="*/ 239173 w 965875"/>
                  <a:gd name="connsiteY5" fmla="*/ 76035 h 696742"/>
                  <a:gd name="connsiteX6" fmla="*/ 965709 w 965875"/>
                  <a:gd name="connsiteY6" fmla="*/ 75912 h 696742"/>
                  <a:gd name="connsiteX7" fmla="*/ 965761 w 965875"/>
                  <a:gd name="connsiteY7" fmla="*/ 141257 h 696742"/>
                  <a:gd name="connsiteX8" fmla="*/ 907768 w 965875"/>
                  <a:gd name="connsiteY8" fmla="*/ 141638 h 696742"/>
                  <a:gd name="connsiteX9" fmla="*/ 907798 w 965875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900027 w 1626729"/>
                  <a:gd name="connsiteY5" fmla="*/ 76035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897756 w 1626729"/>
                  <a:gd name="connsiteY5" fmla="*/ 27407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902298 w 1626729"/>
                  <a:gd name="connsiteY5" fmla="*/ 25091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729"/>
                  <a:gd name="connsiteY0" fmla="*/ 133485 h 696742"/>
                  <a:gd name="connsiteX1" fmla="*/ 1213834 w 1626729"/>
                  <a:gd name="connsiteY1" fmla="*/ 136943 h 696742"/>
                  <a:gd name="connsiteX2" fmla="*/ 1307332 w 1626729"/>
                  <a:gd name="connsiteY2" fmla="*/ 415753 h 696742"/>
                  <a:gd name="connsiteX3" fmla="*/ 1215657 w 1626729"/>
                  <a:gd name="connsiteY3" fmla="*/ 695549 h 696742"/>
                  <a:gd name="connsiteX4" fmla="*/ 900151 w 1626729"/>
                  <a:gd name="connsiteY4" fmla="*/ 696742 h 696742"/>
                  <a:gd name="connsiteX5" fmla="*/ 897756 w 1626729"/>
                  <a:gd name="connsiteY5" fmla="*/ 25091 h 696742"/>
                  <a:gd name="connsiteX6" fmla="*/ 1626563 w 1626729"/>
                  <a:gd name="connsiteY6" fmla="*/ 75912 h 696742"/>
                  <a:gd name="connsiteX7" fmla="*/ 1626615 w 1626729"/>
                  <a:gd name="connsiteY7" fmla="*/ 141257 h 696742"/>
                  <a:gd name="connsiteX8" fmla="*/ 1568622 w 1626729"/>
                  <a:gd name="connsiteY8" fmla="*/ 141638 h 696742"/>
                  <a:gd name="connsiteX9" fmla="*/ 1568652 w 1626729"/>
                  <a:gd name="connsiteY9" fmla="*/ 0 h 696742"/>
                  <a:gd name="connsiteX0" fmla="*/ 0 w 1626615"/>
                  <a:gd name="connsiteY0" fmla="*/ 133485 h 696742"/>
                  <a:gd name="connsiteX1" fmla="*/ 1213834 w 1626615"/>
                  <a:gd name="connsiteY1" fmla="*/ 136943 h 696742"/>
                  <a:gd name="connsiteX2" fmla="*/ 1307332 w 1626615"/>
                  <a:gd name="connsiteY2" fmla="*/ 415753 h 696742"/>
                  <a:gd name="connsiteX3" fmla="*/ 1215657 w 1626615"/>
                  <a:gd name="connsiteY3" fmla="*/ 695549 h 696742"/>
                  <a:gd name="connsiteX4" fmla="*/ 900151 w 1626615"/>
                  <a:gd name="connsiteY4" fmla="*/ 696742 h 696742"/>
                  <a:gd name="connsiteX5" fmla="*/ 897756 w 1626615"/>
                  <a:gd name="connsiteY5" fmla="*/ 25091 h 696742"/>
                  <a:gd name="connsiteX6" fmla="*/ 1508472 w 1626615"/>
                  <a:gd name="connsiteY6" fmla="*/ 27284 h 696742"/>
                  <a:gd name="connsiteX7" fmla="*/ 1626615 w 1626615"/>
                  <a:gd name="connsiteY7" fmla="*/ 141257 h 696742"/>
                  <a:gd name="connsiteX8" fmla="*/ 1568622 w 1626615"/>
                  <a:gd name="connsiteY8" fmla="*/ 141638 h 696742"/>
                  <a:gd name="connsiteX9" fmla="*/ 1568652 w 1626615"/>
                  <a:gd name="connsiteY9" fmla="*/ 0 h 696742"/>
                  <a:gd name="connsiteX0" fmla="*/ 0 w 1571298"/>
                  <a:gd name="connsiteY0" fmla="*/ 286313 h 849570"/>
                  <a:gd name="connsiteX1" fmla="*/ 1213834 w 1571298"/>
                  <a:gd name="connsiteY1" fmla="*/ 289771 h 849570"/>
                  <a:gd name="connsiteX2" fmla="*/ 1307332 w 1571298"/>
                  <a:gd name="connsiteY2" fmla="*/ 568581 h 849570"/>
                  <a:gd name="connsiteX3" fmla="*/ 1215657 w 1571298"/>
                  <a:gd name="connsiteY3" fmla="*/ 848377 h 849570"/>
                  <a:gd name="connsiteX4" fmla="*/ 900151 w 1571298"/>
                  <a:gd name="connsiteY4" fmla="*/ 849570 h 849570"/>
                  <a:gd name="connsiteX5" fmla="*/ 897756 w 1571298"/>
                  <a:gd name="connsiteY5" fmla="*/ 177919 h 849570"/>
                  <a:gd name="connsiteX6" fmla="*/ 1508472 w 1571298"/>
                  <a:gd name="connsiteY6" fmla="*/ 180112 h 849570"/>
                  <a:gd name="connsiteX7" fmla="*/ 1508525 w 1571298"/>
                  <a:gd name="connsiteY7" fmla="*/ 0 h 849570"/>
                  <a:gd name="connsiteX8" fmla="*/ 1568622 w 1571298"/>
                  <a:gd name="connsiteY8" fmla="*/ 294466 h 849570"/>
                  <a:gd name="connsiteX9" fmla="*/ 1568652 w 1571298"/>
                  <a:gd name="connsiteY9" fmla="*/ 152828 h 849570"/>
                  <a:gd name="connsiteX0" fmla="*/ 0 w 1568652"/>
                  <a:gd name="connsiteY0" fmla="*/ 286433 h 849690"/>
                  <a:gd name="connsiteX1" fmla="*/ 1213834 w 1568652"/>
                  <a:gd name="connsiteY1" fmla="*/ 289891 h 849690"/>
                  <a:gd name="connsiteX2" fmla="*/ 1307332 w 1568652"/>
                  <a:gd name="connsiteY2" fmla="*/ 568701 h 849690"/>
                  <a:gd name="connsiteX3" fmla="*/ 1215657 w 1568652"/>
                  <a:gd name="connsiteY3" fmla="*/ 848497 h 849690"/>
                  <a:gd name="connsiteX4" fmla="*/ 900151 w 1568652"/>
                  <a:gd name="connsiteY4" fmla="*/ 849690 h 849690"/>
                  <a:gd name="connsiteX5" fmla="*/ 897756 w 1568652"/>
                  <a:gd name="connsiteY5" fmla="*/ 178039 h 849690"/>
                  <a:gd name="connsiteX6" fmla="*/ 1508472 w 1568652"/>
                  <a:gd name="connsiteY6" fmla="*/ 180232 h 849690"/>
                  <a:gd name="connsiteX7" fmla="*/ 1508525 w 1568652"/>
                  <a:gd name="connsiteY7" fmla="*/ 120 h 849690"/>
                  <a:gd name="connsiteX8" fmla="*/ 1568652 w 1568652"/>
                  <a:gd name="connsiteY8" fmla="*/ 152948 h 84969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897756 w 1508638"/>
                  <a:gd name="connsiteY5" fmla="*/ 177919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76980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898677 w 1508638"/>
                  <a:gd name="connsiteY5" fmla="*/ 176980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898677 w 1508638"/>
                  <a:gd name="connsiteY5" fmla="*/ 176980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7889 w 1508638"/>
                  <a:gd name="connsiteY5" fmla="*/ 172284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7889 w 1508638"/>
                  <a:gd name="connsiteY5" fmla="*/ 172284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7889 w 1508638"/>
                  <a:gd name="connsiteY5" fmla="*/ 172284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80738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80738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49570"/>
                  <a:gd name="connsiteX1" fmla="*/ 1213834 w 1508638"/>
                  <a:gd name="connsiteY1" fmla="*/ 289771 h 849570"/>
                  <a:gd name="connsiteX2" fmla="*/ 1307332 w 1508638"/>
                  <a:gd name="connsiteY2" fmla="*/ 568581 h 849570"/>
                  <a:gd name="connsiteX3" fmla="*/ 1215657 w 1508638"/>
                  <a:gd name="connsiteY3" fmla="*/ 848377 h 849570"/>
                  <a:gd name="connsiteX4" fmla="*/ 900151 w 1508638"/>
                  <a:gd name="connsiteY4" fmla="*/ 849570 h 849570"/>
                  <a:gd name="connsiteX5" fmla="*/ 901441 w 1508638"/>
                  <a:gd name="connsiteY5" fmla="*/ 180738 h 849570"/>
                  <a:gd name="connsiteX6" fmla="*/ 1508472 w 1508638"/>
                  <a:gd name="connsiteY6" fmla="*/ 180112 h 849570"/>
                  <a:gd name="connsiteX7" fmla="*/ 1508525 w 1508638"/>
                  <a:gd name="connsiteY7" fmla="*/ 0 h 849570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8638"/>
                  <a:gd name="connsiteY0" fmla="*/ 286313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7717"/>
                  <a:gd name="connsiteY0" fmla="*/ 290072 h 850509"/>
                  <a:gd name="connsiteX1" fmla="*/ 1212913 w 1507717"/>
                  <a:gd name="connsiteY1" fmla="*/ 289771 h 850509"/>
                  <a:gd name="connsiteX2" fmla="*/ 1306411 w 1507717"/>
                  <a:gd name="connsiteY2" fmla="*/ 568581 h 850509"/>
                  <a:gd name="connsiteX3" fmla="*/ 1214736 w 1507717"/>
                  <a:gd name="connsiteY3" fmla="*/ 848377 h 850509"/>
                  <a:gd name="connsiteX4" fmla="*/ 901072 w 1507717"/>
                  <a:gd name="connsiteY4" fmla="*/ 850509 h 850509"/>
                  <a:gd name="connsiteX5" fmla="*/ 900520 w 1507717"/>
                  <a:gd name="connsiteY5" fmla="*/ 180738 h 850509"/>
                  <a:gd name="connsiteX6" fmla="*/ 1507551 w 1507717"/>
                  <a:gd name="connsiteY6" fmla="*/ 180112 h 850509"/>
                  <a:gd name="connsiteX7" fmla="*/ 1507604 w 1507717"/>
                  <a:gd name="connsiteY7" fmla="*/ 0 h 850509"/>
                  <a:gd name="connsiteX0" fmla="*/ 0 w 1508638"/>
                  <a:gd name="connsiteY0" fmla="*/ 292890 h 850509"/>
                  <a:gd name="connsiteX1" fmla="*/ 1213834 w 1508638"/>
                  <a:gd name="connsiteY1" fmla="*/ 289771 h 850509"/>
                  <a:gd name="connsiteX2" fmla="*/ 1307332 w 1508638"/>
                  <a:gd name="connsiteY2" fmla="*/ 568581 h 850509"/>
                  <a:gd name="connsiteX3" fmla="*/ 1215657 w 1508638"/>
                  <a:gd name="connsiteY3" fmla="*/ 848377 h 850509"/>
                  <a:gd name="connsiteX4" fmla="*/ 901993 w 1508638"/>
                  <a:gd name="connsiteY4" fmla="*/ 850509 h 850509"/>
                  <a:gd name="connsiteX5" fmla="*/ 901441 w 1508638"/>
                  <a:gd name="connsiteY5" fmla="*/ 180738 h 850509"/>
                  <a:gd name="connsiteX6" fmla="*/ 1508472 w 1508638"/>
                  <a:gd name="connsiteY6" fmla="*/ 180112 h 850509"/>
                  <a:gd name="connsiteX7" fmla="*/ 1508525 w 1508638"/>
                  <a:gd name="connsiteY7" fmla="*/ 0 h 850509"/>
                  <a:gd name="connsiteX0" fmla="*/ 0 w 1509559"/>
                  <a:gd name="connsiteY0" fmla="*/ 291951 h 850509"/>
                  <a:gd name="connsiteX1" fmla="*/ 1214755 w 1509559"/>
                  <a:gd name="connsiteY1" fmla="*/ 289771 h 850509"/>
                  <a:gd name="connsiteX2" fmla="*/ 1308253 w 1509559"/>
                  <a:gd name="connsiteY2" fmla="*/ 568581 h 850509"/>
                  <a:gd name="connsiteX3" fmla="*/ 1216578 w 1509559"/>
                  <a:gd name="connsiteY3" fmla="*/ 848377 h 850509"/>
                  <a:gd name="connsiteX4" fmla="*/ 902914 w 1509559"/>
                  <a:gd name="connsiteY4" fmla="*/ 850509 h 850509"/>
                  <a:gd name="connsiteX5" fmla="*/ 902362 w 1509559"/>
                  <a:gd name="connsiteY5" fmla="*/ 180738 h 850509"/>
                  <a:gd name="connsiteX6" fmla="*/ 1509393 w 1509559"/>
                  <a:gd name="connsiteY6" fmla="*/ 180112 h 850509"/>
                  <a:gd name="connsiteX7" fmla="*/ 1509446 w 1509559"/>
                  <a:gd name="connsiteY7" fmla="*/ 0 h 850509"/>
                  <a:gd name="connsiteX0" fmla="*/ 0 w 1509446"/>
                  <a:gd name="connsiteY0" fmla="*/ 291951 h 850509"/>
                  <a:gd name="connsiteX1" fmla="*/ 1214755 w 1509446"/>
                  <a:gd name="connsiteY1" fmla="*/ 289771 h 850509"/>
                  <a:gd name="connsiteX2" fmla="*/ 1308253 w 1509446"/>
                  <a:gd name="connsiteY2" fmla="*/ 568581 h 850509"/>
                  <a:gd name="connsiteX3" fmla="*/ 1216578 w 1509446"/>
                  <a:gd name="connsiteY3" fmla="*/ 848377 h 850509"/>
                  <a:gd name="connsiteX4" fmla="*/ 902914 w 1509446"/>
                  <a:gd name="connsiteY4" fmla="*/ 850509 h 850509"/>
                  <a:gd name="connsiteX5" fmla="*/ 902362 w 1509446"/>
                  <a:gd name="connsiteY5" fmla="*/ 180738 h 850509"/>
                  <a:gd name="connsiteX6" fmla="*/ 1509393 w 1509446"/>
                  <a:gd name="connsiteY6" fmla="*/ 180112 h 850509"/>
                  <a:gd name="connsiteX7" fmla="*/ 1509446 w 1509446"/>
                  <a:gd name="connsiteY7" fmla="*/ 0 h 850509"/>
                  <a:gd name="connsiteX0" fmla="*/ 0 w 1507827"/>
                  <a:gd name="connsiteY0" fmla="*/ 286998 h 850509"/>
                  <a:gd name="connsiteX1" fmla="*/ 1213136 w 1507827"/>
                  <a:gd name="connsiteY1" fmla="*/ 289771 h 850509"/>
                  <a:gd name="connsiteX2" fmla="*/ 1306634 w 1507827"/>
                  <a:gd name="connsiteY2" fmla="*/ 568581 h 850509"/>
                  <a:gd name="connsiteX3" fmla="*/ 1214959 w 1507827"/>
                  <a:gd name="connsiteY3" fmla="*/ 848377 h 850509"/>
                  <a:gd name="connsiteX4" fmla="*/ 901295 w 1507827"/>
                  <a:gd name="connsiteY4" fmla="*/ 850509 h 850509"/>
                  <a:gd name="connsiteX5" fmla="*/ 900743 w 1507827"/>
                  <a:gd name="connsiteY5" fmla="*/ 180738 h 850509"/>
                  <a:gd name="connsiteX6" fmla="*/ 1507774 w 1507827"/>
                  <a:gd name="connsiteY6" fmla="*/ 180112 h 850509"/>
                  <a:gd name="connsiteX7" fmla="*/ 1507827 w 1507827"/>
                  <a:gd name="connsiteY7" fmla="*/ 0 h 850509"/>
                  <a:gd name="connsiteX0" fmla="*/ 0 w 1504589"/>
                  <a:gd name="connsiteY0" fmla="*/ 290301 h 850509"/>
                  <a:gd name="connsiteX1" fmla="*/ 1209898 w 1504589"/>
                  <a:gd name="connsiteY1" fmla="*/ 289771 h 850509"/>
                  <a:gd name="connsiteX2" fmla="*/ 1303396 w 1504589"/>
                  <a:gd name="connsiteY2" fmla="*/ 568581 h 850509"/>
                  <a:gd name="connsiteX3" fmla="*/ 1211721 w 1504589"/>
                  <a:gd name="connsiteY3" fmla="*/ 848377 h 850509"/>
                  <a:gd name="connsiteX4" fmla="*/ 898057 w 1504589"/>
                  <a:gd name="connsiteY4" fmla="*/ 850509 h 850509"/>
                  <a:gd name="connsiteX5" fmla="*/ 897505 w 1504589"/>
                  <a:gd name="connsiteY5" fmla="*/ 180738 h 850509"/>
                  <a:gd name="connsiteX6" fmla="*/ 1504536 w 1504589"/>
                  <a:gd name="connsiteY6" fmla="*/ 180112 h 850509"/>
                  <a:gd name="connsiteX7" fmla="*/ 1504589 w 1504589"/>
                  <a:gd name="connsiteY7" fmla="*/ 0 h 850509"/>
                  <a:gd name="connsiteX0" fmla="*/ 0 w 1502970"/>
                  <a:gd name="connsiteY0" fmla="*/ 287000 h 850509"/>
                  <a:gd name="connsiteX1" fmla="*/ 1208279 w 1502970"/>
                  <a:gd name="connsiteY1" fmla="*/ 289771 h 850509"/>
                  <a:gd name="connsiteX2" fmla="*/ 1301777 w 1502970"/>
                  <a:gd name="connsiteY2" fmla="*/ 568581 h 850509"/>
                  <a:gd name="connsiteX3" fmla="*/ 1210102 w 1502970"/>
                  <a:gd name="connsiteY3" fmla="*/ 848377 h 850509"/>
                  <a:gd name="connsiteX4" fmla="*/ 896438 w 1502970"/>
                  <a:gd name="connsiteY4" fmla="*/ 850509 h 850509"/>
                  <a:gd name="connsiteX5" fmla="*/ 895886 w 1502970"/>
                  <a:gd name="connsiteY5" fmla="*/ 180738 h 850509"/>
                  <a:gd name="connsiteX6" fmla="*/ 1502917 w 1502970"/>
                  <a:gd name="connsiteY6" fmla="*/ 180112 h 850509"/>
                  <a:gd name="connsiteX7" fmla="*/ 1502970 w 1502970"/>
                  <a:gd name="connsiteY7" fmla="*/ 0 h 850509"/>
                  <a:gd name="connsiteX0" fmla="*/ 0 w 1297367"/>
                  <a:gd name="connsiteY0" fmla="*/ 288651 h 850509"/>
                  <a:gd name="connsiteX1" fmla="*/ 1002676 w 1297367"/>
                  <a:gd name="connsiteY1" fmla="*/ 289771 h 850509"/>
                  <a:gd name="connsiteX2" fmla="*/ 1096174 w 1297367"/>
                  <a:gd name="connsiteY2" fmla="*/ 568581 h 850509"/>
                  <a:gd name="connsiteX3" fmla="*/ 1004499 w 1297367"/>
                  <a:gd name="connsiteY3" fmla="*/ 848377 h 850509"/>
                  <a:gd name="connsiteX4" fmla="*/ 690835 w 1297367"/>
                  <a:gd name="connsiteY4" fmla="*/ 850509 h 850509"/>
                  <a:gd name="connsiteX5" fmla="*/ 690283 w 1297367"/>
                  <a:gd name="connsiteY5" fmla="*/ 180738 h 850509"/>
                  <a:gd name="connsiteX6" fmla="*/ 1297314 w 1297367"/>
                  <a:gd name="connsiteY6" fmla="*/ 180112 h 850509"/>
                  <a:gd name="connsiteX7" fmla="*/ 1297367 w 1297367"/>
                  <a:gd name="connsiteY7" fmla="*/ 0 h 850509"/>
                  <a:gd name="connsiteX0" fmla="*/ 0 w 1297367"/>
                  <a:gd name="connsiteY0" fmla="*/ 288651 h 850509"/>
                  <a:gd name="connsiteX1" fmla="*/ 512749 w 1297367"/>
                  <a:gd name="connsiteY1" fmla="*/ 285154 h 850509"/>
                  <a:gd name="connsiteX2" fmla="*/ 1002676 w 1297367"/>
                  <a:gd name="connsiteY2" fmla="*/ 289771 h 850509"/>
                  <a:gd name="connsiteX3" fmla="*/ 1096174 w 1297367"/>
                  <a:gd name="connsiteY3" fmla="*/ 568581 h 850509"/>
                  <a:gd name="connsiteX4" fmla="*/ 1004499 w 1297367"/>
                  <a:gd name="connsiteY4" fmla="*/ 848377 h 850509"/>
                  <a:gd name="connsiteX5" fmla="*/ 690835 w 1297367"/>
                  <a:gd name="connsiteY5" fmla="*/ 850509 h 850509"/>
                  <a:gd name="connsiteX6" fmla="*/ 690283 w 1297367"/>
                  <a:gd name="connsiteY6" fmla="*/ 180738 h 850509"/>
                  <a:gd name="connsiteX7" fmla="*/ 1297314 w 1297367"/>
                  <a:gd name="connsiteY7" fmla="*/ 180112 h 850509"/>
                  <a:gd name="connsiteX8" fmla="*/ 1297367 w 1297367"/>
                  <a:gd name="connsiteY8" fmla="*/ 0 h 850509"/>
                  <a:gd name="connsiteX0" fmla="*/ 3744 w 784618"/>
                  <a:gd name="connsiteY0" fmla="*/ 1284702 h 1284702"/>
                  <a:gd name="connsiteX1" fmla="*/ 0 w 784618"/>
                  <a:gd name="connsiteY1" fmla="*/ 285154 h 1284702"/>
                  <a:gd name="connsiteX2" fmla="*/ 489927 w 784618"/>
                  <a:gd name="connsiteY2" fmla="*/ 289771 h 1284702"/>
                  <a:gd name="connsiteX3" fmla="*/ 583425 w 784618"/>
                  <a:gd name="connsiteY3" fmla="*/ 568581 h 1284702"/>
                  <a:gd name="connsiteX4" fmla="*/ 491750 w 784618"/>
                  <a:gd name="connsiteY4" fmla="*/ 848377 h 1284702"/>
                  <a:gd name="connsiteX5" fmla="*/ 178086 w 784618"/>
                  <a:gd name="connsiteY5" fmla="*/ 850509 h 1284702"/>
                  <a:gd name="connsiteX6" fmla="*/ 177534 w 784618"/>
                  <a:gd name="connsiteY6" fmla="*/ 180738 h 1284702"/>
                  <a:gd name="connsiteX7" fmla="*/ 784565 w 784618"/>
                  <a:gd name="connsiteY7" fmla="*/ 180112 h 1284702"/>
                  <a:gd name="connsiteX8" fmla="*/ 784618 w 784618"/>
                  <a:gd name="connsiteY8" fmla="*/ 0 h 1284702"/>
                  <a:gd name="connsiteX0" fmla="*/ 3744 w 784618"/>
                  <a:gd name="connsiteY0" fmla="*/ 1303784 h 1303784"/>
                  <a:gd name="connsiteX1" fmla="*/ 0 w 784618"/>
                  <a:gd name="connsiteY1" fmla="*/ 285154 h 1303784"/>
                  <a:gd name="connsiteX2" fmla="*/ 489927 w 784618"/>
                  <a:gd name="connsiteY2" fmla="*/ 289771 h 1303784"/>
                  <a:gd name="connsiteX3" fmla="*/ 583425 w 784618"/>
                  <a:gd name="connsiteY3" fmla="*/ 568581 h 1303784"/>
                  <a:gd name="connsiteX4" fmla="*/ 491750 w 784618"/>
                  <a:gd name="connsiteY4" fmla="*/ 848377 h 1303784"/>
                  <a:gd name="connsiteX5" fmla="*/ 178086 w 784618"/>
                  <a:gd name="connsiteY5" fmla="*/ 850509 h 1303784"/>
                  <a:gd name="connsiteX6" fmla="*/ 177534 w 784618"/>
                  <a:gd name="connsiteY6" fmla="*/ 180738 h 1303784"/>
                  <a:gd name="connsiteX7" fmla="*/ 784565 w 784618"/>
                  <a:gd name="connsiteY7" fmla="*/ 180112 h 1303784"/>
                  <a:gd name="connsiteX8" fmla="*/ 784618 w 784618"/>
                  <a:gd name="connsiteY8" fmla="*/ 0 h 1303784"/>
                  <a:gd name="connsiteX0" fmla="*/ 3744 w 784565"/>
                  <a:gd name="connsiteY0" fmla="*/ 1123672 h 1123672"/>
                  <a:gd name="connsiteX1" fmla="*/ 0 w 784565"/>
                  <a:gd name="connsiteY1" fmla="*/ 105042 h 1123672"/>
                  <a:gd name="connsiteX2" fmla="*/ 489927 w 784565"/>
                  <a:gd name="connsiteY2" fmla="*/ 109659 h 1123672"/>
                  <a:gd name="connsiteX3" fmla="*/ 583425 w 784565"/>
                  <a:gd name="connsiteY3" fmla="*/ 388469 h 1123672"/>
                  <a:gd name="connsiteX4" fmla="*/ 491750 w 784565"/>
                  <a:gd name="connsiteY4" fmla="*/ 668265 h 1123672"/>
                  <a:gd name="connsiteX5" fmla="*/ 178086 w 784565"/>
                  <a:gd name="connsiteY5" fmla="*/ 670397 h 1123672"/>
                  <a:gd name="connsiteX6" fmla="*/ 177534 w 784565"/>
                  <a:gd name="connsiteY6" fmla="*/ 626 h 1123672"/>
                  <a:gd name="connsiteX7" fmla="*/ 784565 w 784565"/>
                  <a:gd name="connsiteY7" fmla="*/ 0 h 1123672"/>
                  <a:gd name="connsiteX0" fmla="*/ 3744 w 583425"/>
                  <a:gd name="connsiteY0" fmla="*/ 4894164 h 4894164"/>
                  <a:gd name="connsiteX1" fmla="*/ 0 w 583425"/>
                  <a:gd name="connsiteY1" fmla="*/ 3875534 h 4894164"/>
                  <a:gd name="connsiteX2" fmla="*/ 489927 w 583425"/>
                  <a:gd name="connsiteY2" fmla="*/ 3880151 h 4894164"/>
                  <a:gd name="connsiteX3" fmla="*/ 583425 w 583425"/>
                  <a:gd name="connsiteY3" fmla="*/ 4158961 h 4894164"/>
                  <a:gd name="connsiteX4" fmla="*/ 491750 w 583425"/>
                  <a:gd name="connsiteY4" fmla="*/ 4438757 h 4894164"/>
                  <a:gd name="connsiteX5" fmla="*/ 178086 w 583425"/>
                  <a:gd name="connsiteY5" fmla="*/ 4440889 h 4894164"/>
                  <a:gd name="connsiteX6" fmla="*/ 177534 w 583425"/>
                  <a:gd name="connsiteY6" fmla="*/ 3771118 h 4894164"/>
                  <a:gd name="connsiteX7" fmla="*/ 174506 w 583425"/>
                  <a:gd name="connsiteY7" fmla="*/ 0 h 4894164"/>
                  <a:gd name="connsiteX0" fmla="*/ 3744 w 583425"/>
                  <a:gd name="connsiteY0" fmla="*/ 4894164 h 4894164"/>
                  <a:gd name="connsiteX1" fmla="*/ 0 w 583425"/>
                  <a:gd name="connsiteY1" fmla="*/ 3883441 h 4894164"/>
                  <a:gd name="connsiteX2" fmla="*/ 489927 w 583425"/>
                  <a:gd name="connsiteY2" fmla="*/ 3880151 h 4894164"/>
                  <a:gd name="connsiteX3" fmla="*/ 583425 w 583425"/>
                  <a:gd name="connsiteY3" fmla="*/ 4158961 h 4894164"/>
                  <a:gd name="connsiteX4" fmla="*/ 491750 w 583425"/>
                  <a:gd name="connsiteY4" fmla="*/ 4438757 h 4894164"/>
                  <a:gd name="connsiteX5" fmla="*/ 178086 w 583425"/>
                  <a:gd name="connsiteY5" fmla="*/ 4440889 h 4894164"/>
                  <a:gd name="connsiteX6" fmla="*/ 177534 w 583425"/>
                  <a:gd name="connsiteY6" fmla="*/ 3771118 h 4894164"/>
                  <a:gd name="connsiteX7" fmla="*/ 174506 w 583425"/>
                  <a:gd name="connsiteY7" fmla="*/ 0 h 4894164"/>
                  <a:gd name="connsiteX0" fmla="*/ 1158 w 580839"/>
                  <a:gd name="connsiteY0" fmla="*/ 4894164 h 4894164"/>
                  <a:gd name="connsiteX1" fmla="*/ 0 w 580839"/>
                  <a:gd name="connsiteY1" fmla="*/ 3878170 h 4894164"/>
                  <a:gd name="connsiteX2" fmla="*/ 487341 w 580839"/>
                  <a:gd name="connsiteY2" fmla="*/ 3880151 h 4894164"/>
                  <a:gd name="connsiteX3" fmla="*/ 580839 w 580839"/>
                  <a:gd name="connsiteY3" fmla="*/ 4158961 h 4894164"/>
                  <a:gd name="connsiteX4" fmla="*/ 489164 w 580839"/>
                  <a:gd name="connsiteY4" fmla="*/ 4438757 h 4894164"/>
                  <a:gd name="connsiteX5" fmla="*/ 175500 w 580839"/>
                  <a:gd name="connsiteY5" fmla="*/ 4440889 h 4894164"/>
                  <a:gd name="connsiteX6" fmla="*/ 174948 w 580839"/>
                  <a:gd name="connsiteY6" fmla="*/ 3771118 h 4894164"/>
                  <a:gd name="connsiteX7" fmla="*/ 171920 w 580839"/>
                  <a:gd name="connsiteY7" fmla="*/ 0 h 4894164"/>
                  <a:gd name="connsiteX0" fmla="*/ 1156 w 580837"/>
                  <a:gd name="connsiteY0" fmla="*/ 4894164 h 4894164"/>
                  <a:gd name="connsiteX1" fmla="*/ 0 w 580837"/>
                  <a:gd name="connsiteY1" fmla="*/ 3880808 h 4894164"/>
                  <a:gd name="connsiteX2" fmla="*/ 487339 w 580837"/>
                  <a:gd name="connsiteY2" fmla="*/ 3880151 h 4894164"/>
                  <a:gd name="connsiteX3" fmla="*/ 580837 w 580837"/>
                  <a:gd name="connsiteY3" fmla="*/ 4158961 h 4894164"/>
                  <a:gd name="connsiteX4" fmla="*/ 489162 w 580837"/>
                  <a:gd name="connsiteY4" fmla="*/ 4438757 h 4894164"/>
                  <a:gd name="connsiteX5" fmla="*/ 175498 w 580837"/>
                  <a:gd name="connsiteY5" fmla="*/ 4440889 h 4894164"/>
                  <a:gd name="connsiteX6" fmla="*/ 174946 w 580837"/>
                  <a:gd name="connsiteY6" fmla="*/ 3771118 h 4894164"/>
                  <a:gd name="connsiteX7" fmla="*/ 171918 w 580837"/>
                  <a:gd name="connsiteY7" fmla="*/ 0 h 4894164"/>
                  <a:gd name="connsiteX0" fmla="*/ 1156 w 580837"/>
                  <a:gd name="connsiteY0" fmla="*/ 7329561 h 7329561"/>
                  <a:gd name="connsiteX1" fmla="*/ 0 w 580837"/>
                  <a:gd name="connsiteY1" fmla="*/ 6316205 h 7329561"/>
                  <a:gd name="connsiteX2" fmla="*/ 487339 w 580837"/>
                  <a:gd name="connsiteY2" fmla="*/ 6315548 h 7329561"/>
                  <a:gd name="connsiteX3" fmla="*/ 580837 w 580837"/>
                  <a:gd name="connsiteY3" fmla="*/ 6594358 h 7329561"/>
                  <a:gd name="connsiteX4" fmla="*/ 489162 w 580837"/>
                  <a:gd name="connsiteY4" fmla="*/ 6874154 h 7329561"/>
                  <a:gd name="connsiteX5" fmla="*/ 175498 w 580837"/>
                  <a:gd name="connsiteY5" fmla="*/ 6876286 h 7329561"/>
                  <a:gd name="connsiteX6" fmla="*/ 174946 w 580837"/>
                  <a:gd name="connsiteY6" fmla="*/ 6206515 h 7329561"/>
                  <a:gd name="connsiteX7" fmla="*/ 174503 w 580837"/>
                  <a:gd name="connsiteY7" fmla="*/ 0 h 7329561"/>
                  <a:gd name="connsiteX0" fmla="*/ 1156 w 580837"/>
                  <a:gd name="connsiteY0" fmla="*/ 20215308 h 20215308"/>
                  <a:gd name="connsiteX1" fmla="*/ 0 w 580837"/>
                  <a:gd name="connsiteY1" fmla="*/ 19201952 h 20215308"/>
                  <a:gd name="connsiteX2" fmla="*/ 487339 w 580837"/>
                  <a:gd name="connsiteY2" fmla="*/ 19201295 h 20215308"/>
                  <a:gd name="connsiteX3" fmla="*/ 580837 w 580837"/>
                  <a:gd name="connsiteY3" fmla="*/ 19480105 h 20215308"/>
                  <a:gd name="connsiteX4" fmla="*/ 489162 w 580837"/>
                  <a:gd name="connsiteY4" fmla="*/ 19759901 h 20215308"/>
                  <a:gd name="connsiteX5" fmla="*/ 175498 w 580837"/>
                  <a:gd name="connsiteY5" fmla="*/ 19762033 h 20215308"/>
                  <a:gd name="connsiteX6" fmla="*/ 174946 w 580837"/>
                  <a:gd name="connsiteY6" fmla="*/ 19092262 h 20215308"/>
                  <a:gd name="connsiteX7" fmla="*/ 174503 w 580837"/>
                  <a:gd name="connsiteY7" fmla="*/ 0 h 20215308"/>
                  <a:gd name="connsiteX0" fmla="*/ 1156 w 580837"/>
                  <a:gd name="connsiteY0" fmla="*/ 20215308 h 20215308"/>
                  <a:gd name="connsiteX1" fmla="*/ 0 w 580837"/>
                  <a:gd name="connsiteY1" fmla="*/ 19201952 h 20215308"/>
                  <a:gd name="connsiteX2" fmla="*/ 487339 w 580837"/>
                  <a:gd name="connsiteY2" fmla="*/ 19201295 h 20215308"/>
                  <a:gd name="connsiteX3" fmla="*/ 580837 w 580837"/>
                  <a:gd name="connsiteY3" fmla="*/ 19480105 h 20215308"/>
                  <a:gd name="connsiteX4" fmla="*/ 489162 w 580837"/>
                  <a:gd name="connsiteY4" fmla="*/ 19759901 h 20215308"/>
                  <a:gd name="connsiteX5" fmla="*/ 175498 w 580837"/>
                  <a:gd name="connsiteY5" fmla="*/ 19762033 h 20215308"/>
                  <a:gd name="connsiteX6" fmla="*/ 174946 w 580837"/>
                  <a:gd name="connsiteY6" fmla="*/ 19092262 h 20215308"/>
                  <a:gd name="connsiteX7" fmla="*/ 174503 w 580837"/>
                  <a:gd name="connsiteY7" fmla="*/ 0 h 20215308"/>
                  <a:gd name="connsiteX0" fmla="*/ 1156 w 580837"/>
                  <a:gd name="connsiteY0" fmla="*/ 20215308 h 20215308"/>
                  <a:gd name="connsiteX1" fmla="*/ 0 w 580837"/>
                  <a:gd name="connsiteY1" fmla="*/ 19201952 h 20215308"/>
                  <a:gd name="connsiteX2" fmla="*/ 487339 w 580837"/>
                  <a:gd name="connsiteY2" fmla="*/ 19201295 h 20215308"/>
                  <a:gd name="connsiteX3" fmla="*/ 580837 w 580837"/>
                  <a:gd name="connsiteY3" fmla="*/ 19480105 h 20215308"/>
                  <a:gd name="connsiteX4" fmla="*/ 489162 w 580837"/>
                  <a:gd name="connsiteY4" fmla="*/ 19759901 h 20215308"/>
                  <a:gd name="connsiteX5" fmla="*/ 175498 w 580837"/>
                  <a:gd name="connsiteY5" fmla="*/ 19762033 h 20215308"/>
                  <a:gd name="connsiteX6" fmla="*/ 174946 w 580837"/>
                  <a:gd name="connsiteY6" fmla="*/ 19092262 h 20215308"/>
                  <a:gd name="connsiteX7" fmla="*/ 174503 w 580837"/>
                  <a:gd name="connsiteY7" fmla="*/ 0 h 20215308"/>
                  <a:gd name="connsiteX0" fmla="*/ 1156 w 580837"/>
                  <a:gd name="connsiteY0" fmla="*/ 21422754 h 21422754"/>
                  <a:gd name="connsiteX1" fmla="*/ 0 w 580837"/>
                  <a:gd name="connsiteY1" fmla="*/ 20409398 h 21422754"/>
                  <a:gd name="connsiteX2" fmla="*/ 487339 w 580837"/>
                  <a:gd name="connsiteY2" fmla="*/ 20408741 h 21422754"/>
                  <a:gd name="connsiteX3" fmla="*/ 580837 w 580837"/>
                  <a:gd name="connsiteY3" fmla="*/ 20687551 h 21422754"/>
                  <a:gd name="connsiteX4" fmla="*/ 489162 w 580837"/>
                  <a:gd name="connsiteY4" fmla="*/ 20967347 h 21422754"/>
                  <a:gd name="connsiteX5" fmla="*/ 175498 w 580837"/>
                  <a:gd name="connsiteY5" fmla="*/ 20969479 h 21422754"/>
                  <a:gd name="connsiteX6" fmla="*/ 174946 w 580837"/>
                  <a:gd name="connsiteY6" fmla="*/ 20299708 h 21422754"/>
                  <a:gd name="connsiteX7" fmla="*/ 174504 w 580837"/>
                  <a:gd name="connsiteY7" fmla="*/ 1 h 21422754"/>
                  <a:gd name="connsiteX0" fmla="*/ 1156 w 580837"/>
                  <a:gd name="connsiteY0" fmla="*/ 21422754 h 21422754"/>
                  <a:gd name="connsiteX1" fmla="*/ 0 w 580837"/>
                  <a:gd name="connsiteY1" fmla="*/ 20409398 h 21422754"/>
                  <a:gd name="connsiteX2" fmla="*/ 487339 w 580837"/>
                  <a:gd name="connsiteY2" fmla="*/ 20408741 h 21422754"/>
                  <a:gd name="connsiteX3" fmla="*/ 580837 w 580837"/>
                  <a:gd name="connsiteY3" fmla="*/ 20687551 h 21422754"/>
                  <a:gd name="connsiteX4" fmla="*/ 489162 w 580837"/>
                  <a:gd name="connsiteY4" fmla="*/ 20967347 h 21422754"/>
                  <a:gd name="connsiteX5" fmla="*/ 175498 w 580837"/>
                  <a:gd name="connsiteY5" fmla="*/ 20969479 h 21422754"/>
                  <a:gd name="connsiteX6" fmla="*/ 174946 w 580837"/>
                  <a:gd name="connsiteY6" fmla="*/ 20299708 h 21422754"/>
                  <a:gd name="connsiteX7" fmla="*/ 174504 w 580837"/>
                  <a:gd name="connsiteY7" fmla="*/ 1 h 21422754"/>
                  <a:gd name="connsiteX0" fmla="*/ 1156 w 580837"/>
                  <a:gd name="connsiteY0" fmla="*/ 21422754 h 21429455"/>
                  <a:gd name="connsiteX1" fmla="*/ 0 w 580837"/>
                  <a:gd name="connsiteY1" fmla="*/ 20409398 h 21429455"/>
                  <a:gd name="connsiteX2" fmla="*/ 487339 w 580837"/>
                  <a:gd name="connsiteY2" fmla="*/ 20408741 h 21429455"/>
                  <a:gd name="connsiteX3" fmla="*/ 580837 w 580837"/>
                  <a:gd name="connsiteY3" fmla="*/ 20687551 h 21429455"/>
                  <a:gd name="connsiteX4" fmla="*/ 489162 w 580837"/>
                  <a:gd name="connsiteY4" fmla="*/ 20967347 h 21429455"/>
                  <a:gd name="connsiteX5" fmla="*/ 175498 w 580837"/>
                  <a:gd name="connsiteY5" fmla="*/ 20969479 h 21429455"/>
                  <a:gd name="connsiteX6" fmla="*/ 174946 w 580837"/>
                  <a:gd name="connsiteY6" fmla="*/ 20299708 h 21429455"/>
                  <a:gd name="connsiteX7" fmla="*/ 174504 w 580837"/>
                  <a:gd name="connsiteY7" fmla="*/ 1 h 21429455"/>
                  <a:gd name="connsiteX0" fmla="*/ 1156 w 580837"/>
                  <a:gd name="connsiteY0" fmla="*/ 21536810 h 21542702"/>
                  <a:gd name="connsiteX1" fmla="*/ 0 w 580837"/>
                  <a:gd name="connsiteY1" fmla="*/ 20409398 h 21542702"/>
                  <a:gd name="connsiteX2" fmla="*/ 487339 w 580837"/>
                  <a:gd name="connsiteY2" fmla="*/ 20408741 h 21542702"/>
                  <a:gd name="connsiteX3" fmla="*/ 580837 w 580837"/>
                  <a:gd name="connsiteY3" fmla="*/ 20687551 h 21542702"/>
                  <a:gd name="connsiteX4" fmla="*/ 489162 w 580837"/>
                  <a:gd name="connsiteY4" fmla="*/ 20967347 h 21542702"/>
                  <a:gd name="connsiteX5" fmla="*/ 175498 w 580837"/>
                  <a:gd name="connsiteY5" fmla="*/ 20969479 h 21542702"/>
                  <a:gd name="connsiteX6" fmla="*/ 174946 w 580837"/>
                  <a:gd name="connsiteY6" fmla="*/ 20299708 h 21542702"/>
                  <a:gd name="connsiteX7" fmla="*/ 174504 w 580837"/>
                  <a:gd name="connsiteY7" fmla="*/ 1 h 21542702"/>
                  <a:gd name="connsiteX0" fmla="*/ 0 w 580837"/>
                  <a:gd name="connsiteY0" fmla="*/ 20409397 h 20969478"/>
                  <a:gd name="connsiteX1" fmla="*/ 487339 w 580837"/>
                  <a:gd name="connsiteY1" fmla="*/ 20408740 h 20969478"/>
                  <a:gd name="connsiteX2" fmla="*/ 580837 w 580837"/>
                  <a:gd name="connsiteY2" fmla="*/ 20687550 h 20969478"/>
                  <a:gd name="connsiteX3" fmla="*/ 489162 w 580837"/>
                  <a:gd name="connsiteY3" fmla="*/ 20967346 h 20969478"/>
                  <a:gd name="connsiteX4" fmla="*/ 175498 w 580837"/>
                  <a:gd name="connsiteY4" fmla="*/ 20969478 h 20969478"/>
                  <a:gd name="connsiteX5" fmla="*/ 174946 w 580837"/>
                  <a:gd name="connsiteY5" fmla="*/ 20299707 h 20969478"/>
                  <a:gd name="connsiteX6" fmla="*/ 174504 w 580837"/>
                  <a:gd name="connsiteY6" fmla="*/ 0 h 20969478"/>
                  <a:gd name="connsiteX0" fmla="*/ 0 w 884170"/>
                  <a:gd name="connsiteY0" fmla="*/ 20409397 h 20969478"/>
                  <a:gd name="connsiteX1" fmla="*/ 790672 w 884170"/>
                  <a:gd name="connsiteY1" fmla="*/ 20408740 h 20969478"/>
                  <a:gd name="connsiteX2" fmla="*/ 884170 w 884170"/>
                  <a:gd name="connsiteY2" fmla="*/ 20687550 h 20969478"/>
                  <a:gd name="connsiteX3" fmla="*/ 792495 w 884170"/>
                  <a:gd name="connsiteY3" fmla="*/ 20967346 h 20969478"/>
                  <a:gd name="connsiteX4" fmla="*/ 478831 w 884170"/>
                  <a:gd name="connsiteY4" fmla="*/ 20969478 h 20969478"/>
                  <a:gd name="connsiteX5" fmla="*/ 478279 w 884170"/>
                  <a:gd name="connsiteY5" fmla="*/ 20299707 h 20969478"/>
                  <a:gd name="connsiteX6" fmla="*/ 477837 w 884170"/>
                  <a:gd name="connsiteY6" fmla="*/ 0 h 20969478"/>
                  <a:gd name="connsiteX0" fmla="*/ 0 w 884170"/>
                  <a:gd name="connsiteY0" fmla="*/ 16890324 h 17450405"/>
                  <a:gd name="connsiteX1" fmla="*/ 790672 w 884170"/>
                  <a:gd name="connsiteY1" fmla="*/ 16889667 h 17450405"/>
                  <a:gd name="connsiteX2" fmla="*/ 884170 w 884170"/>
                  <a:gd name="connsiteY2" fmla="*/ 17168477 h 17450405"/>
                  <a:gd name="connsiteX3" fmla="*/ 792495 w 884170"/>
                  <a:gd name="connsiteY3" fmla="*/ 17448273 h 17450405"/>
                  <a:gd name="connsiteX4" fmla="*/ 478831 w 884170"/>
                  <a:gd name="connsiteY4" fmla="*/ 17450405 h 17450405"/>
                  <a:gd name="connsiteX5" fmla="*/ 478279 w 884170"/>
                  <a:gd name="connsiteY5" fmla="*/ 16780634 h 17450405"/>
                  <a:gd name="connsiteX6" fmla="*/ 473595 w 884170"/>
                  <a:gd name="connsiteY6" fmla="*/ 0 h 17450405"/>
                  <a:gd name="connsiteX0" fmla="*/ 0 w 884170"/>
                  <a:gd name="connsiteY0" fmla="*/ 13475070 h 14035151"/>
                  <a:gd name="connsiteX1" fmla="*/ 790672 w 884170"/>
                  <a:gd name="connsiteY1" fmla="*/ 13474413 h 14035151"/>
                  <a:gd name="connsiteX2" fmla="*/ 884170 w 884170"/>
                  <a:gd name="connsiteY2" fmla="*/ 13753223 h 14035151"/>
                  <a:gd name="connsiteX3" fmla="*/ 792495 w 884170"/>
                  <a:gd name="connsiteY3" fmla="*/ 14033019 h 14035151"/>
                  <a:gd name="connsiteX4" fmla="*/ 478831 w 884170"/>
                  <a:gd name="connsiteY4" fmla="*/ 14035151 h 14035151"/>
                  <a:gd name="connsiteX5" fmla="*/ 478279 w 884170"/>
                  <a:gd name="connsiteY5" fmla="*/ 13365380 h 14035151"/>
                  <a:gd name="connsiteX6" fmla="*/ 479959 w 884170"/>
                  <a:gd name="connsiteY6" fmla="*/ 0 h 14035151"/>
                  <a:gd name="connsiteX0" fmla="*/ 0 w 884170"/>
                  <a:gd name="connsiteY0" fmla="*/ 13475070 h 14035151"/>
                  <a:gd name="connsiteX1" fmla="*/ 790672 w 884170"/>
                  <a:gd name="connsiteY1" fmla="*/ 13474413 h 14035151"/>
                  <a:gd name="connsiteX2" fmla="*/ 884170 w 884170"/>
                  <a:gd name="connsiteY2" fmla="*/ 13753223 h 14035151"/>
                  <a:gd name="connsiteX3" fmla="*/ 792495 w 884170"/>
                  <a:gd name="connsiteY3" fmla="*/ 14033019 h 14035151"/>
                  <a:gd name="connsiteX4" fmla="*/ 478831 w 884170"/>
                  <a:gd name="connsiteY4" fmla="*/ 14035151 h 14035151"/>
                  <a:gd name="connsiteX5" fmla="*/ 478279 w 884170"/>
                  <a:gd name="connsiteY5" fmla="*/ 13365380 h 14035151"/>
                  <a:gd name="connsiteX6" fmla="*/ 479959 w 884170"/>
                  <a:gd name="connsiteY6" fmla="*/ 0 h 14035151"/>
                  <a:gd name="connsiteX0" fmla="*/ 0 w 884170"/>
                  <a:gd name="connsiteY0" fmla="*/ 10747626 h 11307707"/>
                  <a:gd name="connsiteX1" fmla="*/ 790672 w 884170"/>
                  <a:gd name="connsiteY1" fmla="*/ 10746969 h 11307707"/>
                  <a:gd name="connsiteX2" fmla="*/ 884170 w 884170"/>
                  <a:gd name="connsiteY2" fmla="*/ 11025779 h 11307707"/>
                  <a:gd name="connsiteX3" fmla="*/ 792495 w 884170"/>
                  <a:gd name="connsiteY3" fmla="*/ 11305575 h 11307707"/>
                  <a:gd name="connsiteX4" fmla="*/ 478831 w 884170"/>
                  <a:gd name="connsiteY4" fmla="*/ 11307707 h 11307707"/>
                  <a:gd name="connsiteX5" fmla="*/ 478279 w 884170"/>
                  <a:gd name="connsiteY5" fmla="*/ 10637936 h 11307707"/>
                  <a:gd name="connsiteX6" fmla="*/ 499050 w 884170"/>
                  <a:gd name="connsiteY6" fmla="*/ 0 h 11307707"/>
                  <a:gd name="connsiteX0" fmla="*/ 0 w 884170"/>
                  <a:gd name="connsiteY0" fmla="*/ 10747626 h 11307707"/>
                  <a:gd name="connsiteX1" fmla="*/ 790672 w 884170"/>
                  <a:gd name="connsiteY1" fmla="*/ 10746969 h 11307707"/>
                  <a:gd name="connsiteX2" fmla="*/ 884170 w 884170"/>
                  <a:gd name="connsiteY2" fmla="*/ 11025779 h 11307707"/>
                  <a:gd name="connsiteX3" fmla="*/ 792495 w 884170"/>
                  <a:gd name="connsiteY3" fmla="*/ 11305575 h 11307707"/>
                  <a:gd name="connsiteX4" fmla="*/ 478831 w 884170"/>
                  <a:gd name="connsiteY4" fmla="*/ 11307707 h 11307707"/>
                  <a:gd name="connsiteX5" fmla="*/ 478279 w 884170"/>
                  <a:gd name="connsiteY5" fmla="*/ 10637936 h 11307707"/>
                  <a:gd name="connsiteX6" fmla="*/ 499050 w 884170"/>
                  <a:gd name="connsiteY6" fmla="*/ 0 h 11307707"/>
                  <a:gd name="connsiteX0" fmla="*/ 0 w 884170"/>
                  <a:gd name="connsiteY0" fmla="*/ 10747626 h 11307707"/>
                  <a:gd name="connsiteX1" fmla="*/ 790672 w 884170"/>
                  <a:gd name="connsiteY1" fmla="*/ 10746969 h 11307707"/>
                  <a:gd name="connsiteX2" fmla="*/ 884170 w 884170"/>
                  <a:gd name="connsiteY2" fmla="*/ 11025779 h 11307707"/>
                  <a:gd name="connsiteX3" fmla="*/ 792495 w 884170"/>
                  <a:gd name="connsiteY3" fmla="*/ 11305575 h 11307707"/>
                  <a:gd name="connsiteX4" fmla="*/ 478831 w 884170"/>
                  <a:gd name="connsiteY4" fmla="*/ 11307707 h 11307707"/>
                  <a:gd name="connsiteX5" fmla="*/ 478279 w 884170"/>
                  <a:gd name="connsiteY5" fmla="*/ 10637936 h 11307707"/>
                  <a:gd name="connsiteX6" fmla="*/ 499050 w 884170"/>
                  <a:gd name="connsiteY6" fmla="*/ 0 h 11307707"/>
                  <a:gd name="connsiteX0" fmla="*/ 0 w 884170"/>
                  <a:gd name="connsiteY0" fmla="*/ 7483778 h 8043859"/>
                  <a:gd name="connsiteX1" fmla="*/ 790672 w 884170"/>
                  <a:gd name="connsiteY1" fmla="*/ 7483121 h 8043859"/>
                  <a:gd name="connsiteX2" fmla="*/ 884170 w 884170"/>
                  <a:gd name="connsiteY2" fmla="*/ 7761931 h 8043859"/>
                  <a:gd name="connsiteX3" fmla="*/ 792495 w 884170"/>
                  <a:gd name="connsiteY3" fmla="*/ 8041727 h 8043859"/>
                  <a:gd name="connsiteX4" fmla="*/ 478831 w 884170"/>
                  <a:gd name="connsiteY4" fmla="*/ 8043859 h 8043859"/>
                  <a:gd name="connsiteX5" fmla="*/ 478279 w 884170"/>
                  <a:gd name="connsiteY5" fmla="*/ 7374088 h 8043859"/>
                  <a:gd name="connsiteX6" fmla="*/ 528747 w 884170"/>
                  <a:gd name="connsiteY6" fmla="*/ 0 h 8043859"/>
                  <a:gd name="connsiteX0" fmla="*/ 0 w 884170"/>
                  <a:gd name="connsiteY0" fmla="*/ 4209115 h 4769196"/>
                  <a:gd name="connsiteX1" fmla="*/ 790672 w 884170"/>
                  <a:gd name="connsiteY1" fmla="*/ 4208458 h 4769196"/>
                  <a:gd name="connsiteX2" fmla="*/ 884170 w 884170"/>
                  <a:gd name="connsiteY2" fmla="*/ 4487268 h 4769196"/>
                  <a:gd name="connsiteX3" fmla="*/ 792495 w 884170"/>
                  <a:gd name="connsiteY3" fmla="*/ 4767064 h 4769196"/>
                  <a:gd name="connsiteX4" fmla="*/ 478831 w 884170"/>
                  <a:gd name="connsiteY4" fmla="*/ 4769196 h 4769196"/>
                  <a:gd name="connsiteX5" fmla="*/ 478279 w 884170"/>
                  <a:gd name="connsiteY5" fmla="*/ 4099425 h 4769196"/>
                  <a:gd name="connsiteX6" fmla="*/ 592384 w 884170"/>
                  <a:gd name="connsiteY6" fmla="*/ 0 h 4769196"/>
                  <a:gd name="connsiteX0" fmla="*/ 0 w 884170"/>
                  <a:gd name="connsiteY0" fmla="*/ 707344 h 1272545"/>
                  <a:gd name="connsiteX1" fmla="*/ 790672 w 884170"/>
                  <a:gd name="connsiteY1" fmla="*/ 706687 h 1272545"/>
                  <a:gd name="connsiteX2" fmla="*/ 884170 w 884170"/>
                  <a:gd name="connsiteY2" fmla="*/ 985497 h 1272545"/>
                  <a:gd name="connsiteX3" fmla="*/ 792495 w 884170"/>
                  <a:gd name="connsiteY3" fmla="*/ 1265293 h 1272545"/>
                  <a:gd name="connsiteX4" fmla="*/ 478831 w 884170"/>
                  <a:gd name="connsiteY4" fmla="*/ 1267425 h 1272545"/>
                  <a:gd name="connsiteX5" fmla="*/ 478279 w 884170"/>
                  <a:gd name="connsiteY5" fmla="*/ 597654 h 1272545"/>
                  <a:gd name="connsiteX6" fmla="*/ 634808 w 884170"/>
                  <a:gd name="connsiteY6" fmla="*/ 0 h 1272545"/>
                  <a:gd name="connsiteX0" fmla="*/ 0 w 884170"/>
                  <a:gd name="connsiteY0" fmla="*/ 109690 h 669771"/>
                  <a:gd name="connsiteX1" fmla="*/ 790672 w 884170"/>
                  <a:gd name="connsiteY1" fmla="*/ 109033 h 669771"/>
                  <a:gd name="connsiteX2" fmla="*/ 884170 w 884170"/>
                  <a:gd name="connsiteY2" fmla="*/ 387843 h 669771"/>
                  <a:gd name="connsiteX3" fmla="*/ 792495 w 884170"/>
                  <a:gd name="connsiteY3" fmla="*/ 667639 h 669771"/>
                  <a:gd name="connsiteX4" fmla="*/ 478831 w 884170"/>
                  <a:gd name="connsiteY4" fmla="*/ 669771 h 669771"/>
                  <a:gd name="connsiteX5" fmla="*/ 478279 w 884170"/>
                  <a:gd name="connsiteY5" fmla="*/ 0 h 669771"/>
                  <a:gd name="connsiteX0" fmla="*/ 0 w 884170"/>
                  <a:gd name="connsiteY0" fmla="*/ 160765 h 720846"/>
                  <a:gd name="connsiteX1" fmla="*/ 790672 w 884170"/>
                  <a:gd name="connsiteY1" fmla="*/ 160108 h 720846"/>
                  <a:gd name="connsiteX2" fmla="*/ 884170 w 884170"/>
                  <a:gd name="connsiteY2" fmla="*/ 438918 h 720846"/>
                  <a:gd name="connsiteX3" fmla="*/ 792495 w 884170"/>
                  <a:gd name="connsiteY3" fmla="*/ 718714 h 720846"/>
                  <a:gd name="connsiteX4" fmla="*/ 478831 w 884170"/>
                  <a:gd name="connsiteY4" fmla="*/ 720846 h 720846"/>
                  <a:gd name="connsiteX5" fmla="*/ 478279 w 884170"/>
                  <a:gd name="connsiteY5" fmla="*/ 51075 h 720846"/>
                  <a:gd name="connsiteX6" fmla="*/ 475150 w 884170"/>
                  <a:gd name="connsiteY6" fmla="*/ 46063 h 720846"/>
                  <a:gd name="connsiteX0" fmla="*/ 0 w 1635452"/>
                  <a:gd name="connsiteY0" fmla="*/ 158524 h 718605"/>
                  <a:gd name="connsiteX1" fmla="*/ 790672 w 1635452"/>
                  <a:gd name="connsiteY1" fmla="*/ 157867 h 718605"/>
                  <a:gd name="connsiteX2" fmla="*/ 884170 w 1635452"/>
                  <a:gd name="connsiteY2" fmla="*/ 436677 h 718605"/>
                  <a:gd name="connsiteX3" fmla="*/ 792495 w 1635452"/>
                  <a:gd name="connsiteY3" fmla="*/ 716473 h 718605"/>
                  <a:gd name="connsiteX4" fmla="*/ 478831 w 1635452"/>
                  <a:gd name="connsiteY4" fmla="*/ 718605 h 718605"/>
                  <a:gd name="connsiteX5" fmla="*/ 478279 w 1635452"/>
                  <a:gd name="connsiteY5" fmla="*/ 48834 h 718605"/>
                  <a:gd name="connsiteX6" fmla="*/ 1635452 w 1635452"/>
                  <a:gd name="connsiteY6" fmla="*/ 52474 h 718605"/>
                  <a:gd name="connsiteX0" fmla="*/ 0 w 884170"/>
                  <a:gd name="connsiteY0" fmla="*/ 109690 h 669771"/>
                  <a:gd name="connsiteX1" fmla="*/ 790672 w 884170"/>
                  <a:gd name="connsiteY1" fmla="*/ 109033 h 669771"/>
                  <a:gd name="connsiteX2" fmla="*/ 884170 w 884170"/>
                  <a:gd name="connsiteY2" fmla="*/ 387843 h 669771"/>
                  <a:gd name="connsiteX3" fmla="*/ 792495 w 884170"/>
                  <a:gd name="connsiteY3" fmla="*/ 667639 h 669771"/>
                  <a:gd name="connsiteX4" fmla="*/ 478831 w 884170"/>
                  <a:gd name="connsiteY4" fmla="*/ 669771 h 669771"/>
                  <a:gd name="connsiteX5" fmla="*/ 478279 w 884170"/>
                  <a:gd name="connsiteY5" fmla="*/ 0 h 669771"/>
                  <a:gd name="connsiteX0" fmla="*/ 0 w 884170"/>
                  <a:gd name="connsiteY0" fmla="*/ 109690 h 667639"/>
                  <a:gd name="connsiteX1" fmla="*/ 790672 w 884170"/>
                  <a:gd name="connsiteY1" fmla="*/ 109033 h 667639"/>
                  <a:gd name="connsiteX2" fmla="*/ 884170 w 884170"/>
                  <a:gd name="connsiteY2" fmla="*/ 387843 h 667639"/>
                  <a:gd name="connsiteX3" fmla="*/ 792495 w 884170"/>
                  <a:gd name="connsiteY3" fmla="*/ 667639 h 667639"/>
                  <a:gd name="connsiteX4" fmla="*/ 478831 w 884170"/>
                  <a:gd name="connsiteY4" fmla="*/ 667608 h 667639"/>
                  <a:gd name="connsiteX5" fmla="*/ 478279 w 884170"/>
                  <a:gd name="connsiteY5" fmla="*/ 0 h 667639"/>
                  <a:gd name="connsiteX0" fmla="*/ 0 w 884170"/>
                  <a:gd name="connsiteY0" fmla="*/ 158881 h 716830"/>
                  <a:gd name="connsiteX1" fmla="*/ 790672 w 884170"/>
                  <a:gd name="connsiteY1" fmla="*/ 158224 h 716830"/>
                  <a:gd name="connsiteX2" fmla="*/ 884170 w 884170"/>
                  <a:gd name="connsiteY2" fmla="*/ 437034 h 716830"/>
                  <a:gd name="connsiteX3" fmla="*/ 792495 w 884170"/>
                  <a:gd name="connsiteY3" fmla="*/ 716830 h 716830"/>
                  <a:gd name="connsiteX4" fmla="*/ 478831 w 884170"/>
                  <a:gd name="connsiteY4" fmla="*/ 716799 h 716830"/>
                  <a:gd name="connsiteX5" fmla="*/ 478279 w 884170"/>
                  <a:gd name="connsiteY5" fmla="*/ 49191 h 716830"/>
                  <a:gd name="connsiteX6" fmla="*/ 474915 w 884170"/>
                  <a:gd name="connsiteY6" fmla="*/ 50104 h 716830"/>
                  <a:gd name="connsiteX0" fmla="*/ 0 w 1628854"/>
                  <a:gd name="connsiteY0" fmla="*/ 169685 h 727634"/>
                  <a:gd name="connsiteX1" fmla="*/ 790672 w 1628854"/>
                  <a:gd name="connsiteY1" fmla="*/ 169028 h 727634"/>
                  <a:gd name="connsiteX2" fmla="*/ 884170 w 1628854"/>
                  <a:gd name="connsiteY2" fmla="*/ 447838 h 727634"/>
                  <a:gd name="connsiteX3" fmla="*/ 792495 w 1628854"/>
                  <a:gd name="connsiteY3" fmla="*/ 727634 h 727634"/>
                  <a:gd name="connsiteX4" fmla="*/ 478831 w 1628854"/>
                  <a:gd name="connsiteY4" fmla="*/ 727603 h 727634"/>
                  <a:gd name="connsiteX5" fmla="*/ 478279 w 1628854"/>
                  <a:gd name="connsiteY5" fmla="*/ 59995 h 727634"/>
                  <a:gd name="connsiteX6" fmla="*/ 1628854 w 1628854"/>
                  <a:gd name="connsiteY6" fmla="*/ 26301 h 727634"/>
                  <a:gd name="connsiteX0" fmla="*/ 0 w 1628854"/>
                  <a:gd name="connsiteY0" fmla="*/ 169685 h 727634"/>
                  <a:gd name="connsiteX1" fmla="*/ 790672 w 1628854"/>
                  <a:gd name="connsiteY1" fmla="*/ 169028 h 727634"/>
                  <a:gd name="connsiteX2" fmla="*/ 884170 w 1628854"/>
                  <a:gd name="connsiteY2" fmla="*/ 447838 h 727634"/>
                  <a:gd name="connsiteX3" fmla="*/ 792495 w 1628854"/>
                  <a:gd name="connsiteY3" fmla="*/ 727634 h 727634"/>
                  <a:gd name="connsiteX4" fmla="*/ 478831 w 1628854"/>
                  <a:gd name="connsiteY4" fmla="*/ 727603 h 727634"/>
                  <a:gd name="connsiteX5" fmla="*/ 478279 w 1628854"/>
                  <a:gd name="connsiteY5" fmla="*/ 59995 h 727634"/>
                  <a:gd name="connsiteX6" fmla="*/ 1628854 w 1628854"/>
                  <a:gd name="connsiteY6" fmla="*/ 26301 h 727634"/>
                  <a:gd name="connsiteX0" fmla="*/ 0 w 1628854"/>
                  <a:gd name="connsiteY0" fmla="*/ 169685 h 727634"/>
                  <a:gd name="connsiteX1" fmla="*/ 790672 w 1628854"/>
                  <a:gd name="connsiteY1" fmla="*/ 169028 h 727634"/>
                  <a:gd name="connsiteX2" fmla="*/ 884170 w 1628854"/>
                  <a:gd name="connsiteY2" fmla="*/ 447838 h 727634"/>
                  <a:gd name="connsiteX3" fmla="*/ 792495 w 1628854"/>
                  <a:gd name="connsiteY3" fmla="*/ 727634 h 727634"/>
                  <a:gd name="connsiteX4" fmla="*/ 478831 w 1628854"/>
                  <a:gd name="connsiteY4" fmla="*/ 727603 h 727634"/>
                  <a:gd name="connsiteX5" fmla="*/ 478279 w 1628854"/>
                  <a:gd name="connsiteY5" fmla="*/ 59995 h 727634"/>
                  <a:gd name="connsiteX6" fmla="*/ 1628854 w 1628854"/>
                  <a:gd name="connsiteY6" fmla="*/ 26301 h 727634"/>
                  <a:gd name="connsiteX0" fmla="*/ 0 w 1637339"/>
                  <a:gd name="connsiteY0" fmla="*/ 301277 h 859226"/>
                  <a:gd name="connsiteX1" fmla="*/ 790672 w 1637339"/>
                  <a:gd name="connsiteY1" fmla="*/ 300620 h 859226"/>
                  <a:gd name="connsiteX2" fmla="*/ 884170 w 1637339"/>
                  <a:gd name="connsiteY2" fmla="*/ 579430 h 859226"/>
                  <a:gd name="connsiteX3" fmla="*/ 792495 w 1637339"/>
                  <a:gd name="connsiteY3" fmla="*/ 859226 h 859226"/>
                  <a:gd name="connsiteX4" fmla="*/ 478831 w 1637339"/>
                  <a:gd name="connsiteY4" fmla="*/ 859195 h 859226"/>
                  <a:gd name="connsiteX5" fmla="*/ 478279 w 1637339"/>
                  <a:gd name="connsiteY5" fmla="*/ 191587 h 859226"/>
                  <a:gd name="connsiteX6" fmla="*/ 1637339 w 1637339"/>
                  <a:gd name="connsiteY6" fmla="*/ 0 h 859226"/>
                  <a:gd name="connsiteX0" fmla="*/ 0 w 1721986"/>
                  <a:gd name="connsiteY0" fmla="*/ 316105 h 874054"/>
                  <a:gd name="connsiteX1" fmla="*/ 790672 w 1721986"/>
                  <a:gd name="connsiteY1" fmla="*/ 315448 h 874054"/>
                  <a:gd name="connsiteX2" fmla="*/ 884170 w 1721986"/>
                  <a:gd name="connsiteY2" fmla="*/ 594258 h 874054"/>
                  <a:gd name="connsiteX3" fmla="*/ 792495 w 1721986"/>
                  <a:gd name="connsiteY3" fmla="*/ 874054 h 874054"/>
                  <a:gd name="connsiteX4" fmla="*/ 478831 w 1721986"/>
                  <a:gd name="connsiteY4" fmla="*/ 874023 h 874054"/>
                  <a:gd name="connsiteX5" fmla="*/ 478279 w 1721986"/>
                  <a:gd name="connsiteY5" fmla="*/ 206415 h 874054"/>
                  <a:gd name="connsiteX6" fmla="*/ 1637339 w 1721986"/>
                  <a:gd name="connsiteY6" fmla="*/ 14828 h 874054"/>
                  <a:gd name="connsiteX7" fmla="*/ 1633095 w 1721986"/>
                  <a:gd name="connsiteY7" fmla="*/ 12665 h 874054"/>
                  <a:gd name="connsiteX0" fmla="*/ 0 w 1723632"/>
                  <a:gd name="connsiteY0" fmla="*/ 774957 h 1332906"/>
                  <a:gd name="connsiteX1" fmla="*/ 790672 w 1723632"/>
                  <a:gd name="connsiteY1" fmla="*/ 774300 h 1332906"/>
                  <a:gd name="connsiteX2" fmla="*/ 884170 w 1723632"/>
                  <a:gd name="connsiteY2" fmla="*/ 1053110 h 1332906"/>
                  <a:gd name="connsiteX3" fmla="*/ 792495 w 1723632"/>
                  <a:gd name="connsiteY3" fmla="*/ 1332906 h 1332906"/>
                  <a:gd name="connsiteX4" fmla="*/ 478831 w 1723632"/>
                  <a:gd name="connsiteY4" fmla="*/ 1332875 h 1332906"/>
                  <a:gd name="connsiteX5" fmla="*/ 478279 w 1723632"/>
                  <a:gd name="connsiteY5" fmla="*/ 665267 h 1332906"/>
                  <a:gd name="connsiteX6" fmla="*/ 1637339 w 1723632"/>
                  <a:gd name="connsiteY6" fmla="*/ 473680 h 1332906"/>
                  <a:gd name="connsiteX7" fmla="*/ 1639459 w 1723632"/>
                  <a:gd name="connsiteY7" fmla="*/ 0 h 1332906"/>
                  <a:gd name="connsiteX0" fmla="*/ 0 w 1637339"/>
                  <a:gd name="connsiteY0" fmla="*/ 301278 h 859227"/>
                  <a:gd name="connsiteX1" fmla="*/ 790672 w 1637339"/>
                  <a:gd name="connsiteY1" fmla="*/ 300621 h 859227"/>
                  <a:gd name="connsiteX2" fmla="*/ 884170 w 1637339"/>
                  <a:gd name="connsiteY2" fmla="*/ 579431 h 859227"/>
                  <a:gd name="connsiteX3" fmla="*/ 792495 w 1637339"/>
                  <a:gd name="connsiteY3" fmla="*/ 859227 h 859227"/>
                  <a:gd name="connsiteX4" fmla="*/ 478831 w 1637339"/>
                  <a:gd name="connsiteY4" fmla="*/ 859196 h 859227"/>
                  <a:gd name="connsiteX5" fmla="*/ 478279 w 1637339"/>
                  <a:gd name="connsiteY5" fmla="*/ 191588 h 859227"/>
                  <a:gd name="connsiteX6" fmla="*/ 1637339 w 1637339"/>
                  <a:gd name="connsiteY6" fmla="*/ 1 h 859227"/>
                  <a:gd name="connsiteX0" fmla="*/ 0 w 884170"/>
                  <a:gd name="connsiteY0" fmla="*/ 109690 h 667639"/>
                  <a:gd name="connsiteX1" fmla="*/ 790672 w 884170"/>
                  <a:gd name="connsiteY1" fmla="*/ 109033 h 667639"/>
                  <a:gd name="connsiteX2" fmla="*/ 884170 w 884170"/>
                  <a:gd name="connsiteY2" fmla="*/ 387843 h 667639"/>
                  <a:gd name="connsiteX3" fmla="*/ 792495 w 884170"/>
                  <a:gd name="connsiteY3" fmla="*/ 667639 h 667639"/>
                  <a:gd name="connsiteX4" fmla="*/ 478831 w 884170"/>
                  <a:gd name="connsiteY4" fmla="*/ 667608 h 667639"/>
                  <a:gd name="connsiteX5" fmla="*/ 478279 w 884170"/>
                  <a:gd name="connsiteY5" fmla="*/ 0 h 667639"/>
                  <a:gd name="connsiteX0" fmla="*/ 0 w 884170"/>
                  <a:gd name="connsiteY0" fmla="*/ 109690 h 667639"/>
                  <a:gd name="connsiteX1" fmla="*/ 790672 w 884170"/>
                  <a:gd name="connsiteY1" fmla="*/ 109033 h 667639"/>
                  <a:gd name="connsiteX2" fmla="*/ 884170 w 884170"/>
                  <a:gd name="connsiteY2" fmla="*/ 387843 h 667639"/>
                  <a:gd name="connsiteX3" fmla="*/ 792495 w 884170"/>
                  <a:gd name="connsiteY3" fmla="*/ 667639 h 667639"/>
                  <a:gd name="connsiteX4" fmla="*/ 478831 w 884170"/>
                  <a:gd name="connsiteY4" fmla="*/ 667608 h 667639"/>
                  <a:gd name="connsiteX5" fmla="*/ 478279 w 884170"/>
                  <a:gd name="connsiteY5" fmla="*/ 0 h 667639"/>
                  <a:gd name="connsiteX0" fmla="*/ 0 w 896897"/>
                  <a:gd name="connsiteY0" fmla="*/ 107527 h 667639"/>
                  <a:gd name="connsiteX1" fmla="*/ 803399 w 896897"/>
                  <a:gd name="connsiteY1" fmla="*/ 109033 h 667639"/>
                  <a:gd name="connsiteX2" fmla="*/ 896897 w 896897"/>
                  <a:gd name="connsiteY2" fmla="*/ 387843 h 667639"/>
                  <a:gd name="connsiteX3" fmla="*/ 805222 w 896897"/>
                  <a:gd name="connsiteY3" fmla="*/ 667639 h 667639"/>
                  <a:gd name="connsiteX4" fmla="*/ 491558 w 896897"/>
                  <a:gd name="connsiteY4" fmla="*/ 667608 h 667639"/>
                  <a:gd name="connsiteX5" fmla="*/ 491006 w 896897"/>
                  <a:gd name="connsiteY5" fmla="*/ 0 h 667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6897" h="667639">
                    <a:moveTo>
                      <a:pt x="0" y="107527"/>
                    </a:moveTo>
                    <a:lnTo>
                      <a:pt x="803399" y="109033"/>
                    </a:lnTo>
                    <a:lnTo>
                      <a:pt x="896897" y="387843"/>
                    </a:lnTo>
                    <a:lnTo>
                      <a:pt x="805222" y="667639"/>
                    </a:lnTo>
                    <a:lnTo>
                      <a:pt x="491558" y="667608"/>
                    </a:lnTo>
                    <a:lnTo>
                      <a:pt x="491006" y="0"/>
                    </a:lnTo>
                  </a:path>
                </a:pathLst>
              </a:custGeom>
              <a:noFill/>
              <a:ln w="63500">
                <a:solidFill>
                  <a:srgbClr val="FFFFFF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385">
                  <a:ln w="38100">
                    <a:solidFill>
                      <a:srgbClr val="0C2074"/>
                    </a:solidFill>
                  </a:ln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8" name="Text Placeholder 2"/>
          <p:cNvSpPr>
            <a:spLocks noGrp="1"/>
          </p:cNvSpPr>
          <p:nvPr userDrawn="1">
            <p:ph type="body" idx="10"/>
          </p:nvPr>
        </p:nvSpPr>
        <p:spPr>
          <a:xfrm>
            <a:off x="3352800" y="2906714"/>
            <a:ext cx="5334000" cy="674686"/>
          </a:xfrm>
        </p:spPr>
        <p:txBody>
          <a:bodyPr anchor="t" anchorCtr="0"/>
          <a:lstStyle>
            <a:lvl1pPr marL="0" indent="0">
              <a:buNone/>
              <a:defRPr sz="1846">
                <a:solidFill>
                  <a:schemeClr val="bg2"/>
                </a:solidFill>
              </a:defRPr>
            </a:lvl1pPr>
            <a:lvl2pPr marL="351678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2pPr>
            <a:lvl3pPr marL="703356" indent="0">
              <a:buNone/>
              <a:defRPr sz="1231">
                <a:solidFill>
                  <a:schemeClr val="tx1">
                    <a:tint val="75000"/>
                  </a:schemeClr>
                </a:solidFill>
              </a:defRPr>
            </a:lvl3pPr>
            <a:lvl4pPr marL="1055035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4pPr>
            <a:lvl5pPr marL="1406713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5pPr>
            <a:lvl6pPr marL="1758391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6pPr>
            <a:lvl7pPr marL="2110069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7pPr>
            <a:lvl8pPr marL="2461748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8pPr>
            <a:lvl9pPr marL="2813426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352800" y="1777790"/>
            <a:ext cx="5334000" cy="982662"/>
          </a:xfrm>
        </p:spPr>
        <p:txBody>
          <a:bodyPr anchor="b" anchorCtr="0">
            <a:normAutofit/>
          </a:bodyPr>
          <a:lstStyle>
            <a:lvl1pPr algn="l">
              <a:defRPr sz="2461" b="1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 userDrawn="1">
            <p:ph type="body" idx="12"/>
          </p:nvPr>
        </p:nvSpPr>
        <p:spPr>
          <a:xfrm>
            <a:off x="3333750" y="5021264"/>
            <a:ext cx="5334000" cy="341656"/>
          </a:xfrm>
        </p:spPr>
        <p:txBody>
          <a:bodyPr anchor="t" anchorCtr="0"/>
          <a:lstStyle>
            <a:lvl1pPr marL="0" indent="0">
              <a:buNone/>
              <a:defRPr sz="1385">
                <a:solidFill>
                  <a:schemeClr val="bg2"/>
                </a:solidFill>
              </a:defRPr>
            </a:lvl1pPr>
            <a:lvl2pPr marL="351678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2pPr>
            <a:lvl3pPr marL="703356" indent="0">
              <a:buNone/>
              <a:defRPr sz="1231">
                <a:solidFill>
                  <a:schemeClr val="tx1">
                    <a:tint val="75000"/>
                  </a:schemeClr>
                </a:solidFill>
              </a:defRPr>
            </a:lvl3pPr>
            <a:lvl4pPr marL="1055035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4pPr>
            <a:lvl5pPr marL="1406713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5pPr>
            <a:lvl6pPr marL="1758391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6pPr>
            <a:lvl7pPr marL="2110069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7pPr>
            <a:lvl8pPr marL="2461748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8pPr>
            <a:lvl9pPr marL="2813426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 userDrawn="1">
            <p:ph type="body" idx="13"/>
          </p:nvPr>
        </p:nvSpPr>
        <p:spPr>
          <a:xfrm>
            <a:off x="3333750" y="5363819"/>
            <a:ext cx="5334000" cy="341656"/>
          </a:xfrm>
        </p:spPr>
        <p:txBody>
          <a:bodyPr anchor="t" anchorCtr="0"/>
          <a:lstStyle>
            <a:lvl1pPr marL="0" indent="0">
              <a:buNone/>
              <a:defRPr sz="1231" i="1">
                <a:solidFill>
                  <a:schemeClr val="bg2"/>
                </a:solidFill>
              </a:defRPr>
            </a:lvl1pPr>
            <a:lvl2pPr marL="351678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2pPr>
            <a:lvl3pPr marL="703356" indent="0">
              <a:buNone/>
              <a:defRPr sz="1231">
                <a:solidFill>
                  <a:schemeClr val="tx1">
                    <a:tint val="75000"/>
                  </a:schemeClr>
                </a:solidFill>
              </a:defRPr>
            </a:lvl3pPr>
            <a:lvl4pPr marL="1055035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4pPr>
            <a:lvl5pPr marL="1406713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5pPr>
            <a:lvl6pPr marL="1758391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6pPr>
            <a:lvl7pPr marL="2110069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7pPr>
            <a:lvl8pPr marL="2461748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8pPr>
            <a:lvl9pPr marL="2813426" indent="0">
              <a:buNone/>
              <a:defRPr sz="10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86667"/>
            <a:ext cx="1143000" cy="285442"/>
          </a:xfrm>
          <a:prstGeom prst="rect">
            <a:avLst/>
          </a:prstGeom>
          <a:noFill/>
        </p:spPr>
      </p:pic>
      <p:sp>
        <p:nvSpPr>
          <p:cNvPr id="21" name="Footer Placeholder 6"/>
          <p:cNvSpPr txBox="1">
            <a:spLocks/>
          </p:cNvSpPr>
          <p:nvPr userDrawn="1"/>
        </p:nvSpPr>
        <p:spPr>
          <a:xfrm>
            <a:off x="2286002" y="6497375"/>
            <a:ext cx="6432043" cy="18591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900" b="1" kern="1200">
                <a:solidFill>
                  <a:srgbClr val="0C207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92" b="0" spc="46">
                <a:solidFill>
                  <a:srgbClr val="4D4D4D"/>
                </a:solidFill>
                <a:latin typeface="Arial Narrow" panose="020B0606020202030204" pitchFamily="34" charset="0"/>
              </a:rPr>
              <a:t>U.S. BANK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1875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24D06-62D5-429D-86C5-4BC31E89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2729"/>
            <a:ext cx="8213277" cy="95474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D1C2-6694-4418-A357-D64DA9ABA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28726"/>
            <a:ext cx="8213276" cy="517207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150033-5EA4-49FE-B6DA-B65565CCACE3}"/>
              </a:ext>
            </a:extLst>
          </p:cNvPr>
          <p:cNvSpPr txBox="1"/>
          <p:nvPr/>
        </p:nvSpPr>
        <p:spPr>
          <a:xfrm>
            <a:off x="737037" y="6497320"/>
            <a:ext cx="197739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l"/>
            <a:r>
              <a:rPr lang="en-US" sz="8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U.S. Bank | Internal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55451E-28F8-4A75-90B3-DE90F6D5D648}"/>
              </a:ext>
            </a:extLst>
          </p:cNvPr>
          <p:cNvSpPr txBox="1"/>
          <p:nvPr/>
        </p:nvSpPr>
        <p:spPr>
          <a:xfrm>
            <a:off x="7889994" y="6497320"/>
            <a:ext cx="803108" cy="1846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CD95FE0B-F4F9-4B33-82EB-3FCAFF1C904F}" type="slidenum">
              <a:rPr lang="en-US" sz="600" smtClean="0"/>
              <a:pPr algn="r"/>
              <a:t>‹#›</a:t>
            </a:fld>
            <a:endParaRPr lang="en-US" sz="6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BE6BDD0-4C38-4E06-AA9A-9A58D560112F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4005" y="6503670"/>
            <a:ext cx="219456" cy="17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94" r:id="rId11"/>
    <p:sldLayoutId id="2147483695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3" r:id="rId2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2"/>
          </a:solidFill>
          <a:latin typeface="U.S. Bank Circular Medium" panose="020B0604010101010104" pitchFamily="34" charset="0"/>
          <a:ea typeface="+mj-ea"/>
          <a:cs typeface="U.S. Bank Circular Medium" panose="020B06040101010101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.S. Bank Circular" panose="020B0504010101010104" pitchFamily="34" charset="0"/>
          <a:ea typeface="+mn-ea"/>
          <a:cs typeface="U.S. Bank Circular" panose="020B0504010101010104" pitchFamily="34" charset="0"/>
        </a:defRPr>
      </a:lvl1pPr>
      <a:lvl2pPr marL="553641" indent="-210741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95000"/>
        <a:buFont typeface="Calibri" panose="020F0502020204030204" pitchFamily="34" charset="0"/>
        <a:buChar char="─"/>
        <a:defRPr sz="2000" kern="1200">
          <a:solidFill>
            <a:schemeClr val="tx1"/>
          </a:solidFill>
          <a:latin typeface="U.S. Bank Circular" panose="020B0504010101010104" pitchFamily="34" charset="0"/>
          <a:ea typeface="+mn-ea"/>
          <a:cs typeface="U.S. Bank Circular" panose="020B05040101010101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.S. Bank Circular" panose="020B0504010101010104" pitchFamily="34" charset="0"/>
          <a:ea typeface="+mn-ea"/>
          <a:cs typeface="U.S. Bank Circular" panose="020B05040101010101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U.S. Bank Circular" panose="020B0504010101010104" pitchFamily="34" charset="0"/>
          <a:ea typeface="+mn-ea"/>
          <a:cs typeface="U.S. Bank Circular" panose="020B05040101010101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U.S. Bank Circular" panose="020B0504010101010104" pitchFamily="34" charset="0"/>
          <a:ea typeface="+mn-ea"/>
          <a:cs typeface="U.S. Bank Circular" panose="020B05040101010101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44">
          <p15:clr>
            <a:srgbClr val="F26B43"/>
          </p15:clr>
        </p15:guide>
        <p15:guide id="3" pos="288">
          <p15:clr>
            <a:srgbClr val="F26B43"/>
          </p15:clr>
        </p15:guide>
        <p15:guide id="4" pos="7536">
          <p15:clr>
            <a:srgbClr val="F26B43"/>
          </p15:clr>
        </p15:guide>
        <p15:guide id="5" pos="7392">
          <p15:clr>
            <a:srgbClr val="F26B43"/>
          </p15:clr>
        </p15:guide>
        <p15:guide id="6" orient="horz" pos="144">
          <p15:clr>
            <a:srgbClr val="F26B43"/>
          </p15:clr>
        </p15:guide>
        <p15:guide id="7" orient="horz" pos="288">
          <p15:clr>
            <a:srgbClr val="F26B43"/>
          </p15:clr>
        </p15:guide>
        <p15:guide id="8" orient="horz" pos="4176">
          <p15:clr>
            <a:srgbClr val="F26B43"/>
          </p15:clr>
        </p15:guide>
        <p15:guide id="9" orient="horz" pos="4032">
          <p15:clr>
            <a:srgbClr val="F26B43"/>
          </p15:clr>
        </p15:guide>
        <p15:guide id="10" orient="horz" pos="768">
          <p15:clr>
            <a:srgbClr val="F26B43"/>
          </p15:clr>
        </p15:guide>
        <p15:guide id="11" pos="2880" userDrawn="1">
          <p15:clr>
            <a:srgbClr val="F26B43"/>
          </p15:clr>
        </p15:guide>
        <p15:guide id="12" pos="5616" userDrawn="1">
          <p15:clr>
            <a:srgbClr val="F26B43"/>
          </p15:clr>
        </p15:guide>
        <p15:guide id="13" pos="54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82757"/>
            <a:ext cx="8229600" cy="456084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6"/>
          <p:cNvSpPr txBox="1">
            <a:spLocks/>
          </p:cNvSpPr>
          <p:nvPr/>
        </p:nvSpPr>
        <p:spPr>
          <a:xfrm>
            <a:off x="8787004" y="6497366"/>
            <a:ext cx="356996" cy="17489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900" b="1" i="0" kern="1200">
                <a:solidFill>
                  <a:srgbClr val="0C2074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66355A-084C-D24E-9AD2-7E4FC41EA627}" type="slidenum">
              <a:rPr lang="en-US" sz="692" b="0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692" b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ight Arrow Callout 12"/>
          <p:cNvSpPr/>
          <p:nvPr/>
        </p:nvSpPr>
        <p:spPr>
          <a:xfrm rot="16200000" flipH="1">
            <a:off x="4453569" y="1656966"/>
            <a:ext cx="251799" cy="9158886"/>
          </a:xfrm>
          <a:custGeom>
            <a:avLst/>
            <a:gdLst>
              <a:gd name="connsiteX0" fmla="*/ 0 w 595311"/>
              <a:gd name="connsiteY0" fmla="*/ 0 h 990600"/>
              <a:gd name="connsiteX1" fmla="*/ 386815 w 595311"/>
              <a:gd name="connsiteY1" fmla="*/ 0 h 990600"/>
              <a:gd name="connsiteX2" fmla="*/ 386815 w 595311"/>
              <a:gd name="connsiteY2" fmla="*/ 420886 h 990600"/>
              <a:gd name="connsiteX3" fmla="*/ 446483 w 595311"/>
              <a:gd name="connsiteY3" fmla="*/ 420886 h 990600"/>
              <a:gd name="connsiteX4" fmla="*/ 446483 w 595311"/>
              <a:gd name="connsiteY4" fmla="*/ 346472 h 990600"/>
              <a:gd name="connsiteX5" fmla="*/ 595311 w 595311"/>
              <a:gd name="connsiteY5" fmla="*/ 495300 h 990600"/>
              <a:gd name="connsiteX6" fmla="*/ 446483 w 595311"/>
              <a:gd name="connsiteY6" fmla="*/ 644128 h 990600"/>
              <a:gd name="connsiteX7" fmla="*/ 446483 w 595311"/>
              <a:gd name="connsiteY7" fmla="*/ 569714 h 990600"/>
              <a:gd name="connsiteX8" fmla="*/ 386815 w 595311"/>
              <a:gd name="connsiteY8" fmla="*/ 569714 h 990600"/>
              <a:gd name="connsiteX9" fmla="*/ 386815 w 595311"/>
              <a:gd name="connsiteY9" fmla="*/ 990600 h 990600"/>
              <a:gd name="connsiteX10" fmla="*/ 0 w 595311"/>
              <a:gd name="connsiteY10" fmla="*/ 990600 h 990600"/>
              <a:gd name="connsiteX11" fmla="*/ 0 w 595311"/>
              <a:gd name="connsiteY11" fmla="*/ 0 h 99060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446483 w 595311"/>
              <a:gd name="connsiteY5" fmla="*/ 420886 h 1082040"/>
              <a:gd name="connsiteX6" fmla="*/ 446483 w 595311"/>
              <a:gd name="connsiteY6" fmla="*/ 346472 h 1082040"/>
              <a:gd name="connsiteX7" fmla="*/ 595311 w 595311"/>
              <a:gd name="connsiteY7" fmla="*/ 495300 h 1082040"/>
              <a:gd name="connsiteX8" fmla="*/ 446483 w 595311"/>
              <a:gd name="connsiteY8" fmla="*/ 644128 h 1082040"/>
              <a:gd name="connsiteX9" fmla="*/ 446483 w 595311"/>
              <a:gd name="connsiteY9" fmla="*/ 569714 h 1082040"/>
              <a:gd name="connsiteX10" fmla="*/ 386815 w 595311"/>
              <a:gd name="connsiteY10" fmla="*/ 569714 h 1082040"/>
              <a:gd name="connsiteX11" fmla="*/ 478255 w 595311"/>
              <a:gd name="connsiteY11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446483 w 595311"/>
              <a:gd name="connsiteY5" fmla="*/ 420886 h 1082040"/>
              <a:gd name="connsiteX6" fmla="*/ 446483 w 595311"/>
              <a:gd name="connsiteY6" fmla="*/ 346472 h 1082040"/>
              <a:gd name="connsiteX7" fmla="*/ 595311 w 595311"/>
              <a:gd name="connsiteY7" fmla="*/ 495300 h 1082040"/>
              <a:gd name="connsiteX8" fmla="*/ 503636 w 595311"/>
              <a:gd name="connsiteY8" fmla="*/ 775096 h 1082040"/>
              <a:gd name="connsiteX9" fmla="*/ 446483 w 595311"/>
              <a:gd name="connsiteY9" fmla="*/ 569714 h 1082040"/>
              <a:gd name="connsiteX10" fmla="*/ 386815 w 595311"/>
              <a:gd name="connsiteY10" fmla="*/ 569714 h 1082040"/>
              <a:gd name="connsiteX11" fmla="*/ 478255 w 595311"/>
              <a:gd name="connsiteY11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446483 w 595311"/>
              <a:gd name="connsiteY5" fmla="*/ 420886 h 1082040"/>
              <a:gd name="connsiteX6" fmla="*/ 503636 w 595311"/>
              <a:gd name="connsiteY6" fmla="*/ 217885 h 1082040"/>
              <a:gd name="connsiteX7" fmla="*/ 595311 w 595311"/>
              <a:gd name="connsiteY7" fmla="*/ 495300 h 1082040"/>
              <a:gd name="connsiteX8" fmla="*/ 503636 w 595311"/>
              <a:gd name="connsiteY8" fmla="*/ 775096 h 1082040"/>
              <a:gd name="connsiteX9" fmla="*/ 446483 w 595311"/>
              <a:gd name="connsiteY9" fmla="*/ 569714 h 1082040"/>
              <a:gd name="connsiteX10" fmla="*/ 386815 w 595311"/>
              <a:gd name="connsiteY10" fmla="*/ 569714 h 1082040"/>
              <a:gd name="connsiteX11" fmla="*/ 478255 w 595311"/>
              <a:gd name="connsiteY11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503636 w 595311"/>
              <a:gd name="connsiteY5" fmla="*/ 217885 h 1082040"/>
              <a:gd name="connsiteX6" fmla="*/ 595311 w 595311"/>
              <a:gd name="connsiteY6" fmla="*/ 495300 h 1082040"/>
              <a:gd name="connsiteX7" fmla="*/ 503636 w 595311"/>
              <a:gd name="connsiteY7" fmla="*/ 775096 h 1082040"/>
              <a:gd name="connsiteX8" fmla="*/ 446483 w 595311"/>
              <a:gd name="connsiteY8" fmla="*/ 569714 h 1082040"/>
              <a:gd name="connsiteX9" fmla="*/ 386815 w 595311"/>
              <a:gd name="connsiteY9" fmla="*/ 569714 h 1082040"/>
              <a:gd name="connsiteX10" fmla="*/ 478255 w 595311"/>
              <a:gd name="connsiteY10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503636 w 595311"/>
              <a:gd name="connsiteY5" fmla="*/ 217885 h 1082040"/>
              <a:gd name="connsiteX6" fmla="*/ 595311 w 595311"/>
              <a:gd name="connsiteY6" fmla="*/ 495300 h 1082040"/>
              <a:gd name="connsiteX7" fmla="*/ 503636 w 595311"/>
              <a:gd name="connsiteY7" fmla="*/ 775096 h 1082040"/>
              <a:gd name="connsiteX8" fmla="*/ 386815 w 595311"/>
              <a:gd name="connsiteY8" fmla="*/ 569714 h 1082040"/>
              <a:gd name="connsiteX9" fmla="*/ 478255 w 595311"/>
              <a:gd name="connsiteY9" fmla="*/ 1082040 h 1082040"/>
              <a:gd name="connsiteX0" fmla="*/ 386815 w 595311"/>
              <a:gd name="connsiteY0" fmla="*/ 990600 h 1082040"/>
              <a:gd name="connsiteX1" fmla="*/ 0 w 595311"/>
              <a:gd name="connsiteY1" fmla="*/ 990600 h 1082040"/>
              <a:gd name="connsiteX2" fmla="*/ 0 w 595311"/>
              <a:gd name="connsiteY2" fmla="*/ 0 h 1082040"/>
              <a:gd name="connsiteX3" fmla="*/ 386815 w 595311"/>
              <a:gd name="connsiteY3" fmla="*/ 0 h 1082040"/>
              <a:gd name="connsiteX4" fmla="*/ 386815 w 595311"/>
              <a:gd name="connsiteY4" fmla="*/ 420886 h 1082040"/>
              <a:gd name="connsiteX5" fmla="*/ 503636 w 595311"/>
              <a:gd name="connsiteY5" fmla="*/ 217885 h 1082040"/>
              <a:gd name="connsiteX6" fmla="*/ 595311 w 595311"/>
              <a:gd name="connsiteY6" fmla="*/ 495300 h 1082040"/>
              <a:gd name="connsiteX7" fmla="*/ 503636 w 595311"/>
              <a:gd name="connsiteY7" fmla="*/ 775096 h 1082040"/>
              <a:gd name="connsiteX8" fmla="*/ 184411 w 595311"/>
              <a:gd name="connsiteY8" fmla="*/ 772120 h 1082040"/>
              <a:gd name="connsiteX9" fmla="*/ 478255 w 595311"/>
              <a:gd name="connsiteY9" fmla="*/ 1082040 h 1082040"/>
              <a:gd name="connsiteX0" fmla="*/ 386815 w 595311"/>
              <a:gd name="connsiteY0" fmla="*/ 990600 h 990600"/>
              <a:gd name="connsiteX1" fmla="*/ 0 w 595311"/>
              <a:gd name="connsiteY1" fmla="*/ 990600 h 990600"/>
              <a:gd name="connsiteX2" fmla="*/ 0 w 595311"/>
              <a:gd name="connsiteY2" fmla="*/ 0 h 990600"/>
              <a:gd name="connsiteX3" fmla="*/ 386815 w 595311"/>
              <a:gd name="connsiteY3" fmla="*/ 0 h 990600"/>
              <a:gd name="connsiteX4" fmla="*/ 386815 w 595311"/>
              <a:gd name="connsiteY4" fmla="*/ 420886 h 990600"/>
              <a:gd name="connsiteX5" fmla="*/ 503636 w 595311"/>
              <a:gd name="connsiteY5" fmla="*/ 217885 h 990600"/>
              <a:gd name="connsiteX6" fmla="*/ 595311 w 595311"/>
              <a:gd name="connsiteY6" fmla="*/ 495300 h 990600"/>
              <a:gd name="connsiteX7" fmla="*/ 503636 w 595311"/>
              <a:gd name="connsiteY7" fmla="*/ 775096 h 990600"/>
              <a:gd name="connsiteX8" fmla="*/ 184411 w 595311"/>
              <a:gd name="connsiteY8" fmla="*/ 772120 h 990600"/>
              <a:gd name="connsiteX0" fmla="*/ 386815 w 595311"/>
              <a:gd name="connsiteY0" fmla="*/ 990600 h 990600"/>
              <a:gd name="connsiteX1" fmla="*/ 0 w 595311"/>
              <a:gd name="connsiteY1" fmla="*/ 990600 h 990600"/>
              <a:gd name="connsiteX2" fmla="*/ 0 w 595311"/>
              <a:gd name="connsiteY2" fmla="*/ 0 h 990600"/>
              <a:gd name="connsiteX3" fmla="*/ 386815 w 595311"/>
              <a:gd name="connsiteY3" fmla="*/ 0 h 990600"/>
              <a:gd name="connsiteX4" fmla="*/ 503636 w 595311"/>
              <a:gd name="connsiteY4" fmla="*/ 217885 h 990600"/>
              <a:gd name="connsiteX5" fmla="*/ 595311 w 595311"/>
              <a:gd name="connsiteY5" fmla="*/ 495300 h 990600"/>
              <a:gd name="connsiteX6" fmla="*/ 503636 w 595311"/>
              <a:gd name="connsiteY6" fmla="*/ 775096 h 990600"/>
              <a:gd name="connsiteX7" fmla="*/ 184411 w 595311"/>
              <a:gd name="connsiteY7" fmla="*/ 772120 h 990600"/>
              <a:gd name="connsiteX0" fmla="*/ 386815 w 595311"/>
              <a:gd name="connsiteY0" fmla="*/ 990600 h 990600"/>
              <a:gd name="connsiteX1" fmla="*/ 0 w 595311"/>
              <a:gd name="connsiteY1" fmla="*/ 990600 h 990600"/>
              <a:gd name="connsiteX2" fmla="*/ 2 w 595311"/>
              <a:gd name="connsiteY2" fmla="*/ 531019 h 990600"/>
              <a:gd name="connsiteX3" fmla="*/ 386815 w 595311"/>
              <a:gd name="connsiteY3" fmla="*/ 0 h 990600"/>
              <a:gd name="connsiteX4" fmla="*/ 503636 w 595311"/>
              <a:gd name="connsiteY4" fmla="*/ 217885 h 990600"/>
              <a:gd name="connsiteX5" fmla="*/ 595311 w 595311"/>
              <a:gd name="connsiteY5" fmla="*/ 495300 h 990600"/>
              <a:gd name="connsiteX6" fmla="*/ 503636 w 595311"/>
              <a:gd name="connsiteY6" fmla="*/ 775096 h 990600"/>
              <a:gd name="connsiteX7" fmla="*/ 184411 w 595311"/>
              <a:gd name="connsiteY7" fmla="*/ 772120 h 990600"/>
              <a:gd name="connsiteX0" fmla="*/ 388144 w 596640"/>
              <a:gd name="connsiteY0" fmla="*/ 773906 h 773906"/>
              <a:gd name="connsiteX1" fmla="*/ 1329 w 596640"/>
              <a:gd name="connsiteY1" fmla="*/ 773906 h 773906"/>
              <a:gd name="connsiteX2" fmla="*/ 1331 w 596640"/>
              <a:gd name="connsiteY2" fmla="*/ 314325 h 773906"/>
              <a:gd name="connsiteX3" fmla="*/ 0 w 596640"/>
              <a:gd name="connsiteY3" fmla="*/ 0 h 773906"/>
              <a:gd name="connsiteX4" fmla="*/ 504965 w 596640"/>
              <a:gd name="connsiteY4" fmla="*/ 1191 h 773906"/>
              <a:gd name="connsiteX5" fmla="*/ 596640 w 596640"/>
              <a:gd name="connsiteY5" fmla="*/ 278606 h 773906"/>
              <a:gd name="connsiteX6" fmla="*/ 504965 w 596640"/>
              <a:gd name="connsiteY6" fmla="*/ 558402 h 773906"/>
              <a:gd name="connsiteX7" fmla="*/ 185740 w 596640"/>
              <a:gd name="connsiteY7" fmla="*/ 555426 h 773906"/>
              <a:gd name="connsiteX0" fmla="*/ 389197 w 597693"/>
              <a:gd name="connsiteY0" fmla="*/ 773906 h 1840706"/>
              <a:gd name="connsiteX1" fmla="*/ 0 w 597693"/>
              <a:gd name="connsiteY1" fmla="*/ 1840706 h 1840706"/>
              <a:gd name="connsiteX2" fmla="*/ 2384 w 597693"/>
              <a:gd name="connsiteY2" fmla="*/ 314325 h 1840706"/>
              <a:gd name="connsiteX3" fmla="*/ 1053 w 597693"/>
              <a:gd name="connsiteY3" fmla="*/ 0 h 1840706"/>
              <a:gd name="connsiteX4" fmla="*/ 506018 w 597693"/>
              <a:gd name="connsiteY4" fmla="*/ 1191 h 1840706"/>
              <a:gd name="connsiteX5" fmla="*/ 597693 w 597693"/>
              <a:gd name="connsiteY5" fmla="*/ 278606 h 1840706"/>
              <a:gd name="connsiteX6" fmla="*/ 506018 w 597693"/>
              <a:gd name="connsiteY6" fmla="*/ 558402 h 1840706"/>
              <a:gd name="connsiteX7" fmla="*/ 186793 w 597693"/>
              <a:gd name="connsiteY7" fmla="*/ 555426 h 1840706"/>
              <a:gd name="connsiteX0" fmla="*/ 0 w 856194"/>
              <a:gd name="connsiteY0" fmla="*/ 1843087 h 1843087"/>
              <a:gd name="connsiteX1" fmla="*/ 258501 w 856194"/>
              <a:gd name="connsiteY1" fmla="*/ 1840706 h 1843087"/>
              <a:gd name="connsiteX2" fmla="*/ 260885 w 856194"/>
              <a:gd name="connsiteY2" fmla="*/ 314325 h 1843087"/>
              <a:gd name="connsiteX3" fmla="*/ 259554 w 856194"/>
              <a:gd name="connsiteY3" fmla="*/ 0 h 1843087"/>
              <a:gd name="connsiteX4" fmla="*/ 764519 w 856194"/>
              <a:gd name="connsiteY4" fmla="*/ 1191 h 1843087"/>
              <a:gd name="connsiteX5" fmla="*/ 856194 w 856194"/>
              <a:gd name="connsiteY5" fmla="*/ 278606 h 1843087"/>
              <a:gd name="connsiteX6" fmla="*/ 764519 w 856194"/>
              <a:gd name="connsiteY6" fmla="*/ 558402 h 1843087"/>
              <a:gd name="connsiteX7" fmla="*/ 445294 w 856194"/>
              <a:gd name="connsiteY7" fmla="*/ 555426 h 1843087"/>
              <a:gd name="connsiteX0" fmla="*/ 0 w 868098"/>
              <a:gd name="connsiteY0" fmla="*/ 1843087 h 1843087"/>
              <a:gd name="connsiteX1" fmla="*/ 270405 w 868098"/>
              <a:gd name="connsiteY1" fmla="*/ 1840706 h 1843087"/>
              <a:gd name="connsiteX2" fmla="*/ 272789 w 868098"/>
              <a:gd name="connsiteY2" fmla="*/ 314325 h 1843087"/>
              <a:gd name="connsiteX3" fmla="*/ 271458 w 868098"/>
              <a:gd name="connsiteY3" fmla="*/ 0 h 1843087"/>
              <a:gd name="connsiteX4" fmla="*/ 776423 w 868098"/>
              <a:gd name="connsiteY4" fmla="*/ 1191 h 1843087"/>
              <a:gd name="connsiteX5" fmla="*/ 868098 w 868098"/>
              <a:gd name="connsiteY5" fmla="*/ 278606 h 1843087"/>
              <a:gd name="connsiteX6" fmla="*/ 776423 w 868098"/>
              <a:gd name="connsiteY6" fmla="*/ 558402 h 1843087"/>
              <a:gd name="connsiteX7" fmla="*/ 457198 w 868098"/>
              <a:gd name="connsiteY7" fmla="*/ 555426 h 1843087"/>
              <a:gd name="connsiteX0" fmla="*/ 0 w 868098"/>
              <a:gd name="connsiteY0" fmla="*/ 1843087 h 1847850"/>
              <a:gd name="connsiteX1" fmla="*/ 272789 w 868098"/>
              <a:gd name="connsiteY1" fmla="*/ 1847850 h 1847850"/>
              <a:gd name="connsiteX2" fmla="*/ 272789 w 868098"/>
              <a:gd name="connsiteY2" fmla="*/ 314325 h 1847850"/>
              <a:gd name="connsiteX3" fmla="*/ 271458 w 868098"/>
              <a:gd name="connsiteY3" fmla="*/ 0 h 1847850"/>
              <a:gd name="connsiteX4" fmla="*/ 776423 w 868098"/>
              <a:gd name="connsiteY4" fmla="*/ 1191 h 1847850"/>
              <a:gd name="connsiteX5" fmla="*/ 868098 w 868098"/>
              <a:gd name="connsiteY5" fmla="*/ 278606 h 1847850"/>
              <a:gd name="connsiteX6" fmla="*/ 776423 w 868098"/>
              <a:gd name="connsiteY6" fmla="*/ 558402 h 1847850"/>
              <a:gd name="connsiteX7" fmla="*/ 457198 w 868098"/>
              <a:gd name="connsiteY7" fmla="*/ 555426 h 1847850"/>
              <a:gd name="connsiteX0" fmla="*/ 0 w 872861"/>
              <a:gd name="connsiteY0" fmla="*/ 1845468 h 1847850"/>
              <a:gd name="connsiteX1" fmla="*/ 277552 w 872861"/>
              <a:gd name="connsiteY1" fmla="*/ 1847850 h 1847850"/>
              <a:gd name="connsiteX2" fmla="*/ 277552 w 872861"/>
              <a:gd name="connsiteY2" fmla="*/ 314325 h 1847850"/>
              <a:gd name="connsiteX3" fmla="*/ 276221 w 872861"/>
              <a:gd name="connsiteY3" fmla="*/ 0 h 1847850"/>
              <a:gd name="connsiteX4" fmla="*/ 781186 w 872861"/>
              <a:gd name="connsiteY4" fmla="*/ 1191 h 1847850"/>
              <a:gd name="connsiteX5" fmla="*/ 872861 w 872861"/>
              <a:gd name="connsiteY5" fmla="*/ 278606 h 1847850"/>
              <a:gd name="connsiteX6" fmla="*/ 781186 w 872861"/>
              <a:gd name="connsiteY6" fmla="*/ 558402 h 1847850"/>
              <a:gd name="connsiteX7" fmla="*/ 461961 w 872861"/>
              <a:gd name="connsiteY7" fmla="*/ 555426 h 1847850"/>
              <a:gd name="connsiteX0" fmla="*/ 0 w 860952"/>
              <a:gd name="connsiteY0" fmla="*/ 1845468 h 1847850"/>
              <a:gd name="connsiteX1" fmla="*/ 265643 w 860952"/>
              <a:gd name="connsiteY1" fmla="*/ 1847850 h 1847850"/>
              <a:gd name="connsiteX2" fmla="*/ 265643 w 860952"/>
              <a:gd name="connsiteY2" fmla="*/ 314325 h 1847850"/>
              <a:gd name="connsiteX3" fmla="*/ 264312 w 860952"/>
              <a:gd name="connsiteY3" fmla="*/ 0 h 1847850"/>
              <a:gd name="connsiteX4" fmla="*/ 769277 w 860952"/>
              <a:gd name="connsiteY4" fmla="*/ 1191 h 1847850"/>
              <a:gd name="connsiteX5" fmla="*/ 860952 w 860952"/>
              <a:gd name="connsiteY5" fmla="*/ 278606 h 1847850"/>
              <a:gd name="connsiteX6" fmla="*/ 769277 w 860952"/>
              <a:gd name="connsiteY6" fmla="*/ 558402 h 1847850"/>
              <a:gd name="connsiteX7" fmla="*/ 450052 w 860952"/>
              <a:gd name="connsiteY7" fmla="*/ 555426 h 1847850"/>
              <a:gd name="connsiteX0" fmla="*/ 0 w 870477"/>
              <a:gd name="connsiteY0" fmla="*/ 1847849 h 1847850"/>
              <a:gd name="connsiteX1" fmla="*/ 275168 w 870477"/>
              <a:gd name="connsiteY1" fmla="*/ 1847850 h 1847850"/>
              <a:gd name="connsiteX2" fmla="*/ 275168 w 870477"/>
              <a:gd name="connsiteY2" fmla="*/ 314325 h 1847850"/>
              <a:gd name="connsiteX3" fmla="*/ 273837 w 870477"/>
              <a:gd name="connsiteY3" fmla="*/ 0 h 1847850"/>
              <a:gd name="connsiteX4" fmla="*/ 778802 w 870477"/>
              <a:gd name="connsiteY4" fmla="*/ 1191 h 1847850"/>
              <a:gd name="connsiteX5" fmla="*/ 870477 w 870477"/>
              <a:gd name="connsiteY5" fmla="*/ 278606 h 1847850"/>
              <a:gd name="connsiteX6" fmla="*/ 778802 w 870477"/>
              <a:gd name="connsiteY6" fmla="*/ 558402 h 1847850"/>
              <a:gd name="connsiteX7" fmla="*/ 459577 w 870477"/>
              <a:gd name="connsiteY7" fmla="*/ 555426 h 1847850"/>
              <a:gd name="connsiteX0" fmla="*/ 0 w 870477"/>
              <a:gd name="connsiteY0" fmla="*/ 1847849 h 1847850"/>
              <a:gd name="connsiteX1" fmla="*/ 275168 w 870477"/>
              <a:gd name="connsiteY1" fmla="*/ 1847850 h 1847850"/>
              <a:gd name="connsiteX2" fmla="*/ 275168 w 870477"/>
              <a:gd name="connsiteY2" fmla="*/ 314325 h 1847850"/>
              <a:gd name="connsiteX3" fmla="*/ 273837 w 870477"/>
              <a:gd name="connsiteY3" fmla="*/ 0 h 1847850"/>
              <a:gd name="connsiteX4" fmla="*/ 778802 w 870477"/>
              <a:gd name="connsiteY4" fmla="*/ 1191 h 1847850"/>
              <a:gd name="connsiteX5" fmla="*/ 870477 w 870477"/>
              <a:gd name="connsiteY5" fmla="*/ 278606 h 1847850"/>
              <a:gd name="connsiteX6" fmla="*/ 778802 w 870477"/>
              <a:gd name="connsiteY6" fmla="*/ 558402 h 1847850"/>
              <a:gd name="connsiteX7" fmla="*/ 459577 w 870477"/>
              <a:gd name="connsiteY7" fmla="*/ 555426 h 1847850"/>
              <a:gd name="connsiteX8" fmla="*/ 458523 w 870477"/>
              <a:gd name="connsiteY8" fmla="*/ 559595 h 1847850"/>
              <a:gd name="connsiteX0" fmla="*/ 0 w 870477"/>
              <a:gd name="connsiteY0" fmla="*/ 2166939 h 2166940"/>
              <a:gd name="connsiteX1" fmla="*/ 275168 w 870477"/>
              <a:gd name="connsiteY1" fmla="*/ 2166940 h 2166940"/>
              <a:gd name="connsiteX2" fmla="*/ 275168 w 870477"/>
              <a:gd name="connsiteY2" fmla="*/ 633415 h 2166940"/>
              <a:gd name="connsiteX3" fmla="*/ 273837 w 870477"/>
              <a:gd name="connsiteY3" fmla="*/ 319090 h 2166940"/>
              <a:gd name="connsiteX4" fmla="*/ 778802 w 870477"/>
              <a:gd name="connsiteY4" fmla="*/ 320281 h 2166940"/>
              <a:gd name="connsiteX5" fmla="*/ 870477 w 870477"/>
              <a:gd name="connsiteY5" fmla="*/ 597696 h 2166940"/>
              <a:gd name="connsiteX6" fmla="*/ 778802 w 870477"/>
              <a:gd name="connsiteY6" fmla="*/ 877492 h 2166940"/>
              <a:gd name="connsiteX7" fmla="*/ 459577 w 870477"/>
              <a:gd name="connsiteY7" fmla="*/ 874516 h 2166940"/>
              <a:gd name="connsiteX8" fmla="*/ 460904 w 870477"/>
              <a:gd name="connsiteY8" fmla="*/ 0 h 2166940"/>
              <a:gd name="connsiteX0" fmla="*/ 0 w 870477"/>
              <a:gd name="connsiteY0" fmla="*/ 2166939 h 2166940"/>
              <a:gd name="connsiteX1" fmla="*/ 275168 w 870477"/>
              <a:gd name="connsiteY1" fmla="*/ 2166940 h 2166940"/>
              <a:gd name="connsiteX2" fmla="*/ 275168 w 870477"/>
              <a:gd name="connsiteY2" fmla="*/ 633415 h 2166940"/>
              <a:gd name="connsiteX3" fmla="*/ 273837 w 870477"/>
              <a:gd name="connsiteY3" fmla="*/ 319090 h 2166940"/>
              <a:gd name="connsiteX4" fmla="*/ 778802 w 870477"/>
              <a:gd name="connsiteY4" fmla="*/ 320281 h 2166940"/>
              <a:gd name="connsiteX5" fmla="*/ 870477 w 870477"/>
              <a:gd name="connsiteY5" fmla="*/ 597696 h 2166940"/>
              <a:gd name="connsiteX6" fmla="*/ 778802 w 870477"/>
              <a:gd name="connsiteY6" fmla="*/ 877492 h 2166940"/>
              <a:gd name="connsiteX7" fmla="*/ 459577 w 870477"/>
              <a:gd name="connsiteY7" fmla="*/ 874516 h 2166940"/>
              <a:gd name="connsiteX8" fmla="*/ 460904 w 870477"/>
              <a:gd name="connsiteY8" fmla="*/ 0 h 2166940"/>
              <a:gd name="connsiteX0" fmla="*/ 0 w 870477"/>
              <a:gd name="connsiteY0" fmla="*/ 2162180 h 2162181"/>
              <a:gd name="connsiteX1" fmla="*/ 275168 w 870477"/>
              <a:gd name="connsiteY1" fmla="*/ 2162181 h 2162181"/>
              <a:gd name="connsiteX2" fmla="*/ 275168 w 870477"/>
              <a:gd name="connsiteY2" fmla="*/ 628656 h 2162181"/>
              <a:gd name="connsiteX3" fmla="*/ 273837 w 870477"/>
              <a:gd name="connsiteY3" fmla="*/ 314331 h 2162181"/>
              <a:gd name="connsiteX4" fmla="*/ 778802 w 870477"/>
              <a:gd name="connsiteY4" fmla="*/ 315522 h 2162181"/>
              <a:gd name="connsiteX5" fmla="*/ 870477 w 870477"/>
              <a:gd name="connsiteY5" fmla="*/ 592937 h 2162181"/>
              <a:gd name="connsiteX6" fmla="*/ 778802 w 870477"/>
              <a:gd name="connsiteY6" fmla="*/ 872733 h 2162181"/>
              <a:gd name="connsiteX7" fmla="*/ 459577 w 870477"/>
              <a:gd name="connsiteY7" fmla="*/ 869757 h 2162181"/>
              <a:gd name="connsiteX8" fmla="*/ 458523 w 870477"/>
              <a:gd name="connsiteY8" fmla="*/ 1 h 2162181"/>
              <a:gd name="connsiteX0" fmla="*/ 0 w 870477"/>
              <a:gd name="connsiteY0" fmla="*/ 2166941 h 2166942"/>
              <a:gd name="connsiteX1" fmla="*/ 275168 w 870477"/>
              <a:gd name="connsiteY1" fmla="*/ 2166942 h 2166942"/>
              <a:gd name="connsiteX2" fmla="*/ 275168 w 870477"/>
              <a:gd name="connsiteY2" fmla="*/ 633417 h 2166942"/>
              <a:gd name="connsiteX3" fmla="*/ 273837 w 870477"/>
              <a:gd name="connsiteY3" fmla="*/ 319092 h 2166942"/>
              <a:gd name="connsiteX4" fmla="*/ 778802 w 870477"/>
              <a:gd name="connsiteY4" fmla="*/ 320283 h 2166942"/>
              <a:gd name="connsiteX5" fmla="*/ 870477 w 870477"/>
              <a:gd name="connsiteY5" fmla="*/ 597698 h 2166942"/>
              <a:gd name="connsiteX6" fmla="*/ 778802 w 870477"/>
              <a:gd name="connsiteY6" fmla="*/ 877494 h 2166942"/>
              <a:gd name="connsiteX7" fmla="*/ 459577 w 870477"/>
              <a:gd name="connsiteY7" fmla="*/ 874518 h 2166942"/>
              <a:gd name="connsiteX8" fmla="*/ 456142 w 870477"/>
              <a:gd name="connsiteY8" fmla="*/ 0 h 2166942"/>
              <a:gd name="connsiteX0" fmla="*/ 0 w 870477"/>
              <a:gd name="connsiteY0" fmla="*/ 2166943 h 2166944"/>
              <a:gd name="connsiteX1" fmla="*/ 275168 w 870477"/>
              <a:gd name="connsiteY1" fmla="*/ 2166944 h 2166944"/>
              <a:gd name="connsiteX2" fmla="*/ 275168 w 870477"/>
              <a:gd name="connsiteY2" fmla="*/ 633419 h 2166944"/>
              <a:gd name="connsiteX3" fmla="*/ 273837 w 870477"/>
              <a:gd name="connsiteY3" fmla="*/ 319094 h 2166944"/>
              <a:gd name="connsiteX4" fmla="*/ 778802 w 870477"/>
              <a:gd name="connsiteY4" fmla="*/ 320285 h 2166944"/>
              <a:gd name="connsiteX5" fmla="*/ 870477 w 870477"/>
              <a:gd name="connsiteY5" fmla="*/ 597700 h 2166944"/>
              <a:gd name="connsiteX6" fmla="*/ 778802 w 870477"/>
              <a:gd name="connsiteY6" fmla="*/ 877496 h 2166944"/>
              <a:gd name="connsiteX7" fmla="*/ 459577 w 870477"/>
              <a:gd name="connsiteY7" fmla="*/ 874520 h 2166944"/>
              <a:gd name="connsiteX8" fmla="*/ 460905 w 870477"/>
              <a:gd name="connsiteY8" fmla="*/ 0 h 2166944"/>
              <a:gd name="connsiteX0" fmla="*/ 0 w 870477"/>
              <a:gd name="connsiteY0" fmla="*/ 2169326 h 2169327"/>
              <a:gd name="connsiteX1" fmla="*/ 275168 w 870477"/>
              <a:gd name="connsiteY1" fmla="*/ 2169327 h 2169327"/>
              <a:gd name="connsiteX2" fmla="*/ 275168 w 870477"/>
              <a:gd name="connsiteY2" fmla="*/ 635802 h 2169327"/>
              <a:gd name="connsiteX3" fmla="*/ 273837 w 870477"/>
              <a:gd name="connsiteY3" fmla="*/ 321477 h 2169327"/>
              <a:gd name="connsiteX4" fmla="*/ 778802 w 870477"/>
              <a:gd name="connsiteY4" fmla="*/ 322668 h 2169327"/>
              <a:gd name="connsiteX5" fmla="*/ 870477 w 870477"/>
              <a:gd name="connsiteY5" fmla="*/ 600083 h 2169327"/>
              <a:gd name="connsiteX6" fmla="*/ 778802 w 870477"/>
              <a:gd name="connsiteY6" fmla="*/ 879879 h 2169327"/>
              <a:gd name="connsiteX7" fmla="*/ 459577 w 870477"/>
              <a:gd name="connsiteY7" fmla="*/ 876903 h 2169327"/>
              <a:gd name="connsiteX8" fmla="*/ 456142 w 870477"/>
              <a:gd name="connsiteY8" fmla="*/ 0 h 216932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9577 w 870477"/>
              <a:gd name="connsiteY7" fmla="*/ 874523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9577 w 870477"/>
              <a:gd name="connsiteY7" fmla="*/ 874523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519108 w 870477"/>
              <a:gd name="connsiteY7" fmla="*/ 869760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4339 w 870477"/>
              <a:gd name="connsiteY7" fmla="*/ 879285 h 2166947"/>
              <a:gd name="connsiteX8" fmla="*/ 458523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4339 w 870477"/>
              <a:gd name="connsiteY7" fmla="*/ 879285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7196 w 870477"/>
              <a:gd name="connsiteY7" fmla="*/ 879285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59577 w 870477"/>
              <a:gd name="connsiteY7" fmla="*/ 884047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6721 w 870477"/>
              <a:gd name="connsiteY7" fmla="*/ 876904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1959 w 870477"/>
              <a:gd name="connsiteY7" fmla="*/ 876904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388140 w 870477"/>
              <a:gd name="connsiteY7" fmla="*/ 874523 h 2166947"/>
              <a:gd name="connsiteX8" fmla="*/ 463286 w 870477"/>
              <a:gd name="connsiteY8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560917 w 870477"/>
              <a:gd name="connsiteY7" fmla="*/ 876311 h 2166947"/>
              <a:gd name="connsiteX8" fmla="*/ 388140 w 870477"/>
              <a:gd name="connsiteY8" fmla="*/ 874523 h 2166947"/>
              <a:gd name="connsiteX9" fmla="*/ 463286 w 870477"/>
              <a:gd name="connsiteY9" fmla="*/ 1 h 2166947"/>
              <a:gd name="connsiteX0" fmla="*/ 0 w 870477"/>
              <a:gd name="connsiteY0" fmla="*/ 2166946 h 2166947"/>
              <a:gd name="connsiteX1" fmla="*/ 275168 w 870477"/>
              <a:gd name="connsiteY1" fmla="*/ 2166947 h 2166947"/>
              <a:gd name="connsiteX2" fmla="*/ 275168 w 870477"/>
              <a:gd name="connsiteY2" fmla="*/ 633422 h 2166947"/>
              <a:gd name="connsiteX3" fmla="*/ 273837 w 870477"/>
              <a:gd name="connsiteY3" fmla="*/ 319097 h 2166947"/>
              <a:gd name="connsiteX4" fmla="*/ 778802 w 870477"/>
              <a:gd name="connsiteY4" fmla="*/ 320288 h 2166947"/>
              <a:gd name="connsiteX5" fmla="*/ 870477 w 870477"/>
              <a:gd name="connsiteY5" fmla="*/ 597703 h 2166947"/>
              <a:gd name="connsiteX6" fmla="*/ 778802 w 870477"/>
              <a:gd name="connsiteY6" fmla="*/ 877499 h 2166947"/>
              <a:gd name="connsiteX7" fmla="*/ 468049 w 870477"/>
              <a:gd name="connsiteY7" fmla="*/ 878692 h 2166947"/>
              <a:gd name="connsiteX8" fmla="*/ 388140 w 870477"/>
              <a:gd name="connsiteY8" fmla="*/ 874523 h 2166947"/>
              <a:gd name="connsiteX9" fmla="*/ 463286 w 870477"/>
              <a:gd name="connsiteY9" fmla="*/ 1 h 2166947"/>
              <a:gd name="connsiteX0" fmla="*/ 0 w 870477"/>
              <a:gd name="connsiteY0" fmla="*/ 1847849 h 1847850"/>
              <a:gd name="connsiteX1" fmla="*/ 275168 w 870477"/>
              <a:gd name="connsiteY1" fmla="*/ 1847850 h 1847850"/>
              <a:gd name="connsiteX2" fmla="*/ 275168 w 870477"/>
              <a:gd name="connsiteY2" fmla="*/ 314325 h 1847850"/>
              <a:gd name="connsiteX3" fmla="*/ 273837 w 870477"/>
              <a:gd name="connsiteY3" fmla="*/ 0 h 1847850"/>
              <a:gd name="connsiteX4" fmla="*/ 778802 w 870477"/>
              <a:gd name="connsiteY4" fmla="*/ 1191 h 1847850"/>
              <a:gd name="connsiteX5" fmla="*/ 870477 w 870477"/>
              <a:gd name="connsiteY5" fmla="*/ 278606 h 1847850"/>
              <a:gd name="connsiteX6" fmla="*/ 778802 w 870477"/>
              <a:gd name="connsiteY6" fmla="*/ 558402 h 1847850"/>
              <a:gd name="connsiteX7" fmla="*/ 468049 w 870477"/>
              <a:gd name="connsiteY7" fmla="*/ 559595 h 1847850"/>
              <a:gd name="connsiteX8" fmla="*/ 388140 w 870477"/>
              <a:gd name="connsiteY8" fmla="*/ 555426 h 1847850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8049 w 870477"/>
              <a:gd name="connsiteY7" fmla="*/ 875711 h 2163966"/>
              <a:gd name="connsiteX8" fmla="*/ 464340 w 870477"/>
              <a:gd name="connsiteY8" fmla="*/ 0 h 2163966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3290 w 870477"/>
              <a:gd name="connsiteY7" fmla="*/ 870949 h 2163966"/>
              <a:gd name="connsiteX8" fmla="*/ 464340 w 870477"/>
              <a:gd name="connsiteY8" fmla="*/ 0 h 2163966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3293 w 870477"/>
              <a:gd name="connsiteY7" fmla="*/ 878093 h 2163966"/>
              <a:gd name="connsiteX8" fmla="*/ 464340 w 870477"/>
              <a:gd name="connsiteY8" fmla="*/ 0 h 2163966"/>
              <a:gd name="connsiteX0" fmla="*/ 0 w 870477"/>
              <a:gd name="connsiteY0" fmla="*/ 2163965 h 2163966"/>
              <a:gd name="connsiteX1" fmla="*/ 275168 w 870477"/>
              <a:gd name="connsiteY1" fmla="*/ 2163966 h 2163966"/>
              <a:gd name="connsiteX2" fmla="*/ 275168 w 870477"/>
              <a:gd name="connsiteY2" fmla="*/ 630441 h 2163966"/>
              <a:gd name="connsiteX3" fmla="*/ 273837 w 870477"/>
              <a:gd name="connsiteY3" fmla="*/ 316116 h 2163966"/>
              <a:gd name="connsiteX4" fmla="*/ 778802 w 870477"/>
              <a:gd name="connsiteY4" fmla="*/ 317307 h 2163966"/>
              <a:gd name="connsiteX5" fmla="*/ 870477 w 870477"/>
              <a:gd name="connsiteY5" fmla="*/ 594722 h 2163966"/>
              <a:gd name="connsiteX6" fmla="*/ 778802 w 870477"/>
              <a:gd name="connsiteY6" fmla="*/ 874518 h 2163966"/>
              <a:gd name="connsiteX7" fmla="*/ 463296 w 870477"/>
              <a:gd name="connsiteY7" fmla="*/ 875711 h 2163966"/>
              <a:gd name="connsiteX8" fmla="*/ 464340 w 870477"/>
              <a:gd name="connsiteY8" fmla="*/ 0 h 2163966"/>
              <a:gd name="connsiteX0" fmla="*/ 0 w 870477"/>
              <a:gd name="connsiteY0" fmla="*/ 1937126 h 1937127"/>
              <a:gd name="connsiteX1" fmla="*/ 275168 w 870477"/>
              <a:gd name="connsiteY1" fmla="*/ 1937127 h 1937127"/>
              <a:gd name="connsiteX2" fmla="*/ 275168 w 870477"/>
              <a:gd name="connsiteY2" fmla="*/ 403602 h 1937127"/>
              <a:gd name="connsiteX3" fmla="*/ 273837 w 870477"/>
              <a:gd name="connsiteY3" fmla="*/ 89277 h 1937127"/>
              <a:gd name="connsiteX4" fmla="*/ 778802 w 870477"/>
              <a:gd name="connsiteY4" fmla="*/ 90468 h 1937127"/>
              <a:gd name="connsiteX5" fmla="*/ 870477 w 870477"/>
              <a:gd name="connsiteY5" fmla="*/ 367883 h 1937127"/>
              <a:gd name="connsiteX6" fmla="*/ 778802 w 870477"/>
              <a:gd name="connsiteY6" fmla="*/ 647679 h 1937127"/>
              <a:gd name="connsiteX7" fmla="*/ 463296 w 870477"/>
              <a:gd name="connsiteY7" fmla="*/ 648872 h 1937127"/>
              <a:gd name="connsiteX8" fmla="*/ 465556 w 870477"/>
              <a:gd name="connsiteY8" fmla="*/ 0 h 1937127"/>
              <a:gd name="connsiteX0" fmla="*/ 0 w 870477"/>
              <a:gd name="connsiteY0" fmla="*/ 1934647 h 1934648"/>
              <a:gd name="connsiteX1" fmla="*/ 275168 w 870477"/>
              <a:gd name="connsiteY1" fmla="*/ 1934648 h 1934648"/>
              <a:gd name="connsiteX2" fmla="*/ 275168 w 870477"/>
              <a:gd name="connsiteY2" fmla="*/ 401123 h 1934648"/>
              <a:gd name="connsiteX3" fmla="*/ 273837 w 870477"/>
              <a:gd name="connsiteY3" fmla="*/ 86798 h 1934648"/>
              <a:gd name="connsiteX4" fmla="*/ 778802 w 870477"/>
              <a:gd name="connsiteY4" fmla="*/ 87989 h 1934648"/>
              <a:gd name="connsiteX5" fmla="*/ 870477 w 870477"/>
              <a:gd name="connsiteY5" fmla="*/ 365404 h 1934648"/>
              <a:gd name="connsiteX6" fmla="*/ 778802 w 870477"/>
              <a:gd name="connsiteY6" fmla="*/ 645200 h 1934648"/>
              <a:gd name="connsiteX7" fmla="*/ 463296 w 870477"/>
              <a:gd name="connsiteY7" fmla="*/ 646393 h 1934648"/>
              <a:gd name="connsiteX8" fmla="*/ 461909 w 870477"/>
              <a:gd name="connsiteY8" fmla="*/ 0 h 1934648"/>
              <a:gd name="connsiteX0" fmla="*/ 0 w 870477"/>
              <a:gd name="connsiteY0" fmla="*/ 1934647 h 1934647"/>
              <a:gd name="connsiteX1" fmla="*/ 276991 w 870477"/>
              <a:gd name="connsiteY1" fmla="*/ 597782 h 1934647"/>
              <a:gd name="connsiteX2" fmla="*/ 275168 w 870477"/>
              <a:gd name="connsiteY2" fmla="*/ 401123 h 1934647"/>
              <a:gd name="connsiteX3" fmla="*/ 273837 w 870477"/>
              <a:gd name="connsiteY3" fmla="*/ 86798 h 1934647"/>
              <a:gd name="connsiteX4" fmla="*/ 778802 w 870477"/>
              <a:gd name="connsiteY4" fmla="*/ 87989 h 1934647"/>
              <a:gd name="connsiteX5" fmla="*/ 870477 w 870477"/>
              <a:gd name="connsiteY5" fmla="*/ 365404 h 1934647"/>
              <a:gd name="connsiteX6" fmla="*/ 778802 w 870477"/>
              <a:gd name="connsiteY6" fmla="*/ 645200 h 1934647"/>
              <a:gd name="connsiteX7" fmla="*/ 463296 w 870477"/>
              <a:gd name="connsiteY7" fmla="*/ 646393 h 1934647"/>
              <a:gd name="connsiteX8" fmla="*/ 461909 w 870477"/>
              <a:gd name="connsiteY8" fmla="*/ 0 h 1934647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18640 w 813949"/>
              <a:gd name="connsiteY2" fmla="*/ 401123 h 646393"/>
              <a:gd name="connsiteX3" fmla="*/ 217309 w 813949"/>
              <a:gd name="connsiteY3" fmla="*/ 86798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18640 w 813949"/>
              <a:gd name="connsiteY2" fmla="*/ 401123 h 646393"/>
              <a:gd name="connsiteX3" fmla="*/ 278852 w 813949"/>
              <a:gd name="connsiteY3" fmla="*/ 85404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78815 w 813949"/>
              <a:gd name="connsiteY2" fmla="*/ 202638 h 646393"/>
              <a:gd name="connsiteX3" fmla="*/ 278852 w 813949"/>
              <a:gd name="connsiteY3" fmla="*/ 85404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78815 w 813949"/>
              <a:gd name="connsiteY2" fmla="*/ 202638 h 646393"/>
              <a:gd name="connsiteX3" fmla="*/ 278396 w 813949"/>
              <a:gd name="connsiteY3" fmla="*/ 86334 h 646393"/>
              <a:gd name="connsiteX4" fmla="*/ 722274 w 813949"/>
              <a:gd name="connsiteY4" fmla="*/ 87989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4152 h 646393"/>
              <a:gd name="connsiteX1" fmla="*/ 220463 w 813949"/>
              <a:gd name="connsiteY1" fmla="*/ 597782 h 646393"/>
              <a:gd name="connsiteX2" fmla="*/ 278815 w 813949"/>
              <a:gd name="connsiteY2" fmla="*/ 202638 h 646393"/>
              <a:gd name="connsiteX3" fmla="*/ 278396 w 813949"/>
              <a:gd name="connsiteY3" fmla="*/ 86334 h 646393"/>
              <a:gd name="connsiteX4" fmla="*/ 720451 w 813949"/>
              <a:gd name="connsiteY4" fmla="*/ 86594 h 646393"/>
              <a:gd name="connsiteX5" fmla="*/ 813949 w 813949"/>
              <a:gd name="connsiteY5" fmla="*/ 365404 h 646393"/>
              <a:gd name="connsiteX6" fmla="*/ 722274 w 813949"/>
              <a:gd name="connsiteY6" fmla="*/ 645200 h 646393"/>
              <a:gd name="connsiteX7" fmla="*/ 406768 w 813949"/>
              <a:gd name="connsiteY7" fmla="*/ 646393 h 646393"/>
              <a:gd name="connsiteX8" fmla="*/ 405381 w 813949"/>
              <a:gd name="connsiteY8" fmla="*/ 0 h 646393"/>
              <a:gd name="connsiteX0" fmla="*/ 0 w 813949"/>
              <a:gd name="connsiteY0" fmla="*/ 66476 h 648717"/>
              <a:gd name="connsiteX1" fmla="*/ 220463 w 813949"/>
              <a:gd name="connsiteY1" fmla="*/ 600106 h 648717"/>
              <a:gd name="connsiteX2" fmla="*/ 278815 w 813949"/>
              <a:gd name="connsiteY2" fmla="*/ 204962 h 648717"/>
              <a:gd name="connsiteX3" fmla="*/ 278396 w 813949"/>
              <a:gd name="connsiteY3" fmla="*/ 88658 h 648717"/>
              <a:gd name="connsiteX4" fmla="*/ 720451 w 813949"/>
              <a:gd name="connsiteY4" fmla="*/ 88918 h 648717"/>
              <a:gd name="connsiteX5" fmla="*/ 813949 w 813949"/>
              <a:gd name="connsiteY5" fmla="*/ 367728 h 648717"/>
              <a:gd name="connsiteX6" fmla="*/ 722274 w 813949"/>
              <a:gd name="connsiteY6" fmla="*/ 647524 h 648717"/>
              <a:gd name="connsiteX7" fmla="*/ 406768 w 813949"/>
              <a:gd name="connsiteY7" fmla="*/ 648717 h 648717"/>
              <a:gd name="connsiteX8" fmla="*/ 406749 w 813949"/>
              <a:gd name="connsiteY8" fmla="*/ 0 h 648717"/>
              <a:gd name="connsiteX0" fmla="*/ 0 w 813949"/>
              <a:gd name="connsiteY0" fmla="*/ 66476 h 648717"/>
              <a:gd name="connsiteX1" fmla="*/ 220463 w 813949"/>
              <a:gd name="connsiteY1" fmla="*/ 600106 h 648717"/>
              <a:gd name="connsiteX2" fmla="*/ 278815 w 813949"/>
              <a:gd name="connsiteY2" fmla="*/ 204962 h 648717"/>
              <a:gd name="connsiteX3" fmla="*/ 278396 w 813949"/>
              <a:gd name="connsiteY3" fmla="*/ 88658 h 648717"/>
              <a:gd name="connsiteX4" fmla="*/ 720451 w 813949"/>
              <a:gd name="connsiteY4" fmla="*/ 88918 h 648717"/>
              <a:gd name="connsiteX5" fmla="*/ 813949 w 813949"/>
              <a:gd name="connsiteY5" fmla="*/ 367728 h 648717"/>
              <a:gd name="connsiteX6" fmla="*/ 722274 w 813949"/>
              <a:gd name="connsiteY6" fmla="*/ 647524 h 648717"/>
              <a:gd name="connsiteX7" fmla="*/ 406768 w 813949"/>
              <a:gd name="connsiteY7" fmla="*/ 648717 h 648717"/>
              <a:gd name="connsiteX8" fmla="*/ 405381 w 813949"/>
              <a:gd name="connsiteY8" fmla="*/ 0 h 648717"/>
              <a:gd name="connsiteX0" fmla="*/ 0 w 813949"/>
              <a:gd name="connsiteY0" fmla="*/ 66011 h 648252"/>
              <a:gd name="connsiteX1" fmla="*/ 220463 w 813949"/>
              <a:gd name="connsiteY1" fmla="*/ 599641 h 648252"/>
              <a:gd name="connsiteX2" fmla="*/ 278815 w 813949"/>
              <a:gd name="connsiteY2" fmla="*/ 204497 h 648252"/>
              <a:gd name="connsiteX3" fmla="*/ 278396 w 813949"/>
              <a:gd name="connsiteY3" fmla="*/ 88193 h 648252"/>
              <a:gd name="connsiteX4" fmla="*/ 720451 w 813949"/>
              <a:gd name="connsiteY4" fmla="*/ 88453 h 648252"/>
              <a:gd name="connsiteX5" fmla="*/ 813949 w 813949"/>
              <a:gd name="connsiteY5" fmla="*/ 367263 h 648252"/>
              <a:gd name="connsiteX6" fmla="*/ 722274 w 813949"/>
              <a:gd name="connsiteY6" fmla="*/ 647059 h 648252"/>
              <a:gd name="connsiteX7" fmla="*/ 406768 w 813949"/>
              <a:gd name="connsiteY7" fmla="*/ 648252 h 648252"/>
              <a:gd name="connsiteX8" fmla="*/ 406749 w 813949"/>
              <a:gd name="connsiteY8" fmla="*/ 0 h 648252"/>
              <a:gd name="connsiteX0" fmla="*/ 0 w 813949"/>
              <a:gd name="connsiteY0" fmla="*/ 66011 h 648252"/>
              <a:gd name="connsiteX1" fmla="*/ 336558 w 813949"/>
              <a:gd name="connsiteY1" fmla="*/ 208560 h 648252"/>
              <a:gd name="connsiteX2" fmla="*/ 278815 w 813949"/>
              <a:gd name="connsiteY2" fmla="*/ 204497 h 648252"/>
              <a:gd name="connsiteX3" fmla="*/ 278396 w 813949"/>
              <a:gd name="connsiteY3" fmla="*/ 88193 h 648252"/>
              <a:gd name="connsiteX4" fmla="*/ 720451 w 813949"/>
              <a:gd name="connsiteY4" fmla="*/ 88453 h 648252"/>
              <a:gd name="connsiteX5" fmla="*/ 813949 w 813949"/>
              <a:gd name="connsiteY5" fmla="*/ 367263 h 648252"/>
              <a:gd name="connsiteX6" fmla="*/ 722274 w 813949"/>
              <a:gd name="connsiteY6" fmla="*/ 647059 h 648252"/>
              <a:gd name="connsiteX7" fmla="*/ 406768 w 813949"/>
              <a:gd name="connsiteY7" fmla="*/ 648252 h 648252"/>
              <a:gd name="connsiteX8" fmla="*/ 406749 w 813949"/>
              <a:gd name="connsiteY8" fmla="*/ 0 h 648252"/>
              <a:gd name="connsiteX0" fmla="*/ 0 w 684482"/>
              <a:gd name="connsiteY0" fmla="*/ 142244 h 648252"/>
              <a:gd name="connsiteX1" fmla="*/ 207091 w 684482"/>
              <a:gd name="connsiteY1" fmla="*/ 208560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208459 w 684482"/>
              <a:gd name="connsiteY1" fmla="*/ 207165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208459 w 684482"/>
              <a:gd name="connsiteY1" fmla="*/ 207165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208459 w 684482"/>
              <a:gd name="connsiteY1" fmla="*/ 207165 h 648252"/>
              <a:gd name="connsiteX2" fmla="*/ 149348 w 684482"/>
              <a:gd name="connsiteY2" fmla="*/ 204497 h 648252"/>
              <a:gd name="connsiteX3" fmla="*/ 148929 w 684482"/>
              <a:gd name="connsiteY3" fmla="*/ 88193 h 648252"/>
              <a:gd name="connsiteX4" fmla="*/ 590984 w 684482"/>
              <a:gd name="connsiteY4" fmla="*/ 88453 h 648252"/>
              <a:gd name="connsiteX5" fmla="*/ 684482 w 684482"/>
              <a:gd name="connsiteY5" fmla="*/ 367263 h 648252"/>
              <a:gd name="connsiteX6" fmla="*/ 592807 w 684482"/>
              <a:gd name="connsiteY6" fmla="*/ 647059 h 648252"/>
              <a:gd name="connsiteX7" fmla="*/ 277301 w 684482"/>
              <a:gd name="connsiteY7" fmla="*/ 648252 h 648252"/>
              <a:gd name="connsiteX8" fmla="*/ 277282 w 684482"/>
              <a:gd name="connsiteY8" fmla="*/ 0 h 648252"/>
              <a:gd name="connsiteX0" fmla="*/ 0 w 684482"/>
              <a:gd name="connsiteY0" fmla="*/ 142244 h 648252"/>
              <a:gd name="connsiteX1" fmla="*/ 109475 w 684482"/>
              <a:gd name="connsiteY1" fmla="*/ 176579 h 648252"/>
              <a:gd name="connsiteX2" fmla="*/ 208459 w 684482"/>
              <a:gd name="connsiteY2" fmla="*/ 207165 h 648252"/>
              <a:gd name="connsiteX3" fmla="*/ 149348 w 684482"/>
              <a:gd name="connsiteY3" fmla="*/ 204497 h 648252"/>
              <a:gd name="connsiteX4" fmla="*/ 148929 w 684482"/>
              <a:gd name="connsiteY4" fmla="*/ 88193 h 648252"/>
              <a:gd name="connsiteX5" fmla="*/ 590984 w 684482"/>
              <a:gd name="connsiteY5" fmla="*/ 88453 h 648252"/>
              <a:gd name="connsiteX6" fmla="*/ 684482 w 684482"/>
              <a:gd name="connsiteY6" fmla="*/ 367263 h 648252"/>
              <a:gd name="connsiteX7" fmla="*/ 592807 w 684482"/>
              <a:gd name="connsiteY7" fmla="*/ 647059 h 648252"/>
              <a:gd name="connsiteX8" fmla="*/ 277301 w 684482"/>
              <a:gd name="connsiteY8" fmla="*/ 648252 h 648252"/>
              <a:gd name="connsiteX9" fmla="*/ 277282 w 684482"/>
              <a:gd name="connsiteY9" fmla="*/ 0 h 648252"/>
              <a:gd name="connsiteX0" fmla="*/ 0 w 684482"/>
              <a:gd name="connsiteY0" fmla="*/ 142244 h 648252"/>
              <a:gd name="connsiteX1" fmla="*/ 207944 w 684482"/>
              <a:gd name="connsiteY1" fmla="*/ 140787 h 648252"/>
              <a:gd name="connsiteX2" fmla="*/ 208459 w 684482"/>
              <a:gd name="connsiteY2" fmla="*/ 207165 h 648252"/>
              <a:gd name="connsiteX3" fmla="*/ 149348 w 684482"/>
              <a:gd name="connsiteY3" fmla="*/ 204497 h 648252"/>
              <a:gd name="connsiteX4" fmla="*/ 148929 w 684482"/>
              <a:gd name="connsiteY4" fmla="*/ 88193 h 648252"/>
              <a:gd name="connsiteX5" fmla="*/ 590984 w 684482"/>
              <a:gd name="connsiteY5" fmla="*/ 88453 h 648252"/>
              <a:gd name="connsiteX6" fmla="*/ 684482 w 684482"/>
              <a:gd name="connsiteY6" fmla="*/ 367263 h 648252"/>
              <a:gd name="connsiteX7" fmla="*/ 592807 w 684482"/>
              <a:gd name="connsiteY7" fmla="*/ 647059 h 648252"/>
              <a:gd name="connsiteX8" fmla="*/ 277301 w 684482"/>
              <a:gd name="connsiteY8" fmla="*/ 648252 h 648252"/>
              <a:gd name="connsiteX9" fmla="*/ 277282 w 684482"/>
              <a:gd name="connsiteY9" fmla="*/ 0 h 648252"/>
              <a:gd name="connsiteX0" fmla="*/ 0 w 701349"/>
              <a:gd name="connsiteY0" fmla="*/ 140850 h 648252"/>
              <a:gd name="connsiteX1" fmla="*/ 224811 w 701349"/>
              <a:gd name="connsiteY1" fmla="*/ 140787 h 648252"/>
              <a:gd name="connsiteX2" fmla="*/ 225326 w 701349"/>
              <a:gd name="connsiteY2" fmla="*/ 207165 h 648252"/>
              <a:gd name="connsiteX3" fmla="*/ 166215 w 701349"/>
              <a:gd name="connsiteY3" fmla="*/ 204497 h 648252"/>
              <a:gd name="connsiteX4" fmla="*/ 165796 w 701349"/>
              <a:gd name="connsiteY4" fmla="*/ 88193 h 648252"/>
              <a:gd name="connsiteX5" fmla="*/ 607851 w 701349"/>
              <a:gd name="connsiteY5" fmla="*/ 88453 h 648252"/>
              <a:gd name="connsiteX6" fmla="*/ 701349 w 701349"/>
              <a:gd name="connsiteY6" fmla="*/ 367263 h 648252"/>
              <a:gd name="connsiteX7" fmla="*/ 609674 w 701349"/>
              <a:gd name="connsiteY7" fmla="*/ 647059 h 648252"/>
              <a:gd name="connsiteX8" fmla="*/ 294168 w 701349"/>
              <a:gd name="connsiteY8" fmla="*/ 648252 h 648252"/>
              <a:gd name="connsiteX9" fmla="*/ 294149 w 701349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149 w 703172"/>
              <a:gd name="connsiteY2" fmla="*/ 207165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168038 w 703172"/>
              <a:gd name="connsiteY2" fmla="*/ 204497 h 648252"/>
              <a:gd name="connsiteX3" fmla="*/ 167619 w 703172"/>
              <a:gd name="connsiteY3" fmla="*/ 88193 h 648252"/>
              <a:gd name="connsiteX4" fmla="*/ 609674 w 703172"/>
              <a:gd name="connsiteY4" fmla="*/ 88453 h 648252"/>
              <a:gd name="connsiteX5" fmla="*/ 703172 w 703172"/>
              <a:gd name="connsiteY5" fmla="*/ 367263 h 648252"/>
              <a:gd name="connsiteX6" fmla="*/ 611497 w 703172"/>
              <a:gd name="connsiteY6" fmla="*/ 647059 h 648252"/>
              <a:gd name="connsiteX7" fmla="*/ 295991 w 703172"/>
              <a:gd name="connsiteY7" fmla="*/ 648252 h 648252"/>
              <a:gd name="connsiteX8" fmla="*/ 295972 w 703172"/>
              <a:gd name="connsiteY8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04296 w 703172"/>
              <a:gd name="connsiteY2" fmla="*/ 186805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353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353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353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090 w 703172"/>
              <a:gd name="connsiteY2" fmla="*/ 204934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090 w 703172"/>
              <a:gd name="connsiteY2" fmla="*/ 204934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8038 w 703172"/>
              <a:gd name="connsiteY3" fmla="*/ 20449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03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03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5722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178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7546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46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126 w 703172"/>
              <a:gd name="connsiteY3" fmla="*/ 20635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126 w 703172"/>
              <a:gd name="connsiteY3" fmla="*/ 205427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5399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5972 w 703172"/>
              <a:gd name="connsiteY9" fmla="*/ 0 h 648252"/>
              <a:gd name="connsiteX0" fmla="*/ 0 w 703172"/>
              <a:gd name="connsiteY0" fmla="*/ 140385 h 648252"/>
              <a:gd name="connsiteX1" fmla="*/ 226634 w 703172"/>
              <a:gd name="connsiteY1" fmla="*/ 140787 h 648252"/>
              <a:gd name="connsiteX2" fmla="*/ 226634 w 703172"/>
              <a:gd name="connsiteY2" fmla="*/ 204934 h 648252"/>
              <a:gd name="connsiteX3" fmla="*/ 167582 w 703172"/>
              <a:gd name="connsiteY3" fmla="*/ 204962 h 648252"/>
              <a:gd name="connsiteX4" fmla="*/ 167619 w 703172"/>
              <a:gd name="connsiteY4" fmla="*/ 88193 h 648252"/>
              <a:gd name="connsiteX5" fmla="*/ 609674 w 703172"/>
              <a:gd name="connsiteY5" fmla="*/ 88453 h 648252"/>
              <a:gd name="connsiteX6" fmla="*/ 703172 w 703172"/>
              <a:gd name="connsiteY6" fmla="*/ 367263 h 648252"/>
              <a:gd name="connsiteX7" fmla="*/ 611497 w 703172"/>
              <a:gd name="connsiteY7" fmla="*/ 647059 h 648252"/>
              <a:gd name="connsiteX8" fmla="*/ 295991 w 703172"/>
              <a:gd name="connsiteY8" fmla="*/ 648252 h 648252"/>
              <a:gd name="connsiteX9" fmla="*/ 297188 w 703172"/>
              <a:gd name="connsiteY9" fmla="*/ 0 h 648252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6214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6670 w 703172"/>
              <a:gd name="connsiteY3" fmla="*/ 206394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7582 w 703172"/>
              <a:gd name="connsiteY3" fmla="*/ 20685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8075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1817 h 649684"/>
              <a:gd name="connsiteX1" fmla="*/ 226634 w 703172"/>
              <a:gd name="connsiteY1" fmla="*/ 142219 h 649684"/>
              <a:gd name="connsiteX2" fmla="*/ 226634 w 703172"/>
              <a:gd name="connsiteY2" fmla="*/ 206366 h 649684"/>
              <a:gd name="connsiteX3" fmla="*/ 168038 w 703172"/>
              <a:gd name="connsiteY3" fmla="*/ 205929 h 649684"/>
              <a:gd name="connsiteX4" fmla="*/ 167619 w 703172"/>
              <a:gd name="connsiteY4" fmla="*/ 89625 h 649684"/>
              <a:gd name="connsiteX5" fmla="*/ 609674 w 703172"/>
              <a:gd name="connsiteY5" fmla="*/ 89885 h 649684"/>
              <a:gd name="connsiteX6" fmla="*/ 703172 w 703172"/>
              <a:gd name="connsiteY6" fmla="*/ 368695 h 649684"/>
              <a:gd name="connsiteX7" fmla="*/ 611497 w 703172"/>
              <a:gd name="connsiteY7" fmla="*/ 648491 h 649684"/>
              <a:gd name="connsiteX8" fmla="*/ 295991 w 703172"/>
              <a:gd name="connsiteY8" fmla="*/ 649684 h 649684"/>
              <a:gd name="connsiteX9" fmla="*/ 296252 w 703172"/>
              <a:gd name="connsiteY9" fmla="*/ 0 h 649684"/>
              <a:gd name="connsiteX0" fmla="*/ 0 w 703172"/>
              <a:gd name="connsiteY0" fmla="*/ 142437 h 650304"/>
              <a:gd name="connsiteX1" fmla="*/ 226634 w 703172"/>
              <a:gd name="connsiteY1" fmla="*/ 142839 h 650304"/>
              <a:gd name="connsiteX2" fmla="*/ 226634 w 703172"/>
              <a:gd name="connsiteY2" fmla="*/ 206986 h 650304"/>
              <a:gd name="connsiteX3" fmla="*/ 168038 w 703172"/>
              <a:gd name="connsiteY3" fmla="*/ 206549 h 650304"/>
              <a:gd name="connsiteX4" fmla="*/ 167619 w 703172"/>
              <a:gd name="connsiteY4" fmla="*/ 90245 h 650304"/>
              <a:gd name="connsiteX5" fmla="*/ 609674 w 703172"/>
              <a:gd name="connsiteY5" fmla="*/ 90505 h 650304"/>
              <a:gd name="connsiteX6" fmla="*/ 703172 w 703172"/>
              <a:gd name="connsiteY6" fmla="*/ 369315 h 650304"/>
              <a:gd name="connsiteX7" fmla="*/ 611497 w 703172"/>
              <a:gd name="connsiteY7" fmla="*/ 649111 h 650304"/>
              <a:gd name="connsiteX8" fmla="*/ 295991 w 703172"/>
              <a:gd name="connsiteY8" fmla="*/ 650304 h 650304"/>
              <a:gd name="connsiteX9" fmla="*/ 295036 w 703172"/>
              <a:gd name="connsiteY9" fmla="*/ 0 h 650304"/>
              <a:gd name="connsiteX0" fmla="*/ 0 w 703172"/>
              <a:gd name="connsiteY0" fmla="*/ 143677 h 651544"/>
              <a:gd name="connsiteX1" fmla="*/ 226634 w 703172"/>
              <a:gd name="connsiteY1" fmla="*/ 144079 h 651544"/>
              <a:gd name="connsiteX2" fmla="*/ 226634 w 703172"/>
              <a:gd name="connsiteY2" fmla="*/ 208226 h 651544"/>
              <a:gd name="connsiteX3" fmla="*/ 168038 w 703172"/>
              <a:gd name="connsiteY3" fmla="*/ 207789 h 651544"/>
              <a:gd name="connsiteX4" fmla="*/ 167619 w 703172"/>
              <a:gd name="connsiteY4" fmla="*/ 91485 h 651544"/>
              <a:gd name="connsiteX5" fmla="*/ 609674 w 703172"/>
              <a:gd name="connsiteY5" fmla="*/ 91745 h 651544"/>
              <a:gd name="connsiteX6" fmla="*/ 703172 w 703172"/>
              <a:gd name="connsiteY6" fmla="*/ 370555 h 651544"/>
              <a:gd name="connsiteX7" fmla="*/ 611497 w 703172"/>
              <a:gd name="connsiteY7" fmla="*/ 650351 h 651544"/>
              <a:gd name="connsiteX8" fmla="*/ 295991 w 703172"/>
              <a:gd name="connsiteY8" fmla="*/ 651544 h 651544"/>
              <a:gd name="connsiteX9" fmla="*/ 295644 w 703172"/>
              <a:gd name="connsiteY9" fmla="*/ 0 h 651544"/>
              <a:gd name="connsiteX0" fmla="*/ 0 w 703172"/>
              <a:gd name="connsiteY0" fmla="*/ 137882 h 645749"/>
              <a:gd name="connsiteX1" fmla="*/ 226634 w 703172"/>
              <a:gd name="connsiteY1" fmla="*/ 138284 h 645749"/>
              <a:gd name="connsiteX2" fmla="*/ 226634 w 703172"/>
              <a:gd name="connsiteY2" fmla="*/ 202431 h 645749"/>
              <a:gd name="connsiteX3" fmla="*/ 168038 w 703172"/>
              <a:gd name="connsiteY3" fmla="*/ 201994 h 645749"/>
              <a:gd name="connsiteX4" fmla="*/ 167619 w 703172"/>
              <a:gd name="connsiteY4" fmla="*/ 85690 h 645749"/>
              <a:gd name="connsiteX5" fmla="*/ 609674 w 703172"/>
              <a:gd name="connsiteY5" fmla="*/ 85950 h 645749"/>
              <a:gd name="connsiteX6" fmla="*/ 703172 w 703172"/>
              <a:gd name="connsiteY6" fmla="*/ 364760 h 645749"/>
              <a:gd name="connsiteX7" fmla="*/ 611497 w 703172"/>
              <a:gd name="connsiteY7" fmla="*/ 644556 h 645749"/>
              <a:gd name="connsiteX8" fmla="*/ 295991 w 703172"/>
              <a:gd name="connsiteY8" fmla="*/ 645749 h 645749"/>
              <a:gd name="connsiteX9" fmla="*/ 296781 w 703172"/>
              <a:gd name="connsiteY9" fmla="*/ 0 h 645749"/>
              <a:gd name="connsiteX0" fmla="*/ 0 w 703172"/>
              <a:gd name="connsiteY0" fmla="*/ 140977 h 648844"/>
              <a:gd name="connsiteX1" fmla="*/ 226634 w 703172"/>
              <a:gd name="connsiteY1" fmla="*/ 141379 h 648844"/>
              <a:gd name="connsiteX2" fmla="*/ 226634 w 703172"/>
              <a:gd name="connsiteY2" fmla="*/ 205526 h 648844"/>
              <a:gd name="connsiteX3" fmla="*/ 168038 w 703172"/>
              <a:gd name="connsiteY3" fmla="*/ 205089 h 648844"/>
              <a:gd name="connsiteX4" fmla="*/ 167619 w 703172"/>
              <a:gd name="connsiteY4" fmla="*/ 88785 h 648844"/>
              <a:gd name="connsiteX5" fmla="*/ 609674 w 703172"/>
              <a:gd name="connsiteY5" fmla="*/ 89045 h 648844"/>
              <a:gd name="connsiteX6" fmla="*/ 703172 w 703172"/>
              <a:gd name="connsiteY6" fmla="*/ 367855 h 648844"/>
              <a:gd name="connsiteX7" fmla="*/ 611497 w 703172"/>
              <a:gd name="connsiteY7" fmla="*/ 647651 h 648844"/>
              <a:gd name="connsiteX8" fmla="*/ 295991 w 703172"/>
              <a:gd name="connsiteY8" fmla="*/ 648844 h 648844"/>
              <a:gd name="connsiteX9" fmla="*/ 295770 w 703172"/>
              <a:gd name="connsiteY9" fmla="*/ 0 h 648844"/>
              <a:gd name="connsiteX0" fmla="*/ 59015 w 535553"/>
              <a:gd name="connsiteY0" fmla="*/ 141379 h 648844"/>
              <a:gd name="connsiteX1" fmla="*/ 59015 w 535553"/>
              <a:gd name="connsiteY1" fmla="*/ 205526 h 648844"/>
              <a:gd name="connsiteX2" fmla="*/ 419 w 535553"/>
              <a:gd name="connsiteY2" fmla="*/ 205089 h 648844"/>
              <a:gd name="connsiteX3" fmla="*/ 0 w 535553"/>
              <a:gd name="connsiteY3" fmla="*/ 88785 h 648844"/>
              <a:gd name="connsiteX4" fmla="*/ 442055 w 535553"/>
              <a:gd name="connsiteY4" fmla="*/ 89045 h 648844"/>
              <a:gd name="connsiteX5" fmla="*/ 535553 w 535553"/>
              <a:gd name="connsiteY5" fmla="*/ 367855 h 648844"/>
              <a:gd name="connsiteX6" fmla="*/ 443878 w 535553"/>
              <a:gd name="connsiteY6" fmla="*/ 647651 h 648844"/>
              <a:gd name="connsiteX7" fmla="*/ 128372 w 535553"/>
              <a:gd name="connsiteY7" fmla="*/ 648844 h 648844"/>
              <a:gd name="connsiteX8" fmla="*/ 128151 w 535553"/>
              <a:gd name="connsiteY8" fmla="*/ 0 h 648844"/>
              <a:gd name="connsiteX0" fmla="*/ 59015 w 535553"/>
              <a:gd name="connsiteY0" fmla="*/ 205526 h 648844"/>
              <a:gd name="connsiteX1" fmla="*/ 419 w 535553"/>
              <a:gd name="connsiteY1" fmla="*/ 205089 h 648844"/>
              <a:gd name="connsiteX2" fmla="*/ 0 w 535553"/>
              <a:gd name="connsiteY2" fmla="*/ 88785 h 648844"/>
              <a:gd name="connsiteX3" fmla="*/ 442055 w 535553"/>
              <a:gd name="connsiteY3" fmla="*/ 89045 h 648844"/>
              <a:gd name="connsiteX4" fmla="*/ 535553 w 535553"/>
              <a:gd name="connsiteY4" fmla="*/ 367855 h 648844"/>
              <a:gd name="connsiteX5" fmla="*/ 443878 w 535553"/>
              <a:gd name="connsiteY5" fmla="*/ 647651 h 648844"/>
              <a:gd name="connsiteX6" fmla="*/ 128372 w 535553"/>
              <a:gd name="connsiteY6" fmla="*/ 648844 h 648844"/>
              <a:gd name="connsiteX7" fmla="*/ 128151 w 535553"/>
              <a:gd name="connsiteY7" fmla="*/ 0 h 648844"/>
              <a:gd name="connsiteX0" fmla="*/ 419 w 535553"/>
              <a:gd name="connsiteY0" fmla="*/ 205089 h 648844"/>
              <a:gd name="connsiteX1" fmla="*/ 0 w 535553"/>
              <a:gd name="connsiteY1" fmla="*/ 88785 h 648844"/>
              <a:gd name="connsiteX2" fmla="*/ 442055 w 535553"/>
              <a:gd name="connsiteY2" fmla="*/ 89045 h 648844"/>
              <a:gd name="connsiteX3" fmla="*/ 535553 w 535553"/>
              <a:gd name="connsiteY3" fmla="*/ 367855 h 648844"/>
              <a:gd name="connsiteX4" fmla="*/ 443878 w 535553"/>
              <a:gd name="connsiteY4" fmla="*/ 647651 h 648844"/>
              <a:gd name="connsiteX5" fmla="*/ 128372 w 535553"/>
              <a:gd name="connsiteY5" fmla="*/ 648844 h 648844"/>
              <a:gd name="connsiteX6" fmla="*/ 128151 w 535553"/>
              <a:gd name="connsiteY6" fmla="*/ 0 h 648844"/>
              <a:gd name="connsiteX0" fmla="*/ 0 w 535553"/>
              <a:gd name="connsiteY0" fmla="*/ 88785 h 648844"/>
              <a:gd name="connsiteX1" fmla="*/ 442055 w 535553"/>
              <a:gd name="connsiteY1" fmla="*/ 89045 h 648844"/>
              <a:gd name="connsiteX2" fmla="*/ 535553 w 535553"/>
              <a:gd name="connsiteY2" fmla="*/ 367855 h 648844"/>
              <a:gd name="connsiteX3" fmla="*/ 443878 w 535553"/>
              <a:gd name="connsiteY3" fmla="*/ 647651 h 648844"/>
              <a:gd name="connsiteX4" fmla="*/ 128372 w 535553"/>
              <a:gd name="connsiteY4" fmla="*/ 648844 h 648844"/>
              <a:gd name="connsiteX5" fmla="*/ 128151 w 535553"/>
              <a:gd name="connsiteY5" fmla="*/ 0 h 648844"/>
              <a:gd name="connsiteX0" fmla="*/ 0 w 646478"/>
              <a:gd name="connsiteY0" fmla="*/ 87901 h 648844"/>
              <a:gd name="connsiteX1" fmla="*/ 552980 w 646478"/>
              <a:gd name="connsiteY1" fmla="*/ 89045 h 648844"/>
              <a:gd name="connsiteX2" fmla="*/ 646478 w 646478"/>
              <a:gd name="connsiteY2" fmla="*/ 367855 h 648844"/>
              <a:gd name="connsiteX3" fmla="*/ 554803 w 646478"/>
              <a:gd name="connsiteY3" fmla="*/ 647651 h 648844"/>
              <a:gd name="connsiteX4" fmla="*/ 239297 w 646478"/>
              <a:gd name="connsiteY4" fmla="*/ 648844 h 648844"/>
              <a:gd name="connsiteX5" fmla="*/ 239076 w 646478"/>
              <a:gd name="connsiteY5" fmla="*/ 0 h 648844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646478"/>
              <a:gd name="connsiteY0" fmla="*/ 115043 h 675986"/>
              <a:gd name="connsiteX1" fmla="*/ 552980 w 646478"/>
              <a:gd name="connsiteY1" fmla="*/ 116187 h 675986"/>
              <a:gd name="connsiteX2" fmla="*/ 646478 w 646478"/>
              <a:gd name="connsiteY2" fmla="*/ 394997 h 675986"/>
              <a:gd name="connsiteX3" fmla="*/ 554803 w 646478"/>
              <a:gd name="connsiteY3" fmla="*/ 674793 h 675986"/>
              <a:gd name="connsiteX4" fmla="*/ 239297 w 646478"/>
              <a:gd name="connsiteY4" fmla="*/ 675986 h 675986"/>
              <a:gd name="connsiteX5" fmla="*/ 239173 w 646478"/>
              <a:gd name="connsiteY5" fmla="*/ 55279 h 675986"/>
              <a:gd name="connsiteX6" fmla="*/ 239076 w 646478"/>
              <a:gd name="connsiteY6" fmla="*/ 27142 h 675986"/>
              <a:gd name="connsiteX0" fmla="*/ 0 w 963608"/>
              <a:gd name="connsiteY0" fmla="*/ 107020 h 667963"/>
              <a:gd name="connsiteX1" fmla="*/ 552980 w 963608"/>
              <a:gd name="connsiteY1" fmla="*/ 108164 h 667963"/>
              <a:gd name="connsiteX2" fmla="*/ 646478 w 963608"/>
              <a:gd name="connsiteY2" fmla="*/ 386974 h 667963"/>
              <a:gd name="connsiteX3" fmla="*/ 554803 w 963608"/>
              <a:gd name="connsiteY3" fmla="*/ 666770 h 667963"/>
              <a:gd name="connsiteX4" fmla="*/ 239297 w 963608"/>
              <a:gd name="connsiteY4" fmla="*/ 667963 h 667963"/>
              <a:gd name="connsiteX5" fmla="*/ 239173 w 963608"/>
              <a:gd name="connsiteY5" fmla="*/ 47256 h 667963"/>
              <a:gd name="connsiteX6" fmla="*/ 963608 w 963608"/>
              <a:gd name="connsiteY6" fmla="*/ 46389 h 667963"/>
              <a:gd name="connsiteX0" fmla="*/ 0 w 963608"/>
              <a:gd name="connsiteY0" fmla="*/ 60631 h 621574"/>
              <a:gd name="connsiteX1" fmla="*/ 552980 w 963608"/>
              <a:gd name="connsiteY1" fmla="*/ 61775 h 621574"/>
              <a:gd name="connsiteX2" fmla="*/ 646478 w 963608"/>
              <a:gd name="connsiteY2" fmla="*/ 340585 h 621574"/>
              <a:gd name="connsiteX3" fmla="*/ 554803 w 963608"/>
              <a:gd name="connsiteY3" fmla="*/ 620381 h 621574"/>
              <a:gd name="connsiteX4" fmla="*/ 239297 w 963608"/>
              <a:gd name="connsiteY4" fmla="*/ 621574 h 621574"/>
              <a:gd name="connsiteX5" fmla="*/ 239173 w 963608"/>
              <a:gd name="connsiteY5" fmla="*/ 867 h 621574"/>
              <a:gd name="connsiteX6" fmla="*/ 963608 w 963608"/>
              <a:gd name="connsiteY6" fmla="*/ 0 h 621574"/>
              <a:gd name="connsiteX0" fmla="*/ 0 w 963608"/>
              <a:gd name="connsiteY0" fmla="*/ 60631 h 621574"/>
              <a:gd name="connsiteX1" fmla="*/ 552980 w 963608"/>
              <a:gd name="connsiteY1" fmla="*/ 61775 h 621574"/>
              <a:gd name="connsiteX2" fmla="*/ 646478 w 963608"/>
              <a:gd name="connsiteY2" fmla="*/ 340585 h 621574"/>
              <a:gd name="connsiteX3" fmla="*/ 554803 w 963608"/>
              <a:gd name="connsiteY3" fmla="*/ 620381 h 621574"/>
              <a:gd name="connsiteX4" fmla="*/ 239297 w 963608"/>
              <a:gd name="connsiteY4" fmla="*/ 621574 h 621574"/>
              <a:gd name="connsiteX5" fmla="*/ 239173 w 963608"/>
              <a:gd name="connsiteY5" fmla="*/ 867 h 621574"/>
              <a:gd name="connsiteX6" fmla="*/ 963608 w 963608"/>
              <a:gd name="connsiteY6" fmla="*/ 0 h 621574"/>
              <a:gd name="connsiteX0" fmla="*/ 0 w 1017378"/>
              <a:gd name="connsiteY0" fmla="*/ 61293 h 622236"/>
              <a:gd name="connsiteX1" fmla="*/ 552980 w 1017378"/>
              <a:gd name="connsiteY1" fmla="*/ 62437 h 622236"/>
              <a:gd name="connsiteX2" fmla="*/ 646478 w 1017378"/>
              <a:gd name="connsiteY2" fmla="*/ 341247 h 622236"/>
              <a:gd name="connsiteX3" fmla="*/ 554803 w 1017378"/>
              <a:gd name="connsiteY3" fmla="*/ 621043 h 622236"/>
              <a:gd name="connsiteX4" fmla="*/ 239297 w 1017378"/>
              <a:gd name="connsiteY4" fmla="*/ 622236 h 622236"/>
              <a:gd name="connsiteX5" fmla="*/ 239173 w 1017378"/>
              <a:gd name="connsiteY5" fmla="*/ 1529 h 622236"/>
              <a:gd name="connsiteX6" fmla="*/ 963608 w 1017378"/>
              <a:gd name="connsiteY6" fmla="*/ 662 h 622236"/>
              <a:gd name="connsiteX7" fmla="*/ 963986 w 1017378"/>
              <a:gd name="connsiteY7" fmla="*/ 0 h 622236"/>
              <a:gd name="connsiteX0" fmla="*/ 0 w 1017951"/>
              <a:gd name="connsiteY0" fmla="*/ 61293 h 622236"/>
              <a:gd name="connsiteX1" fmla="*/ 552980 w 1017951"/>
              <a:gd name="connsiteY1" fmla="*/ 62437 h 622236"/>
              <a:gd name="connsiteX2" fmla="*/ 646478 w 1017951"/>
              <a:gd name="connsiteY2" fmla="*/ 341247 h 622236"/>
              <a:gd name="connsiteX3" fmla="*/ 554803 w 1017951"/>
              <a:gd name="connsiteY3" fmla="*/ 621043 h 622236"/>
              <a:gd name="connsiteX4" fmla="*/ 239297 w 1017951"/>
              <a:gd name="connsiteY4" fmla="*/ 622236 h 622236"/>
              <a:gd name="connsiteX5" fmla="*/ 239173 w 1017951"/>
              <a:gd name="connsiteY5" fmla="*/ 1529 h 622236"/>
              <a:gd name="connsiteX6" fmla="*/ 963608 w 1017951"/>
              <a:gd name="connsiteY6" fmla="*/ 662 h 622236"/>
              <a:gd name="connsiteX7" fmla="*/ 951098 w 1017951"/>
              <a:gd name="connsiteY7" fmla="*/ 135789 h 622236"/>
              <a:gd name="connsiteX8" fmla="*/ 963986 w 1017951"/>
              <a:gd name="connsiteY8" fmla="*/ 0 h 622236"/>
              <a:gd name="connsiteX0" fmla="*/ 0 w 1017951"/>
              <a:gd name="connsiteY0" fmla="*/ 61293 h 622236"/>
              <a:gd name="connsiteX1" fmla="*/ 552980 w 1017951"/>
              <a:gd name="connsiteY1" fmla="*/ 62437 h 622236"/>
              <a:gd name="connsiteX2" fmla="*/ 646478 w 1017951"/>
              <a:gd name="connsiteY2" fmla="*/ 341247 h 622236"/>
              <a:gd name="connsiteX3" fmla="*/ 554803 w 1017951"/>
              <a:gd name="connsiteY3" fmla="*/ 621043 h 622236"/>
              <a:gd name="connsiteX4" fmla="*/ 239297 w 1017951"/>
              <a:gd name="connsiteY4" fmla="*/ 622236 h 622236"/>
              <a:gd name="connsiteX5" fmla="*/ 239173 w 1017951"/>
              <a:gd name="connsiteY5" fmla="*/ 1529 h 622236"/>
              <a:gd name="connsiteX6" fmla="*/ 963608 w 1017951"/>
              <a:gd name="connsiteY6" fmla="*/ 662 h 622236"/>
              <a:gd name="connsiteX7" fmla="*/ 951098 w 1017951"/>
              <a:gd name="connsiteY7" fmla="*/ 135789 h 622236"/>
              <a:gd name="connsiteX8" fmla="*/ 966134 w 1017951"/>
              <a:gd name="connsiteY8" fmla="*/ 77750 h 622236"/>
              <a:gd name="connsiteX9" fmla="*/ 963986 w 1017951"/>
              <a:gd name="connsiteY9" fmla="*/ 0 h 622236"/>
              <a:gd name="connsiteX0" fmla="*/ 0 w 1017951"/>
              <a:gd name="connsiteY0" fmla="*/ 61293 h 622236"/>
              <a:gd name="connsiteX1" fmla="*/ 552980 w 1017951"/>
              <a:gd name="connsiteY1" fmla="*/ 62437 h 622236"/>
              <a:gd name="connsiteX2" fmla="*/ 646478 w 1017951"/>
              <a:gd name="connsiteY2" fmla="*/ 341247 h 622236"/>
              <a:gd name="connsiteX3" fmla="*/ 554803 w 1017951"/>
              <a:gd name="connsiteY3" fmla="*/ 621043 h 622236"/>
              <a:gd name="connsiteX4" fmla="*/ 239297 w 1017951"/>
              <a:gd name="connsiteY4" fmla="*/ 622236 h 622236"/>
              <a:gd name="connsiteX5" fmla="*/ 239173 w 1017951"/>
              <a:gd name="connsiteY5" fmla="*/ 1529 h 622236"/>
              <a:gd name="connsiteX6" fmla="*/ 963608 w 1017951"/>
              <a:gd name="connsiteY6" fmla="*/ 662 h 622236"/>
              <a:gd name="connsiteX7" fmla="*/ 951098 w 1017951"/>
              <a:gd name="connsiteY7" fmla="*/ 135789 h 622236"/>
              <a:gd name="connsiteX8" fmla="*/ 866257 w 1017951"/>
              <a:gd name="connsiteY8" fmla="*/ 165356 h 622236"/>
              <a:gd name="connsiteX9" fmla="*/ 963986 w 1017951"/>
              <a:gd name="connsiteY9" fmla="*/ 0 h 622236"/>
              <a:gd name="connsiteX0" fmla="*/ 0 w 1017951"/>
              <a:gd name="connsiteY0" fmla="*/ 60632 h 621575"/>
              <a:gd name="connsiteX1" fmla="*/ 552980 w 1017951"/>
              <a:gd name="connsiteY1" fmla="*/ 61776 h 621575"/>
              <a:gd name="connsiteX2" fmla="*/ 646478 w 1017951"/>
              <a:gd name="connsiteY2" fmla="*/ 340586 h 621575"/>
              <a:gd name="connsiteX3" fmla="*/ 554803 w 1017951"/>
              <a:gd name="connsiteY3" fmla="*/ 620382 h 621575"/>
              <a:gd name="connsiteX4" fmla="*/ 239297 w 1017951"/>
              <a:gd name="connsiteY4" fmla="*/ 621575 h 621575"/>
              <a:gd name="connsiteX5" fmla="*/ 239173 w 1017951"/>
              <a:gd name="connsiteY5" fmla="*/ 868 h 621575"/>
              <a:gd name="connsiteX6" fmla="*/ 963608 w 1017951"/>
              <a:gd name="connsiteY6" fmla="*/ 1 h 621575"/>
              <a:gd name="connsiteX7" fmla="*/ 951098 w 1017951"/>
              <a:gd name="connsiteY7" fmla="*/ 135128 h 621575"/>
              <a:gd name="connsiteX8" fmla="*/ 866257 w 1017951"/>
              <a:gd name="connsiteY8" fmla="*/ 164695 h 621575"/>
              <a:gd name="connsiteX9" fmla="*/ 844778 w 1017951"/>
              <a:gd name="connsiteY9" fmla="*/ 94610 h 621575"/>
              <a:gd name="connsiteX0" fmla="*/ 0 w 1021401"/>
              <a:gd name="connsiteY0" fmla="*/ 60632 h 621575"/>
              <a:gd name="connsiteX1" fmla="*/ 552980 w 1021401"/>
              <a:gd name="connsiteY1" fmla="*/ 61776 h 621575"/>
              <a:gd name="connsiteX2" fmla="*/ 646478 w 1021401"/>
              <a:gd name="connsiteY2" fmla="*/ 340586 h 621575"/>
              <a:gd name="connsiteX3" fmla="*/ 554803 w 1021401"/>
              <a:gd name="connsiteY3" fmla="*/ 620382 h 621575"/>
              <a:gd name="connsiteX4" fmla="*/ 239297 w 1021401"/>
              <a:gd name="connsiteY4" fmla="*/ 621575 h 621575"/>
              <a:gd name="connsiteX5" fmla="*/ 239173 w 1021401"/>
              <a:gd name="connsiteY5" fmla="*/ 868 h 621575"/>
              <a:gd name="connsiteX6" fmla="*/ 963608 w 1021401"/>
              <a:gd name="connsiteY6" fmla="*/ 1 h 621575"/>
              <a:gd name="connsiteX7" fmla="*/ 965060 w 1021401"/>
              <a:gd name="connsiteY7" fmla="*/ 63948 h 621575"/>
              <a:gd name="connsiteX8" fmla="*/ 866257 w 1021401"/>
              <a:gd name="connsiteY8" fmla="*/ 164695 h 621575"/>
              <a:gd name="connsiteX9" fmla="*/ 844778 w 1021401"/>
              <a:gd name="connsiteY9" fmla="*/ 94610 h 621575"/>
              <a:gd name="connsiteX0" fmla="*/ 0 w 1021401"/>
              <a:gd name="connsiteY0" fmla="*/ 60632 h 621575"/>
              <a:gd name="connsiteX1" fmla="*/ 552980 w 1021401"/>
              <a:gd name="connsiteY1" fmla="*/ 61776 h 621575"/>
              <a:gd name="connsiteX2" fmla="*/ 646478 w 1021401"/>
              <a:gd name="connsiteY2" fmla="*/ 340586 h 621575"/>
              <a:gd name="connsiteX3" fmla="*/ 554803 w 1021401"/>
              <a:gd name="connsiteY3" fmla="*/ 620382 h 621575"/>
              <a:gd name="connsiteX4" fmla="*/ 239297 w 1021401"/>
              <a:gd name="connsiteY4" fmla="*/ 621575 h 621575"/>
              <a:gd name="connsiteX5" fmla="*/ 239173 w 1021401"/>
              <a:gd name="connsiteY5" fmla="*/ 868 h 621575"/>
              <a:gd name="connsiteX6" fmla="*/ 963608 w 1021401"/>
              <a:gd name="connsiteY6" fmla="*/ 1 h 621575"/>
              <a:gd name="connsiteX7" fmla="*/ 965060 w 1021401"/>
              <a:gd name="connsiteY7" fmla="*/ 63948 h 621575"/>
              <a:gd name="connsiteX8" fmla="*/ 907067 w 1021401"/>
              <a:gd name="connsiteY8" fmla="*/ 65043 h 621575"/>
              <a:gd name="connsiteX9" fmla="*/ 844778 w 1021401"/>
              <a:gd name="connsiteY9" fmla="*/ 94610 h 621575"/>
              <a:gd name="connsiteX0" fmla="*/ 0 w 1021401"/>
              <a:gd name="connsiteY0" fmla="*/ 134663 h 695606"/>
              <a:gd name="connsiteX1" fmla="*/ 552980 w 1021401"/>
              <a:gd name="connsiteY1" fmla="*/ 135807 h 695606"/>
              <a:gd name="connsiteX2" fmla="*/ 646478 w 1021401"/>
              <a:gd name="connsiteY2" fmla="*/ 414617 h 695606"/>
              <a:gd name="connsiteX3" fmla="*/ 554803 w 1021401"/>
              <a:gd name="connsiteY3" fmla="*/ 694413 h 695606"/>
              <a:gd name="connsiteX4" fmla="*/ 239297 w 1021401"/>
              <a:gd name="connsiteY4" fmla="*/ 695606 h 695606"/>
              <a:gd name="connsiteX5" fmla="*/ 239173 w 1021401"/>
              <a:gd name="connsiteY5" fmla="*/ 74899 h 695606"/>
              <a:gd name="connsiteX6" fmla="*/ 963608 w 1021401"/>
              <a:gd name="connsiteY6" fmla="*/ 74032 h 695606"/>
              <a:gd name="connsiteX7" fmla="*/ 965060 w 1021401"/>
              <a:gd name="connsiteY7" fmla="*/ 137979 h 695606"/>
              <a:gd name="connsiteX8" fmla="*/ 907067 w 1021401"/>
              <a:gd name="connsiteY8" fmla="*/ 139074 h 695606"/>
              <a:gd name="connsiteX9" fmla="*/ 905993 w 1021401"/>
              <a:gd name="connsiteY9" fmla="*/ 0 h 695606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7979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8693 h 694511"/>
              <a:gd name="connsiteX9" fmla="*/ 907067 w 1021401"/>
              <a:gd name="connsiteY9" fmla="*/ 0 h 694511"/>
              <a:gd name="connsiteX0" fmla="*/ 0 w 1021401"/>
              <a:gd name="connsiteY0" fmla="*/ 133568 h 694511"/>
              <a:gd name="connsiteX1" fmla="*/ 552980 w 1021401"/>
              <a:gd name="connsiteY1" fmla="*/ 134712 h 694511"/>
              <a:gd name="connsiteX2" fmla="*/ 646478 w 1021401"/>
              <a:gd name="connsiteY2" fmla="*/ 413522 h 694511"/>
              <a:gd name="connsiteX3" fmla="*/ 554803 w 1021401"/>
              <a:gd name="connsiteY3" fmla="*/ 693318 h 694511"/>
              <a:gd name="connsiteX4" fmla="*/ 239297 w 1021401"/>
              <a:gd name="connsiteY4" fmla="*/ 694511 h 694511"/>
              <a:gd name="connsiteX5" fmla="*/ 239173 w 1021401"/>
              <a:gd name="connsiteY5" fmla="*/ 73804 h 694511"/>
              <a:gd name="connsiteX6" fmla="*/ 963608 w 1021401"/>
              <a:gd name="connsiteY6" fmla="*/ 72937 h 694511"/>
              <a:gd name="connsiteX7" fmla="*/ 965060 w 1021401"/>
              <a:gd name="connsiteY7" fmla="*/ 136884 h 694511"/>
              <a:gd name="connsiteX8" fmla="*/ 907067 w 1021401"/>
              <a:gd name="connsiteY8" fmla="*/ 138693 h 694511"/>
              <a:gd name="connsiteX9" fmla="*/ 907067 w 1021401"/>
              <a:gd name="connsiteY9" fmla="*/ 0 h 694511"/>
              <a:gd name="connsiteX0" fmla="*/ 0 w 1021585"/>
              <a:gd name="connsiteY0" fmla="*/ 133568 h 694511"/>
              <a:gd name="connsiteX1" fmla="*/ 552980 w 1021585"/>
              <a:gd name="connsiteY1" fmla="*/ 134712 h 694511"/>
              <a:gd name="connsiteX2" fmla="*/ 646478 w 1021585"/>
              <a:gd name="connsiteY2" fmla="*/ 413522 h 694511"/>
              <a:gd name="connsiteX3" fmla="*/ 554803 w 1021585"/>
              <a:gd name="connsiteY3" fmla="*/ 693318 h 694511"/>
              <a:gd name="connsiteX4" fmla="*/ 239297 w 1021585"/>
              <a:gd name="connsiteY4" fmla="*/ 694511 h 694511"/>
              <a:gd name="connsiteX5" fmla="*/ 239173 w 1021585"/>
              <a:gd name="connsiteY5" fmla="*/ 73804 h 694511"/>
              <a:gd name="connsiteX6" fmla="*/ 963608 w 1021585"/>
              <a:gd name="connsiteY6" fmla="*/ 72937 h 694511"/>
              <a:gd name="connsiteX7" fmla="*/ 965760 w 1021585"/>
              <a:gd name="connsiteY7" fmla="*/ 146166 h 694511"/>
              <a:gd name="connsiteX8" fmla="*/ 907067 w 1021585"/>
              <a:gd name="connsiteY8" fmla="*/ 138693 h 694511"/>
              <a:gd name="connsiteX9" fmla="*/ 907067 w 1021585"/>
              <a:gd name="connsiteY9" fmla="*/ 0 h 694511"/>
              <a:gd name="connsiteX0" fmla="*/ 0 w 1021771"/>
              <a:gd name="connsiteY0" fmla="*/ 133568 h 694511"/>
              <a:gd name="connsiteX1" fmla="*/ 552980 w 1021771"/>
              <a:gd name="connsiteY1" fmla="*/ 134712 h 694511"/>
              <a:gd name="connsiteX2" fmla="*/ 646478 w 1021771"/>
              <a:gd name="connsiteY2" fmla="*/ 413522 h 694511"/>
              <a:gd name="connsiteX3" fmla="*/ 554803 w 1021771"/>
              <a:gd name="connsiteY3" fmla="*/ 693318 h 694511"/>
              <a:gd name="connsiteX4" fmla="*/ 239297 w 1021771"/>
              <a:gd name="connsiteY4" fmla="*/ 694511 h 694511"/>
              <a:gd name="connsiteX5" fmla="*/ 239173 w 1021771"/>
              <a:gd name="connsiteY5" fmla="*/ 73804 h 694511"/>
              <a:gd name="connsiteX6" fmla="*/ 963608 w 1021771"/>
              <a:gd name="connsiteY6" fmla="*/ 72937 h 694511"/>
              <a:gd name="connsiteX7" fmla="*/ 966461 w 1021771"/>
              <a:gd name="connsiteY7" fmla="*/ 136884 h 694511"/>
              <a:gd name="connsiteX8" fmla="*/ 907067 w 1021771"/>
              <a:gd name="connsiteY8" fmla="*/ 138693 h 694511"/>
              <a:gd name="connsiteX9" fmla="*/ 907067 w 1021771"/>
              <a:gd name="connsiteY9" fmla="*/ 0 h 694511"/>
              <a:gd name="connsiteX0" fmla="*/ 0 w 966461"/>
              <a:gd name="connsiteY0" fmla="*/ 133568 h 694511"/>
              <a:gd name="connsiteX1" fmla="*/ 552980 w 966461"/>
              <a:gd name="connsiteY1" fmla="*/ 134712 h 694511"/>
              <a:gd name="connsiteX2" fmla="*/ 646478 w 966461"/>
              <a:gd name="connsiteY2" fmla="*/ 413522 h 694511"/>
              <a:gd name="connsiteX3" fmla="*/ 554803 w 966461"/>
              <a:gd name="connsiteY3" fmla="*/ 693318 h 694511"/>
              <a:gd name="connsiteX4" fmla="*/ 239297 w 966461"/>
              <a:gd name="connsiteY4" fmla="*/ 694511 h 694511"/>
              <a:gd name="connsiteX5" fmla="*/ 239173 w 966461"/>
              <a:gd name="connsiteY5" fmla="*/ 73804 h 694511"/>
              <a:gd name="connsiteX6" fmla="*/ 963608 w 966461"/>
              <a:gd name="connsiteY6" fmla="*/ 72937 h 694511"/>
              <a:gd name="connsiteX7" fmla="*/ 966461 w 966461"/>
              <a:gd name="connsiteY7" fmla="*/ 136884 h 694511"/>
              <a:gd name="connsiteX8" fmla="*/ 907067 w 966461"/>
              <a:gd name="connsiteY8" fmla="*/ 138693 h 694511"/>
              <a:gd name="connsiteX9" fmla="*/ 907067 w 966461"/>
              <a:gd name="connsiteY9" fmla="*/ 0 h 694511"/>
              <a:gd name="connsiteX0" fmla="*/ 0 w 967328"/>
              <a:gd name="connsiteY0" fmla="*/ 133568 h 694511"/>
              <a:gd name="connsiteX1" fmla="*/ 552980 w 967328"/>
              <a:gd name="connsiteY1" fmla="*/ 134712 h 694511"/>
              <a:gd name="connsiteX2" fmla="*/ 646478 w 967328"/>
              <a:gd name="connsiteY2" fmla="*/ 413522 h 694511"/>
              <a:gd name="connsiteX3" fmla="*/ 554803 w 967328"/>
              <a:gd name="connsiteY3" fmla="*/ 693318 h 694511"/>
              <a:gd name="connsiteX4" fmla="*/ 239297 w 967328"/>
              <a:gd name="connsiteY4" fmla="*/ 694511 h 694511"/>
              <a:gd name="connsiteX5" fmla="*/ 239173 w 967328"/>
              <a:gd name="connsiteY5" fmla="*/ 73804 h 694511"/>
              <a:gd name="connsiteX6" fmla="*/ 965709 w 967328"/>
              <a:gd name="connsiteY6" fmla="*/ 72937 h 694511"/>
              <a:gd name="connsiteX7" fmla="*/ 966461 w 967328"/>
              <a:gd name="connsiteY7" fmla="*/ 136884 h 694511"/>
              <a:gd name="connsiteX8" fmla="*/ 907067 w 967328"/>
              <a:gd name="connsiteY8" fmla="*/ 138693 h 694511"/>
              <a:gd name="connsiteX9" fmla="*/ 907067 w 967328"/>
              <a:gd name="connsiteY9" fmla="*/ 0 h 694511"/>
              <a:gd name="connsiteX0" fmla="*/ 0 w 966461"/>
              <a:gd name="connsiteY0" fmla="*/ 133568 h 694511"/>
              <a:gd name="connsiteX1" fmla="*/ 552980 w 966461"/>
              <a:gd name="connsiteY1" fmla="*/ 134712 h 694511"/>
              <a:gd name="connsiteX2" fmla="*/ 646478 w 966461"/>
              <a:gd name="connsiteY2" fmla="*/ 413522 h 694511"/>
              <a:gd name="connsiteX3" fmla="*/ 554803 w 966461"/>
              <a:gd name="connsiteY3" fmla="*/ 693318 h 694511"/>
              <a:gd name="connsiteX4" fmla="*/ 239297 w 966461"/>
              <a:gd name="connsiteY4" fmla="*/ 694511 h 694511"/>
              <a:gd name="connsiteX5" fmla="*/ 239173 w 966461"/>
              <a:gd name="connsiteY5" fmla="*/ 73804 h 694511"/>
              <a:gd name="connsiteX6" fmla="*/ 965709 w 966461"/>
              <a:gd name="connsiteY6" fmla="*/ 72937 h 694511"/>
              <a:gd name="connsiteX7" fmla="*/ 966461 w 966461"/>
              <a:gd name="connsiteY7" fmla="*/ 136884 h 694511"/>
              <a:gd name="connsiteX8" fmla="*/ 907067 w 966461"/>
              <a:gd name="connsiteY8" fmla="*/ 138693 h 694511"/>
              <a:gd name="connsiteX9" fmla="*/ 907067 w 966461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7067 w 965875"/>
              <a:gd name="connsiteY8" fmla="*/ 138693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6367 w 965875"/>
              <a:gd name="connsiteY8" fmla="*/ 15511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2866 w 965875"/>
              <a:gd name="connsiteY8" fmla="*/ 157257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8468 w 965875"/>
              <a:gd name="connsiteY8" fmla="*/ 140835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2937 h 694511"/>
              <a:gd name="connsiteX7" fmla="*/ 965761 w 965875"/>
              <a:gd name="connsiteY7" fmla="*/ 139026 h 694511"/>
              <a:gd name="connsiteX8" fmla="*/ 907768 w 965875"/>
              <a:gd name="connsiteY8" fmla="*/ 139407 h 694511"/>
              <a:gd name="connsiteX9" fmla="*/ 907067 w 965875"/>
              <a:gd name="connsiteY9" fmla="*/ 0 h 694511"/>
              <a:gd name="connsiteX0" fmla="*/ 0 w 965875"/>
              <a:gd name="connsiteY0" fmla="*/ 133568 h 694511"/>
              <a:gd name="connsiteX1" fmla="*/ 552980 w 965875"/>
              <a:gd name="connsiteY1" fmla="*/ 134712 h 694511"/>
              <a:gd name="connsiteX2" fmla="*/ 646478 w 965875"/>
              <a:gd name="connsiteY2" fmla="*/ 413522 h 694511"/>
              <a:gd name="connsiteX3" fmla="*/ 554803 w 965875"/>
              <a:gd name="connsiteY3" fmla="*/ 693318 h 694511"/>
              <a:gd name="connsiteX4" fmla="*/ 239297 w 965875"/>
              <a:gd name="connsiteY4" fmla="*/ 694511 h 694511"/>
              <a:gd name="connsiteX5" fmla="*/ 239173 w 965875"/>
              <a:gd name="connsiteY5" fmla="*/ 73804 h 694511"/>
              <a:gd name="connsiteX6" fmla="*/ 965709 w 965875"/>
              <a:gd name="connsiteY6" fmla="*/ 73681 h 694511"/>
              <a:gd name="connsiteX7" fmla="*/ 965761 w 965875"/>
              <a:gd name="connsiteY7" fmla="*/ 139026 h 694511"/>
              <a:gd name="connsiteX8" fmla="*/ 907768 w 965875"/>
              <a:gd name="connsiteY8" fmla="*/ 139407 h 694511"/>
              <a:gd name="connsiteX9" fmla="*/ 907067 w 965875"/>
              <a:gd name="connsiteY9" fmla="*/ 0 h 694511"/>
              <a:gd name="connsiteX0" fmla="*/ 0 w 965875"/>
              <a:gd name="connsiteY0" fmla="*/ 132824 h 693767"/>
              <a:gd name="connsiteX1" fmla="*/ 552980 w 965875"/>
              <a:gd name="connsiteY1" fmla="*/ 133968 h 693767"/>
              <a:gd name="connsiteX2" fmla="*/ 646478 w 965875"/>
              <a:gd name="connsiteY2" fmla="*/ 412778 h 693767"/>
              <a:gd name="connsiteX3" fmla="*/ 554803 w 965875"/>
              <a:gd name="connsiteY3" fmla="*/ 692574 h 693767"/>
              <a:gd name="connsiteX4" fmla="*/ 239297 w 965875"/>
              <a:gd name="connsiteY4" fmla="*/ 693767 h 693767"/>
              <a:gd name="connsiteX5" fmla="*/ 239173 w 965875"/>
              <a:gd name="connsiteY5" fmla="*/ 73060 h 693767"/>
              <a:gd name="connsiteX6" fmla="*/ 965709 w 965875"/>
              <a:gd name="connsiteY6" fmla="*/ 72937 h 693767"/>
              <a:gd name="connsiteX7" fmla="*/ 965761 w 965875"/>
              <a:gd name="connsiteY7" fmla="*/ 138282 h 693767"/>
              <a:gd name="connsiteX8" fmla="*/ 907768 w 965875"/>
              <a:gd name="connsiteY8" fmla="*/ 138663 h 693767"/>
              <a:gd name="connsiteX9" fmla="*/ 908527 w 965875"/>
              <a:gd name="connsiteY9" fmla="*/ 0 h 693767"/>
              <a:gd name="connsiteX0" fmla="*/ 0 w 965875"/>
              <a:gd name="connsiteY0" fmla="*/ 135799 h 696742"/>
              <a:gd name="connsiteX1" fmla="*/ 552980 w 965875"/>
              <a:gd name="connsiteY1" fmla="*/ 136943 h 696742"/>
              <a:gd name="connsiteX2" fmla="*/ 646478 w 965875"/>
              <a:gd name="connsiteY2" fmla="*/ 415753 h 696742"/>
              <a:gd name="connsiteX3" fmla="*/ 554803 w 965875"/>
              <a:gd name="connsiteY3" fmla="*/ 695549 h 696742"/>
              <a:gd name="connsiteX4" fmla="*/ 239297 w 965875"/>
              <a:gd name="connsiteY4" fmla="*/ 696742 h 696742"/>
              <a:gd name="connsiteX5" fmla="*/ 239173 w 965875"/>
              <a:gd name="connsiteY5" fmla="*/ 76035 h 696742"/>
              <a:gd name="connsiteX6" fmla="*/ 965709 w 965875"/>
              <a:gd name="connsiteY6" fmla="*/ 75912 h 696742"/>
              <a:gd name="connsiteX7" fmla="*/ 965761 w 965875"/>
              <a:gd name="connsiteY7" fmla="*/ 141257 h 696742"/>
              <a:gd name="connsiteX8" fmla="*/ 907768 w 965875"/>
              <a:gd name="connsiteY8" fmla="*/ 141638 h 696742"/>
              <a:gd name="connsiteX9" fmla="*/ 907798 w 965875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900027 w 1626729"/>
              <a:gd name="connsiteY5" fmla="*/ 76035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897756 w 1626729"/>
              <a:gd name="connsiteY5" fmla="*/ 27407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902298 w 1626729"/>
              <a:gd name="connsiteY5" fmla="*/ 25091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729"/>
              <a:gd name="connsiteY0" fmla="*/ 133485 h 696742"/>
              <a:gd name="connsiteX1" fmla="*/ 1213834 w 1626729"/>
              <a:gd name="connsiteY1" fmla="*/ 136943 h 696742"/>
              <a:gd name="connsiteX2" fmla="*/ 1307332 w 1626729"/>
              <a:gd name="connsiteY2" fmla="*/ 415753 h 696742"/>
              <a:gd name="connsiteX3" fmla="*/ 1215657 w 1626729"/>
              <a:gd name="connsiteY3" fmla="*/ 695549 h 696742"/>
              <a:gd name="connsiteX4" fmla="*/ 900151 w 1626729"/>
              <a:gd name="connsiteY4" fmla="*/ 696742 h 696742"/>
              <a:gd name="connsiteX5" fmla="*/ 897756 w 1626729"/>
              <a:gd name="connsiteY5" fmla="*/ 25091 h 696742"/>
              <a:gd name="connsiteX6" fmla="*/ 1626563 w 1626729"/>
              <a:gd name="connsiteY6" fmla="*/ 75912 h 696742"/>
              <a:gd name="connsiteX7" fmla="*/ 1626615 w 1626729"/>
              <a:gd name="connsiteY7" fmla="*/ 141257 h 696742"/>
              <a:gd name="connsiteX8" fmla="*/ 1568622 w 1626729"/>
              <a:gd name="connsiteY8" fmla="*/ 141638 h 696742"/>
              <a:gd name="connsiteX9" fmla="*/ 1568652 w 1626729"/>
              <a:gd name="connsiteY9" fmla="*/ 0 h 696742"/>
              <a:gd name="connsiteX0" fmla="*/ 0 w 1626615"/>
              <a:gd name="connsiteY0" fmla="*/ 133485 h 696742"/>
              <a:gd name="connsiteX1" fmla="*/ 1213834 w 1626615"/>
              <a:gd name="connsiteY1" fmla="*/ 136943 h 696742"/>
              <a:gd name="connsiteX2" fmla="*/ 1307332 w 1626615"/>
              <a:gd name="connsiteY2" fmla="*/ 415753 h 696742"/>
              <a:gd name="connsiteX3" fmla="*/ 1215657 w 1626615"/>
              <a:gd name="connsiteY3" fmla="*/ 695549 h 696742"/>
              <a:gd name="connsiteX4" fmla="*/ 900151 w 1626615"/>
              <a:gd name="connsiteY4" fmla="*/ 696742 h 696742"/>
              <a:gd name="connsiteX5" fmla="*/ 897756 w 1626615"/>
              <a:gd name="connsiteY5" fmla="*/ 25091 h 696742"/>
              <a:gd name="connsiteX6" fmla="*/ 1508472 w 1626615"/>
              <a:gd name="connsiteY6" fmla="*/ 27284 h 696742"/>
              <a:gd name="connsiteX7" fmla="*/ 1626615 w 1626615"/>
              <a:gd name="connsiteY7" fmla="*/ 141257 h 696742"/>
              <a:gd name="connsiteX8" fmla="*/ 1568622 w 1626615"/>
              <a:gd name="connsiteY8" fmla="*/ 141638 h 696742"/>
              <a:gd name="connsiteX9" fmla="*/ 1568652 w 1626615"/>
              <a:gd name="connsiteY9" fmla="*/ 0 h 696742"/>
              <a:gd name="connsiteX0" fmla="*/ 0 w 1571298"/>
              <a:gd name="connsiteY0" fmla="*/ 286313 h 849570"/>
              <a:gd name="connsiteX1" fmla="*/ 1213834 w 1571298"/>
              <a:gd name="connsiteY1" fmla="*/ 289771 h 849570"/>
              <a:gd name="connsiteX2" fmla="*/ 1307332 w 1571298"/>
              <a:gd name="connsiteY2" fmla="*/ 568581 h 849570"/>
              <a:gd name="connsiteX3" fmla="*/ 1215657 w 1571298"/>
              <a:gd name="connsiteY3" fmla="*/ 848377 h 849570"/>
              <a:gd name="connsiteX4" fmla="*/ 900151 w 1571298"/>
              <a:gd name="connsiteY4" fmla="*/ 849570 h 849570"/>
              <a:gd name="connsiteX5" fmla="*/ 897756 w 1571298"/>
              <a:gd name="connsiteY5" fmla="*/ 177919 h 849570"/>
              <a:gd name="connsiteX6" fmla="*/ 1508472 w 1571298"/>
              <a:gd name="connsiteY6" fmla="*/ 180112 h 849570"/>
              <a:gd name="connsiteX7" fmla="*/ 1508525 w 1571298"/>
              <a:gd name="connsiteY7" fmla="*/ 0 h 849570"/>
              <a:gd name="connsiteX8" fmla="*/ 1568622 w 1571298"/>
              <a:gd name="connsiteY8" fmla="*/ 294466 h 849570"/>
              <a:gd name="connsiteX9" fmla="*/ 1568652 w 1571298"/>
              <a:gd name="connsiteY9" fmla="*/ 152828 h 849570"/>
              <a:gd name="connsiteX0" fmla="*/ 0 w 1568652"/>
              <a:gd name="connsiteY0" fmla="*/ 286433 h 849690"/>
              <a:gd name="connsiteX1" fmla="*/ 1213834 w 1568652"/>
              <a:gd name="connsiteY1" fmla="*/ 289891 h 849690"/>
              <a:gd name="connsiteX2" fmla="*/ 1307332 w 1568652"/>
              <a:gd name="connsiteY2" fmla="*/ 568701 h 849690"/>
              <a:gd name="connsiteX3" fmla="*/ 1215657 w 1568652"/>
              <a:gd name="connsiteY3" fmla="*/ 848497 h 849690"/>
              <a:gd name="connsiteX4" fmla="*/ 900151 w 1568652"/>
              <a:gd name="connsiteY4" fmla="*/ 849690 h 849690"/>
              <a:gd name="connsiteX5" fmla="*/ 897756 w 1568652"/>
              <a:gd name="connsiteY5" fmla="*/ 178039 h 849690"/>
              <a:gd name="connsiteX6" fmla="*/ 1508472 w 1568652"/>
              <a:gd name="connsiteY6" fmla="*/ 180232 h 849690"/>
              <a:gd name="connsiteX7" fmla="*/ 1508525 w 1568652"/>
              <a:gd name="connsiteY7" fmla="*/ 120 h 849690"/>
              <a:gd name="connsiteX8" fmla="*/ 1568652 w 1568652"/>
              <a:gd name="connsiteY8" fmla="*/ 152948 h 84969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897756 w 1508638"/>
              <a:gd name="connsiteY5" fmla="*/ 177919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76980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898677 w 1508638"/>
              <a:gd name="connsiteY5" fmla="*/ 176980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898677 w 1508638"/>
              <a:gd name="connsiteY5" fmla="*/ 176980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7889 w 1508638"/>
              <a:gd name="connsiteY5" fmla="*/ 172284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7889 w 1508638"/>
              <a:gd name="connsiteY5" fmla="*/ 172284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7889 w 1508638"/>
              <a:gd name="connsiteY5" fmla="*/ 172284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80738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80738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49570"/>
              <a:gd name="connsiteX1" fmla="*/ 1213834 w 1508638"/>
              <a:gd name="connsiteY1" fmla="*/ 289771 h 849570"/>
              <a:gd name="connsiteX2" fmla="*/ 1307332 w 1508638"/>
              <a:gd name="connsiteY2" fmla="*/ 568581 h 849570"/>
              <a:gd name="connsiteX3" fmla="*/ 1215657 w 1508638"/>
              <a:gd name="connsiteY3" fmla="*/ 848377 h 849570"/>
              <a:gd name="connsiteX4" fmla="*/ 900151 w 1508638"/>
              <a:gd name="connsiteY4" fmla="*/ 849570 h 849570"/>
              <a:gd name="connsiteX5" fmla="*/ 901441 w 1508638"/>
              <a:gd name="connsiteY5" fmla="*/ 180738 h 849570"/>
              <a:gd name="connsiteX6" fmla="*/ 1508472 w 1508638"/>
              <a:gd name="connsiteY6" fmla="*/ 180112 h 849570"/>
              <a:gd name="connsiteX7" fmla="*/ 1508525 w 1508638"/>
              <a:gd name="connsiteY7" fmla="*/ 0 h 849570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8638"/>
              <a:gd name="connsiteY0" fmla="*/ 286313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7717"/>
              <a:gd name="connsiteY0" fmla="*/ 290072 h 850509"/>
              <a:gd name="connsiteX1" fmla="*/ 1212913 w 1507717"/>
              <a:gd name="connsiteY1" fmla="*/ 289771 h 850509"/>
              <a:gd name="connsiteX2" fmla="*/ 1306411 w 1507717"/>
              <a:gd name="connsiteY2" fmla="*/ 568581 h 850509"/>
              <a:gd name="connsiteX3" fmla="*/ 1214736 w 1507717"/>
              <a:gd name="connsiteY3" fmla="*/ 848377 h 850509"/>
              <a:gd name="connsiteX4" fmla="*/ 901072 w 1507717"/>
              <a:gd name="connsiteY4" fmla="*/ 850509 h 850509"/>
              <a:gd name="connsiteX5" fmla="*/ 900520 w 1507717"/>
              <a:gd name="connsiteY5" fmla="*/ 180738 h 850509"/>
              <a:gd name="connsiteX6" fmla="*/ 1507551 w 1507717"/>
              <a:gd name="connsiteY6" fmla="*/ 180112 h 850509"/>
              <a:gd name="connsiteX7" fmla="*/ 1507604 w 1507717"/>
              <a:gd name="connsiteY7" fmla="*/ 0 h 850509"/>
              <a:gd name="connsiteX0" fmla="*/ 0 w 1508638"/>
              <a:gd name="connsiteY0" fmla="*/ 292890 h 850509"/>
              <a:gd name="connsiteX1" fmla="*/ 1213834 w 1508638"/>
              <a:gd name="connsiteY1" fmla="*/ 289771 h 850509"/>
              <a:gd name="connsiteX2" fmla="*/ 1307332 w 1508638"/>
              <a:gd name="connsiteY2" fmla="*/ 568581 h 850509"/>
              <a:gd name="connsiteX3" fmla="*/ 1215657 w 1508638"/>
              <a:gd name="connsiteY3" fmla="*/ 848377 h 850509"/>
              <a:gd name="connsiteX4" fmla="*/ 901993 w 1508638"/>
              <a:gd name="connsiteY4" fmla="*/ 850509 h 850509"/>
              <a:gd name="connsiteX5" fmla="*/ 901441 w 1508638"/>
              <a:gd name="connsiteY5" fmla="*/ 180738 h 850509"/>
              <a:gd name="connsiteX6" fmla="*/ 1508472 w 1508638"/>
              <a:gd name="connsiteY6" fmla="*/ 180112 h 850509"/>
              <a:gd name="connsiteX7" fmla="*/ 1508525 w 1508638"/>
              <a:gd name="connsiteY7" fmla="*/ 0 h 850509"/>
              <a:gd name="connsiteX0" fmla="*/ 0 w 1509559"/>
              <a:gd name="connsiteY0" fmla="*/ 291951 h 850509"/>
              <a:gd name="connsiteX1" fmla="*/ 1214755 w 1509559"/>
              <a:gd name="connsiteY1" fmla="*/ 289771 h 850509"/>
              <a:gd name="connsiteX2" fmla="*/ 1308253 w 1509559"/>
              <a:gd name="connsiteY2" fmla="*/ 568581 h 850509"/>
              <a:gd name="connsiteX3" fmla="*/ 1216578 w 1509559"/>
              <a:gd name="connsiteY3" fmla="*/ 848377 h 850509"/>
              <a:gd name="connsiteX4" fmla="*/ 902914 w 1509559"/>
              <a:gd name="connsiteY4" fmla="*/ 850509 h 850509"/>
              <a:gd name="connsiteX5" fmla="*/ 902362 w 1509559"/>
              <a:gd name="connsiteY5" fmla="*/ 180738 h 850509"/>
              <a:gd name="connsiteX6" fmla="*/ 1509393 w 1509559"/>
              <a:gd name="connsiteY6" fmla="*/ 180112 h 850509"/>
              <a:gd name="connsiteX7" fmla="*/ 1509446 w 1509559"/>
              <a:gd name="connsiteY7" fmla="*/ 0 h 850509"/>
              <a:gd name="connsiteX0" fmla="*/ 0 w 1509446"/>
              <a:gd name="connsiteY0" fmla="*/ 291951 h 850509"/>
              <a:gd name="connsiteX1" fmla="*/ 1214755 w 1509446"/>
              <a:gd name="connsiteY1" fmla="*/ 289771 h 850509"/>
              <a:gd name="connsiteX2" fmla="*/ 1308253 w 1509446"/>
              <a:gd name="connsiteY2" fmla="*/ 568581 h 850509"/>
              <a:gd name="connsiteX3" fmla="*/ 1216578 w 1509446"/>
              <a:gd name="connsiteY3" fmla="*/ 848377 h 850509"/>
              <a:gd name="connsiteX4" fmla="*/ 902914 w 1509446"/>
              <a:gd name="connsiteY4" fmla="*/ 850509 h 850509"/>
              <a:gd name="connsiteX5" fmla="*/ 902362 w 1509446"/>
              <a:gd name="connsiteY5" fmla="*/ 180738 h 850509"/>
              <a:gd name="connsiteX6" fmla="*/ 1509393 w 1509446"/>
              <a:gd name="connsiteY6" fmla="*/ 180112 h 850509"/>
              <a:gd name="connsiteX7" fmla="*/ 1509446 w 1509446"/>
              <a:gd name="connsiteY7" fmla="*/ 0 h 850509"/>
              <a:gd name="connsiteX0" fmla="*/ 0 w 1507827"/>
              <a:gd name="connsiteY0" fmla="*/ 286998 h 850509"/>
              <a:gd name="connsiteX1" fmla="*/ 1213136 w 1507827"/>
              <a:gd name="connsiteY1" fmla="*/ 289771 h 850509"/>
              <a:gd name="connsiteX2" fmla="*/ 1306634 w 1507827"/>
              <a:gd name="connsiteY2" fmla="*/ 568581 h 850509"/>
              <a:gd name="connsiteX3" fmla="*/ 1214959 w 1507827"/>
              <a:gd name="connsiteY3" fmla="*/ 848377 h 850509"/>
              <a:gd name="connsiteX4" fmla="*/ 901295 w 1507827"/>
              <a:gd name="connsiteY4" fmla="*/ 850509 h 850509"/>
              <a:gd name="connsiteX5" fmla="*/ 900743 w 1507827"/>
              <a:gd name="connsiteY5" fmla="*/ 180738 h 850509"/>
              <a:gd name="connsiteX6" fmla="*/ 1507774 w 1507827"/>
              <a:gd name="connsiteY6" fmla="*/ 180112 h 850509"/>
              <a:gd name="connsiteX7" fmla="*/ 1507827 w 1507827"/>
              <a:gd name="connsiteY7" fmla="*/ 0 h 850509"/>
              <a:gd name="connsiteX0" fmla="*/ 0 w 1504589"/>
              <a:gd name="connsiteY0" fmla="*/ 290301 h 850509"/>
              <a:gd name="connsiteX1" fmla="*/ 1209898 w 1504589"/>
              <a:gd name="connsiteY1" fmla="*/ 289771 h 850509"/>
              <a:gd name="connsiteX2" fmla="*/ 1303396 w 1504589"/>
              <a:gd name="connsiteY2" fmla="*/ 568581 h 850509"/>
              <a:gd name="connsiteX3" fmla="*/ 1211721 w 1504589"/>
              <a:gd name="connsiteY3" fmla="*/ 848377 h 850509"/>
              <a:gd name="connsiteX4" fmla="*/ 898057 w 1504589"/>
              <a:gd name="connsiteY4" fmla="*/ 850509 h 850509"/>
              <a:gd name="connsiteX5" fmla="*/ 897505 w 1504589"/>
              <a:gd name="connsiteY5" fmla="*/ 180738 h 850509"/>
              <a:gd name="connsiteX6" fmla="*/ 1504536 w 1504589"/>
              <a:gd name="connsiteY6" fmla="*/ 180112 h 850509"/>
              <a:gd name="connsiteX7" fmla="*/ 1504589 w 1504589"/>
              <a:gd name="connsiteY7" fmla="*/ 0 h 850509"/>
              <a:gd name="connsiteX0" fmla="*/ 0 w 1502970"/>
              <a:gd name="connsiteY0" fmla="*/ 287000 h 850509"/>
              <a:gd name="connsiteX1" fmla="*/ 1208279 w 1502970"/>
              <a:gd name="connsiteY1" fmla="*/ 289771 h 850509"/>
              <a:gd name="connsiteX2" fmla="*/ 1301777 w 1502970"/>
              <a:gd name="connsiteY2" fmla="*/ 568581 h 850509"/>
              <a:gd name="connsiteX3" fmla="*/ 1210102 w 1502970"/>
              <a:gd name="connsiteY3" fmla="*/ 848377 h 850509"/>
              <a:gd name="connsiteX4" fmla="*/ 896438 w 1502970"/>
              <a:gd name="connsiteY4" fmla="*/ 850509 h 850509"/>
              <a:gd name="connsiteX5" fmla="*/ 895886 w 1502970"/>
              <a:gd name="connsiteY5" fmla="*/ 180738 h 850509"/>
              <a:gd name="connsiteX6" fmla="*/ 1502917 w 1502970"/>
              <a:gd name="connsiteY6" fmla="*/ 180112 h 850509"/>
              <a:gd name="connsiteX7" fmla="*/ 1502970 w 1502970"/>
              <a:gd name="connsiteY7" fmla="*/ 0 h 850509"/>
              <a:gd name="connsiteX0" fmla="*/ 0 w 1297367"/>
              <a:gd name="connsiteY0" fmla="*/ 288651 h 850509"/>
              <a:gd name="connsiteX1" fmla="*/ 1002676 w 1297367"/>
              <a:gd name="connsiteY1" fmla="*/ 289771 h 850509"/>
              <a:gd name="connsiteX2" fmla="*/ 1096174 w 1297367"/>
              <a:gd name="connsiteY2" fmla="*/ 568581 h 850509"/>
              <a:gd name="connsiteX3" fmla="*/ 1004499 w 1297367"/>
              <a:gd name="connsiteY3" fmla="*/ 848377 h 850509"/>
              <a:gd name="connsiteX4" fmla="*/ 690835 w 1297367"/>
              <a:gd name="connsiteY4" fmla="*/ 850509 h 850509"/>
              <a:gd name="connsiteX5" fmla="*/ 690283 w 1297367"/>
              <a:gd name="connsiteY5" fmla="*/ 180738 h 850509"/>
              <a:gd name="connsiteX6" fmla="*/ 1297314 w 1297367"/>
              <a:gd name="connsiteY6" fmla="*/ 180112 h 850509"/>
              <a:gd name="connsiteX7" fmla="*/ 1297367 w 1297367"/>
              <a:gd name="connsiteY7" fmla="*/ 0 h 850509"/>
              <a:gd name="connsiteX0" fmla="*/ 0 w 1297367"/>
              <a:gd name="connsiteY0" fmla="*/ 288651 h 850509"/>
              <a:gd name="connsiteX1" fmla="*/ 512749 w 1297367"/>
              <a:gd name="connsiteY1" fmla="*/ 285154 h 850509"/>
              <a:gd name="connsiteX2" fmla="*/ 1002676 w 1297367"/>
              <a:gd name="connsiteY2" fmla="*/ 289771 h 850509"/>
              <a:gd name="connsiteX3" fmla="*/ 1096174 w 1297367"/>
              <a:gd name="connsiteY3" fmla="*/ 568581 h 850509"/>
              <a:gd name="connsiteX4" fmla="*/ 1004499 w 1297367"/>
              <a:gd name="connsiteY4" fmla="*/ 848377 h 850509"/>
              <a:gd name="connsiteX5" fmla="*/ 690835 w 1297367"/>
              <a:gd name="connsiteY5" fmla="*/ 850509 h 850509"/>
              <a:gd name="connsiteX6" fmla="*/ 690283 w 1297367"/>
              <a:gd name="connsiteY6" fmla="*/ 180738 h 850509"/>
              <a:gd name="connsiteX7" fmla="*/ 1297314 w 1297367"/>
              <a:gd name="connsiteY7" fmla="*/ 180112 h 850509"/>
              <a:gd name="connsiteX8" fmla="*/ 1297367 w 1297367"/>
              <a:gd name="connsiteY8" fmla="*/ 0 h 850509"/>
              <a:gd name="connsiteX0" fmla="*/ 3744 w 784618"/>
              <a:gd name="connsiteY0" fmla="*/ 1284702 h 1284702"/>
              <a:gd name="connsiteX1" fmla="*/ 0 w 784618"/>
              <a:gd name="connsiteY1" fmla="*/ 285154 h 1284702"/>
              <a:gd name="connsiteX2" fmla="*/ 489927 w 784618"/>
              <a:gd name="connsiteY2" fmla="*/ 289771 h 1284702"/>
              <a:gd name="connsiteX3" fmla="*/ 583425 w 784618"/>
              <a:gd name="connsiteY3" fmla="*/ 568581 h 1284702"/>
              <a:gd name="connsiteX4" fmla="*/ 491750 w 784618"/>
              <a:gd name="connsiteY4" fmla="*/ 848377 h 1284702"/>
              <a:gd name="connsiteX5" fmla="*/ 178086 w 784618"/>
              <a:gd name="connsiteY5" fmla="*/ 850509 h 1284702"/>
              <a:gd name="connsiteX6" fmla="*/ 177534 w 784618"/>
              <a:gd name="connsiteY6" fmla="*/ 180738 h 1284702"/>
              <a:gd name="connsiteX7" fmla="*/ 784565 w 784618"/>
              <a:gd name="connsiteY7" fmla="*/ 180112 h 1284702"/>
              <a:gd name="connsiteX8" fmla="*/ 784618 w 784618"/>
              <a:gd name="connsiteY8" fmla="*/ 0 h 1284702"/>
              <a:gd name="connsiteX0" fmla="*/ 3744 w 784618"/>
              <a:gd name="connsiteY0" fmla="*/ 1303784 h 1303784"/>
              <a:gd name="connsiteX1" fmla="*/ 0 w 784618"/>
              <a:gd name="connsiteY1" fmla="*/ 285154 h 1303784"/>
              <a:gd name="connsiteX2" fmla="*/ 489927 w 784618"/>
              <a:gd name="connsiteY2" fmla="*/ 289771 h 1303784"/>
              <a:gd name="connsiteX3" fmla="*/ 583425 w 784618"/>
              <a:gd name="connsiteY3" fmla="*/ 568581 h 1303784"/>
              <a:gd name="connsiteX4" fmla="*/ 491750 w 784618"/>
              <a:gd name="connsiteY4" fmla="*/ 848377 h 1303784"/>
              <a:gd name="connsiteX5" fmla="*/ 178086 w 784618"/>
              <a:gd name="connsiteY5" fmla="*/ 850509 h 1303784"/>
              <a:gd name="connsiteX6" fmla="*/ 177534 w 784618"/>
              <a:gd name="connsiteY6" fmla="*/ 180738 h 1303784"/>
              <a:gd name="connsiteX7" fmla="*/ 784565 w 784618"/>
              <a:gd name="connsiteY7" fmla="*/ 180112 h 1303784"/>
              <a:gd name="connsiteX8" fmla="*/ 784618 w 784618"/>
              <a:gd name="connsiteY8" fmla="*/ 0 h 1303784"/>
              <a:gd name="connsiteX0" fmla="*/ 3744 w 784565"/>
              <a:gd name="connsiteY0" fmla="*/ 1123672 h 1123672"/>
              <a:gd name="connsiteX1" fmla="*/ 0 w 784565"/>
              <a:gd name="connsiteY1" fmla="*/ 105042 h 1123672"/>
              <a:gd name="connsiteX2" fmla="*/ 489927 w 784565"/>
              <a:gd name="connsiteY2" fmla="*/ 109659 h 1123672"/>
              <a:gd name="connsiteX3" fmla="*/ 583425 w 784565"/>
              <a:gd name="connsiteY3" fmla="*/ 388469 h 1123672"/>
              <a:gd name="connsiteX4" fmla="*/ 491750 w 784565"/>
              <a:gd name="connsiteY4" fmla="*/ 668265 h 1123672"/>
              <a:gd name="connsiteX5" fmla="*/ 178086 w 784565"/>
              <a:gd name="connsiteY5" fmla="*/ 670397 h 1123672"/>
              <a:gd name="connsiteX6" fmla="*/ 177534 w 784565"/>
              <a:gd name="connsiteY6" fmla="*/ 626 h 1123672"/>
              <a:gd name="connsiteX7" fmla="*/ 784565 w 784565"/>
              <a:gd name="connsiteY7" fmla="*/ 0 h 1123672"/>
              <a:gd name="connsiteX0" fmla="*/ 3744 w 583425"/>
              <a:gd name="connsiteY0" fmla="*/ 4894164 h 4894164"/>
              <a:gd name="connsiteX1" fmla="*/ 0 w 583425"/>
              <a:gd name="connsiteY1" fmla="*/ 3875534 h 4894164"/>
              <a:gd name="connsiteX2" fmla="*/ 489927 w 583425"/>
              <a:gd name="connsiteY2" fmla="*/ 3880151 h 4894164"/>
              <a:gd name="connsiteX3" fmla="*/ 583425 w 583425"/>
              <a:gd name="connsiteY3" fmla="*/ 4158961 h 4894164"/>
              <a:gd name="connsiteX4" fmla="*/ 491750 w 583425"/>
              <a:gd name="connsiteY4" fmla="*/ 4438757 h 4894164"/>
              <a:gd name="connsiteX5" fmla="*/ 178086 w 583425"/>
              <a:gd name="connsiteY5" fmla="*/ 4440889 h 4894164"/>
              <a:gd name="connsiteX6" fmla="*/ 177534 w 583425"/>
              <a:gd name="connsiteY6" fmla="*/ 3771118 h 4894164"/>
              <a:gd name="connsiteX7" fmla="*/ 174506 w 583425"/>
              <a:gd name="connsiteY7" fmla="*/ 0 h 4894164"/>
              <a:gd name="connsiteX0" fmla="*/ 3744 w 583425"/>
              <a:gd name="connsiteY0" fmla="*/ 4894164 h 4894164"/>
              <a:gd name="connsiteX1" fmla="*/ 0 w 583425"/>
              <a:gd name="connsiteY1" fmla="*/ 3883441 h 4894164"/>
              <a:gd name="connsiteX2" fmla="*/ 489927 w 583425"/>
              <a:gd name="connsiteY2" fmla="*/ 3880151 h 4894164"/>
              <a:gd name="connsiteX3" fmla="*/ 583425 w 583425"/>
              <a:gd name="connsiteY3" fmla="*/ 4158961 h 4894164"/>
              <a:gd name="connsiteX4" fmla="*/ 491750 w 583425"/>
              <a:gd name="connsiteY4" fmla="*/ 4438757 h 4894164"/>
              <a:gd name="connsiteX5" fmla="*/ 178086 w 583425"/>
              <a:gd name="connsiteY5" fmla="*/ 4440889 h 4894164"/>
              <a:gd name="connsiteX6" fmla="*/ 177534 w 583425"/>
              <a:gd name="connsiteY6" fmla="*/ 3771118 h 4894164"/>
              <a:gd name="connsiteX7" fmla="*/ 174506 w 583425"/>
              <a:gd name="connsiteY7" fmla="*/ 0 h 4894164"/>
              <a:gd name="connsiteX0" fmla="*/ 1158 w 580839"/>
              <a:gd name="connsiteY0" fmla="*/ 4894164 h 4894164"/>
              <a:gd name="connsiteX1" fmla="*/ 0 w 580839"/>
              <a:gd name="connsiteY1" fmla="*/ 3878170 h 4894164"/>
              <a:gd name="connsiteX2" fmla="*/ 487341 w 580839"/>
              <a:gd name="connsiteY2" fmla="*/ 3880151 h 4894164"/>
              <a:gd name="connsiteX3" fmla="*/ 580839 w 580839"/>
              <a:gd name="connsiteY3" fmla="*/ 4158961 h 4894164"/>
              <a:gd name="connsiteX4" fmla="*/ 489164 w 580839"/>
              <a:gd name="connsiteY4" fmla="*/ 4438757 h 4894164"/>
              <a:gd name="connsiteX5" fmla="*/ 175500 w 580839"/>
              <a:gd name="connsiteY5" fmla="*/ 4440889 h 4894164"/>
              <a:gd name="connsiteX6" fmla="*/ 174948 w 580839"/>
              <a:gd name="connsiteY6" fmla="*/ 3771118 h 4894164"/>
              <a:gd name="connsiteX7" fmla="*/ 171920 w 580839"/>
              <a:gd name="connsiteY7" fmla="*/ 0 h 4894164"/>
              <a:gd name="connsiteX0" fmla="*/ 1156 w 580837"/>
              <a:gd name="connsiteY0" fmla="*/ 4894164 h 4894164"/>
              <a:gd name="connsiteX1" fmla="*/ 0 w 580837"/>
              <a:gd name="connsiteY1" fmla="*/ 3880808 h 4894164"/>
              <a:gd name="connsiteX2" fmla="*/ 487339 w 580837"/>
              <a:gd name="connsiteY2" fmla="*/ 3880151 h 4894164"/>
              <a:gd name="connsiteX3" fmla="*/ 580837 w 580837"/>
              <a:gd name="connsiteY3" fmla="*/ 4158961 h 4894164"/>
              <a:gd name="connsiteX4" fmla="*/ 489162 w 580837"/>
              <a:gd name="connsiteY4" fmla="*/ 4438757 h 4894164"/>
              <a:gd name="connsiteX5" fmla="*/ 175498 w 580837"/>
              <a:gd name="connsiteY5" fmla="*/ 4440889 h 4894164"/>
              <a:gd name="connsiteX6" fmla="*/ 174946 w 580837"/>
              <a:gd name="connsiteY6" fmla="*/ 3771118 h 4894164"/>
              <a:gd name="connsiteX7" fmla="*/ 171918 w 580837"/>
              <a:gd name="connsiteY7" fmla="*/ 0 h 4894164"/>
              <a:gd name="connsiteX0" fmla="*/ 1156 w 580837"/>
              <a:gd name="connsiteY0" fmla="*/ 7329561 h 7329561"/>
              <a:gd name="connsiteX1" fmla="*/ 0 w 580837"/>
              <a:gd name="connsiteY1" fmla="*/ 6316205 h 7329561"/>
              <a:gd name="connsiteX2" fmla="*/ 487339 w 580837"/>
              <a:gd name="connsiteY2" fmla="*/ 6315548 h 7329561"/>
              <a:gd name="connsiteX3" fmla="*/ 580837 w 580837"/>
              <a:gd name="connsiteY3" fmla="*/ 6594358 h 7329561"/>
              <a:gd name="connsiteX4" fmla="*/ 489162 w 580837"/>
              <a:gd name="connsiteY4" fmla="*/ 6874154 h 7329561"/>
              <a:gd name="connsiteX5" fmla="*/ 175498 w 580837"/>
              <a:gd name="connsiteY5" fmla="*/ 6876286 h 7329561"/>
              <a:gd name="connsiteX6" fmla="*/ 174946 w 580837"/>
              <a:gd name="connsiteY6" fmla="*/ 6206515 h 7329561"/>
              <a:gd name="connsiteX7" fmla="*/ 174503 w 580837"/>
              <a:gd name="connsiteY7" fmla="*/ 0 h 7329561"/>
              <a:gd name="connsiteX0" fmla="*/ 1156 w 580837"/>
              <a:gd name="connsiteY0" fmla="*/ 20215308 h 20215308"/>
              <a:gd name="connsiteX1" fmla="*/ 0 w 580837"/>
              <a:gd name="connsiteY1" fmla="*/ 19201952 h 20215308"/>
              <a:gd name="connsiteX2" fmla="*/ 487339 w 580837"/>
              <a:gd name="connsiteY2" fmla="*/ 19201295 h 20215308"/>
              <a:gd name="connsiteX3" fmla="*/ 580837 w 580837"/>
              <a:gd name="connsiteY3" fmla="*/ 19480105 h 20215308"/>
              <a:gd name="connsiteX4" fmla="*/ 489162 w 580837"/>
              <a:gd name="connsiteY4" fmla="*/ 19759901 h 20215308"/>
              <a:gd name="connsiteX5" fmla="*/ 175498 w 580837"/>
              <a:gd name="connsiteY5" fmla="*/ 19762033 h 20215308"/>
              <a:gd name="connsiteX6" fmla="*/ 174946 w 580837"/>
              <a:gd name="connsiteY6" fmla="*/ 19092262 h 20215308"/>
              <a:gd name="connsiteX7" fmla="*/ 174503 w 580837"/>
              <a:gd name="connsiteY7" fmla="*/ 0 h 20215308"/>
              <a:gd name="connsiteX0" fmla="*/ 1156 w 580837"/>
              <a:gd name="connsiteY0" fmla="*/ 20215308 h 20215308"/>
              <a:gd name="connsiteX1" fmla="*/ 0 w 580837"/>
              <a:gd name="connsiteY1" fmla="*/ 19201952 h 20215308"/>
              <a:gd name="connsiteX2" fmla="*/ 487339 w 580837"/>
              <a:gd name="connsiteY2" fmla="*/ 19201295 h 20215308"/>
              <a:gd name="connsiteX3" fmla="*/ 580837 w 580837"/>
              <a:gd name="connsiteY3" fmla="*/ 19480105 h 20215308"/>
              <a:gd name="connsiteX4" fmla="*/ 489162 w 580837"/>
              <a:gd name="connsiteY4" fmla="*/ 19759901 h 20215308"/>
              <a:gd name="connsiteX5" fmla="*/ 175498 w 580837"/>
              <a:gd name="connsiteY5" fmla="*/ 19762033 h 20215308"/>
              <a:gd name="connsiteX6" fmla="*/ 174946 w 580837"/>
              <a:gd name="connsiteY6" fmla="*/ 19092262 h 20215308"/>
              <a:gd name="connsiteX7" fmla="*/ 174503 w 580837"/>
              <a:gd name="connsiteY7" fmla="*/ 0 h 20215308"/>
              <a:gd name="connsiteX0" fmla="*/ 1156 w 580837"/>
              <a:gd name="connsiteY0" fmla="*/ 20215308 h 20215308"/>
              <a:gd name="connsiteX1" fmla="*/ 0 w 580837"/>
              <a:gd name="connsiteY1" fmla="*/ 19201952 h 20215308"/>
              <a:gd name="connsiteX2" fmla="*/ 487339 w 580837"/>
              <a:gd name="connsiteY2" fmla="*/ 19201295 h 20215308"/>
              <a:gd name="connsiteX3" fmla="*/ 580837 w 580837"/>
              <a:gd name="connsiteY3" fmla="*/ 19480105 h 20215308"/>
              <a:gd name="connsiteX4" fmla="*/ 489162 w 580837"/>
              <a:gd name="connsiteY4" fmla="*/ 19759901 h 20215308"/>
              <a:gd name="connsiteX5" fmla="*/ 175498 w 580837"/>
              <a:gd name="connsiteY5" fmla="*/ 19762033 h 20215308"/>
              <a:gd name="connsiteX6" fmla="*/ 174946 w 580837"/>
              <a:gd name="connsiteY6" fmla="*/ 19092262 h 20215308"/>
              <a:gd name="connsiteX7" fmla="*/ 174503 w 580837"/>
              <a:gd name="connsiteY7" fmla="*/ 0 h 20215308"/>
              <a:gd name="connsiteX0" fmla="*/ 1156 w 580837"/>
              <a:gd name="connsiteY0" fmla="*/ 21422754 h 21422754"/>
              <a:gd name="connsiteX1" fmla="*/ 0 w 580837"/>
              <a:gd name="connsiteY1" fmla="*/ 20409398 h 21422754"/>
              <a:gd name="connsiteX2" fmla="*/ 487339 w 580837"/>
              <a:gd name="connsiteY2" fmla="*/ 20408741 h 21422754"/>
              <a:gd name="connsiteX3" fmla="*/ 580837 w 580837"/>
              <a:gd name="connsiteY3" fmla="*/ 20687551 h 21422754"/>
              <a:gd name="connsiteX4" fmla="*/ 489162 w 580837"/>
              <a:gd name="connsiteY4" fmla="*/ 20967347 h 21422754"/>
              <a:gd name="connsiteX5" fmla="*/ 175498 w 580837"/>
              <a:gd name="connsiteY5" fmla="*/ 20969479 h 21422754"/>
              <a:gd name="connsiteX6" fmla="*/ 174946 w 580837"/>
              <a:gd name="connsiteY6" fmla="*/ 20299708 h 21422754"/>
              <a:gd name="connsiteX7" fmla="*/ 174504 w 580837"/>
              <a:gd name="connsiteY7" fmla="*/ 1 h 21422754"/>
              <a:gd name="connsiteX0" fmla="*/ 1156 w 580837"/>
              <a:gd name="connsiteY0" fmla="*/ 21422754 h 21422754"/>
              <a:gd name="connsiteX1" fmla="*/ 0 w 580837"/>
              <a:gd name="connsiteY1" fmla="*/ 20409398 h 21422754"/>
              <a:gd name="connsiteX2" fmla="*/ 487339 w 580837"/>
              <a:gd name="connsiteY2" fmla="*/ 20408741 h 21422754"/>
              <a:gd name="connsiteX3" fmla="*/ 580837 w 580837"/>
              <a:gd name="connsiteY3" fmla="*/ 20687551 h 21422754"/>
              <a:gd name="connsiteX4" fmla="*/ 489162 w 580837"/>
              <a:gd name="connsiteY4" fmla="*/ 20967347 h 21422754"/>
              <a:gd name="connsiteX5" fmla="*/ 175498 w 580837"/>
              <a:gd name="connsiteY5" fmla="*/ 20969479 h 21422754"/>
              <a:gd name="connsiteX6" fmla="*/ 174946 w 580837"/>
              <a:gd name="connsiteY6" fmla="*/ 20299708 h 21422754"/>
              <a:gd name="connsiteX7" fmla="*/ 174504 w 580837"/>
              <a:gd name="connsiteY7" fmla="*/ 1 h 21422754"/>
              <a:gd name="connsiteX0" fmla="*/ 1156 w 580837"/>
              <a:gd name="connsiteY0" fmla="*/ 21422754 h 21429455"/>
              <a:gd name="connsiteX1" fmla="*/ 0 w 580837"/>
              <a:gd name="connsiteY1" fmla="*/ 20409398 h 21429455"/>
              <a:gd name="connsiteX2" fmla="*/ 487339 w 580837"/>
              <a:gd name="connsiteY2" fmla="*/ 20408741 h 21429455"/>
              <a:gd name="connsiteX3" fmla="*/ 580837 w 580837"/>
              <a:gd name="connsiteY3" fmla="*/ 20687551 h 21429455"/>
              <a:gd name="connsiteX4" fmla="*/ 489162 w 580837"/>
              <a:gd name="connsiteY4" fmla="*/ 20967347 h 21429455"/>
              <a:gd name="connsiteX5" fmla="*/ 175498 w 580837"/>
              <a:gd name="connsiteY5" fmla="*/ 20969479 h 21429455"/>
              <a:gd name="connsiteX6" fmla="*/ 174946 w 580837"/>
              <a:gd name="connsiteY6" fmla="*/ 20299708 h 21429455"/>
              <a:gd name="connsiteX7" fmla="*/ 174504 w 580837"/>
              <a:gd name="connsiteY7" fmla="*/ 1 h 21429455"/>
              <a:gd name="connsiteX0" fmla="*/ 1156 w 580837"/>
              <a:gd name="connsiteY0" fmla="*/ 21536810 h 21542702"/>
              <a:gd name="connsiteX1" fmla="*/ 0 w 580837"/>
              <a:gd name="connsiteY1" fmla="*/ 20409398 h 21542702"/>
              <a:gd name="connsiteX2" fmla="*/ 487339 w 580837"/>
              <a:gd name="connsiteY2" fmla="*/ 20408741 h 21542702"/>
              <a:gd name="connsiteX3" fmla="*/ 580837 w 580837"/>
              <a:gd name="connsiteY3" fmla="*/ 20687551 h 21542702"/>
              <a:gd name="connsiteX4" fmla="*/ 489162 w 580837"/>
              <a:gd name="connsiteY4" fmla="*/ 20967347 h 21542702"/>
              <a:gd name="connsiteX5" fmla="*/ 175498 w 580837"/>
              <a:gd name="connsiteY5" fmla="*/ 20969479 h 21542702"/>
              <a:gd name="connsiteX6" fmla="*/ 174946 w 580837"/>
              <a:gd name="connsiteY6" fmla="*/ 20299708 h 21542702"/>
              <a:gd name="connsiteX7" fmla="*/ 174504 w 580837"/>
              <a:gd name="connsiteY7" fmla="*/ 1 h 2154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837" h="21542702">
                <a:moveTo>
                  <a:pt x="1156" y="21536810"/>
                </a:moveTo>
                <a:cubicBezTo>
                  <a:pt x="769" y="21622666"/>
                  <a:pt x="385" y="20747183"/>
                  <a:pt x="0" y="20409398"/>
                </a:cubicBezTo>
                <a:lnTo>
                  <a:pt x="487339" y="20408741"/>
                </a:lnTo>
                <a:lnTo>
                  <a:pt x="580837" y="20687551"/>
                </a:lnTo>
                <a:lnTo>
                  <a:pt x="489162" y="20967347"/>
                </a:lnTo>
                <a:lnTo>
                  <a:pt x="175498" y="20969479"/>
                </a:lnTo>
                <a:cubicBezTo>
                  <a:pt x="175176" y="20862277"/>
                  <a:pt x="174766" y="20376286"/>
                  <a:pt x="174946" y="20299708"/>
                </a:cubicBezTo>
                <a:cubicBezTo>
                  <a:pt x="173937" y="19042669"/>
                  <a:pt x="166263" y="2432"/>
                  <a:pt x="174504" y="1"/>
                </a:cubicBezTo>
              </a:path>
            </a:pathLst>
          </a:custGeom>
          <a:noFill/>
          <a:ln w="38100">
            <a:solidFill>
              <a:srgbClr val="0C2074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>
              <a:ln w="38100">
                <a:solidFill>
                  <a:srgbClr val="0C2074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 txBox="1">
            <a:spLocks/>
          </p:cNvSpPr>
          <p:nvPr/>
        </p:nvSpPr>
        <p:spPr>
          <a:xfrm>
            <a:off x="1447802" y="6497375"/>
            <a:ext cx="7270243" cy="18591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900" b="1" kern="1200">
                <a:solidFill>
                  <a:srgbClr val="0C2074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692" b="0" spc="46">
                <a:solidFill>
                  <a:srgbClr val="4D4D4D"/>
                </a:solidFill>
                <a:latin typeface="Arial Narrow" panose="020B0606020202030204" pitchFamily="34" charset="0"/>
              </a:rPr>
              <a:t>U.S. BANK CONFIDENTIAL</a:t>
            </a:r>
            <a:endParaRPr lang="en-US" sz="692" b="0" spc="46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1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</p:sldLayoutIdLst>
  <p:hf sldNum="0" hdr="0" ftr="0" dt="0"/>
  <p:txStyles>
    <p:titleStyle>
      <a:lvl1pPr algn="l" defTabSz="703356" rtl="0" eaLnBrk="1" latinLnBrk="0" hangingPunct="1">
        <a:spcBef>
          <a:spcPct val="0"/>
        </a:spcBef>
        <a:buNone/>
        <a:defRPr sz="2154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671" indent="-133638" algn="l" defTabSz="703356" rtl="0" eaLnBrk="1" latinLnBrk="0" hangingPunct="1">
        <a:spcBef>
          <a:spcPts val="0"/>
        </a:spcBef>
        <a:spcAft>
          <a:spcPts val="462"/>
        </a:spcAft>
        <a:buFont typeface="Arial" panose="020B0604020202020204" pitchFamily="34" charset="0"/>
        <a:buChar char="•"/>
        <a:defRPr sz="1538" kern="1200">
          <a:solidFill>
            <a:schemeClr val="tx2"/>
          </a:solidFill>
          <a:latin typeface="+mn-lt"/>
          <a:ea typeface="+mn-ea"/>
          <a:cs typeface="+mn-cs"/>
        </a:defRPr>
      </a:lvl1pPr>
      <a:lvl2pPr marL="422014" indent="-175839" algn="l" defTabSz="703356" rtl="0" eaLnBrk="1" latinLnBrk="0" hangingPunct="1">
        <a:spcBef>
          <a:spcPts val="0"/>
        </a:spcBef>
        <a:spcAft>
          <a:spcPts val="462"/>
        </a:spcAft>
        <a:buFont typeface="Arial" panose="020B0604020202020204" pitchFamily="34" charset="0"/>
        <a:buChar char="–"/>
        <a:defRPr sz="1385" kern="1200">
          <a:solidFill>
            <a:schemeClr val="tx2"/>
          </a:solidFill>
          <a:latin typeface="+mn-lt"/>
          <a:ea typeface="+mn-ea"/>
          <a:cs typeface="+mn-cs"/>
        </a:defRPr>
      </a:lvl2pPr>
      <a:lvl3pPr marL="703356" indent="-133638" algn="l" defTabSz="703356" rtl="0" eaLnBrk="1" latinLnBrk="0" hangingPunct="1">
        <a:spcBef>
          <a:spcPts val="0"/>
        </a:spcBef>
        <a:spcAft>
          <a:spcPts val="462"/>
        </a:spcAft>
        <a:buFont typeface="Arial" panose="020B0604020202020204" pitchFamily="34" charset="0"/>
        <a:buChar char="•"/>
        <a:defRPr sz="1231" kern="1200">
          <a:solidFill>
            <a:schemeClr val="tx2"/>
          </a:solidFill>
          <a:latin typeface="+mn-lt"/>
          <a:ea typeface="+mn-ea"/>
          <a:cs typeface="+mn-cs"/>
        </a:defRPr>
      </a:lvl3pPr>
      <a:lvl4pPr marL="984699" indent="-133638" algn="l" defTabSz="703356" rtl="0" eaLnBrk="1" latinLnBrk="0" hangingPunct="1">
        <a:spcBef>
          <a:spcPts val="0"/>
        </a:spcBef>
        <a:spcAft>
          <a:spcPts val="462"/>
        </a:spcAft>
        <a:buFont typeface="Arial" panose="020B0604020202020204" pitchFamily="34" charset="0"/>
        <a:buChar char="–"/>
        <a:defRPr sz="1077" kern="1200">
          <a:solidFill>
            <a:schemeClr val="tx2"/>
          </a:solidFill>
          <a:latin typeface="+mn-lt"/>
          <a:ea typeface="+mn-ea"/>
          <a:cs typeface="+mn-cs"/>
        </a:defRPr>
      </a:lvl4pPr>
      <a:lvl5pPr marL="1266042" indent="-133638" algn="l" defTabSz="703356" rtl="0" eaLnBrk="1" latinLnBrk="0" hangingPunct="1">
        <a:spcBef>
          <a:spcPts val="0"/>
        </a:spcBef>
        <a:spcAft>
          <a:spcPts val="462"/>
        </a:spcAft>
        <a:buFont typeface="Arial" panose="020B0604020202020204" pitchFamily="34" charset="0"/>
        <a:buChar char="•"/>
        <a:defRPr sz="923" kern="1200">
          <a:solidFill>
            <a:schemeClr val="tx2"/>
          </a:solidFill>
          <a:latin typeface="+mn-lt"/>
          <a:ea typeface="+mn-ea"/>
          <a:cs typeface="+mn-cs"/>
        </a:defRPr>
      </a:lvl5pPr>
      <a:lvl6pPr marL="1934230" indent="-175839" algn="l" defTabSz="70335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indent="-175839" algn="l" defTabSz="70335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7pPr>
      <a:lvl8pPr marL="2637587" indent="-175839" algn="l" defTabSz="70335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8pPr>
      <a:lvl9pPr marL="2989265" indent="-175839" algn="l" defTabSz="70335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1pPr>
      <a:lvl2pPr marL="351678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703356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3pPr>
      <a:lvl4pPr marL="1055035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06713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58391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110069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461748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813426" algn="l" defTabSz="703356" rtl="0" eaLnBrk="1" latinLnBrk="0" hangingPunct="1"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jira.us.bank-dns.com/browse/CMBP-2387" TargetMode="External"/><Relationship Id="rId13" Type="http://schemas.openxmlformats.org/officeDocument/2006/relationships/hyperlink" Target="https://shield-console.us.bank-dns.com/services/usbcloudplatform-azurearo/2.1.1/sd3" TargetMode="Externa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hyperlink" Target="https://gitlab.us.bank-dns.com/USBCLOUDPLATFORM/cicd/usbcloud-pipeline/-/tree/aro-controls/conf/iac-policies/azure" TargetMode="External"/><Relationship Id="rId17" Type="http://schemas.openxmlformats.org/officeDocument/2006/relationships/slide" Target="slide12.xml"/><Relationship Id="rId2" Type="http://schemas.openxmlformats.org/officeDocument/2006/relationships/notesSlide" Target="../notesSlides/notesSlide3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11" Type="http://schemas.openxmlformats.org/officeDocument/2006/relationships/hyperlink" Target="https://jira.us.bank-dns.com/secure/attachment/3403538/3403538_CMBP-2387+Mapping+Notes.xlsx" TargetMode="External"/><Relationship Id="rId5" Type="http://schemas.openxmlformats.org/officeDocument/2006/relationships/diagramQuickStyle" Target="../diagrams/quickStyle5.xml"/><Relationship Id="rId15" Type="http://schemas.openxmlformats.org/officeDocument/2006/relationships/slide" Target="slide15.xml"/><Relationship Id="rId10" Type="http://schemas.openxmlformats.org/officeDocument/2006/relationships/hyperlink" Target="https://gitlab.us.bank-dns.com/USBCLOUDPLATFORM/azure/computing/tf_modules/module-aro/-/blob/main/blueprint/azure-aro-blueprint-sd3.md?ref_type=heads" TargetMode="External"/><Relationship Id="rId4" Type="http://schemas.openxmlformats.org/officeDocument/2006/relationships/diagramLayout" Target="../diagrams/layout5.xml"/><Relationship Id="rId9" Type="http://schemas.openxmlformats.org/officeDocument/2006/relationships/hyperlink" Target="https://gitlab.us.bank-dns.com/USBCLOUDPLATFORM/azure/computing/tf_modules/module-aro/-/tree/main?ref_type=heads" TargetMode="External"/><Relationship Id="rId14" Type="http://schemas.openxmlformats.org/officeDocument/2006/relationships/hyperlink" Target="https://usbank.sharepoint.com/teams/SD3/Shared%20Documents/Forms/AllItems.aspx?FolderCTID=0x01200089BD4192A51BAA4EA871024C128A7AC4&amp;id=%2Fteams%2FSD3%2FShared%20Documents%2FCompiled%20SD3s%2Fblueprint%2Fazure%2Dred%2Dhat%2Dopenshift%2Daro%2Fsd3only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diagramData" Target="../diagrams/data8.xml"/><Relationship Id="rId18" Type="http://schemas.openxmlformats.org/officeDocument/2006/relationships/diagramData" Target="../diagrams/data9.xml"/><Relationship Id="rId26" Type="http://schemas.openxmlformats.org/officeDocument/2006/relationships/diagramColors" Target="../diagrams/colors10.xml"/><Relationship Id="rId21" Type="http://schemas.openxmlformats.org/officeDocument/2006/relationships/diagramColors" Target="../diagrams/colors9.xml"/><Relationship Id="rId34" Type="http://schemas.openxmlformats.org/officeDocument/2006/relationships/diagramLayout" Target="../diagrams/layout12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17" Type="http://schemas.microsoft.com/office/2007/relationships/diagramDrawing" Target="../diagrams/drawing8.xml"/><Relationship Id="rId25" Type="http://schemas.openxmlformats.org/officeDocument/2006/relationships/diagramQuickStyle" Target="../diagrams/quickStyle10.xml"/><Relationship Id="rId33" Type="http://schemas.openxmlformats.org/officeDocument/2006/relationships/diagramData" Target="../diagrams/data12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8.xml"/><Relationship Id="rId20" Type="http://schemas.openxmlformats.org/officeDocument/2006/relationships/diagramQuickStyle" Target="../diagrams/quickStyle9.xml"/><Relationship Id="rId29" Type="http://schemas.openxmlformats.org/officeDocument/2006/relationships/diagramLayout" Target="../diagrams/layout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24" Type="http://schemas.openxmlformats.org/officeDocument/2006/relationships/diagramLayout" Target="../diagrams/layout10.xml"/><Relationship Id="rId32" Type="http://schemas.microsoft.com/office/2007/relationships/diagramDrawing" Target="../diagrams/drawing11.xml"/><Relationship Id="rId37" Type="http://schemas.microsoft.com/office/2007/relationships/diagramDrawing" Target="../diagrams/drawing12.xml"/><Relationship Id="rId5" Type="http://schemas.openxmlformats.org/officeDocument/2006/relationships/diagramQuickStyle" Target="../diagrams/quickStyle6.xml"/><Relationship Id="rId15" Type="http://schemas.openxmlformats.org/officeDocument/2006/relationships/diagramQuickStyle" Target="../diagrams/quickStyle8.xml"/><Relationship Id="rId23" Type="http://schemas.openxmlformats.org/officeDocument/2006/relationships/diagramData" Target="../diagrams/data10.xml"/><Relationship Id="rId28" Type="http://schemas.openxmlformats.org/officeDocument/2006/relationships/diagramData" Target="../diagrams/data11.xml"/><Relationship Id="rId36" Type="http://schemas.openxmlformats.org/officeDocument/2006/relationships/diagramColors" Target="../diagrams/colors12.xml"/><Relationship Id="rId10" Type="http://schemas.openxmlformats.org/officeDocument/2006/relationships/diagramQuickStyle" Target="../diagrams/quickStyle7.xml"/><Relationship Id="rId19" Type="http://schemas.openxmlformats.org/officeDocument/2006/relationships/diagramLayout" Target="../diagrams/layout9.xml"/><Relationship Id="rId31" Type="http://schemas.openxmlformats.org/officeDocument/2006/relationships/diagramColors" Target="../diagrams/colors11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Relationship Id="rId14" Type="http://schemas.openxmlformats.org/officeDocument/2006/relationships/diagramLayout" Target="../diagrams/layout8.xml"/><Relationship Id="rId22" Type="http://schemas.microsoft.com/office/2007/relationships/diagramDrawing" Target="../diagrams/drawing9.xml"/><Relationship Id="rId27" Type="http://schemas.microsoft.com/office/2007/relationships/diagramDrawing" Target="../diagrams/drawing10.xml"/><Relationship Id="rId30" Type="http://schemas.openxmlformats.org/officeDocument/2006/relationships/diagramQuickStyle" Target="../diagrams/quickStyle11.xml"/><Relationship Id="rId35" Type="http://schemas.openxmlformats.org/officeDocument/2006/relationships/diagramQuickStyle" Target="../diagrams/quickStyle12.xml"/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5F0967-ECD8-4BBD-9AEF-FDAA3283C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306709"/>
            <a:ext cx="8229599" cy="224458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Azure Service Enablement</a:t>
            </a:r>
            <a:br>
              <a:rPr lang="en-US" sz="3200" dirty="0"/>
            </a:br>
            <a:r>
              <a:rPr lang="en-US" sz="2400" dirty="0"/>
              <a:t>-Enabling ARO for IBM </a:t>
            </a:r>
            <a:r>
              <a:rPr lang="en-US" sz="2400" dirty="0" err="1"/>
              <a:t>CloudPaks</a:t>
            </a:r>
            <a:endParaRPr lang="en-US" sz="3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67B2DA-BD34-4B2B-A232-22A94E04F0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01/15/2026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05C2B-DA69-C92F-5722-C277F400EB57}"/>
              </a:ext>
            </a:extLst>
          </p:cNvPr>
          <p:cNvSpPr txBox="1"/>
          <p:nvPr/>
        </p:nvSpPr>
        <p:spPr>
          <a:xfrm>
            <a:off x="6113721" y="629447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2000" err="1"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87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940F-BD4B-3AC4-868B-24BD58DB6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" y="308507"/>
            <a:ext cx="8435340" cy="47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Keynote (Sayan/Shahid)</a:t>
            </a:r>
            <a:endParaRPr lang="en-US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27C1A15-1FCE-C538-1FFA-F30470977B80}"/>
              </a:ext>
            </a:extLst>
          </p:cNvPr>
          <p:cNvSpPr txBox="1"/>
          <p:nvPr/>
        </p:nvSpPr>
        <p:spPr>
          <a:xfrm>
            <a:off x="878204" y="3055845"/>
            <a:ext cx="293222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1050" b="1" dirty="0">
                <a:solidFill>
                  <a:srgbClr val="002060"/>
                </a:solidFill>
                <a:latin typeface="Arial"/>
                <a:cs typeface="Arial"/>
              </a:rPr>
              <a:t>To Meet Growing Business Demands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383FCE2-9FCB-4C96-C652-0965ED12C01F}"/>
              </a:ext>
            </a:extLst>
          </p:cNvPr>
          <p:cNvSpPr/>
          <p:nvPr/>
        </p:nvSpPr>
        <p:spPr>
          <a:xfrm>
            <a:off x="819149" y="3242258"/>
            <a:ext cx="3120390" cy="0"/>
          </a:xfrm>
          <a:custGeom>
            <a:avLst/>
            <a:gdLst/>
            <a:ahLst/>
            <a:cxnLst/>
            <a:rect l="l" t="t" r="r" b="b"/>
            <a:pathLst>
              <a:path w="4160520">
                <a:moveTo>
                  <a:pt x="0" y="0"/>
                </a:moveTo>
                <a:lnTo>
                  <a:pt x="4160520" y="0"/>
                </a:lnTo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BE6DE34-2E9E-1959-609E-AF30592CEE0A}"/>
              </a:ext>
            </a:extLst>
          </p:cNvPr>
          <p:cNvSpPr txBox="1"/>
          <p:nvPr/>
        </p:nvSpPr>
        <p:spPr>
          <a:xfrm>
            <a:off x="878204" y="3502279"/>
            <a:ext cx="3221355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1050" b="1" spc="-8" dirty="0">
                <a:solidFill>
                  <a:srgbClr val="002060"/>
                </a:solidFill>
                <a:latin typeface="Arial"/>
                <a:cs typeface="Arial"/>
              </a:rPr>
              <a:t>Reduce Large On Prem IBM Product Footprint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B1D3AFB-1F60-2DF9-52BA-AA96CB99EDFD}"/>
              </a:ext>
            </a:extLst>
          </p:cNvPr>
          <p:cNvSpPr/>
          <p:nvPr/>
        </p:nvSpPr>
        <p:spPr>
          <a:xfrm>
            <a:off x="819150" y="3688693"/>
            <a:ext cx="3120390" cy="0"/>
          </a:xfrm>
          <a:custGeom>
            <a:avLst/>
            <a:gdLst/>
            <a:ahLst/>
            <a:cxnLst/>
            <a:rect l="l" t="t" r="r" b="b"/>
            <a:pathLst>
              <a:path w="4160520">
                <a:moveTo>
                  <a:pt x="0" y="0"/>
                </a:moveTo>
                <a:lnTo>
                  <a:pt x="4160520" y="0"/>
                </a:lnTo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C8851D3-954F-5F9F-2669-DA6314EE96D4}"/>
              </a:ext>
            </a:extLst>
          </p:cNvPr>
          <p:cNvSpPr txBox="1"/>
          <p:nvPr/>
        </p:nvSpPr>
        <p:spPr>
          <a:xfrm>
            <a:off x="4151427" y="3055845"/>
            <a:ext cx="304631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1050" b="1" dirty="0">
                <a:solidFill>
                  <a:srgbClr val="002060"/>
                </a:solidFill>
                <a:latin typeface="Arial"/>
                <a:cs typeface="Arial"/>
              </a:rPr>
              <a:t>Align with Vendor Roadmap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60A488ED-C4E4-3B01-4000-07E4FA0A6EC1}"/>
              </a:ext>
            </a:extLst>
          </p:cNvPr>
          <p:cNvSpPr/>
          <p:nvPr/>
        </p:nvSpPr>
        <p:spPr>
          <a:xfrm>
            <a:off x="4092371" y="3242258"/>
            <a:ext cx="3120390" cy="0"/>
          </a:xfrm>
          <a:custGeom>
            <a:avLst/>
            <a:gdLst/>
            <a:ahLst/>
            <a:cxnLst/>
            <a:rect l="l" t="t" r="r" b="b"/>
            <a:pathLst>
              <a:path w="4160520">
                <a:moveTo>
                  <a:pt x="0" y="0"/>
                </a:moveTo>
                <a:lnTo>
                  <a:pt x="4160520" y="0"/>
                </a:lnTo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99DC9-D2D9-7074-E7AB-2230B99D8CFA}"/>
              </a:ext>
            </a:extLst>
          </p:cNvPr>
          <p:cNvSpPr txBox="1"/>
          <p:nvPr/>
        </p:nvSpPr>
        <p:spPr>
          <a:xfrm>
            <a:off x="1788160" y="6564392"/>
            <a:ext cx="6995160" cy="3291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800" baseline="30000" dirty="0"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+ </a:t>
            </a:r>
            <a:r>
              <a:rPr lang="en-US" sz="600" b="0" i="0" u="none" dirty="0"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BAW : IBM Business Automation Workflow - Platform that provides full capabilities to develop, test, deploy, run and automate digital workflows. It unites information, processes and users to help you automate digital workflows. </a:t>
            </a:r>
            <a:r>
              <a:rPr lang="en-US" sz="600" dirty="0"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ARO – Azure RedHat OpenShift Managed Service. ODM – Operations Decision Manager POC – Proof of Concept* Data collected in the last year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2147CCE0-76D2-95D5-9AD7-13433C054B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0569811"/>
              </p:ext>
            </p:extLst>
          </p:nvPr>
        </p:nvGraphicFramePr>
        <p:xfrm>
          <a:off x="394970" y="871553"/>
          <a:ext cx="2319020" cy="721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8FD70A79-051C-C62E-7333-5FFC30044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0696553"/>
              </p:ext>
            </p:extLst>
          </p:nvPr>
        </p:nvGraphicFramePr>
        <p:xfrm>
          <a:off x="354330" y="2324549"/>
          <a:ext cx="2319020" cy="721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13B0633-BB7D-51CE-BC99-249EE5F11EF1}"/>
              </a:ext>
            </a:extLst>
          </p:cNvPr>
          <p:cNvSpPr txBox="1"/>
          <p:nvPr/>
        </p:nvSpPr>
        <p:spPr>
          <a:xfrm>
            <a:off x="806583" y="1504483"/>
            <a:ext cx="7374891" cy="561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Enable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Redhat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 OpenShift container platform on Azure in order to deploy IBM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CloudPaks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 and migrate BAW workflow applications</a:t>
            </a:r>
            <a:r>
              <a:rPr lang="en-US" sz="1400" dirty="0">
                <a:solidFill>
                  <a:schemeClr val="tx2"/>
                </a:solidFill>
                <a:latin typeface="U.S. Bank Circular Light" panose="020B0404010101010104" pitchFamily="34" charset="0"/>
                <a:cs typeface="U.S. Bank Circular Light" panose="020B0404010101010104" pitchFamily="34" charset="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U.S. Bank Circular Light" panose="020B0404010101010104" pitchFamily="34" charset="0"/>
              <a:cs typeface="U.S. Bank Circular Light" panose="020B0404010101010104" pitchFamily="34" charset="0"/>
            </a:endParaRPr>
          </a:p>
          <a:p>
            <a:pPr algn="l"/>
            <a:endParaRPr lang="en-US" sz="2400" dirty="0" err="1"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97832347-1945-7062-A3F0-91C376D80C58}"/>
              </a:ext>
            </a:extLst>
          </p:cNvPr>
          <p:cNvSpPr txBox="1"/>
          <p:nvPr/>
        </p:nvSpPr>
        <p:spPr>
          <a:xfrm>
            <a:off x="4147833" y="3502279"/>
            <a:ext cx="3221355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1050" b="1" spc="-8" dirty="0">
                <a:solidFill>
                  <a:srgbClr val="002060"/>
                </a:solidFill>
                <a:latin typeface="Arial"/>
                <a:cs typeface="Arial"/>
              </a:rPr>
              <a:t>Paid for costs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CEC0B31F-8593-C29C-EE45-2D9805B7C824}"/>
              </a:ext>
            </a:extLst>
          </p:cNvPr>
          <p:cNvSpPr/>
          <p:nvPr/>
        </p:nvSpPr>
        <p:spPr>
          <a:xfrm>
            <a:off x="4088779" y="3688693"/>
            <a:ext cx="3120390" cy="0"/>
          </a:xfrm>
          <a:custGeom>
            <a:avLst/>
            <a:gdLst/>
            <a:ahLst/>
            <a:cxnLst/>
            <a:rect l="l" t="t" r="r" b="b"/>
            <a:pathLst>
              <a:path w="4160520">
                <a:moveTo>
                  <a:pt x="0" y="0"/>
                </a:moveTo>
                <a:lnTo>
                  <a:pt x="4160520" y="0"/>
                </a:lnTo>
              </a:path>
            </a:pathLst>
          </a:custGeom>
          <a:ln w="12700">
            <a:solidFill>
              <a:srgbClr val="4C4C4C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28E9462-9870-9EC1-F828-51D670C5AF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631792"/>
              </p:ext>
            </p:extLst>
          </p:nvPr>
        </p:nvGraphicFramePr>
        <p:xfrm>
          <a:off x="394970" y="4029382"/>
          <a:ext cx="2319020" cy="721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33E491-34B9-F282-4C7C-3349956521CE}"/>
              </a:ext>
            </a:extLst>
          </p:cNvPr>
          <p:cNvSpPr txBox="1"/>
          <p:nvPr/>
        </p:nvSpPr>
        <p:spPr>
          <a:xfrm>
            <a:off x="806582" y="4750680"/>
            <a:ext cx="7374891" cy="14242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marR="0" lvl="0" indent="-285750" defTabSz="6858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E2E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Enterprise cloud platform engineering team has an extensive backlog of services and no capacity to prioritize ARO</a:t>
            </a:r>
          </a:p>
          <a:p>
            <a:pPr marL="285750" marR="0" lvl="0" indent="-285750" defTabSz="685800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srgbClr val="2E2E32"/>
                </a:solidFill>
                <a:latin typeface="Calibri" panose="020F0502020204030204"/>
              </a:rPr>
              <a:t>WM Leadership has proposed an option to inner-source the service enablement process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algn="l"/>
            <a:endParaRPr lang="en-US" sz="2400" dirty="0" err="1"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71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34DBA0-CA53-1461-93A1-1A179B0D6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7748664"/>
              </p:ext>
            </p:extLst>
          </p:nvPr>
        </p:nvGraphicFramePr>
        <p:xfrm>
          <a:off x="-1504648" y="843281"/>
          <a:ext cx="9831010" cy="5497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2BE612-3A3B-C416-7BE5-B09C0F613B55}"/>
              </a:ext>
            </a:extLst>
          </p:cNvPr>
          <p:cNvSpPr txBox="1"/>
          <p:nvPr/>
        </p:nvSpPr>
        <p:spPr>
          <a:xfrm>
            <a:off x="3618894" y="827314"/>
            <a:ext cx="5408991" cy="248194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no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Define the threats and associated risk introduced by ARO.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Define the guard-rails that teams will need to consider when adopting this pattern.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Describe plans to control threats / risk.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How will we know that controls are effective. (Firewall rules, NATs, NSGs, Policies </a:t>
            </a:r>
            <a:r>
              <a:rPr lang="en-US" sz="1100" dirty="0" err="1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etc</a:t>
            </a: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)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What are the key indicators of Risk and Performance?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Describe how to govern changes to ARO.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Describe what kind of access MS and </a:t>
            </a:r>
            <a:r>
              <a:rPr lang="en-US" sz="1100" dirty="0" err="1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Redhat</a:t>
            </a: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 have on the host VMs (To do maintenance and patching)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Can logs be streamed to Splunk Cloud?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Is data in transit and, data at rest encrypted?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Is data in transit TLS 1.2 complaint? Can ARO use USB certs that are periodically renewed?</a:t>
            </a:r>
            <a:endParaRPr lang="en-US" sz="1100" dirty="0">
              <a:effectLst/>
              <a:latin typeface="U.S. Bank Circular" panose="020B0504010101010104" pitchFamily="34" charset="0"/>
              <a:ea typeface="Aptos"/>
              <a:cs typeface="U.S. Bank Circular" panose="020B0504010101010104" pitchFamily="34" charset="0"/>
            </a:endParaRPr>
          </a:p>
          <a:p>
            <a:pPr algn="l"/>
            <a:endParaRPr lang="en-US" sz="1100" dirty="0" err="1"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BDADF-824D-7266-6D29-967CE1D61414}"/>
              </a:ext>
            </a:extLst>
          </p:cNvPr>
          <p:cNvSpPr txBox="1"/>
          <p:nvPr/>
        </p:nvSpPr>
        <p:spPr>
          <a:xfrm>
            <a:off x="5721048" y="4530271"/>
            <a:ext cx="1748972" cy="45780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no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U.S. Bank Circular" panose="020B0504010101010104" pitchFamily="34" charset="0"/>
                <a:cs typeface="U.S. Bank Circular" panose="020B0504010101010104" pitchFamily="34" charset="0"/>
              </a:rPr>
              <a:t>Fingerprinting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latin typeface="U.S. Bank Circular" panose="020B0504010101010104" pitchFamily="34" charset="0"/>
                <a:cs typeface="U.S. Bank Circular" panose="020B0504010101010104" pitchFamily="34" charset="0"/>
              </a:rPr>
              <a:t>Control Evidence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1FDD5-DB02-CD22-A974-D9D16F71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" y="308507"/>
            <a:ext cx="8435340" cy="47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Overall Process (Sashi)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75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305A31-F542-8875-E28C-0CE0EE5A5FFF}"/>
              </a:ext>
            </a:extLst>
          </p:cNvPr>
          <p:cNvSpPr txBox="1">
            <a:spLocks/>
          </p:cNvSpPr>
          <p:nvPr/>
        </p:nvSpPr>
        <p:spPr>
          <a:xfrm>
            <a:off x="347980" y="308507"/>
            <a:ext cx="8435340" cy="474062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2"/>
                </a:solidFill>
                <a:latin typeface="U.S. Bank Circular Medium" panose="020B0604010101010104" pitchFamily="34" charset="0"/>
                <a:ea typeface="+mj-ea"/>
                <a:cs typeface="U.S. Bank Circular Medium" panose="020B0604010101010104" pitchFamily="34" charset="0"/>
              </a:defRPr>
            </a:lvl1pPr>
          </a:lstStyle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Overall Process #2 (Sashi)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797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8EAE8-1CA2-B43B-D402-B5E10330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2622FE7-E94F-AB69-0DE2-DCC7BA8357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0583641"/>
              </p:ext>
            </p:extLst>
          </p:nvPr>
        </p:nvGraphicFramePr>
        <p:xfrm>
          <a:off x="-1504648" y="843281"/>
          <a:ext cx="9831010" cy="5497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C9DCFF-AA04-E7EC-BDE3-D0E4C8E056D6}"/>
              </a:ext>
            </a:extLst>
          </p:cNvPr>
          <p:cNvSpPr txBox="1"/>
          <p:nvPr/>
        </p:nvSpPr>
        <p:spPr>
          <a:xfrm>
            <a:off x="4572000" y="735037"/>
            <a:ext cx="4452620" cy="28781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no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dirty="0">
                <a:effectLst/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Blueprint Epic: 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  <a:hlinkClick r:id="rId8"/>
              </a:rPr>
              <a:t>https://jira.us.bank-dns.com/browse/CMBP-2387</a:t>
            </a:r>
            <a:endParaRPr lang="en-US" sz="900" dirty="0">
              <a:latin typeface="U.S. Bank Circular" panose="020B0504010101010104" pitchFamily="34" charset="0"/>
              <a:ea typeface="Times New Roman" panose="02020603050405020304" pitchFamily="18" charset="0"/>
              <a:cs typeface="U.S. Bank Circular" panose="020B0504010101010104" pitchFamily="34" charset="0"/>
            </a:endParaRP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ARO Git repo: 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  <a:hlinkClick r:id="rId9"/>
              </a:rPr>
              <a:t>https://gitlab.us.bank-dns.com/USBCLOUDPLATFORM/azure/computing/tf_modules/module-aro/-/tree/main?ref_type=heads</a:t>
            </a:r>
            <a:endParaRPr lang="en-US" sz="900" dirty="0">
              <a:latin typeface="U.S. Bank Circular" panose="020B0504010101010104" pitchFamily="34" charset="0"/>
              <a:ea typeface="Times New Roman" panose="02020603050405020304" pitchFamily="18" charset="0"/>
              <a:cs typeface="U.S. Bank Circular" panose="020B0504010101010104" pitchFamily="34" charset="0"/>
            </a:endParaRP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Sd3: 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  <a:hlinkClick r:id="rId10"/>
              </a:rPr>
              <a:t>https://gitlab.us.bank-dns.com/USBCLOUDPLATFORM/azure/computing/tf_modules/module-aro/-/blob/main/blueprint/azure-aro-blueprint-sd3.md?ref_type=heads</a:t>
            </a:r>
            <a:endParaRPr lang="en-US" sz="900" dirty="0">
              <a:latin typeface="U.S. Bank Circular" panose="020B0504010101010104" pitchFamily="34" charset="0"/>
              <a:ea typeface="Times New Roman" panose="02020603050405020304" pitchFamily="18" charset="0"/>
              <a:cs typeface="U.S. Bank Circular" panose="020B0504010101010104" pitchFamily="34" charset="0"/>
            </a:endParaRP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Threat Model: 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  <a:hlinkClick r:id="rId11"/>
              </a:rPr>
              <a:t>https://jira.us.bank-dns.com/secure/attachment/3403538/3403538_CMBP-2387+Mapping+Notes.xlsx</a:t>
            </a:r>
            <a:endParaRPr lang="en-US" sz="900" dirty="0">
              <a:latin typeface="U.S. Bank Circular" panose="020B0504010101010104" pitchFamily="34" charset="0"/>
              <a:ea typeface="Times New Roman" panose="02020603050405020304" pitchFamily="18" charset="0"/>
              <a:cs typeface="U.S. Bank Circular" panose="020B0504010101010104" pitchFamily="34" charset="0"/>
            </a:endParaRP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ARO Controls policies: 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  <a:hlinkClick r:id="rId12"/>
              </a:rPr>
              <a:t>https://gitlab.us.bank-dns.com/USBCLOUDPLATFORM/cicd/usbcloud-pipeline/-/tree/aro-controls/conf/iac-policies/azure</a:t>
            </a:r>
            <a:endParaRPr lang="en-US" sz="900" dirty="0">
              <a:latin typeface="U.S. Bank Circular" panose="020B0504010101010104" pitchFamily="34" charset="0"/>
              <a:ea typeface="Times New Roman" panose="02020603050405020304" pitchFamily="18" charset="0"/>
              <a:cs typeface="U.S. Bank Circular" panose="020B0504010101010104" pitchFamily="34" charset="0"/>
            </a:endParaRP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dirty="0">
                <a:latin typeface="U.S. Bank Circular" panose="020B0504010101010104" pitchFamily="34" charset="0"/>
                <a:ea typeface="Aptos"/>
                <a:cs typeface="U.S. Bank Circular" panose="020B0504010101010104" pitchFamily="34" charset="0"/>
              </a:rPr>
              <a:t>Compile SD3 link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: 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  <a:hlinkClick r:id="rId13"/>
              </a:rPr>
              <a:t>https://shield-console.us.bank-dns.com/services/usbcloudplatform-azurearo/2.1.1/sd3</a:t>
            </a:r>
            <a:endParaRPr lang="en-US" sz="900" dirty="0">
              <a:latin typeface="U.S. Bank Circular" panose="020B0504010101010104" pitchFamily="34" charset="0"/>
              <a:ea typeface="Times New Roman" panose="02020603050405020304" pitchFamily="18" charset="0"/>
              <a:cs typeface="U.S. Bank Circular" panose="020B0504010101010104" pitchFamily="34" charset="0"/>
            </a:endParaRP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</a:rPr>
              <a:t>Sd3 pdf link: </a:t>
            </a:r>
            <a:r>
              <a:rPr lang="en-US" sz="900" dirty="0">
                <a:latin typeface="U.S. Bank Circular" panose="020B0504010101010104" pitchFamily="34" charset="0"/>
                <a:ea typeface="Times New Roman" panose="02020603050405020304" pitchFamily="18" charset="0"/>
                <a:cs typeface="U.S. Bank Circular" panose="020B0504010101010104" pitchFamily="34" charset="0"/>
                <a:hlinkClick r:id="rId14"/>
              </a:rPr>
              <a:t>https://usbank.sharepoint.com/teams/SD3/Shared%20Documents/Forms/AllItems.aspx?FolderCTID=0x01200089BD4192A51BAA4EA871024C128A7AC4&amp;id=%2Fteams%2FSD3%2FShared%20Documents%2FCompiled%20SD3s%2Fblueprint%2Fazure%2Dred%2Dhat%2Dopenshift%2Daro%2Fsd3only</a:t>
            </a:r>
            <a:endParaRPr lang="en-US" sz="900" dirty="0">
              <a:latin typeface="U.S. Bank Circular" panose="020B0504010101010104" pitchFamily="34" charset="0"/>
              <a:ea typeface="Times New Roman" panose="02020603050405020304" pitchFamily="18" charset="0"/>
              <a:cs typeface="U.S. Bank Circular" panose="020B05040101010101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15E63-C70E-7695-223F-1F4243FB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" y="308507"/>
            <a:ext cx="8435340" cy="47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ARO Blueprint Overview (Awais)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98E065-C03F-4334-134F-7A8BACC387C7}"/>
              </a:ext>
            </a:extLst>
          </p:cNvPr>
          <p:cNvSpPr txBox="1"/>
          <p:nvPr/>
        </p:nvSpPr>
        <p:spPr>
          <a:xfrm>
            <a:off x="4070350" y="3613150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57150" indent="-57150" algn="l">
              <a:buFont typeface="Arial" panose="020B0604020202020204" pitchFamily="34" charset="0"/>
              <a:buChar char="•"/>
            </a:pPr>
            <a:r>
              <a:rPr lang="en-US" sz="6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SD3: Add controls</a:t>
            </a:r>
            <a:endParaRPr lang="en-US" sz="600" dirty="0"/>
          </a:p>
          <a:p>
            <a:pPr marL="57150" indent="-57150">
              <a:buFont typeface="Arial" panose="020B0604020202020204" pitchFamily="34" charset="0"/>
              <a:buChar char="•"/>
            </a:pPr>
            <a:r>
              <a:rPr lang="en-US" sz="600" dirty="0"/>
              <a:t>Run pipeline successfully</a:t>
            </a:r>
          </a:p>
          <a:p>
            <a:pPr marL="57150" indent="-57150">
              <a:buFont typeface="Arial" panose="020B0604020202020204" pitchFamily="34" charset="0"/>
              <a:buChar char="•"/>
            </a:pPr>
            <a:r>
              <a:rPr lang="en-US" sz="600" dirty="0"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Compile SD3</a:t>
            </a:r>
            <a:endParaRPr lang="en-US" sz="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43802-A1F5-DC8A-DCBF-6A8E1D9C6394}"/>
              </a:ext>
            </a:extLst>
          </p:cNvPr>
          <p:cNvSpPr txBox="1"/>
          <p:nvPr/>
        </p:nvSpPr>
        <p:spPr>
          <a:xfrm>
            <a:off x="6417310" y="5807716"/>
            <a:ext cx="64389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57150" indent="-57150">
              <a:buFont typeface="Arial" panose="020B0604020202020204" pitchFamily="34" charset="0"/>
              <a:buChar char="•"/>
            </a:pPr>
            <a:r>
              <a:rPr lang="en-US" sz="600" dirty="0"/>
              <a:t>TTOs can be opened for pending controls.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7BCD7-4F9B-9E73-2D6A-3297B090683F}"/>
              </a:ext>
            </a:extLst>
          </p:cNvPr>
          <p:cNvSpPr txBox="1"/>
          <p:nvPr/>
        </p:nvSpPr>
        <p:spPr>
          <a:xfrm>
            <a:off x="1200150" y="862331"/>
            <a:ext cx="762000" cy="5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57150" lvl="0" indent="-57150">
              <a:buFont typeface="Arial" panose="020B0604020202020204" pitchFamily="34" charset="0"/>
              <a:buChar char="•"/>
            </a:pPr>
            <a:r>
              <a:rPr lang="en-US" sz="600" dirty="0"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Blueprint Epic</a:t>
            </a:r>
            <a:endParaRPr lang="en-US" sz="600" dirty="0"/>
          </a:p>
          <a:p>
            <a:pPr marL="57150" lvl="0" indent="-57150">
              <a:buFont typeface="Arial" panose="020B0604020202020204" pitchFamily="34" charset="0"/>
              <a:buChar char="•"/>
            </a:pPr>
            <a:r>
              <a:rPr lang="en-US" sz="600" dirty="0"/>
              <a:t>Create MR</a:t>
            </a:r>
          </a:p>
          <a:p>
            <a:pPr marL="57150" lvl="0" indent="-57150">
              <a:buFont typeface="Arial" panose="020B0604020202020204" pitchFamily="34" charset="0"/>
              <a:buChar char="•"/>
            </a:pPr>
            <a:r>
              <a:rPr lang="en-US" sz="600" dirty="0"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 for SD3/controls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55607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0D019-486E-9A66-33F9-7C73ADC4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53FA9E-DFFC-2763-CE4F-D7BB55918275}"/>
              </a:ext>
            </a:extLst>
          </p:cNvPr>
          <p:cNvSpPr txBox="1">
            <a:spLocks/>
          </p:cNvSpPr>
          <p:nvPr/>
        </p:nvSpPr>
        <p:spPr>
          <a:xfrm>
            <a:off x="347980" y="308507"/>
            <a:ext cx="8435340" cy="474062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2"/>
                </a:solidFill>
                <a:latin typeface="U.S. Bank Circular Medium" panose="020B0604010101010104" pitchFamily="34" charset="0"/>
                <a:ea typeface="+mj-ea"/>
                <a:cs typeface="U.S. Bank Circular Medium" panose="020B0604010101010104" pitchFamily="34" charset="0"/>
              </a:defRPr>
            </a:lvl1pPr>
          </a:lstStyle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ARO Blueprint Overview(Awais)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4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CDAF-0106-9C77-AF2C-4E491FC8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50D9FB-5B06-ECB6-F5AE-B7D780D40673}"/>
              </a:ext>
            </a:extLst>
          </p:cNvPr>
          <p:cNvSpPr txBox="1">
            <a:spLocks/>
          </p:cNvSpPr>
          <p:nvPr/>
        </p:nvSpPr>
        <p:spPr>
          <a:xfrm>
            <a:off x="347980" y="308507"/>
            <a:ext cx="8435340" cy="474062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2"/>
                </a:solidFill>
                <a:latin typeface="U.S. Bank Circular Medium" panose="020B0604010101010104" pitchFamily="34" charset="0"/>
                <a:ea typeface="+mj-ea"/>
                <a:cs typeface="U.S. Bank Circular Medium" panose="020B0604010101010104" pitchFamily="34" charset="0"/>
              </a:defRPr>
            </a:lvl1pPr>
          </a:lstStyle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ARO Module TF Demo (Rajesh)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87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1D0E-E663-C77A-21BA-DC2FCAC28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1087F5-45CE-7D8C-B3F0-2BDC709BDEA4}"/>
              </a:ext>
            </a:extLst>
          </p:cNvPr>
          <p:cNvSpPr txBox="1">
            <a:spLocks/>
          </p:cNvSpPr>
          <p:nvPr/>
        </p:nvSpPr>
        <p:spPr>
          <a:xfrm>
            <a:off x="347980" y="308507"/>
            <a:ext cx="8435340" cy="474062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2"/>
                </a:solidFill>
                <a:latin typeface="U.S. Bank Circular Medium" panose="020B0604010101010104" pitchFamily="34" charset="0"/>
                <a:ea typeface="+mj-ea"/>
                <a:cs typeface="U.S. Bank Circular Medium" panose="020B0604010101010104" pitchFamily="34" charset="0"/>
              </a:defRPr>
            </a:lvl1pPr>
          </a:lstStyle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Certificates/Other Controls - Pradeep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1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A22E9-880B-79D2-9B39-A7D67974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74D39F-0B69-8DBB-A36E-5D2B9595588F}"/>
              </a:ext>
            </a:extLst>
          </p:cNvPr>
          <p:cNvSpPr txBox="1">
            <a:spLocks/>
          </p:cNvSpPr>
          <p:nvPr/>
        </p:nvSpPr>
        <p:spPr>
          <a:xfrm>
            <a:off x="347980" y="308507"/>
            <a:ext cx="8435340" cy="474062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2"/>
                </a:solidFill>
                <a:latin typeface="U.S. Bank Circular Medium" panose="020B0604010101010104" pitchFamily="34" charset="0"/>
                <a:ea typeface="+mj-ea"/>
                <a:cs typeface="U.S. Bank Circular Medium" panose="020B0604010101010104" pitchFamily="34" charset="0"/>
              </a:defRPr>
            </a:lvl1pPr>
          </a:lstStyle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Controls Cont. (Xu)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84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ED20D-3081-63E1-C9BA-5E9AF095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B3F5-F5FA-6D23-3683-B7B72F53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52881"/>
            <a:ext cx="8229600" cy="952500"/>
          </a:xfrm>
        </p:spPr>
        <p:txBody>
          <a:bodyPr/>
          <a:lstStyle/>
          <a:p>
            <a:pPr algn="ctr"/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2624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DA43525-D659-B26B-4169-9EAA437C60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05152"/>
              </p:ext>
            </p:extLst>
          </p:nvPr>
        </p:nvGraphicFramePr>
        <p:xfrm>
          <a:off x="806182" y="334757"/>
          <a:ext cx="3785136" cy="18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37D3BEF-6643-2FBA-F7F4-FF0A729964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7983555"/>
              </p:ext>
            </p:extLst>
          </p:nvPr>
        </p:nvGraphicFramePr>
        <p:xfrm>
          <a:off x="4698732" y="334757"/>
          <a:ext cx="3785136" cy="18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D18D3D6-C12E-6974-7F07-C230C6B744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3501607"/>
              </p:ext>
            </p:extLst>
          </p:nvPr>
        </p:nvGraphicFramePr>
        <p:xfrm>
          <a:off x="806182" y="3578787"/>
          <a:ext cx="3785136" cy="18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EA730FA-1391-AB27-E744-A74B827411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345207"/>
              </p:ext>
            </p:extLst>
          </p:nvPr>
        </p:nvGraphicFramePr>
        <p:xfrm>
          <a:off x="4698732" y="3578787"/>
          <a:ext cx="3785136" cy="18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2DF66D9-98DE-8CE4-46F4-96E51270F2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953131"/>
              </p:ext>
            </p:extLst>
          </p:nvPr>
        </p:nvGraphicFramePr>
        <p:xfrm>
          <a:off x="4698732" y="1947657"/>
          <a:ext cx="3785136" cy="18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606CA0B-07F3-3049-02B0-C32E7825F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7456443"/>
              </p:ext>
            </p:extLst>
          </p:nvPr>
        </p:nvGraphicFramePr>
        <p:xfrm>
          <a:off x="806182" y="1956772"/>
          <a:ext cx="3785136" cy="1895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CDF02F8-80BC-6CD5-47E6-721E3CE40C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1705192"/>
              </p:ext>
            </p:extLst>
          </p:nvPr>
        </p:nvGraphicFramePr>
        <p:xfrm>
          <a:off x="806182" y="5619750"/>
          <a:ext cx="7677686" cy="78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3" r:lo="rId34" r:qs="rId35" r:cs="rId36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9682DB89-6021-A2BB-E9E3-91A569AC3C86}"/>
              </a:ext>
            </a:extLst>
          </p:cNvPr>
          <p:cNvSpPr txBox="1">
            <a:spLocks/>
          </p:cNvSpPr>
          <p:nvPr/>
        </p:nvSpPr>
        <p:spPr>
          <a:xfrm>
            <a:off x="450850" y="240468"/>
            <a:ext cx="8591550" cy="29648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defPPr>
              <a:defRPr lang="en-US"/>
            </a:defPPr>
            <a:lvl1pPr defTabSz="703356"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U.S. Bank Circular" panose="020B0504010101010104" pitchFamily="34" charset="0"/>
                <a:cs typeface="U.S. Bank Circular" panose="020B0504010101010104" pitchFamily="34" charset="0"/>
              </a:rPr>
              <a:t>IBM Cloud® Pak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777842-99FA-1BCF-6371-C5CD4911E368}"/>
              </a:ext>
            </a:extLst>
          </p:cNvPr>
          <p:cNvSpPr/>
          <p:nvPr/>
        </p:nvSpPr>
        <p:spPr>
          <a:xfrm>
            <a:off x="4698732" y="536953"/>
            <a:ext cx="3785136" cy="16210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>
              <a:latin typeface="U.S. Bank Circular" panose="020B0504010101010104" pitchFamily="34" charset="0"/>
              <a:cs typeface="U.S. Bank Circular" panose="020B050401010101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42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43F894-7BCE-AE4D-590F-898444C2E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9005"/>
            <a:ext cx="7772400" cy="4159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58A38D-C0E7-8885-569A-82BC217B8EE6}"/>
              </a:ext>
            </a:extLst>
          </p:cNvPr>
          <p:cNvSpPr txBox="1"/>
          <p:nvPr/>
        </p:nvSpPr>
        <p:spPr>
          <a:xfrm>
            <a:off x="8604250" y="368528"/>
            <a:ext cx="50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800" dirty="0">
                <a:hlinkClick r:id="rId3" action="ppaction://hlinksldjump"/>
              </a:rPr>
              <a:t>Exit</a:t>
            </a:r>
            <a:endParaRPr lang="en-US" sz="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69359C-050D-4E6D-E6DB-D82185BB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" y="308507"/>
            <a:ext cx="8435340" cy="47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ARO blueprint repo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55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BC9D-78DE-70A9-13AA-8764937B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2F7240-6FC4-CBB1-3547-4F457D5E2F45}"/>
              </a:ext>
            </a:extLst>
          </p:cNvPr>
          <p:cNvSpPr txBox="1"/>
          <p:nvPr/>
        </p:nvSpPr>
        <p:spPr>
          <a:xfrm>
            <a:off x="8604250" y="368528"/>
            <a:ext cx="50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800" dirty="0">
                <a:hlinkClick r:id="rId2" action="ppaction://hlinksldjump"/>
              </a:rPr>
              <a:t>Exit</a:t>
            </a:r>
            <a:endParaRPr lang="en-US" sz="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8EFAC1C-C473-4257-F96B-B2E751A34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" y="308507"/>
            <a:ext cx="8435340" cy="47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Threat Model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B7DD42-723D-298F-9676-47B037F08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91" y="2125591"/>
            <a:ext cx="8641559" cy="2898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333A15-0448-C2C5-48FD-17ECFB89E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91" y="988112"/>
            <a:ext cx="8692359" cy="87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7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C283B-C511-1069-18E7-9DE2D455A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D6DF13-66AF-A3F1-7BBD-F2067DC2F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9005"/>
            <a:ext cx="7772400" cy="4159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6E1B9E-9BB2-7D77-1841-92F04003D24A}"/>
              </a:ext>
            </a:extLst>
          </p:cNvPr>
          <p:cNvSpPr txBox="1"/>
          <p:nvPr/>
        </p:nvSpPr>
        <p:spPr>
          <a:xfrm>
            <a:off x="8604250" y="368528"/>
            <a:ext cx="50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800" dirty="0">
                <a:hlinkClick r:id="rId3" action="ppaction://hlinksldjump"/>
              </a:rPr>
              <a:t>Exit</a:t>
            </a:r>
            <a:endParaRPr lang="en-US" sz="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DB527F-928B-A10D-F724-39B0696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" y="308507"/>
            <a:ext cx="8435340" cy="47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ARO Blueprint Epic: Managed by BP owner team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3FF7E8-6C17-56CD-4505-41F0E8A4B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" y="1349005"/>
            <a:ext cx="8318500" cy="450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A33A-73BC-6751-753C-3CF301B7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44EEAE-54A4-29C8-CCC4-338E695ACA77}"/>
              </a:ext>
            </a:extLst>
          </p:cNvPr>
          <p:cNvSpPr txBox="1"/>
          <p:nvPr/>
        </p:nvSpPr>
        <p:spPr>
          <a:xfrm>
            <a:off x="8604250" y="368528"/>
            <a:ext cx="50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800" dirty="0">
                <a:hlinkClick r:id="rId2" action="ppaction://hlinksldjump"/>
              </a:rPr>
              <a:t>Exit</a:t>
            </a:r>
            <a:endParaRPr lang="en-US" sz="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FA8070-DF53-8264-0859-A5D72A3B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980" y="308507"/>
            <a:ext cx="8435340" cy="4740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U.S. Bank Circular Medium"/>
                <a:cs typeface="U.S. Bank Circular Medium"/>
              </a:rPr>
              <a:t>Compile SD3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50C064-E794-7816-21F3-E21F0002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899" y="782569"/>
            <a:ext cx="5619751" cy="20406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CC8980-E0F5-6BC9-4B58-87A79663C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41637"/>
            <a:ext cx="77724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60413"/>
      </p:ext>
    </p:extLst>
  </p:cSld>
  <p:clrMapOvr>
    <a:masterClrMapping/>
  </p:clrMapOvr>
</p:sld>
</file>

<file path=ppt/theme/theme1.xml><?xml version="1.0" encoding="utf-8"?>
<a:theme xmlns:a="http://schemas.openxmlformats.org/drawingml/2006/main" name="U.S. Bank widescreen">
  <a:themeElements>
    <a:clrScheme name="Custom 15">
      <a:dk1>
        <a:srgbClr val="2E2E32"/>
      </a:dk1>
      <a:lt1>
        <a:srgbClr val="FFFFFF"/>
      </a:lt1>
      <a:dk2>
        <a:srgbClr val="001E79"/>
      </a:dk2>
      <a:lt2>
        <a:srgbClr val="EEEEF2"/>
      </a:lt2>
      <a:accent1>
        <a:srgbClr val="235AE4"/>
      </a:accent1>
      <a:accent2>
        <a:srgbClr val="001E79"/>
      </a:accent2>
      <a:accent3>
        <a:srgbClr val="149B3C"/>
      </a:accent3>
      <a:accent4>
        <a:srgbClr val="005A05"/>
      </a:accent4>
      <a:accent5>
        <a:srgbClr val="CCCCD2"/>
      </a:accent5>
      <a:accent6>
        <a:srgbClr val="66666A"/>
      </a:accent6>
      <a:hlink>
        <a:srgbClr val="235AE4"/>
      </a:hlink>
      <a:folHlink>
        <a:srgbClr val="2E2E3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z="2000" dirty="0" err="1" smtClean="0">
            <a:latin typeface="U.S. Bank Circular" panose="020B0504010101010104" pitchFamily="34" charset="0"/>
            <a:cs typeface="U.S. Bank Circular" panose="020B050401010101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sz="2000" dirty="0" err="1" smtClean="0">
            <a:latin typeface="U.S. Bank Circular" panose="020B0504010101010104" pitchFamily="34" charset="0"/>
            <a:cs typeface="U.S. Bank Circular" panose="020B05040101010101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.S. Bank widescreen" id="{640C9337-EBC7-4158-BC43-90FB0D5F0FE7}" vid="{6354E0B4-11B2-4F12-8AE5-8A4BD19EE275}"/>
    </a:ext>
  </a:extLst>
</a:theme>
</file>

<file path=ppt/theme/theme2.xml><?xml version="1.0" encoding="utf-8"?>
<a:theme xmlns:a="http://schemas.openxmlformats.org/drawingml/2006/main" name="1_Content">
  <a:themeElements>
    <a:clrScheme name="USBConsumer15">
      <a:dk1>
        <a:srgbClr val="0C2074"/>
      </a:dk1>
      <a:lt1>
        <a:sysClr val="window" lastClr="FFFFFF"/>
      </a:lt1>
      <a:dk2>
        <a:srgbClr val="4D4D4D"/>
      </a:dk2>
      <a:lt2>
        <a:srgbClr val="FFFFFF"/>
      </a:lt2>
      <a:accent1>
        <a:srgbClr val="0C2074"/>
      </a:accent1>
      <a:accent2>
        <a:srgbClr val="67B2E8"/>
      </a:accent2>
      <a:accent3>
        <a:srgbClr val="DE162B"/>
      </a:accent3>
      <a:accent4>
        <a:srgbClr val="4D9C45"/>
      </a:accent4>
      <a:accent5>
        <a:srgbClr val="EB7923"/>
      </a:accent5>
      <a:accent6>
        <a:srgbClr val="636466"/>
      </a:accent6>
      <a:hlink>
        <a:srgbClr val="000000"/>
      </a:hlink>
      <a:folHlink>
        <a:srgbClr val="636466"/>
      </a:folHlink>
    </a:clrScheme>
    <a:fontScheme name="USB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CFB42C62932429CA1D486470AEC8C" ma:contentTypeVersion="14" ma:contentTypeDescription="Create a new document." ma:contentTypeScope="" ma:versionID="1b588633a99ec9c4d57c90f157fa66bf">
  <xsd:schema xmlns:xsd="http://www.w3.org/2001/XMLSchema" xmlns:xs="http://www.w3.org/2001/XMLSchema" xmlns:p="http://schemas.microsoft.com/office/2006/metadata/properties" xmlns:ns1="http://schemas.microsoft.com/sharepoint/v3" xmlns:ns2="b5901405-e89c-4be1-ab2f-92f1f9e12c86" xmlns:ns3="ed5f918e-c6d3-431f-8f09-e0bdcf354996" targetNamespace="http://schemas.microsoft.com/office/2006/metadata/properties" ma:root="true" ma:fieldsID="443ed5880ac00271c3d8fbc57ae5c3a8" ns1:_="" ns2:_="" ns3:_="">
    <xsd:import namespace="http://schemas.microsoft.com/sharepoint/v3"/>
    <xsd:import namespace="b5901405-e89c-4be1-ab2f-92f1f9e12c86"/>
    <xsd:import namespace="ed5f918e-c6d3-431f-8f09-e0bdcf3549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1405-e89c-4be1-ab2f-92f1f9e12c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f918e-c6d3-431f-8f09-e0bdcf35499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VariableList UniqueId="23bccfd1-ff05-43b5-a559-093781e8e632" Name="System" ContentType="XML" MajorVersion="0" MinorVersion="1" isLocalCopy="False" IsBaseObject="False" DataSourceId="8d47fad5-32ca-49c6-b8af-4433879cdceb" DataSourceMajorVersion="0" DataSourceMinorVersion="1"/>
</file>

<file path=customXml/item5.xml><?xml version="1.0" encoding="utf-8"?>
<VariableList UniqueId="e4d5bac2-1c7c-497e-b6d3-70997605ca9a" Name="AD_HOC" ContentType="XML" MajorVersion="0" MinorVersion="1" isLocalCopy="False" IsBaseObject="False" DataSourceId="14deece8-a8e7-45db-b2fa-0491b202fc20" DataSourceMajorVersion="0" DataSourceMinorVersion="1"/>
</file>

<file path=customXml/item6.xml><?xml version="1.0" encoding="utf-8"?>
<VariableListDefinition name="Computed" displayName="Computed" id="5ee1da48-b4f5-4bc6-a166-2bd415605e2a" isdomainofvalue="False" dataSourceId="4656217c-19d5-4d3f-a2cc-c43eed61ad3d"/>
</file>

<file path=customXml/item7.xml><?xml version="1.0" encoding="utf-8"?>
<VariableListDefinition name="System" displayName="System" id="23bccfd1-ff05-43b5-a559-093781e8e632" isdomainofvalue="False" dataSourceId="8d47fad5-32ca-49c6-b8af-4433879cdceb"/>
</file>

<file path=customXml/item8.xml><?xml version="1.0" encoding="utf-8"?>
<VariableListDefinition name="AD_HOC" displayName="AD_HOC" id="e4d5bac2-1c7c-497e-b6d3-70997605ca9a" isdomainofvalue="False" dataSourceId="14deece8-a8e7-45db-b2fa-0491b202fc20"/>
</file>

<file path=customXml/item9.xml><?xml version="1.0" encoding="utf-8"?>
<AllExternalAdhocVariableMappings/>
</file>

<file path=customXml/item10.xml><?xml version="1.0" encoding="utf-8"?>
<VariableList UniqueId="5ee1da48-b4f5-4bc6-a166-2bd415605e2a" Name="Computed" ContentType="XML" MajorVersion="0" MinorVersion="1" isLocalCopy="False" IsBaseObject="False" DataSourceId="4656217c-19d5-4d3f-a2cc-c43eed61ad3d" DataSourceMajorVersion="0" DataSourceMinorVersion="1"/>
</file>

<file path=customXml/itemProps1.xml><?xml version="1.0" encoding="utf-8"?>
<ds:datastoreItem xmlns:ds="http://schemas.openxmlformats.org/officeDocument/2006/customXml" ds:itemID="{1973DEB5-1554-4FE5-AC0F-F6CE734D038C}">
  <ds:schemaRefs>
    <ds:schemaRef ds:uri="b5901405-e89c-4be1-ab2f-92f1f9e12c86"/>
    <ds:schemaRef ds:uri="ed5f918e-c6d3-431f-8f09-e0bdcf354996"/>
    <ds:schemaRef ds:uri="http://purl.org/dc/dcmitype/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0DE0A43-1953-48AC-898B-087B39546E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042E92-0229-4AD5-8F36-212420B1BB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5901405-e89c-4be1-ab2f-92f1f9e12c86"/>
    <ds:schemaRef ds:uri="ed5f918e-c6d3-431f-8f09-e0bdcf3549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CF57D6AA-D020-45AD-9A8A-4A8219C3D4E7}">
  <ds:schemaRefs/>
</ds:datastoreItem>
</file>

<file path=customXml/itemProps5.xml><?xml version="1.0" encoding="utf-8"?>
<ds:datastoreItem xmlns:ds="http://schemas.openxmlformats.org/officeDocument/2006/customXml" ds:itemID="{0F244754-C1FD-471F-8221-BB894F60EE7D}">
  <ds:schemaRefs/>
</ds:datastoreItem>
</file>

<file path=customXml/itemProps6.xml><?xml version="1.0" encoding="utf-8"?>
<ds:datastoreItem xmlns:ds="http://schemas.openxmlformats.org/officeDocument/2006/customXml" ds:itemID="{40BCFE67-7D19-4B13-9318-0E1D019F7CE2}">
  <ds:schemaRefs/>
</ds:datastoreItem>
</file>

<file path=customXml/itemProps7.xml><?xml version="1.0" encoding="utf-8"?>
<ds:datastoreItem xmlns:ds="http://schemas.openxmlformats.org/officeDocument/2006/customXml" ds:itemID="{75ED032B-D150-4C2C-AB8D-8A3A69AD585D}">
  <ds:schemaRefs/>
</ds:datastoreItem>
</file>

<file path=customXml/itemProps8.xml><?xml version="1.0" encoding="utf-8"?>
<ds:datastoreItem xmlns:ds="http://schemas.openxmlformats.org/officeDocument/2006/customXml" ds:itemID="{56423681-D781-4C3A-A583-A622D400B714}">
  <ds:schemaRefs/>
</ds:datastoreItem>
</file>

<file path=customXml/itemProps9.xml><?xml version="1.0" encoding="utf-8"?>
<ds:datastoreItem xmlns:ds="http://schemas.openxmlformats.org/officeDocument/2006/customXml" ds:itemID="{116CADB7-4344-498D-BC98-32A1CA72376C}">
  <ds:schemaRefs/>
</ds:datastoreItem>
</file>

<file path=customXml/itemProps10.xml><?xml version="1.0" encoding="utf-8"?>
<ds:datastoreItem xmlns:ds="http://schemas.openxmlformats.org/officeDocument/2006/customXml" ds:itemID="{B80A0ACB-3AD2-4222-A8D5-05D9DF369F4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U.S. Bank widescreen</Template>
  <TotalTime>1601</TotalTime>
  <Words>1044</Words>
  <Application>Microsoft Macintosh PowerPoint</Application>
  <PresentationFormat>On-screen Show (4:3)</PresentationFormat>
  <Paragraphs>189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Arial Narrow</vt:lpstr>
      <vt:lpstr>Calibri</vt:lpstr>
      <vt:lpstr>Roboto Condensed</vt:lpstr>
      <vt:lpstr>Symbol</vt:lpstr>
      <vt:lpstr>U.S. Bank Circular</vt:lpstr>
      <vt:lpstr>U.S. Bank Circular Book</vt:lpstr>
      <vt:lpstr>U.S. Bank Circular Light</vt:lpstr>
      <vt:lpstr>U.S. Bank Circular Medium</vt:lpstr>
      <vt:lpstr>U.S. Bank widescreen</vt:lpstr>
      <vt:lpstr>1_Content</vt:lpstr>
      <vt:lpstr>Azure Service Enablement -Enabling ARO for IBM CloudPaks</vt:lpstr>
      <vt:lpstr>Keynote (Sayan/Shahid)</vt:lpstr>
      <vt:lpstr>Overall Process (Sashi)</vt:lpstr>
      <vt:lpstr>PowerPoint Presentation</vt:lpstr>
      <vt:lpstr>ARO Blueprint Overview (Awais)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ARO blueprint repo</vt:lpstr>
      <vt:lpstr>Threat Model</vt:lpstr>
      <vt:lpstr>ARO Blueprint Epic: Managed by BP owner team</vt:lpstr>
      <vt:lpstr>Compile SD3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Bohl, Stefanie S</dc:creator>
  <cp:lastModifiedBy>Sultan, Awais</cp:lastModifiedBy>
  <cp:revision>124</cp:revision>
  <dcterms:created xsi:type="dcterms:W3CDTF">2022-02-15T21:13:18Z</dcterms:created>
  <dcterms:modified xsi:type="dcterms:W3CDTF">2026-01-15T22:58:18Z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df1db-9955-4087-a541-42c2f5a9332e_Enabled">
    <vt:lpwstr>true</vt:lpwstr>
  </property>
  <property fmtid="{D5CDD505-2E9C-101B-9397-08002B2CF9AE}" pid="3" name="MSIP_Label_320df1db-9955-4087-a541-42c2f5a9332e_SetDate">
    <vt:lpwstr>2022-02-15T21:13:20Z</vt:lpwstr>
  </property>
  <property fmtid="{D5CDD505-2E9C-101B-9397-08002B2CF9AE}" pid="4" name="MSIP_Label_320df1db-9955-4087-a541-42c2f5a9332e_Method">
    <vt:lpwstr>Standard</vt:lpwstr>
  </property>
  <property fmtid="{D5CDD505-2E9C-101B-9397-08002B2CF9AE}" pid="5" name="MSIP_Label_320df1db-9955-4087-a541-42c2f5a9332e_Name">
    <vt:lpwstr>Confidential Information</vt:lpwstr>
  </property>
  <property fmtid="{D5CDD505-2E9C-101B-9397-08002B2CF9AE}" pid="6" name="MSIP_Label_320df1db-9955-4087-a541-42c2f5a9332e_SiteId">
    <vt:lpwstr>eef95730-77bf-4663-a55d-1ddff9335b5b</vt:lpwstr>
  </property>
  <property fmtid="{D5CDD505-2E9C-101B-9397-08002B2CF9AE}" pid="7" name="MSIP_Label_320df1db-9955-4087-a541-42c2f5a9332e_ActionId">
    <vt:lpwstr>31ee31bf-c91e-4c91-8670-5f8695093fe1</vt:lpwstr>
  </property>
  <property fmtid="{D5CDD505-2E9C-101B-9397-08002B2CF9AE}" pid="8" name="MSIP_Label_320df1db-9955-4087-a541-42c2f5a9332e_ContentBits">
    <vt:lpwstr>0</vt:lpwstr>
  </property>
  <property fmtid="{D5CDD505-2E9C-101B-9397-08002B2CF9AE}" pid="9" name="ContentTypeId">
    <vt:lpwstr>0x010100C1BCFB42C62932429CA1D486470AEC8C</vt:lpwstr>
  </property>
</Properties>
</file>