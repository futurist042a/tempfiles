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3"/>
    <p:restoredTop sz="94719"/>
  </p:normalViewPr>
  <p:slideViewPr>
    <p:cSldViewPr snapToGrid="0">
      <p:cViewPr varScale="1">
        <p:scale>
          <a:sx n="152" d="100"/>
          <a:sy n="152" d="100"/>
        </p:scale>
        <p:origin x="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2D31-84EF-C9D9-39D8-6113AA151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D7019-4BEE-64A2-F85E-B2D5C2759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4D942-2A0E-39B0-4A91-65C7DEA8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EF2D1-9C85-7A3F-9112-DED378AD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84E04-AFF9-B4B1-BD57-19CF3410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C533-2D20-B923-E925-E2EF52AD7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1046A-1998-DEE0-E4C3-E70B809C5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04755-920A-69A9-484B-FAD47EF6B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87FDC-7FF5-9E70-8EFE-794F6446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95531-7B8A-9413-3E16-4BB3FFFB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1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DC17-2B89-1749-167C-A8F0DE10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F256A-A09F-12F1-D75E-81C1D72D1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82996-3C22-48A1-3D0D-6706AB97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FF87B-92C3-1BA7-9CF1-A1954F8C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1FB4B-F9B5-544B-6F7F-7C0EE6F96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0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D932-9B1A-6A2B-849A-2F2B6A1A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9E7EF-9F2F-FE26-F428-D8FD9FEAE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BDC56-EF99-214A-05D2-FDF388756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617E5-5F29-BFA0-91A6-305186787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54626-2EB4-1456-04BA-E50F9B9B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1C6DB-86F6-1B24-9192-18940D48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42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40B7-62EA-7524-9ABD-BFB18DEE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8EF3B-6C1F-7E79-CE29-0AA7537FF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6F273-FC77-7FA2-B777-6E8978F73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E2EC30-1D9F-9F33-AF49-88125BA5E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F7781-EDF7-D17C-FF6F-DF41FBD8C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63475-5D71-3822-D5D4-2027AFA9C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D5CC22-4222-52B0-194C-BE890FEFA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98E9F-D989-599A-3819-50F79C54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60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8CF32-C655-E272-CF20-28158335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F312D-6911-FF9B-8CFB-87E0AAB47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1D0AE-5F32-0513-29AB-B62DD2243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0834B4-82C8-7CDD-F0E7-2526F66A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10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1745C-E822-8D3D-4BBB-82B7FC65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14C51-B544-AD53-914E-A4625DC1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B9F24-06C4-0B39-61D9-31C1D22C7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1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C5DF-467E-1D8F-0EFF-1D02DF01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A2752-0227-9222-AE4B-34A922E40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D4100-BF06-7A9C-BDD0-768B99E17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B01F5-9352-FB20-00F4-D9F573BC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B330C-FE41-26AC-660B-28F39E0E6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B5484-07F1-9E1B-6035-D6AAA2A9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1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A81D4-E463-5105-C40E-7D8E3FB20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B7277-948F-547D-C3B6-632B460B2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38CAF-A299-0CD6-2283-10C947784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611BA-803B-48C5-FC6A-B2D94136D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A928E-FC5D-5CED-6B2D-A66531C38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A52C3-0DE9-D494-36C2-00518471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5FD4-8E98-8352-81EC-1046C204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7B07B-9A62-AB4C-4A48-3EF825BDC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F9579-270E-697C-1DF8-59D1FDB2B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3FD44-089F-3E8E-E280-7CBE1416F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DA912-B3DA-07DA-D117-95290912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BD8BE-F2FA-E2F9-B724-295DF1205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8478-B820-6AD2-7B16-4C8620E80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E1B4E-F72F-8405-5205-F5994E32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D46FE-5AA0-6407-6FE8-9AFF6D18F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DB294-2437-DB72-2097-DBB8B8A64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2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BE4664-76FE-3515-2F81-79C68DCB6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9D2C8-9D11-5B2F-A83C-B5E5F11E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131F0-BAA2-AE73-39E6-7C5DCE229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7B1FA-2E38-6844-986E-86532B1622B8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03A88-AD9E-27D2-3262-D2065E58F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E285-C208-C713-890F-F4D07E055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9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esign-system.usbank.com/2a57a3c5c/p/85b7e3-all-component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FAA6A-AE8F-30AB-AD00-B890AC22D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953" y="152400"/>
            <a:ext cx="10972800" cy="76432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rgbClr val="0070C0"/>
                </a:solidFill>
              </a:rPr>
              <a:t>App Builder – Businesspeople can build apps</a:t>
            </a:r>
            <a:br>
              <a:rPr lang="en-US" sz="2400" dirty="0"/>
            </a:br>
            <a:r>
              <a:rPr lang="en-US" sz="2400" dirty="0">
                <a:solidFill>
                  <a:srgbClr val="00B0F0"/>
                </a:solidFill>
              </a:rPr>
              <a:t>In React and Java with UI Editor, API catalog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944B1-61BA-F4BB-F0F0-969B1D0CF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002" y="1009862"/>
            <a:ext cx="10972800" cy="583120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3000" dirty="0"/>
              <a:t>Goal: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500" dirty="0"/>
              <a:t>Low Code/No code tool to build apps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Any team can build apps through this tool.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Businesspeople trained with JSON can build apps themselves.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Can build Apps integrated with other technologies like headless BAW apps, ODM etc.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Auto deployment and integrated with CI/CD pipeline.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500" dirty="0"/>
              <a:t>Increase Developer Productivity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Development time will be reduced by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70% for UI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25% for Java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90% for deployments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60% overall</a:t>
            </a:r>
          </a:p>
          <a:p>
            <a:pPr algn="l"/>
            <a:r>
              <a:rPr lang="en-US" sz="1600" dirty="0"/>
              <a:t>Current Features: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Build/ Edit screens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Define Business Object(s) and data bindings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Define user control Events (like button click) that can call APIs (Java services)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26 Out of 55 Shield Components are imported. See more details on shield components </a:t>
            </a:r>
            <a:r>
              <a:rPr lang="en-US" sz="1600" dirty="0">
                <a:hlinkClick r:id="rId2"/>
              </a:rPr>
              <a:t>here</a:t>
            </a:r>
            <a:r>
              <a:rPr lang="en-US" sz="1600" dirty="0"/>
              <a:t>.</a:t>
            </a:r>
          </a:p>
          <a:p>
            <a:pPr algn="l"/>
            <a:r>
              <a:rPr lang="en-US" sz="1600" dirty="0"/>
              <a:t>Demo: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How it works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5635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C7DA6-A90F-17F7-C1F0-AFFED39FA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D7B4-0422-31D6-2A7F-BD61ACE8F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953" y="152400"/>
            <a:ext cx="10972800" cy="76432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rgbClr val="0070C0"/>
                </a:solidFill>
              </a:rPr>
              <a:t>App Builder – Businesspeople can build apps</a:t>
            </a:r>
            <a:br>
              <a:rPr lang="en-US" sz="2400" dirty="0"/>
            </a:br>
            <a:r>
              <a:rPr lang="en-US" sz="2400" dirty="0">
                <a:solidFill>
                  <a:srgbClr val="00B0F0"/>
                </a:solidFill>
              </a:rPr>
              <a:t>In React and Java with UI Editor, API catalog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F21CB-32D7-1F07-B82B-DA27A9054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821" y="1009862"/>
            <a:ext cx="10972800" cy="5831208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dirty="0"/>
              <a:t>Next Releases:</a:t>
            </a:r>
          </a:p>
          <a:p>
            <a:pPr lvl="1" algn="l"/>
            <a:r>
              <a:rPr lang="en-US" b="1" dirty="0"/>
              <a:t>Release 1.2: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Import all 55 Shield components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Automate application creation.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Allow import of external components on the fly</a:t>
            </a:r>
          </a:p>
          <a:p>
            <a:pPr lvl="1" algn="l"/>
            <a:r>
              <a:rPr lang="en-US" b="1" dirty="0"/>
              <a:t>Release 1.3: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Create service framework for custom logic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Allow importing of Java service (Jar file) on the fly</a:t>
            </a:r>
          </a:p>
          <a:p>
            <a:pPr lvl="1" algn="l"/>
            <a:r>
              <a:rPr lang="en-US" b="1" dirty="0"/>
              <a:t>Release 1.3: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Improve GUI to edit JSON for screen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Complete API catalog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JSON generation through GIT copilot</a:t>
            </a:r>
          </a:p>
          <a:p>
            <a:pPr lvl="1" algn="l"/>
            <a:r>
              <a:rPr lang="en-US" b="1" dirty="0"/>
              <a:t>Release 1.4: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Auto-Deployment integrated with CI/CD pipeline</a:t>
            </a:r>
          </a:p>
          <a:p>
            <a:pPr lvl="1" algn="l"/>
            <a:r>
              <a:rPr lang="en-US" b="1" dirty="0"/>
              <a:t>Release 1.5: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React code edit with GIT copilot to build component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Java code edit with GIT copilot to build component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l"/>
            <a:endParaRPr lang="en-US" sz="18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 algn="l"/>
            <a:endParaRPr lang="en-US" sz="1400" dirty="0"/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29055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A2A915D4CF63488A7C48AFCEBF7DC4" ma:contentTypeVersion="13" ma:contentTypeDescription="Create a new document." ma:contentTypeScope="" ma:versionID="26ae8bb1c8fcb53c68fcb736a0d675cb">
  <xsd:schema xmlns:xsd="http://www.w3.org/2001/XMLSchema" xmlns:xs="http://www.w3.org/2001/XMLSchema" xmlns:p="http://schemas.microsoft.com/office/2006/metadata/properties" xmlns:ns2="d285ed4f-ac3c-467f-95ca-92dc2c3819fc" xmlns:ns3="07123be4-a584-401c-9192-f0d6e1feb327" targetNamespace="http://schemas.microsoft.com/office/2006/metadata/properties" ma:root="true" ma:fieldsID="c6a9c85f2ffa45dcdd6064da49061a38" ns2:_="" ns3:_="">
    <xsd:import namespace="d285ed4f-ac3c-467f-95ca-92dc2c3819fc"/>
    <xsd:import namespace="07123be4-a584-401c-9192-f0d6e1feb3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85ed4f-ac3c-467f-95ca-92dc2c3819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123be4-a584-401c-9192-f0d6e1feb32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501AFD9-51EB-4AD7-9659-2EC3692D5E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47A33D-2852-4CC8-9573-D9527FF517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85ed4f-ac3c-467f-95ca-92dc2c3819fc"/>
    <ds:schemaRef ds:uri="07123be4-a584-401c-9192-f0d6e1feb3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73E0F2-A793-4347-AE14-BABB29FC860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262</Words>
  <Application>Microsoft Macintosh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App Builder – Businesspeople can build apps In React and Java with UI Editor, API catalog</vt:lpstr>
      <vt:lpstr>App Builder – Businesspeople can build apps In React and Java with UI Editor, API catalog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Sultan, Awais</dc:creator>
  <cp:lastModifiedBy>Sultan, Awais</cp:lastModifiedBy>
  <cp:revision>7</cp:revision>
  <dcterms:created xsi:type="dcterms:W3CDTF">2024-10-17T17:13:07Z</dcterms:created>
  <dcterms:modified xsi:type="dcterms:W3CDTF">2024-11-25T07:46:34Z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20df1db-9955-4087-a541-42c2f5a9332e_Enabled">
    <vt:lpwstr>true</vt:lpwstr>
  </property>
  <property fmtid="{D5CDD505-2E9C-101B-9397-08002B2CF9AE}" pid="3" name="MSIP_Label_320df1db-9955-4087-a541-42c2f5a9332e_SetDate">
    <vt:lpwstr>2024-10-17T17:45:00Z</vt:lpwstr>
  </property>
  <property fmtid="{D5CDD505-2E9C-101B-9397-08002B2CF9AE}" pid="4" name="MSIP_Label_320df1db-9955-4087-a541-42c2f5a9332e_Method">
    <vt:lpwstr>Standard</vt:lpwstr>
  </property>
  <property fmtid="{D5CDD505-2E9C-101B-9397-08002B2CF9AE}" pid="5" name="MSIP_Label_320df1db-9955-4087-a541-42c2f5a9332e_Name">
    <vt:lpwstr>Confidential Information</vt:lpwstr>
  </property>
  <property fmtid="{D5CDD505-2E9C-101B-9397-08002B2CF9AE}" pid="6" name="MSIP_Label_320df1db-9955-4087-a541-42c2f5a9332e_SiteId">
    <vt:lpwstr>eef95730-77bf-4663-a55d-1ddff9335b5b</vt:lpwstr>
  </property>
  <property fmtid="{D5CDD505-2E9C-101B-9397-08002B2CF9AE}" pid="7" name="MSIP_Label_320df1db-9955-4087-a541-42c2f5a9332e_ActionId">
    <vt:lpwstr>263b7971-c77c-436a-93f1-9e33d2e7b306</vt:lpwstr>
  </property>
  <property fmtid="{D5CDD505-2E9C-101B-9397-08002B2CF9AE}" pid="8" name="MSIP_Label_320df1db-9955-4087-a541-42c2f5a9332e_ContentBits">
    <vt:lpwstr>0</vt:lpwstr>
  </property>
  <property fmtid="{D5CDD505-2E9C-101B-9397-08002B2CF9AE}" pid="9" name="ContentTypeId">
    <vt:lpwstr>0x0101005AA2A915D4CF63488A7C48AFCEBF7DC4</vt:lpwstr>
  </property>
</Properties>
</file>