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769127-9338-4F1F-BB00-5BCF18AE3E22}" v="12" dt="2020-12-17T17:35:24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reto, Antonio" userId="cfa8e448-46b9-498a-a270-122be6dbf356" providerId="ADAL" clId="{CA769127-9338-4F1F-BB00-5BCF18AE3E22}"/>
    <pc:docChg chg="custSel modSld">
      <pc:chgData name="Barreto, Antonio" userId="cfa8e448-46b9-498a-a270-122be6dbf356" providerId="ADAL" clId="{CA769127-9338-4F1F-BB00-5BCF18AE3E22}" dt="2020-12-17T17:38:55.377" v="128" actId="14100"/>
      <pc:docMkLst>
        <pc:docMk/>
      </pc:docMkLst>
      <pc:sldChg chg="addSp delSp modSp">
        <pc:chgData name="Barreto, Antonio" userId="cfa8e448-46b9-498a-a270-122be6dbf356" providerId="ADAL" clId="{CA769127-9338-4F1F-BB00-5BCF18AE3E22}" dt="2020-12-17T17:38:55.377" v="128" actId="14100"/>
        <pc:sldMkLst>
          <pc:docMk/>
          <pc:sldMk cId="51323139" sldId="256"/>
        </pc:sldMkLst>
        <pc:spChg chg="mod">
          <ac:chgData name="Barreto, Antonio" userId="cfa8e448-46b9-498a-a270-122be6dbf356" providerId="ADAL" clId="{CA769127-9338-4F1F-BB00-5BCF18AE3E22}" dt="2020-12-17T17:31:24.098" v="51" actId="14100"/>
          <ac:spMkLst>
            <pc:docMk/>
            <pc:sldMk cId="51323139" sldId="256"/>
            <ac:spMk id="5" creationId="{D54FE952-1905-49E1-926C-A5C4045E4A66}"/>
          </ac:spMkLst>
        </pc:spChg>
        <pc:spChg chg="mod">
          <ac:chgData name="Barreto, Antonio" userId="cfa8e448-46b9-498a-a270-122be6dbf356" providerId="ADAL" clId="{CA769127-9338-4F1F-BB00-5BCF18AE3E22}" dt="2020-12-17T17:31:30.072" v="54" actId="1076"/>
          <ac:spMkLst>
            <pc:docMk/>
            <pc:sldMk cId="51323139" sldId="256"/>
            <ac:spMk id="35" creationId="{2B34F7E4-8725-42B0-A758-CE812C0B745C}"/>
          </ac:spMkLst>
        </pc:spChg>
        <pc:spChg chg="mod">
          <ac:chgData name="Barreto, Antonio" userId="cfa8e448-46b9-498a-a270-122be6dbf356" providerId="ADAL" clId="{CA769127-9338-4F1F-BB00-5BCF18AE3E22}" dt="2020-12-17T17:36:27.823" v="127" actId="20577"/>
          <ac:spMkLst>
            <pc:docMk/>
            <pc:sldMk cId="51323139" sldId="256"/>
            <ac:spMk id="37" creationId="{AB1CCAE1-39F7-4D7C-9F1D-99E4614E8926}"/>
          </ac:spMkLst>
        </pc:spChg>
        <pc:spChg chg="mod">
          <ac:chgData name="Barreto, Antonio" userId="cfa8e448-46b9-498a-a270-122be6dbf356" providerId="ADAL" clId="{CA769127-9338-4F1F-BB00-5BCF18AE3E22}" dt="2020-12-17T17:36:20.530" v="116" actId="20577"/>
          <ac:spMkLst>
            <pc:docMk/>
            <pc:sldMk cId="51323139" sldId="256"/>
            <ac:spMk id="65" creationId="{7A72CB6D-BB60-4349-87D9-7DDE3CF25299}"/>
          </ac:spMkLst>
        </pc:spChg>
        <pc:spChg chg="mod">
          <ac:chgData name="Barreto, Antonio" userId="cfa8e448-46b9-498a-a270-122be6dbf356" providerId="ADAL" clId="{CA769127-9338-4F1F-BB00-5BCF18AE3E22}" dt="2020-12-17T17:12:01.873" v="20" actId="1036"/>
          <ac:spMkLst>
            <pc:docMk/>
            <pc:sldMk cId="51323139" sldId="256"/>
            <ac:spMk id="66" creationId="{57967C39-CC6F-45C0-981C-746B724DCF33}"/>
          </ac:spMkLst>
        </pc:spChg>
        <pc:spChg chg="mod">
          <ac:chgData name="Barreto, Antonio" userId="cfa8e448-46b9-498a-a270-122be6dbf356" providerId="ADAL" clId="{CA769127-9338-4F1F-BB00-5BCF18AE3E22}" dt="2020-12-17T17:18:33.867" v="25" actId="1076"/>
          <ac:spMkLst>
            <pc:docMk/>
            <pc:sldMk cId="51323139" sldId="256"/>
            <ac:spMk id="111" creationId="{96442161-C0F7-49AB-8C71-9C2B4A98A6CC}"/>
          </ac:spMkLst>
        </pc:spChg>
        <pc:spChg chg="mod">
          <ac:chgData name="Barreto, Antonio" userId="cfa8e448-46b9-498a-a270-122be6dbf356" providerId="ADAL" clId="{CA769127-9338-4F1F-BB00-5BCF18AE3E22}" dt="2020-12-17T17:27:30.773" v="50" actId="1076"/>
          <ac:spMkLst>
            <pc:docMk/>
            <pc:sldMk cId="51323139" sldId="256"/>
            <ac:spMk id="123" creationId="{6F7132D4-1C05-43DC-9375-43DBFD8DE49F}"/>
          </ac:spMkLst>
        </pc:spChg>
        <pc:spChg chg="mod">
          <ac:chgData name="Barreto, Antonio" userId="cfa8e448-46b9-498a-a270-122be6dbf356" providerId="ADAL" clId="{CA769127-9338-4F1F-BB00-5BCF18AE3E22}" dt="2020-12-17T17:38:55.377" v="128" actId="14100"/>
          <ac:spMkLst>
            <pc:docMk/>
            <pc:sldMk cId="51323139" sldId="256"/>
            <ac:spMk id="124" creationId="{1D4751F1-2600-4F4D-89B0-23D50A8BCF34}"/>
          </ac:spMkLst>
        </pc:spChg>
        <pc:spChg chg="mod">
          <ac:chgData name="Barreto, Antonio" userId="cfa8e448-46b9-498a-a270-122be6dbf356" providerId="ADAL" clId="{CA769127-9338-4F1F-BB00-5BCF18AE3E22}" dt="2020-12-17T17:33:59.613" v="87" actId="1076"/>
          <ac:spMkLst>
            <pc:docMk/>
            <pc:sldMk cId="51323139" sldId="256"/>
            <ac:spMk id="125" creationId="{5D3B4DB7-2015-46A5-AB86-86868A52E2D4}"/>
          </ac:spMkLst>
        </pc:spChg>
        <pc:spChg chg="add mod">
          <ac:chgData name="Barreto, Antonio" userId="cfa8e448-46b9-498a-a270-122be6dbf356" providerId="ADAL" clId="{CA769127-9338-4F1F-BB00-5BCF18AE3E22}" dt="2020-12-17T17:34:59.134" v="100" actId="14100"/>
          <ac:spMkLst>
            <pc:docMk/>
            <pc:sldMk cId="51323139" sldId="256"/>
            <ac:spMk id="135" creationId="{970D8199-EF74-4F85-9675-1E8DE560F0CB}"/>
          </ac:spMkLst>
        </pc:spChg>
        <pc:spChg chg="add mod">
          <ac:chgData name="Barreto, Antonio" userId="cfa8e448-46b9-498a-a270-122be6dbf356" providerId="ADAL" clId="{CA769127-9338-4F1F-BB00-5BCF18AE3E22}" dt="2020-12-17T17:31:36.678" v="70" actId="14100"/>
          <ac:spMkLst>
            <pc:docMk/>
            <pc:sldMk cId="51323139" sldId="256"/>
            <ac:spMk id="136" creationId="{A35751FE-8ED9-43EB-AAD9-0A36997EC151}"/>
          </ac:spMkLst>
        </pc:spChg>
        <pc:spChg chg="add mod">
          <ac:chgData name="Barreto, Antonio" userId="cfa8e448-46b9-498a-a270-122be6dbf356" providerId="ADAL" clId="{CA769127-9338-4F1F-BB00-5BCF18AE3E22}" dt="2020-12-17T17:34:07.405" v="89" actId="1076"/>
          <ac:spMkLst>
            <pc:docMk/>
            <pc:sldMk cId="51323139" sldId="256"/>
            <ac:spMk id="139" creationId="{C8359764-2413-448A-AD2D-853E985CD208}"/>
          </ac:spMkLst>
        </pc:spChg>
        <pc:grpChg chg="mod">
          <ac:chgData name="Barreto, Antonio" userId="cfa8e448-46b9-498a-a270-122be6dbf356" providerId="ADAL" clId="{CA769127-9338-4F1F-BB00-5BCF18AE3E22}" dt="2020-12-17T17:12:07.749" v="21" actId="14100"/>
          <ac:grpSpMkLst>
            <pc:docMk/>
            <pc:sldMk cId="51323139" sldId="256"/>
            <ac:grpSpMk id="116" creationId="{5CEBC021-5FE8-413A-B471-FD53F8863E6D}"/>
          </ac:grpSpMkLst>
        </pc:grpChg>
        <pc:grpChg chg="add mod">
          <ac:chgData name="Barreto, Antonio" userId="cfa8e448-46b9-498a-a270-122be6dbf356" providerId="ADAL" clId="{CA769127-9338-4F1F-BB00-5BCF18AE3E22}" dt="2020-12-17T17:34:37.800" v="97" actId="14100"/>
          <ac:grpSpMkLst>
            <pc:docMk/>
            <pc:sldMk cId="51323139" sldId="256"/>
            <ac:grpSpMk id="161" creationId="{8E211C95-DAD3-42AB-9A20-4DBABE4AE674}"/>
          </ac:grpSpMkLst>
        </pc:grpChg>
        <pc:grpChg chg="add mod">
          <ac:chgData name="Barreto, Antonio" userId="cfa8e448-46b9-498a-a270-122be6dbf356" providerId="ADAL" clId="{CA769127-9338-4F1F-BB00-5BCF18AE3E22}" dt="2020-12-17T17:35:16.419" v="101" actId="164"/>
          <ac:grpSpMkLst>
            <pc:docMk/>
            <pc:sldMk cId="51323139" sldId="256"/>
            <ac:grpSpMk id="164" creationId="{9F499D53-C798-4D10-B049-26BED3066704}"/>
          </ac:grpSpMkLst>
        </pc:grpChg>
        <pc:grpChg chg="add mod">
          <ac:chgData name="Barreto, Antonio" userId="cfa8e448-46b9-498a-a270-122be6dbf356" providerId="ADAL" clId="{CA769127-9338-4F1F-BB00-5BCF18AE3E22}" dt="2020-12-17T17:35:23" v="104" actId="14100"/>
          <ac:grpSpMkLst>
            <pc:docMk/>
            <pc:sldMk cId="51323139" sldId="256"/>
            <ac:grpSpMk id="165" creationId="{B575BE3A-FF47-402D-A221-F8C835742DDE}"/>
          </ac:grpSpMkLst>
        </pc:grpChg>
        <pc:grpChg chg="add mod">
          <ac:chgData name="Barreto, Antonio" userId="cfa8e448-46b9-498a-a270-122be6dbf356" providerId="ADAL" clId="{CA769127-9338-4F1F-BB00-5BCF18AE3E22}" dt="2020-12-17T17:35:34.344" v="108" actId="14100"/>
          <ac:grpSpMkLst>
            <pc:docMk/>
            <pc:sldMk cId="51323139" sldId="256"/>
            <ac:grpSpMk id="172" creationId="{15EF66B2-753D-494E-A5A1-20CE869E8096}"/>
          </ac:grpSpMkLst>
        </pc:grpChg>
        <pc:cxnChg chg="mod">
          <ac:chgData name="Barreto, Antonio" userId="cfa8e448-46b9-498a-a270-122be6dbf356" providerId="ADAL" clId="{CA769127-9338-4F1F-BB00-5BCF18AE3E22}" dt="2020-12-17T17:35:16.419" v="101" actId="164"/>
          <ac:cxnSpMkLst>
            <pc:docMk/>
            <pc:sldMk cId="51323139" sldId="256"/>
            <ac:cxnSpMk id="47" creationId="{D85C19E7-60E2-4A3D-A04F-667B52945CDD}"/>
          </ac:cxnSpMkLst>
        </pc:cxnChg>
        <pc:cxnChg chg="mod">
          <ac:chgData name="Barreto, Antonio" userId="cfa8e448-46b9-498a-a270-122be6dbf356" providerId="ADAL" clId="{CA769127-9338-4F1F-BB00-5BCF18AE3E22}" dt="2020-12-17T17:35:16.419" v="101" actId="164"/>
          <ac:cxnSpMkLst>
            <pc:docMk/>
            <pc:sldMk cId="51323139" sldId="256"/>
            <ac:cxnSpMk id="48" creationId="{4A873BD5-28D7-46D8-A257-E75C2569249B}"/>
          </ac:cxnSpMkLst>
        </pc:cxnChg>
        <pc:cxnChg chg="mod">
          <ac:chgData name="Barreto, Antonio" userId="cfa8e448-46b9-498a-a270-122be6dbf356" providerId="ADAL" clId="{CA769127-9338-4F1F-BB00-5BCF18AE3E22}" dt="2020-12-17T17:35:16.419" v="101" actId="164"/>
          <ac:cxnSpMkLst>
            <pc:docMk/>
            <pc:sldMk cId="51323139" sldId="256"/>
            <ac:cxnSpMk id="49" creationId="{8DBFA957-CD82-4ED1-9598-9C4383CD38D7}"/>
          </ac:cxnSpMkLst>
        </pc:cxnChg>
        <pc:cxnChg chg="mod">
          <ac:chgData name="Barreto, Antonio" userId="cfa8e448-46b9-498a-a270-122be6dbf356" providerId="ADAL" clId="{CA769127-9338-4F1F-BB00-5BCF18AE3E22}" dt="2020-12-17T17:35:16.419" v="101" actId="164"/>
          <ac:cxnSpMkLst>
            <pc:docMk/>
            <pc:sldMk cId="51323139" sldId="256"/>
            <ac:cxnSpMk id="50" creationId="{F8D7C1CF-F35A-4FA8-96C0-F0AFB2B9F563}"/>
          </ac:cxnSpMkLst>
        </pc:cxnChg>
        <pc:cxnChg chg="mod">
          <ac:chgData name="Barreto, Antonio" userId="cfa8e448-46b9-498a-a270-122be6dbf356" providerId="ADAL" clId="{CA769127-9338-4F1F-BB00-5BCF18AE3E22}" dt="2020-12-17T17:35:16.419" v="101" actId="164"/>
          <ac:cxnSpMkLst>
            <pc:docMk/>
            <pc:sldMk cId="51323139" sldId="256"/>
            <ac:cxnSpMk id="51" creationId="{1C483E1D-140A-4C64-9913-8CC41C30919F}"/>
          </ac:cxnSpMkLst>
        </pc:cxnChg>
        <pc:cxnChg chg="mod">
          <ac:chgData name="Barreto, Antonio" userId="cfa8e448-46b9-498a-a270-122be6dbf356" providerId="ADAL" clId="{CA769127-9338-4F1F-BB00-5BCF18AE3E22}" dt="2020-12-17T17:35:16.419" v="101" actId="164"/>
          <ac:cxnSpMkLst>
            <pc:docMk/>
            <pc:sldMk cId="51323139" sldId="256"/>
            <ac:cxnSpMk id="52" creationId="{55F4A437-1333-457A-BA9D-4F0FD225B499}"/>
          </ac:cxnSpMkLst>
        </pc:cxnChg>
        <pc:cxnChg chg="mod">
          <ac:chgData name="Barreto, Antonio" userId="cfa8e448-46b9-498a-a270-122be6dbf356" providerId="ADAL" clId="{CA769127-9338-4F1F-BB00-5BCF18AE3E22}" dt="2020-12-17T17:12:37.380" v="24" actId="14100"/>
          <ac:cxnSpMkLst>
            <pc:docMk/>
            <pc:sldMk cId="51323139" sldId="256"/>
            <ac:cxnSpMk id="73" creationId="{9F01B591-E4F4-4B8C-AA12-F4737D13977C}"/>
          </ac:cxnSpMkLst>
        </pc:cxnChg>
        <pc:cxnChg chg="mod">
          <ac:chgData name="Barreto, Antonio" userId="cfa8e448-46b9-498a-a270-122be6dbf356" providerId="ADAL" clId="{CA769127-9338-4F1F-BB00-5BCF18AE3E22}" dt="2020-12-17T17:12:37.380" v="24" actId="14100"/>
          <ac:cxnSpMkLst>
            <pc:docMk/>
            <pc:sldMk cId="51323139" sldId="256"/>
            <ac:cxnSpMk id="74" creationId="{92147106-ABC3-466E-AABB-C4B68BF210F2}"/>
          </ac:cxnSpMkLst>
        </pc:cxnChg>
        <pc:cxnChg chg="mod">
          <ac:chgData name="Barreto, Antonio" userId="cfa8e448-46b9-498a-a270-122be6dbf356" providerId="ADAL" clId="{CA769127-9338-4F1F-BB00-5BCF18AE3E22}" dt="2020-12-17T17:12:37.380" v="24" actId="14100"/>
          <ac:cxnSpMkLst>
            <pc:docMk/>
            <pc:sldMk cId="51323139" sldId="256"/>
            <ac:cxnSpMk id="75" creationId="{40D9ECA9-9373-4C37-9026-3B82070A1400}"/>
          </ac:cxnSpMkLst>
        </pc:cxnChg>
        <pc:cxnChg chg="add mod">
          <ac:chgData name="Barreto, Antonio" userId="cfa8e448-46b9-498a-a270-122be6dbf356" providerId="ADAL" clId="{CA769127-9338-4F1F-BB00-5BCF18AE3E22}" dt="2020-12-17T17:31:43.345" v="72" actId="1076"/>
          <ac:cxnSpMkLst>
            <pc:docMk/>
            <pc:sldMk cId="51323139" sldId="256"/>
            <ac:cxnSpMk id="137" creationId="{9CAD3504-A741-4701-B7F7-DBB43D83317A}"/>
          </ac:cxnSpMkLst>
        </pc:cxnChg>
        <pc:cxnChg chg="add mod">
          <ac:chgData name="Barreto, Antonio" userId="cfa8e448-46b9-498a-a270-122be6dbf356" providerId="ADAL" clId="{CA769127-9338-4F1F-BB00-5BCF18AE3E22}" dt="2020-12-17T17:31:43.345" v="72" actId="1076"/>
          <ac:cxnSpMkLst>
            <pc:docMk/>
            <pc:sldMk cId="51323139" sldId="256"/>
            <ac:cxnSpMk id="138" creationId="{54D7A3A8-A770-4605-8693-E0E900731EB5}"/>
          </ac:cxnSpMkLst>
        </pc:cxnChg>
        <pc:cxnChg chg="add del mod">
          <ac:chgData name="Barreto, Antonio" userId="cfa8e448-46b9-498a-a270-122be6dbf356" providerId="ADAL" clId="{CA769127-9338-4F1F-BB00-5BCF18AE3E22}" dt="2020-12-17T17:34:10.913" v="90" actId="478"/>
          <ac:cxnSpMkLst>
            <pc:docMk/>
            <pc:sldMk cId="51323139" sldId="256"/>
            <ac:cxnSpMk id="140" creationId="{83CD791B-1B60-4787-BDF1-41F29CB714CF}"/>
          </ac:cxnSpMkLst>
        </pc:cxnChg>
        <pc:cxnChg chg="add del mod">
          <ac:chgData name="Barreto, Antonio" userId="cfa8e448-46b9-498a-a270-122be6dbf356" providerId="ADAL" clId="{CA769127-9338-4F1F-BB00-5BCF18AE3E22}" dt="2020-12-17T17:34:11.465" v="91" actId="478"/>
          <ac:cxnSpMkLst>
            <pc:docMk/>
            <pc:sldMk cId="51323139" sldId="256"/>
            <ac:cxnSpMk id="142" creationId="{B576AFE5-F299-45A7-A4E9-6190F9F449B8}"/>
          </ac:cxnSpMkLst>
        </pc:cxnChg>
        <pc:cxnChg chg="add mod">
          <ac:chgData name="Barreto, Antonio" userId="cfa8e448-46b9-498a-a270-122be6dbf356" providerId="ADAL" clId="{CA769127-9338-4F1F-BB00-5BCF18AE3E22}" dt="2020-12-17T17:34:29.962" v="95" actId="164"/>
          <ac:cxnSpMkLst>
            <pc:docMk/>
            <pc:sldMk cId="51323139" sldId="256"/>
            <ac:cxnSpMk id="150" creationId="{66F9C321-2A95-40CE-B4B8-24313C33E579}"/>
          </ac:cxnSpMkLst>
        </pc:cxnChg>
        <pc:cxnChg chg="add mod">
          <ac:chgData name="Barreto, Antonio" userId="cfa8e448-46b9-498a-a270-122be6dbf356" providerId="ADAL" clId="{CA769127-9338-4F1F-BB00-5BCF18AE3E22}" dt="2020-12-17T17:34:29.962" v="95" actId="164"/>
          <ac:cxnSpMkLst>
            <pc:docMk/>
            <pc:sldMk cId="51323139" sldId="256"/>
            <ac:cxnSpMk id="151" creationId="{666095C9-5CE6-4B64-96C0-B296A456514F}"/>
          </ac:cxnSpMkLst>
        </pc:cxnChg>
        <pc:cxnChg chg="add mod">
          <ac:chgData name="Barreto, Antonio" userId="cfa8e448-46b9-498a-a270-122be6dbf356" providerId="ADAL" clId="{CA769127-9338-4F1F-BB00-5BCF18AE3E22}" dt="2020-12-17T17:34:29.962" v="95" actId="164"/>
          <ac:cxnSpMkLst>
            <pc:docMk/>
            <pc:sldMk cId="51323139" sldId="256"/>
            <ac:cxnSpMk id="152" creationId="{B708E5DF-B479-481F-8A4F-251709B892BA}"/>
          </ac:cxnSpMkLst>
        </pc:cxnChg>
        <pc:cxnChg chg="add mod">
          <ac:chgData name="Barreto, Antonio" userId="cfa8e448-46b9-498a-a270-122be6dbf356" providerId="ADAL" clId="{CA769127-9338-4F1F-BB00-5BCF18AE3E22}" dt="2020-12-17T17:34:29.962" v="95" actId="164"/>
          <ac:cxnSpMkLst>
            <pc:docMk/>
            <pc:sldMk cId="51323139" sldId="256"/>
            <ac:cxnSpMk id="153" creationId="{1AC61F23-779B-4808-88A7-E902E65B3516}"/>
          </ac:cxnSpMkLst>
        </pc:cxnChg>
        <pc:cxnChg chg="add mod">
          <ac:chgData name="Barreto, Antonio" userId="cfa8e448-46b9-498a-a270-122be6dbf356" providerId="ADAL" clId="{CA769127-9338-4F1F-BB00-5BCF18AE3E22}" dt="2020-12-17T17:34:29.962" v="95" actId="164"/>
          <ac:cxnSpMkLst>
            <pc:docMk/>
            <pc:sldMk cId="51323139" sldId="256"/>
            <ac:cxnSpMk id="154" creationId="{AB3255CD-71FF-42FB-A215-2CAAC767E4DA}"/>
          </ac:cxnSpMkLst>
        </pc:cxnChg>
        <pc:cxnChg chg="add mod">
          <ac:chgData name="Barreto, Antonio" userId="cfa8e448-46b9-498a-a270-122be6dbf356" providerId="ADAL" clId="{CA769127-9338-4F1F-BB00-5BCF18AE3E22}" dt="2020-12-17T17:34:29.962" v="95" actId="164"/>
          <ac:cxnSpMkLst>
            <pc:docMk/>
            <pc:sldMk cId="51323139" sldId="256"/>
            <ac:cxnSpMk id="155" creationId="{1DCD0BD7-CEAA-47F8-B666-45EEB69639DC}"/>
          </ac:cxnSpMkLst>
        </pc:cxnChg>
        <pc:cxnChg chg="add mod">
          <ac:chgData name="Barreto, Antonio" userId="cfa8e448-46b9-498a-a270-122be6dbf356" providerId="ADAL" clId="{CA769127-9338-4F1F-BB00-5BCF18AE3E22}" dt="2020-12-17T17:34:29.962" v="95" actId="164"/>
          <ac:cxnSpMkLst>
            <pc:docMk/>
            <pc:sldMk cId="51323139" sldId="256"/>
            <ac:cxnSpMk id="156" creationId="{574DFF0E-26FE-42A0-949A-14443A6BF937}"/>
          </ac:cxnSpMkLst>
        </pc:cxnChg>
        <pc:cxnChg chg="add mod">
          <ac:chgData name="Barreto, Antonio" userId="cfa8e448-46b9-498a-a270-122be6dbf356" providerId="ADAL" clId="{CA769127-9338-4F1F-BB00-5BCF18AE3E22}" dt="2020-12-17T17:34:29.962" v="95" actId="164"/>
          <ac:cxnSpMkLst>
            <pc:docMk/>
            <pc:sldMk cId="51323139" sldId="256"/>
            <ac:cxnSpMk id="157" creationId="{9EF4EEFB-8122-4950-8A5E-E085235C3F02}"/>
          </ac:cxnSpMkLst>
        </pc:cxnChg>
        <pc:cxnChg chg="add mod">
          <ac:chgData name="Barreto, Antonio" userId="cfa8e448-46b9-498a-a270-122be6dbf356" providerId="ADAL" clId="{CA769127-9338-4F1F-BB00-5BCF18AE3E22}" dt="2020-12-17T17:34:29.962" v="95" actId="164"/>
          <ac:cxnSpMkLst>
            <pc:docMk/>
            <pc:sldMk cId="51323139" sldId="256"/>
            <ac:cxnSpMk id="158" creationId="{283D02AD-7973-4C8D-A8EE-9F6891EB107A}"/>
          </ac:cxnSpMkLst>
        </pc:cxnChg>
        <pc:cxnChg chg="add mod">
          <ac:chgData name="Barreto, Antonio" userId="cfa8e448-46b9-498a-a270-122be6dbf356" providerId="ADAL" clId="{CA769127-9338-4F1F-BB00-5BCF18AE3E22}" dt="2020-12-17T17:34:29.962" v="95" actId="164"/>
          <ac:cxnSpMkLst>
            <pc:docMk/>
            <pc:sldMk cId="51323139" sldId="256"/>
            <ac:cxnSpMk id="159" creationId="{35912D34-A1A4-432C-9E45-4D575C222D94}"/>
          </ac:cxnSpMkLst>
        </pc:cxnChg>
        <pc:cxnChg chg="add mod">
          <ac:chgData name="Barreto, Antonio" userId="cfa8e448-46b9-498a-a270-122be6dbf356" providerId="ADAL" clId="{CA769127-9338-4F1F-BB00-5BCF18AE3E22}" dt="2020-12-17T17:34:29.962" v="95" actId="164"/>
          <ac:cxnSpMkLst>
            <pc:docMk/>
            <pc:sldMk cId="51323139" sldId="256"/>
            <ac:cxnSpMk id="160" creationId="{35634224-586C-4DBC-ADDF-4C135126A872}"/>
          </ac:cxnSpMkLst>
        </pc:cxnChg>
        <pc:cxnChg chg="add mod">
          <ac:chgData name="Barreto, Antonio" userId="cfa8e448-46b9-498a-a270-122be6dbf356" providerId="ADAL" clId="{CA769127-9338-4F1F-BB00-5BCF18AE3E22}" dt="2020-12-17T17:34:46.287" v="99" actId="1076"/>
          <ac:cxnSpMkLst>
            <pc:docMk/>
            <pc:sldMk cId="51323139" sldId="256"/>
            <ac:cxnSpMk id="162" creationId="{6998A4E7-0125-4B2B-AC25-C3FBDEA5A7F3}"/>
          </ac:cxnSpMkLst>
        </pc:cxnChg>
        <pc:cxnChg chg="add mod">
          <ac:chgData name="Barreto, Antonio" userId="cfa8e448-46b9-498a-a270-122be6dbf356" providerId="ADAL" clId="{CA769127-9338-4F1F-BB00-5BCF18AE3E22}" dt="2020-12-17T17:34:46.287" v="99" actId="1076"/>
          <ac:cxnSpMkLst>
            <pc:docMk/>
            <pc:sldMk cId="51323139" sldId="256"/>
            <ac:cxnSpMk id="163" creationId="{965B335A-1271-4371-AD1C-F6708FF6CFE8}"/>
          </ac:cxnSpMkLst>
        </pc:cxnChg>
      </pc:sldChg>
    </pc:docChg>
  </pc:docChgLst>
  <pc:docChgLst>
    <pc:chgData name="Kamalasegaran, Roshamithra" userId="S::roshamithra.kamalasegaran@usbank.com::94398190-d8ff-405d-a720-107672a62de9" providerId="AD" clId="Web-{4C99068C-3105-49EC-8258-49B3A12C2D3D}"/>
    <pc:docChg chg="mod">
      <pc:chgData name="Kamalasegaran, Roshamithra" userId="S::roshamithra.kamalasegaran@usbank.com::94398190-d8ff-405d-a720-107672a62de9" providerId="AD" clId="Web-{4C99068C-3105-49EC-8258-49B3A12C2D3D}" dt="2023-06-26T20:11:25.381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883C-EFD9-44DB-B196-1B215085A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A4475-19E1-43D2-9E5C-85DCA6AC0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7BAF8-F596-45A6-8171-C6E646F3A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B7FC-DB0F-45C6-8C4C-7CB99BC0297B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E4AA7-1546-4099-AB74-43FCD4198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BD4E-1326-4B92-8858-B65B6DA2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CB54-0491-43D7-A16C-93AEEC2DF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50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F449-F679-4694-B962-F5D2318A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E10AD-B632-41E3-ABE7-22E05E183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05785-D080-4CDF-9BEC-0D23CF283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B7FC-DB0F-45C6-8C4C-7CB99BC0297B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D42EC-3011-4FCA-B23E-34A31F13C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97209-49A8-4D10-9B5D-46BE1CF1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CB54-0491-43D7-A16C-93AEEC2DF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5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8DDA0-D51C-4CDF-A228-B5FD1925E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2C2A4-07B3-4F7C-BF85-02D8557AB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DAB6A-BFE2-47CB-A869-3F00A8E4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B7FC-DB0F-45C6-8C4C-7CB99BC0297B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36F12-787A-4969-86C3-E6BDB037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86A3F-9578-4FF6-8075-BA57C89A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CB54-0491-43D7-A16C-93AEEC2DF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74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66B06-B612-46DB-963A-BB2FF8F1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62D97-6720-4036-B2AB-093D6DABBB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E9A8D8-C04F-4F66-8AC7-6F38F63E8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B385D-15AB-4550-BB8D-B00FC06B3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B7FC-DB0F-45C6-8C4C-7CB99BC0297B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FEF34-D4C8-421C-8BCD-F250FDA4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1E2DD-2570-434F-9FBB-15B9D9FCB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CB54-0491-43D7-A16C-93AEEC2DF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03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88452-CDD7-4596-A2E6-2A67B9550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94699-87BB-4DAD-8E46-56B75C0E1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1FA9F-319B-44B7-8949-197B386FC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D83C6B-144B-4C2B-9F93-0B93981F0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6345FC-535B-4AC3-8624-D6F92A588E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E25AC6-92FD-4000-BB90-1B40694CC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B7FC-DB0F-45C6-8C4C-7CB99BC0297B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A46176-713A-4004-8DFD-91E0FADB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9FAB9-C8A4-48F7-80BC-ACE7AE1B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CB54-0491-43D7-A16C-93AEEC2DF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44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B666-9C95-400A-AD6A-8695F38D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35D93-9821-4179-985E-48BBAD5BA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B7FC-DB0F-45C6-8C4C-7CB99BC0297B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0A75B-7DC0-418A-9748-E4EFB9719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7D970-3963-4567-80FF-DEEC4C8FF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CB54-0491-43D7-A16C-93AEEC2DF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5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ABDB16-60CE-449A-82A9-C4E4E279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B7FC-DB0F-45C6-8C4C-7CB99BC0297B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99B4D1-FB66-4109-A408-4B0A03F1D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6283E-5CCC-4D73-B12E-75A1ACAE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CB54-0491-43D7-A16C-93AEEC2DF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3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1FFE1-F5E8-4155-9BDC-BB4AD3DF5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D61B0-62A2-498E-9059-0D81CBD41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00C26-368C-4E21-89AA-EFD0E256E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F4A40-0AB3-4E1A-9108-181BF63A3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B7FC-DB0F-45C6-8C4C-7CB99BC0297B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508019-76C9-4D95-B459-3559B700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1C675-4187-43FA-84CB-16CB888F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CB54-0491-43D7-A16C-93AEEC2DF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26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1990-F808-4DC5-8B3C-BAD97F717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DF8565-1F23-4E31-AC50-A8C6DD0350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ABCC1-7EC7-42EA-AFC1-12A57A136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FD6E5-97A1-4C20-AFBF-F02FB02F9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B7FC-DB0F-45C6-8C4C-7CB99BC0297B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D8267-C429-49ED-B383-C1B7D462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7190C-D210-4D4F-8666-412D7CA1C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CB54-0491-43D7-A16C-93AEEC2DF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37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3A63F-1157-4814-80F1-245D778CD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5CAE7-4367-4424-A1FD-9B5B80D45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B4D93-BB83-439F-ABFD-6E22F4FCB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B7FC-DB0F-45C6-8C4C-7CB99BC0297B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075BA-6DFE-47A6-A811-293319116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659DD-5EDF-41D8-8D15-47D38F771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CB54-0491-43D7-A16C-93AEEC2DF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38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A81EB-A835-483B-AF1C-3966C62365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1015D7-2596-43D0-B9C0-6A85428AA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C83F8-DCE5-415E-A190-9CD72DCAE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7B7FC-DB0F-45C6-8C4C-7CB99BC0297B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2CEFF-3A6B-46F7-8FB4-CDC81C846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DCF31-996E-47D6-971A-9F92AA129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5CB54-0491-43D7-A16C-93AEEC2DF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4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89249D-E0B2-4549-9A80-ACEF9CBAE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973A8-D642-4E0F-B0EE-C9C2F1EEF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D8A9A-98C5-4A4E-8009-EC6467B3A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7B7FC-DB0F-45C6-8C4C-7CB99BC0297B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902A6-25D9-433A-9527-22355A858E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D0E2A-8102-41E9-9212-B554673DD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5CB54-0491-43D7-A16C-93AEEC2DF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81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902239-DB45-4241-A8CC-E7A9856ED82C}"/>
              </a:ext>
            </a:extLst>
          </p:cNvPr>
          <p:cNvSpPr/>
          <p:nvPr/>
        </p:nvSpPr>
        <p:spPr>
          <a:xfrm>
            <a:off x="805565" y="2059871"/>
            <a:ext cx="1797138" cy="39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BPM App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4FE952-1905-49E1-926C-A5C4045E4A66}"/>
              </a:ext>
            </a:extLst>
          </p:cNvPr>
          <p:cNvSpPr/>
          <p:nvPr/>
        </p:nvSpPr>
        <p:spPr>
          <a:xfrm>
            <a:off x="805563" y="3004416"/>
            <a:ext cx="3082093" cy="944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/>
              <a:t>Database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41345D-BB43-4ECF-9B9D-D6EC709DFE4F}"/>
              </a:ext>
            </a:extLst>
          </p:cNvPr>
          <p:cNvCxnSpPr/>
          <p:nvPr/>
        </p:nvCxnSpPr>
        <p:spPr>
          <a:xfrm>
            <a:off x="927060" y="2451758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B42B62-1955-4B2A-BAB9-26FF6E510407}"/>
              </a:ext>
            </a:extLst>
          </p:cNvPr>
          <p:cNvCxnSpPr/>
          <p:nvPr/>
        </p:nvCxnSpPr>
        <p:spPr>
          <a:xfrm>
            <a:off x="1001509" y="2451758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567D95-54FC-405D-9F31-03519E0969B9}"/>
              </a:ext>
            </a:extLst>
          </p:cNvPr>
          <p:cNvCxnSpPr/>
          <p:nvPr/>
        </p:nvCxnSpPr>
        <p:spPr>
          <a:xfrm>
            <a:off x="1075958" y="2451758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CE222B-193D-4D1D-BC42-0257C6D46386}"/>
              </a:ext>
            </a:extLst>
          </p:cNvPr>
          <p:cNvCxnSpPr/>
          <p:nvPr/>
        </p:nvCxnSpPr>
        <p:spPr>
          <a:xfrm>
            <a:off x="1150407" y="2451758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CC22ED-1E32-4C38-88F1-6624341A752A}"/>
              </a:ext>
            </a:extLst>
          </p:cNvPr>
          <p:cNvCxnSpPr/>
          <p:nvPr/>
        </p:nvCxnSpPr>
        <p:spPr>
          <a:xfrm>
            <a:off x="1224856" y="2451758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C2E39A-EFD9-4913-B73D-82B59909E2D3}"/>
              </a:ext>
            </a:extLst>
          </p:cNvPr>
          <p:cNvCxnSpPr/>
          <p:nvPr/>
        </p:nvCxnSpPr>
        <p:spPr>
          <a:xfrm>
            <a:off x="1299305" y="2451758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2F9CB9E-555C-4B32-9849-B4A34C1E151B}"/>
              </a:ext>
            </a:extLst>
          </p:cNvPr>
          <p:cNvCxnSpPr/>
          <p:nvPr/>
        </p:nvCxnSpPr>
        <p:spPr>
          <a:xfrm>
            <a:off x="1373754" y="2451758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04A2041-B49F-44C6-805D-C5D83C0D6359}"/>
              </a:ext>
            </a:extLst>
          </p:cNvPr>
          <p:cNvCxnSpPr/>
          <p:nvPr/>
        </p:nvCxnSpPr>
        <p:spPr>
          <a:xfrm>
            <a:off x="1448203" y="2451758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C19C14-48A9-4F9B-9AEF-58AD2BDB5BDE}"/>
              </a:ext>
            </a:extLst>
          </p:cNvPr>
          <p:cNvCxnSpPr/>
          <p:nvPr/>
        </p:nvCxnSpPr>
        <p:spPr>
          <a:xfrm>
            <a:off x="1522652" y="2451758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418E16-2E66-46D5-9078-5A2ECCA964AA}"/>
              </a:ext>
            </a:extLst>
          </p:cNvPr>
          <p:cNvCxnSpPr/>
          <p:nvPr/>
        </p:nvCxnSpPr>
        <p:spPr>
          <a:xfrm>
            <a:off x="1597101" y="2451758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809EA5-5829-4A6C-995D-1AB0A8EEE004}"/>
              </a:ext>
            </a:extLst>
          </p:cNvPr>
          <p:cNvCxnSpPr/>
          <p:nvPr/>
        </p:nvCxnSpPr>
        <p:spPr>
          <a:xfrm>
            <a:off x="1671550" y="2451758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34EF7E8-DF1E-4B35-A37F-89C0572476D3}"/>
              </a:ext>
            </a:extLst>
          </p:cNvPr>
          <p:cNvCxnSpPr/>
          <p:nvPr/>
        </p:nvCxnSpPr>
        <p:spPr>
          <a:xfrm>
            <a:off x="1745999" y="2451758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592B30-7B5E-4AEF-8852-BC511935F08A}"/>
              </a:ext>
            </a:extLst>
          </p:cNvPr>
          <p:cNvCxnSpPr/>
          <p:nvPr/>
        </p:nvCxnSpPr>
        <p:spPr>
          <a:xfrm>
            <a:off x="1820448" y="2451758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F587F0E-11B2-4F25-A614-8B9500CD4B3B}"/>
              </a:ext>
            </a:extLst>
          </p:cNvPr>
          <p:cNvCxnSpPr/>
          <p:nvPr/>
        </p:nvCxnSpPr>
        <p:spPr>
          <a:xfrm>
            <a:off x="1894897" y="2451758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8222546-6B8C-4C02-9332-AF66CEB25E25}"/>
              </a:ext>
            </a:extLst>
          </p:cNvPr>
          <p:cNvCxnSpPr/>
          <p:nvPr/>
        </p:nvCxnSpPr>
        <p:spPr>
          <a:xfrm>
            <a:off x="1969346" y="2451758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127F30-639A-4025-9F44-BC2F9BFEF09F}"/>
              </a:ext>
            </a:extLst>
          </p:cNvPr>
          <p:cNvCxnSpPr/>
          <p:nvPr/>
        </p:nvCxnSpPr>
        <p:spPr>
          <a:xfrm>
            <a:off x="2043795" y="2451758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0AF82D3-1372-4880-9536-56212AFC5FF9}"/>
              </a:ext>
            </a:extLst>
          </p:cNvPr>
          <p:cNvCxnSpPr/>
          <p:nvPr/>
        </p:nvCxnSpPr>
        <p:spPr>
          <a:xfrm>
            <a:off x="2118244" y="2451758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554AB7C-1BD8-4E51-9CA6-3A2640AC1280}"/>
              </a:ext>
            </a:extLst>
          </p:cNvPr>
          <p:cNvCxnSpPr/>
          <p:nvPr/>
        </p:nvCxnSpPr>
        <p:spPr>
          <a:xfrm>
            <a:off x="2192693" y="2451758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40E1D19-2F4C-4700-A117-FF733CCF514D}"/>
              </a:ext>
            </a:extLst>
          </p:cNvPr>
          <p:cNvCxnSpPr/>
          <p:nvPr/>
        </p:nvCxnSpPr>
        <p:spPr>
          <a:xfrm>
            <a:off x="2267142" y="2451758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DE6ED92-3B13-4865-99FD-F2DB5DA5634F}"/>
              </a:ext>
            </a:extLst>
          </p:cNvPr>
          <p:cNvCxnSpPr/>
          <p:nvPr/>
        </p:nvCxnSpPr>
        <p:spPr>
          <a:xfrm>
            <a:off x="2341591" y="2451758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290B9F-062C-4579-A985-6D11223CA6A3}"/>
              </a:ext>
            </a:extLst>
          </p:cNvPr>
          <p:cNvCxnSpPr/>
          <p:nvPr/>
        </p:nvCxnSpPr>
        <p:spPr>
          <a:xfrm>
            <a:off x="2416040" y="2451758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CF5385C-0216-4921-B2EE-0B6913A51F9C}"/>
              </a:ext>
            </a:extLst>
          </p:cNvPr>
          <p:cNvCxnSpPr/>
          <p:nvPr/>
        </p:nvCxnSpPr>
        <p:spPr>
          <a:xfrm>
            <a:off x="2490489" y="2451758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3F687A-5BE2-42B3-AE27-BF8B83B416C0}"/>
              </a:ext>
            </a:extLst>
          </p:cNvPr>
          <p:cNvCxnSpPr/>
          <p:nvPr/>
        </p:nvCxnSpPr>
        <p:spPr>
          <a:xfrm>
            <a:off x="2564941" y="2451757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60588F-5826-4116-B07F-7531A497EC70}"/>
              </a:ext>
            </a:extLst>
          </p:cNvPr>
          <p:cNvCxnSpPr/>
          <p:nvPr/>
        </p:nvCxnSpPr>
        <p:spPr>
          <a:xfrm>
            <a:off x="2797728" y="2451757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4F9D7C5-CC04-4514-89C5-BA8D93F8E5F0}"/>
              </a:ext>
            </a:extLst>
          </p:cNvPr>
          <p:cNvCxnSpPr/>
          <p:nvPr/>
        </p:nvCxnSpPr>
        <p:spPr>
          <a:xfrm>
            <a:off x="2899886" y="2451757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6284B4-3293-4C11-A395-1958A80E71C0}"/>
              </a:ext>
            </a:extLst>
          </p:cNvPr>
          <p:cNvCxnSpPr/>
          <p:nvPr/>
        </p:nvCxnSpPr>
        <p:spPr>
          <a:xfrm>
            <a:off x="2980273" y="2451757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B34F7E4-8725-42B0-A758-CE812C0B745C}"/>
              </a:ext>
            </a:extLst>
          </p:cNvPr>
          <p:cNvSpPr/>
          <p:nvPr/>
        </p:nvSpPr>
        <p:spPr>
          <a:xfrm>
            <a:off x="2668988" y="2059871"/>
            <a:ext cx="564088" cy="39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7FFA7F-EAD6-4FD7-969B-9899198FE6A3}"/>
              </a:ext>
            </a:extLst>
          </p:cNvPr>
          <p:cNvSpPr/>
          <p:nvPr/>
        </p:nvSpPr>
        <p:spPr>
          <a:xfrm>
            <a:off x="6981539" y="1946924"/>
            <a:ext cx="1797138" cy="39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BPM App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1CCAE1-39F7-4D7C-9F1D-99E4614E8926}"/>
              </a:ext>
            </a:extLst>
          </p:cNvPr>
          <p:cNvSpPr/>
          <p:nvPr/>
        </p:nvSpPr>
        <p:spPr>
          <a:xfrm>
            <a:off x="6983822" y="4227898"/>
            <a:ext cx="1924419" cy="39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Cassandra (logic)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9CE2111-4A56-4E05-A204-91B1C6C66018}"/>
              </a:ext>
            </a:extLst>
          </p:cNvPr>
          <p:cNvCxnSpPr/>
          <p:nvPr/>
        </p:nvCxnSpPr>
        <p:spPr>
          <a:xfrm>
            <a:off x="7140796" y="3675240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74F37BF-D78E-4B1A-8380-9934545117F7}"/>
              </a:ext>
            </a:extLst>
          </p:cNvPr>
          <p:cNvCxnSpPr/>
          <p:nvPr/>
        </p:nvCxnSpPr>
        <p:spPr>
          <a:xfrm>
            <a:off x="7215245" y="3675240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DBC0FFD-320C-4A52-969B-B6C7CD6F1684}"/>
              </a:ext>
            </a:extLst>
          </p:cNvPr>
          <p:cNvCxnSpPr/>
          <p:nvPr/>
        </p:nvCxnSpPr>
        <p:spPr>
          <a:xfrm>
            <a:off x="7289694" y="3675240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CD6EAD-6075-4F26-8F13-11703BDB1E9C}"/>
              </a:ext>
            </a:extLst>
          </p:cNvPr>
          <p:cNvCxnSpPr/>
          <p:nvPr/>
        </p:nvCxnSpPr>
        <p:spPr>
          <a:xfrm>
            <a:off x="7364143" y="3675240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9724A5B-6269-4B7D-94A5-0E6B8322AD72}"/>
              </a:ext>
            </a:extLst>
          </p:cNvPr>
          <p:cNvCxnSpPr/>
          <p:nvPr/>
        </p:nvCxnSpPr>
        <p:spPr>
          <a:xfrm>
            <a:off x="7438592" y="3675240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962ADFF-FFF5-4D0B-AC78-FF1882DD0918}"/>
              </a:ext>
            </a:extLst>
          </p:cNvPr>
          <p:cNvCxnSpPr/>
          <p:nvPr/>
        </p:nvCxnSpPr>
        <p:spPr>
          <a:xfrm>
            <a:off x="7513041" y="3675240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FF2B1F2-FD5C-4FF7-A93E-7AB3E0E34E5A}"/>
              </a:ext>
            </a:extLst>
          </p:cNvPr>
          <p:cNvCxnSpPr/>
          <p:nvPr/>
        </p:nvCxnSpPr>
        <p:spPr>
          <a:xfrm>
            <a:off x="7587490" y="3675240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1757C2B-5EB5-4FA9-9854-E25507FFF9DB}"/>
              </a:ext>
            </a:extLst>
          </p:cNvPr>
          <p:cNvCxnSpPr/>
          <p:nvPr/>
        </p:nvCxnSpPr>
        <p:spPr>
          <a:xfrm>
            <a:off x="7661939" y="3675240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811B4CF-5215-4FF3-B3D3-60EDC2B73489}"/>
              </a:ext>
            </a:extLst>
          </p:cNvPr>
          <p:cNvCxnSpPr/>
          <p:nvPr/>
        </p:nvCxnSpPr>
        <p:spPr>
          <a:xfrm>
            <a:off x="7736388" y="3675240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9F499D53-C798-4D10-B049-26BED3066704}"/>
              </a:ext>
            </a:extLst>
          </p:cNvPr>
          <p:cNvGrpSpPr/>
          <p:nvPr/>
        </p:nvGrpSpPr>
        <p:grpSpPr>
          <a:xfrm>
            <a:off x="7810837" y="3675240"/>
            <a:ext cx="372245" cy="552659"/>
            <a:chOff x="7810837" y="3675240"/>
            <a:chExt cx="372245" cy="552659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85C19E7-60E2-4A3D-A04F-667B52945CDD}"/>
                </a:ext>
              </a:extLst>
            </p:cNvPr>
            <p:cNvCxnSpPr/>
            <p:nvPr/>
          </p:nvCxnSpPr>
          <p:spPr>
            <a:xfrm>
              <a:off x="7810837" y="3675240"/>
              <a:ext cx="0" cy="55265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A873BD5-28D7-46D8-A257-E75C2569249B}"/>
                </a:ext>
              </a:extLst>
            </p:cNvPr>
            <p:cNvCxnSpPr/>
            <p:nvPr/>
          </p:nvCxnSpPr>
          <p:spPr>
            <a:xfrm>
              <a:off x="7885286" y="3675240"/>
              <a:ext cx="0" cy="55265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DBFA957-CD82-4ED1-9598-9C4383CD38D7}"/>
                </a:ext>
              </a:extLst>
            </p:cNvPr>
            <p:cNvCxnSpPr/>
            <p:nvPr/>
          </p:nvCxnSpPr>
          <p:spPr>
            <a:xfrm>
              <a:off x="7959735" y="3675240"/>
              <a:ext cx="0" cy="55265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8D7C1CF-F35A-4FA8-96C0-F0AFB2B9F563}"/>
                </a:ext>
              </a:extLst>
            </p:cNvPr>
            <p:cNvCxnSpPr/>
            <p:nvPr/>
          </p:nvCxnSpPr>
          <p:spPr>
            <a:xfrm>
              <a:off x="8034184" y="3675240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C483E1D-140A-4C64-9913-8CC41C30919F}"/>
                </a:ext>
              </a:extLst>
            </p:cNvPr>
            <p:cNvCxnSpPr/>
            <p:nvPr/>
          </p:nvCxnSpPr>
          <p:spPr>
            <a:xfrm>
              <a:off x="8108633" y="3675240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5F4A437-1333-457A-BA9D-4F0FD225B499}"/>
                </a:ext>
              </a:extLst>
            </p:cNvPr>
            <p:cNvCxnSpPr/>
            <p:nvPr/>
          </p:nvCxnSpPr>
          <p:spPr>
            <a:xfrm>
              <a:off x="8183082" y="3675240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6B9EE-E0D4-4238-ABCD-8CC13D0FD979}"/>
              </a:ext>
            </a:extLst>
          </p:cNvPr>
          <p:cNvCxnSpPr/>
          <p:nvPr/>
        </p:nvCxnSpPr>
        <p:spPr>
          <a:xfrm>
            <a:off x="8257531" y="3675240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0A5E26E-BA3F-4DEE-8206-CF6ABDF439CB}"/>
              </a:ext>
            </a:extLst>
          </p:cNvPr>
          <p:cNvCxnSpPr/>
          <p:nvPr/>
        </p:nvCxnSpPr>
        <p:spPr>
          <a:xfrm>
            <a:off x="8331980" y="3675240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782A88E-434B-4C50-9A84-B38ED64908D5}"/>
              </a:ext>
            </a:extLst>
          </p:cNvPr>
          <p:cNvCxnSpPr/>
          <p:nvPr/>
        </p:nvCxnSpPr>
        <p:spPr>
          <a:xfrm>
            <a:off x="8406429" y="3675240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BD54834-DC15-4907-A7FE-381E585EB865}"/>
              </a:ext>
            </a:extLst>
          </p:cNvPr>
          <p:cNvCxnSpPr/>
          <p:nvPr/>
        </p:nvCxnSpPr>
        <p:spPr>
          <a:xfrm>
            <a:off x="8480878" y="3675240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7C8434F-33C5-400C-8873-8E530B3D0461}"/>
              </a:ext>
            </a:extLst>
          </p:cNvPr>
          <p:cNvCxnSpPr/>
          <p:nvPr/>
        </p:nvCxnSpPr>
        <p:spPr>
          <a:xfrm>
            <a:off x="8555327" y="3675240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2ACA3C3-BA8F-471C-B3C1-13755A98FBA9}"/>
              </a:ext>
            </a:extLst>
          </p:cNvPr>
          <p:cNvCxnSpPr/>
          <p:nvPr/>
        </p:nvCxnSpPr>
        <p:spPr>
          <a:xfrm>
            <a:off x="8629776" y="3675240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FE58F26-1C40-4E9F-90D6-9F533CBCFF24}"/>
              </a:ext>
            </a:extLst>
          </p:cNvPr>
          <p:cNvCxnSpPr/>
          <p:nvPr/>
        </p:nvCxnSpPr>
        <p:spPr>
          <a:xfrm>
            <a:off x="8704225" y="3675240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8BC9C57-8C99-4E13-9828-201DCE8F8A13}"/>
              </a:ext>
            </a:extLst>
          </p:cNvPr>
          <p:cNvCxnSpPr/>
          <p:nvPr/>
        </p:nvCxnSpPr>
        <p:spPr>
          <a:xfrm>
            <a:off x="8778677" y="3675239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5A635F6A-39FA-4B1D-87A1-A032B01C64C0}"/>
              </a:ext>
            </a:extLst>
          </p:cNvPr>
          <p:cNvSpPr/>
          <p:nvPr/>
        </p:nvSpPr>
        <p:spPr>
          <a:xfrm>
            <a:off x="8884631" y="1946924"/>
            <a:ext cx="1361853" cy="39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A72CB6D-BB60-4349-87D9-7DDE3CF25299}"/>
              </a:ext>
            </a:extLst>
          </p:cNvPr>
          <p:cNvSpPr/>
          <p:nvPr/>
        </p:nvSpPr>
        <p:spPr>
          <a:xfrm>
            <a:off x="5175583" y="3283354"/>
            <a:ext cx="4280134" cy="39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Graph (logic)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7967C39-CC6F-45C0-981C-746B724DCF33}"/>
              </a:ext>
            </a:extLst>
          </p:cNvPr>
          <p:cNvSpPr/>
          <p:nvPr/>
        </p:nvSpPr>
        <p:spPr>
          <a:xfrm>
            <a:off x="6983821" y="5629644"/>
            <a:ext cx="3963003" cy="39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Offline 360 (end of previous day)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9CAF553-4EEB-483E-A648-B68B931C5EEB}"/>
              </a:ext>
            </a:extLst>
          </p:cNvPr>
          <p:cNvCxnSpPr>
            <a:cxnSpLocks/>
          </p:cNvCxnSpPr>
          <p:nvPr/>
        </p:nvCxnSpPr>
        <p:spPr>
          <a:xfrm>
            <a:off x="7587490" y="2338810"/>
            <a:ext cx="0" cy="944544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E83B8D0-B879-49E9-90C7-4BCD58BB3A88}"/>
              </a:ext>
            </a:extLst>
          </p:cNvPr>
          <p:cNvCxnSpPr>
            <a:cxnSpLocks/>
          </p:cNvCxnSpPr>
          <p:nvPr/>
        </p:nvCxnSpPr>
        <p:spPr>
          <a:xfrm flipH="1">
            <a:off x="7289694" y="2338809"/>
            <a:ext cx="9282" cy="9445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F01B591-E4F4-4B8C-AA12-F4737D13977C}"/>
              </a:ext>
            </a:extLst>
          </p:cNvPr>
          <p:cNvCxnSpPr>
            <a:cxnSpLocks/>
          </p:cNvCxnSpPr>
          <p:nvPr/>
        </p:nvCxnSpPr>
        <p:spPr>
          <a:xfrm>
            <a:off x="9908198" y="2338810"/>
            <a:ext cx="0" cy="329083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2147106-ABC3-466E-AABB-C4B68BF210F2}"/>
              </a:ext>
            </a:extLst>
          </p:cNvPr>
          <p:cNvCxnSpPr>
            <a:cxnSpLocks/>
          </p:cNvCxnSpPr>
          <p:nvPr/>
        </p:nvCxnSpPr>
        <p:spPr>
          <a:xfrm>
            <a:off x="10010356" y="2338810"/>
            <a:ext cx="0" cy="329083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0D9ECA9-9373-4C37-9026-3B82070A1400}"/>
              </a:ext>
            </a:extLst>
          </p:cNvPr>
          <p:cNvCxnSpPr>
            <a:cxnSpLocks/>
          </p:cNvCxnSpPr>
          <p:nvPr/>
        </p:nvCxnSpPr>
        <p:spPr>
          <a:xfrm>
            <a:off x="10090743" y="2338810"/>
            <a:ext cx="0" cy="329083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1B905EE-4137-4D51-A021-DDC0928074E1}"/>
              </a:ext>
            </a:extLst>
          </p:cNvPr>
          <p:cNvCxnSpPr>
            <a:cxnSpLocks/>
          </p:cNvCxnSpPr>
          <p:nvPr/>
        </p:nvCxnSpPr>
        <p:spPr>
          <a:xfrm>
            <a:off x="9186853" y="2338810"/>
            <a:ext cx="0" cy="944544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8866CD02-8D39-4B90-B5D4-556168A2F25F}"/>
              </a:ext>
            </a:extLst>
          </p:cNvPr>
          <p:cNvSpPr/>
          <p:nvPr/>
        </p:nvSpPr>
        <p:spPr>
          <a:xfrm>
            <a:off x="5937887" y="1946923"/>
            <a:ext cx="928259" cy="39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Others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3C21C89-02A1-45D8-9F19-12B506F09DC1}"/>
              </a:ext>
            </a:extLst>
          </p:cNvPr>
          <p:cNvCxnSpPr>
            <a:cxnSpLocks/>
          </p:cNvCxnSpPr>
          <p:nvPr/>
        </p:nvCxnSpPr>
        <p:spPr>
          <a:xfrm>
            <a:off x="6573983" y="2338808"/>
            <a:ext cx="0" cy="944544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F259BA6-2494-44B4-A8F8-BEB61DD6C9F8}"/>
              </a:ext>
            </a:extLst>
          </p:cNvPr>
          <p:cNvCxnSpPr>
            <a:cxnSpLocks/>
          </p:cNvCxnSpPr>
          <p:nvPr/>
        </p:nvCxnSpPr>
        <p:spPr>
          <a:xfrm flipH="1">
            <a:off x="6276187" y="2338807"/>
            <a:ext cx="9282" cy="9445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Arrow: Right 90">
            <a:extLst>
              <a:ext uri="{FF2B5EF4-FFF2-40B4-BE49-F238E27FC236}">
                <a16:creationId xmlns:a16="http://schemas.microsoft.com/office/drawing/2014/main" id="{CE95483C-DB27-44B7-9043-671567D5DB2F}"/>
              </a:ext>
            </a:extLst>
          </p:cNvPr>
          <p:cNvSpPr/>
          <p:nvPr/>
        </p:nvSpPr>
        <p:spPr>
          <a:xfrm>
            <a:off x="4043397" y="3117502"/>
            <a:ext cx="964638" cy="622995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E67423D-5622-4698-9D1E-5958C99B99A1}"/>
              </a:ext>
            </a:extLst>
          </p:cNvPr>
          <p:cNvGrpSpPr/>
          <p:nvPr/>
        </p:nvGrpSpPr>
        <p:grpSpPr>
          <a:xfrm>
            <a:off x="10193140" y="213175"/>
            <a:ext cx="1796219" cy="954107"/>
            <a:chOff x="948656" y="5578509"/>
            <a:chExt cx="1796219" cy="954107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F407BA6-6BC3-4479-B874-5237614F78BC}"/>
                </a:ext>
              </a:extLst>
            </p:cNvPr>
            <p:cNvCxnSpPr>
              <a:cxnSpLocks/>
            </p:cNvCxnSpPr>
            <p:nvPr/>
          </p:nvCxnSpPr>
          <p:spPr>
            <a:xfrm>
              <a:off x="948656" y="5789525"/>
              <a:ext cx="434364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CDF8BD85-6611-4135-91D6-7D8D9946686E}"/>
                </a:ext>
              </a:extLst>
            </p:cNvPr>
            <p:cNvCxnSpPr>
              <a:cxnSpLocks/>
            </p:cNvCxnSpPr>
            <p:nvPr/>
          </p:nvCxnSpPr>
          <p:spPr>
            <a:xfrm>
              <a:off x="948656" y="5960349"/>
              <a:ext cx="434364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27CD383-098B-4A84-BB0E-6C8843B13D3D}"/>
                </a:ext>
              </a:extLst>
            </p:cNvPr>
            <p:cNvSpPr txBox="1"/>
            <p:nvPr/>
          </p:nvSpPr>
          <p:spPr>
            <a:xfrm>
              <a:off x="1395350" y="5578509"/>
              <a:ext cx="134952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Read</a:t>
              </a:r>
            </a:p>
            <a:p>
              <a:r>
                <a:rPr lang="en-US" sz="1400" b="1" dirty="0"/>
                <a:t>Update</a:t>
              </a:r>
            </a:p>
            <a:p>
              <a:r>
                <a:rPr lang="en-US" sz="1400" b="1" dirty="0"/>
                <a:t>Graph Read</a:t>
              </a:r>
            </a:p>
            <a:p>
              <a:r>
                <a:rPr lang="en-US" sz="1400" b="1" dirty="0"/>
                <a:t>Graph Update</a:t>
              </a: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4D2F7B9-A7CF-46EC-A767-DE87689642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345" y="6392428"/>
              <a:ext cx="439005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F97C9E0-659F-45AC-BEB0-9E9C3594DA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346" y="6189785"/>
              <a:ext cx="439004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96442161-C0F7-49AB-8C71-9C2B4A98A6CC}"/>
              </a:ext>
            </a:extLst>
          </p:cNvPr>
          <p:cNvSpPr txBox="1"/>
          <p:nvPr/>
        </p:nvSpPr>
        <p:spPr>
          <a:xfrm>
            <a:off x="722054" y="1167282"/>
            <a:ext cx="2345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A4D255D-4006-468E-A846-C97C8C50FA2D}"/>
              </a:ext>
            </a:extLst>
          </p:cNvPr>
          <p:cNvSpPr txBox="1"/>
          <p:nvPr/>
        </p:nvSpPr>
        <p:spPr>
          <a:xfrm>
            <a:off x="5937887" y="1105318"/>
            <a:ext cx="2345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Future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CEBC021-5FE8-413A-B471-FD53F8863E6D}"/>
              </a:ext>
            </a:extLst>
          </p:cNvPr>
          <p:cNvGrpSpPr/>
          <p:nvPr/>
        </p:nvGrpSpPr>
        <p:grpSpPr>
          <a:xfrm>
            <a:off x="9131593" y="3675239"/>
            <a:ext cx="134018" cy="1954405"/>
            <a:chOff x="7981134" y="2833633"/>
            <a:chExt cx="148901" cy="552660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538C7B3D-F5F5-4356-A216-B23EE250D85E}"/>
                </a:ext>
              </a:extLst>
            </p:cNvPr>
            <p:cNvCxnSpPr/>
            <p:nvPr/>
          </p:nvCxnSpPr>
          <p:spPr>
            <a:xfrm>
              <a:off x="7981134" y="2833634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701ABCE-BEAC-4EED-B4BA-18D4015B8989}"/>
                </a:ext>
              </a:extLst>
            </p:cNvPr>
            <p:cNvCxnSpPr/>
            <p:nvPr/>
          </p:nvCxnSpPr>
          <p:spPr>
            <a:xfrm>
              <a:off x="8055583" y="2833634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9ACF2FAA-04A4-4DFB-BBFC-D3FBB14F9D30}"/>
                </a:ext>
              </a:extLst>
            </p:cNvPr>
            <p:cNvCxnSpPr/>
            <p:nvPr/>
          </p:nvCxnSpPr>
          <p:spPr>
            <a:xfrm>
              <a:off x="8130035" y="2833633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19886F23-3C70-48C5-A637-FF9D9D24B165}"/>
              </a:ext>
            </a:extLst>
          </p:cNvPr>
          <p:cNvSpPr txBox="1"/>
          <p:nvPr/>
        </p:nvSpPr>
        <p:spPr>
          <a:xfrm>
            <a:off x="10192927" y="3696069"/>
            <a:ext cx="15036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 offline 360 access happen outside of the graphs?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68222AE1-83BF-41E4-8124-14D31AC15C76}"/>
              </a:ext>
            </a:extLst>
          </p:cNvPr>
          <p:cNvSpPr/>
          <p:nvPr/>
        </p:nvSpPr>
        <p:spPr>
          <a:xfrm>
            <a:off x="896993" y="3577823"/>
            <a:ext cx="223347" cy="23613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047A9115-E774-4CCB-A492-4484DE86563F}"/>
              </a:ext>
            </a:extLst>
          </p:cNvPr>
          <p:cNvSpPr/>
          <p:nvPr/>
        </p:nvSpPr>
        <p:spPr>
          <a:xfrm>
            <a:off x="1013689" y="3577823"/>
            <a:ext cx="223347" cy="23613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F78F1D58-CEAE-49DE-B16C-E35BF79EBD02}"/>
              </a:ext>
            </a:extLst>
          </p:cNvPr>
          <p:cNvSpPr/>
          <p:nvPr/>
        </p:nvSpPr>
        <p:spPr>
          <a:xfrm>
            <a:off x="1111204" y="3577823"/>
            <a:ext cx="223347" cy="23613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C70526B2-ADE0-47C7-A739-5A05EF8A04CC}"/>
              </a:ext>
            </a:extLst>
          </p:cNvPr>
          <p:cNvSpPr/>
          <p:nvPr/>
        </p:nvSpPr>
        <p:spPr>
          <a:xfrm>
            <a:off x="1230339" y="3577823"/>
            <a:ext cx="223347" cy="236136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B61D1AF-BE4D-423C-9ECE-6755E3F1BB74}"/>
              </a:ext>
            </a:extLst>
          </p:cNvPr>
          <p:cNvSpPr txBox="1"/>
          <p:nvPr/>
        </p:nvSpPr>
        <p:spPr>
          <a:xfrm>
            <a:off x="1526843" y="3542003"/>
            <a:ext cx="167259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Stored procedures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F7132D4-1C05-43DC-9375-43DBFD8DE49F}"/>
              </a:ext>
            </a:extLst>
          </p:cNvPr>
          <p:cNvSpPr txBox="1"/>
          <p:nvPr/>
        </p:nvSpPr>
        <p:spPr>
          <a:xfrm>
            <a:off x="1239647" y="4189218"/>
            <a:ext cx="15036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do the stored procedures go?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D4751F1-2600-4F4D-89B0-23D50A8BCF34}"/>
              </a:ext>
            </a:extLst>
          </p:cNvPr>
          <p:cNvSpPr txBox="1"/>
          <p:nvPr/>
        </p:nvSpPr>
        <p:spPr>
          <a:xfrm>
            <a:off x="7643059" y="2450249"/>
            <a:ext cx="14416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BPM no longer controls the data structure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D3B4DB7-2015-46A5-AB86-86868A52E2D4}"/>
              </a:ext>
            </a:extLst>
          </p:cNvPr>
          <p:cNvSpPr txBox="1"/>
          <p:nvPr/>
        </p:nvSpPr>
        <p:spPr>
          <a:xfrm>
            <a:off x="5175582" y="5538153"/>
            <a:ext cx="16524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Timelines are not established for Cassandra response on creating objects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970D8199-EF74-4F85-9675-1E8DE560F0CB}"/>
              </a:ext>
            </a:extLst>
          </p:cNvPr>
          <p:cNvSpPr/>
          <p:nvPr/>
        </p:nvSpPr>
        <p:spPr>
          <a:xfrm>
            <a:off x="5667272" y="4947371"/>
            <a:ext cx="2366908" cy="39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Online 360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A35751FE-8ED9-43EB-AAD9-0A36997EC151}"/>
              </a:ext>
            </a:extLst>
          </p:cNvPr>
          <p:cNvSpPr/>
          <p:nvPr/>
        </p:nvSpPr>
        <p:spPr>
          <a:xfrm>
            <a:off x="3335259" y="2059871"/>
            <a:ext cx="840158" cy="39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Tibco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9CAD3504-A741-4701-B7F7-DBB43D83317A}"/>
              </a:ext>
            </a:extLst>
          </p:cNvPr>
          <p:cNvCxnSpPr/>
          <p:nvPr/>
        </p:nvCxnSpPr>
        <p:spPr>
          <a:xfrm>
            <a:off x="3512073" y="2451757"/>
            <a:ext cx="0" cy="5526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4D7A3A8-A770-4605-8693-E0E900731EB5}"/>
              </a:ext>
            </a:extLst>
          </p:cNvPr>
          <p:cNvCxnSpPr/>
          <p:nvPr/>
        </p:nvCxnSpPr>
        <p:spPr>
          <a:xfrm>
            <a:off x="3735420" y="2451757"/>
            <a:ext cx="0" cy="552659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8359764-2413-448A-AD2D-853E985CD208}"/>
              </a:ext>
            </a:extLst>
          </p:cNvPr>
          <p:cNvSpPr/>
          <p:nvPr/>
        </p:nvSpPr>
        <p:spPr>
          <a:xfrm>
            <a:off x="5039277" y="1946922"/>
            <a:ext cx="840158" cy="39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Tibco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E211C95-DAD3-42AB-9A20-4DBABE4AE674}"/>
              </a:ext>
            </a:extLst>
          </p:cNvPr>
          <p:cNvGrpSpPr/>
          <p:nvPr/>
        </p:nvGrpSpPr>
        <p:grpSpPr>
          <a:xfrm>
            <a:off x="5915200" y="3675237"/>
            <a:ext cx="744490" cy="1272134"/>
            <a:chOff x="5915200" y="3672630"/>
            <a:chExt cx="744490" cy="552659"/>
          </a:xfrm>
        </p:grpSpPr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66F9C321-2A95-40CE-B4B8-24313C33E579}"/>
                </a:ext>
              </a:extLst>
            </p:cNvPr>
            <p:cNvCxnSpPr/>
            <p:nvPr/>
          </p:nvCxnSpPr>
          <p:spPr>
            <a:xfrm>
              <a:off x="5915200" y="3672630"/>
              <a:ext cx="0" cy="55265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666095C9-5CE6-4B64-96C0-B296A456514F}"/>
                </a:ext>
              </a:extLst>
            </p:cNvPr>
            <p:cNvCxnSpPr/>
            <p:nvPr/>
          </p:nvCxnSpPr>
          <p:spPr>
            <a:xfrm>
              <a:off x="5989649" y="3672630"/>
              <a:ext cx="0" cy="55265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B708E5DF-B479-481F-8A4F-251709B892BA}"/>
                </a:ext>
              </a:extLst>
            </p:cNvPr>
            <p:cNvCxnSpPr/>
            <p:nvPr/>
          </p:nvCxnSpPr>
          <p:spPr>
            <a:xfrm>
              <a:off x="6064098" y="3672630"/>
              <a:ext cx="0" cy="55265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1AC61F23-779B-4808-88A7-E902E65B3516}"/>
                </a:ext>
              </a:extLst>
            </p:cNvPr>
            <p:cNvCxnSpPr/>
            <p:nvPr/>
          </p:nvCxnSpPr>
          <p:spPr>
            <a:xfrm>
              <a:off x="6138547" y="3672630"/>
              <a:ext cx="0" cy="55265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AB3255CD-71FF-42FB-A215-2CAAC767E4DA}"/>
                </a:ext>
              </a:extLst>
            </p:cNvPr>
            <p:cNvCxnSpPr/>
            <p:nvPr/>
          </p:nvCxnSpPr>
          <p:spPr>
            <a:xfrm>
              <a:off x="6212996" y="3672630"/>
              <a:ext cx="0" cy="55265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1DCD0BD7-CEAA-47F8-B666-45EEB69639DC}"/>
                </a:ext>
              </a:extLst>
            </p:cNvPr>
            <p:cNvCxnSpPr/>
            <p:nvPr/>
          </p:nvCxnSpPr>
          <p:spPr>
            <a:xfrm>
              <a:off x="6287445" y="3672630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574DFF0E-26FE-42A0-949A-14443A6BF937}"/>
                </a:ext>
              </a:extLst>
            </p:cNvPr>
            <p:cNvCxnSpPr/>
            <p:nvPr/>
          </p:nvCxnSpPr>
          <p:spPr>
            <a:xfrm>
              <a:off x="6361894" y="3672630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9EF4EEFB-8122-4950-8A5E-E085235C3F02}"/>
                </a:ext>
              </a:extLst>
            </p:cNvPr>
            <p:cNvCxnSpPr/>
            <p:nvPr/>
          </p:nvCxnSpPr>
          <p:spPr>
            <a:xfrm>
              <a:off x="6436343" y="3672630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283D02AD-7973-4C8D-A8EE-9F6891EB107A}"/>
                </a:ext>
              </a:extLst>
            </p:cNvPr>
            <p:cNvCxnSpPr/>
            <p:nvPr/>
          </p:nvCxnSpPr>
          <p:spPr>
            <a:xfrm>
              <a:off x="6510792" y="3672630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35912D34-A1A4-432C-9E45-4D575C222D94}"/>
                </a:ext>
              </a:extLst>
            </p:cNvPr>
            <p:cNvCxnSpPr/>
            <p:nvPr/>
          </p:nvCxnSpPr>
          <p:spPr>
            <a:xfrm>
              <a:off x="6585241" y="3672630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35634224-586C-4DBC-ADDF-4C135126A872}"/>
                </a:ext>
              </a:extLst>
            </p:cNvPr>
            <p:cNvCxnSpPr/>
            <p:nvPr/>
          </p:nvCxnSpPr>
          <p:spPr>
            <a:xfrm>
              <a:off x="6659690" y="3672630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6998A4E7-0125-4B2B-AC25-C3FBDEA5A7F3}"/>
              </a:ext>
            </a:extLst>
          </p:cNvPr>
          <p:cNvCxnSpPr>
            <a:cxnSpLocks/>
          </p:cNvCxnSpPr>
          <p:nvPr/>
        </p:nvCxnSpPr>
        <p:spPr>
          <a:xfrm>
            <a:off x="5659045" y="2338809"/>
            <a:ext cx="0" cy="944544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965B335A-1271-4371-AD1C-F6708FF6CFE8}"/>
              </a:ext>
            </a:extLst>
          </p:cNvPr>
          <p:cNvCxnSpPr>
            <a:cxnSpLocks/>
          </p:cNvCxnSpPr>
          <p:nvPr/>
        </p:nvCxnSpPr>
        <p:spPr>
          <a:xfrm flipH="1">
            <a:off x="5361249" y="2338808"/>
            <a:ext cx="9282" cy="9445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575BE3A-FF47-402D-A221-F8C835742DDE}"/>
              </a:ext>
            </a:extLst>
          </p:cNvPr>
          <p:cNvGrpSpPr/>
          <p:nvPr/>
        </p:nvGrpSpPr>
        <p:grpSpPr>
          <a:xfrm>
            <a:off x="8274732" y="4633841"/>
            <a:ext cx="372245" cy="995799"/>
            <a:chOff x="7810837" y="3675240"/>
            <a:chExt cx="372245" cy="552659"/>
          </a:xfrm>
        </p:grpSpPr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3AEB651D-98BF-42CA-BB81-B580753107EE}"/>
                </a:ext>
              </a:extLst>
            </p:cNvPr>
            <p:cNvCxnSpPr/>
            <p:nvPr/>
          </p:nvCxnSpPr>
          <p:spPr>
            <a:xfrm>
              <a:off x="7810837" y="3675240"/>
              <a:ext cx="0" cy="55265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876F083-AC76-439E-9A8D-C691EAE44836}"/>
                </a:ext>
              </a:extLst>
            </p:cNvPr>
            <p:cNvCxnSpPr/>
            <p:nvPr/>
          </p:nvCxnSpPr>
          <p:spPr>
            <a:xfrm>
              <a:off x="7885286" y="3675240"/>
              <a:ext cx="0" cy="55265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4C0C559-35E0-4B10-8409-1175CC8BE56A}"/>
                </a:ext>
              </a:extLst>
            </p:cNvPr>
            <p:cNvCxnSpPr/>
            <p:nvPr/>
          </p:nvCxnSpPr>
          <p:spPr>
            <a:xfrm>
              <a:off x="7959735" y="3675240"/>
              <a:ext cx="0" cy="55265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30EAEE3E-85AA-4C5F-98F3-37BF656548B3}"/>
                </a:ext>
              </a:extLst>
            </p:cNvPr>
            <p:cNvCxnSpPr/>
            <p:nvPr/>
          </p:nvCxnSpPr>
          <p:spPr>
            <a:xfrm>
              <a:off x="8034184" y="3675240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2B6D4915-1F07-45B6-BDB3-67B08962F28B}"/>
                </a:ext>
              </a:extLst>
            </p:cNvPr>
            <p:cNvCxnSpPr/>
            <p:nvPr/>
          </p:nvCxnSpPr>
          <p:spPr>
            <a:xfrm>
              <a:off x="8108633" y="3675240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21C41B0-77FB-429C-A7A3-4CEBD23E5B44}"/>
                </a:ext>
              </a:extLst>
            </p:cNvPr>
            <p:cNvCxnSpPr/>
            <p:nvPr/>
          </p:nvCxnSpPr>
          <p:spPr>
            <a:xfrm>
              <a:off x="8183082" y="3675240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5EF66B2-753D-494E-A5A1-20CE869E8096}"/>
              </a:ext>
            </a:extLst>
          </p:cNvPr>
          <p:cNvGrpSpPr/>
          <p:nvPr/>
        </p:nvGrpSpPr>
        <p:grpSpPr>
          <a:xfrm>
            <a:off x="7291432" y="4619784"/>
            <a:ext cx="372245" cy="327588"/>
            <a:chOff x="7810837" y="3675240"/>
            <a:chExt cx="372245" cy="552659"/>
          </a:xfrm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95005AB4-49BE-4AFF-99D8-91516FD133AC}"/>
                </a:ext>
              </a:extLst>
            </p:cNvPr>
            <p:cNvCxnSpPr/>
            <p:nvPr/>
          </p:nvCxnSpPr>
          <p:spPr>
            <a:xfrm>
              <a:off x="7810837" y="3675240"/>
              <a:ext cx="0" cy="55265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7E15F25-558B-4139-B2B3-1C8F98050B95}"/>
                </a:ext>
              </a:extLst>
            </p:cNvPr>
            <p:cNvCxnSpPr/>
            <p:nvPr/>
          </p:nvCxnSpPr>
          <p:spPr>
            <a:xfrm>
              <a:off x="7885286" y="3675240"/>
              <a:ext cx="0" cy="55265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D6E21D42-90F4-496D-9BE2-CEF785F28827}"/>
                </a:ext>
              </a:extLst>
            </p:cNvPr>
            <p:cNvCxnSpPr/>
            <p:nvPr/>
          </p:nvCxnSpPr>
          <p:spPr>
            <a:xfrm>
              <a:off x="7959735" y="3675240"/>
              <a:ext cx="0" cy="55265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11D51A16-4F97-4464-8E88-B61825BDD1AE}"/>
                </a:ext>
              </a:extLst>
            </p:cNvPr>
            <p:cNvCxnSpPr/>
            <p:nvPr/>
          </p:nvCxnSpPr>
          <p:spPr>
            <a:xfrm>
              <a:off x="8034184" y="3675240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4099B23E-5AA9-410F-B803-1AEF7586B1F5}"/>
                </a:ext>
              </a:extLst>
            </p:cNvPr>
            <p:cNvCxnSpPr/>
            <p:nvPr/>
          </p:nvCxnSpPr>
          <p:spPr>
            <a:xfrm>
              <a:off x="8108633" y="3675240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729BB34F-8018-4135-BF98-D8800B08C4DF}"/>
                </a:ext>
              </a:extLst>
            </p:cNvPr>
            <p:cNvCxnSpPr/>
            <p:nvPr/>
          </p:nvCxnSpPr>
          <p:spPr>
            <a:xfrm>
              <a:off x="8183082" y="3675240"/>
              <a:ext cx="0" cy="552659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1323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A2A915D4CF63488A7C48AFCEBF7DC4" ma:contentTypeVersion="11" ma:contentTypeDescription="Create a new document." ma:contentTypeScope="" ma:versionID="8cb4e78bddecc29deb8cfdddfbe4c984">
  <xsd:schema xmlns:xsd="http://www.w3.org/2001/XMLSchema" xmlns:xs="http://www.w3.org/2001/XMLSchema" xmlns:p="http://schemas.microsoft.com/office/2006/metadata/properties" xmlns:ns2="d285ed4f-ac3c-467f-95ca-92dc2c3819fc" xmlns:ns3="07123be4-a584-401c-9192-f0d6e1feb327" targetNamespace="http://schemas.microsoft.com/office/2006/metadata/properties" ma:root="true" ma:fieldsID="92c50071893f960e22e903db816c9be5" ns2:_="" ns3:_="">
    <xsd:import namespace="d285ed4f-ac3c-467f-95ca-92dc2c3819fc"/>
    <xsd:import namespace="07123be4-a584-401c-9192-f0d6e1feb3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85ed4f-ac3c-467f-95ca-92dc2c3819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123be4-a584-401c-9192-f0d6e1feb32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3DB12A-725E-451B-A11C-986916D41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85ed4f-ac3c-467f-95ca-92dc2c3819fc"/>
    <ds:schemaRef ds:uri="07123be4-a584-401c-9192-f0d6e1feb3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00E248-60EC-42EB-AE42-F1E6FCC95E9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2B13958-2D9A-48A1-9DBB-F239BFB953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72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Barreto, Antonio</dc:creator>
  <cp:lastModifiedBy>Barreto, Antonio</cp:lastModifiedBy>
  <cp:revision>3</cp:revision>
  <dcterms:created xsi:type="dcterms:W3CDTF">2020-12-17T17:02:45Z</dcterms:created>
  <dcterms:modified xsi:type="dcterms:W3CDTF">2023-06-26T20:11:25Z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0x0101005AA2A915D4CF63488A7C48AFCEBF7DC4</vt:lpwstr>
  </property>
  <property fmtid="{D5CDD505-2E9C-101B-9397-08002B2CF9AE}" pid="3" name="MSIP_Label_320df1db-9955-4087-a541-42c2f5a9332e_Enabled">
    <vt:lpwstr>true</vt:lpwstr>
  </property>
  <property fmtid="{D5CDD505-2E9C-101B-9397-08002B2CF9AE}" pid="4" name="MSIP_Label_320df1db-9955-4087-a541-42c2f5a9332e_SetDate">
    <vt:lpwstr>2023-06-26T20:11:25Z</vt:lpwstr>
  </property>
  <property fmtid="{D5CDD505-2E9C-101B-9397-08002B2CF9AE}" pid="5" name="MSIP_Label_320df1db-9955-4087-a541-42c2f5a9332e_Method">
    <vt:lpwstr>Standard</vt:lpwstr>
  </property>
  <property fmtid="{D5CDD505-2E9C-101B-9397-08002B2CF9AE}" pid="6" name="MSIP_Label_320df1db-9955-4087-a541-42c2f5a9332e_Name">
    <vt:lpwstr>Confidential Information</vt:lpwstr>
  </property>
  <property fmtid="{D5CDD505-2E9C-101B-9397-08002B2CF9AE}" pid="7" name="MSIP_Label_320df1db-9955-4087-a541-42c2f5a9332e_SiteId">
    <vt:lpwstr>eef95730-77bf-4663-a55d-1ddff9335b5b</vt:lpwstr>
  </property>
  <property fmtid="{D5CDD505-2E9C-101B-9397-08002B2CF9AE}" pid="8" name="MSIP_Label_320df1db-9955-4087-a541-42c2f5a9332e_ActionId">
    <vt:lpwstr>ba04aee8-0a50-4a1a-874c-09055dca078b</vt:lpwstr>
  </property>
  <property fmtid="{D5CDD505-2E9C-101B-9397-08002B2CF9AE}" pid="9" name="MSIP_Label_320df1db-9955-4087-a541-42c2f5a9332e_ContentBits">
    <vt:lpwstr>0</vt:lpwstr>
  </property>
</Properties>
</file>