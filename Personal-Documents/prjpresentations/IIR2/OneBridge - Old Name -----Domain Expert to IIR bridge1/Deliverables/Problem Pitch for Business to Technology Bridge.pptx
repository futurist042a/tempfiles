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5.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6.xml" ContentType="application/vnd.openxmlformats-officedocument.theme+xml"/>
  <Override PartName="/ppt/slideLayouts/slideLayout49.xml" ContentType="application/vnd.openxmlformats-officedocument.presentationml.slideLayout+xml"/>
  <Override PartName="/ppt/theme/theme7.xml" ContentType="application/vnd.openxmlformats-officedocument.theme+xml"/>
  <Override PartName="/ppt/slideLayouts/slideLayout50.xml" ContentType="application/vnd.openxmlformats-officedocument.presentationml.slideLayout+xml"/>
  <Override PartName="/ppt/theme/theme8.xml" ContentType="application/vnd.openxmlformats-officedocument.theme+xml"/>
  <Override PartName="/ppt/slideLayouts/slideLayout51.xml" ContentType="application/vnd.openxmlformats-officedocument.presentationml.slideLayout+xml"/>
  <Override PartName="/ppt/theme/theme9.xml" ContentType="application/vnd.openxmlformats-officedocument.theme+xml"/>
  <Override PartName="/ppt/slideLayouts/slideLayout52.xml" ContentType="application/vnd.openxmlformats-officedocument.presentationml.slideLayout+xml"/>
  <Override PartName="/ppt/theme/theme10.xml" ContentType="application/vnd.openxmlformats-officedocument.theme+xml"/>
  <Override PartName="/ppt/slideLayouts/slideLayout53.xml" ContentType="application/vnd.openxmlformats-officedocument.presentationml.slideLayout+xml"/>
  <Override PartName="/ppt/theme/theme11.xml" ContentType="application/vnd.openxmlformats-officedocument.theme+xml"/>
  <Override PartName="/ppt/slideLayouts/slideLayout54.xml" ContentType="application/vnd.openxmlformats-officedocument.presentationml.slideLayout+xml"/>
  <Override PartName="/ppt/theme/theme12.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13.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14.xml" ContentType="application/vnd.openxmlformats-officedocument.theme+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7" r:id="rId4"/>
    <p:sldMasterId id="2147483678" r:id="rId5"/>
    <p:sldMasterId id="2147483688" r:id="rId6"/>
    <p:sldMasterId id="2147483668" r:id="rId7"/>
    <p:sldMasterId id="2147483658" r:id="rId8"/>
    <p:sldMasterId id="2147483729" r:id="rId9"/>
    <p:sldMasterId id="2147483738" r:id="rId10"/>
    <p:sldMasterId id="2147483740" r:id="rId11"/>
    <p:sldMasterId id="2147483742" r:id="rId12"/>
    <p:sldMasterId id="2147483744" r:id="rId13"/>
    <p:sldMasterId id="2147483746" r:id="rId14"/>
    <p:sldMasterId id="2147483748" r:id="rId15"/>
    <p:sldMasterId id="2147483750" r:id="rId16"/>
    <p:sldMasterId id="2147483760" r:id="rId17"/>
    <p:sldMasterId id="2147483775" r:id="rId18"/>
  </p:sldMasterIdLst>
  <p:notesMasterIdLst>
    <p:notesMasterId r:id="rId27"/>
  </p:notesMasterIdLst>
  <p:handoutMasterIdLst>
    <p:handoutMasterId r:id="rId28"/>
  </p:handoutMasterIdLst>
  <p:sldIdLst>
    <p:sldId id="792" r:id="rId19"/>
    <p:sldId id="793" r:id="rId20"/>
    <p:sldId id="794" r:id="rId21"/>
    <p:sldId id="795" r:id="rId22"/>
    <p:sldId id="796" r:id="rId23"/>
    <p:sldId id="798" r:id="rId24"/>
    <p:sldId id="799" r:id="rId25"/>
    <p:sldId id="791" r:id="rId26"/>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BCB836E-F70B-4043-9A46-B69409DD441C}">
          <p14:sldIdLst>
            <p14:sldId id="792"/>
            <p14:sldId id="793"/>
            <p14:sldId id="794"/>
            <p14:sldId id="795"/>
            <p14:sldId id="796"/>
            <p14:sldId id="798"/>
            <p14:sldId id="799"/>
            <p14:sldId id="791"/>
          </p14:sldIdLst>
        </p14:section>
      </p14:sectionLst>
    </p:ext>
    <p:ext uri="{EFAFB233-063F-42B5-8137-9DF3F51BA10A}">
      <p15:sldGuideLst xmlns="" xmlns:p15="http://schemas.microsoft.com/office/powerpoint/2012/main">
        <p15:guide id="1" orient="horz" pos="3888">
          <p15:clr>
            <a:srgbClr val="A4A3A4"/>
          </p15:clr>
        </p15:guide>
        <p15:guide id="2" orient="horz" pos="3744">
          <p15:clr>
            <a:srgbClr val="A4A3A4"/>
          </p15:clr>
        </p15:guide>
        <p15:guide id="3" orient="horz" pos="4203">
          <p15:clr>
            <a:srgbClr val="A4A3A4"/>
          </p15:clr>
        </p15:guide>
        <p15:guide id="4" orient="horz" pos="144">
          <p15:clr>
            <a:srgbClr val="A4A3A4"/>
          </p15:clr>
        </p15:guide>
        <p15:guide id="5" orient="horz" pos="641">
          <p15:clr>
            <a:srgbClr val="A4A3A4"/>
          </p15:clr>
        </p15:guide>
        <p15:guide id="6" orient="horz" pos="1056">
          <p15:clr>
            <a:srgbClr val="A4A3A4"/>
          </p15:clr>
        </p15:guide>
        <p15:guide id="7" orient="horz" pos="1208">
          <p15:clr>
            <a:srgbClr val="A4A3A4"/>
          </p15:clr>
        </p15:guide>
        <p15:guide id="8" orient="horz" pos="873">
          <p15:clr>
            <a:srgbClr val="A4A3A4"/>
          </p15:clr>
        </p15:guide>
        <p15:guide id="9" orient="horz" pos="1488">
          <p15:clr>
            <a:srgbClr val="A4A3A4"/>
          </p15:clr>
        </p15:guide>
        <p15:guide id="10" orient="horz" pos="1776">
          <p15:clr>
            <a:srgbClr val="A4A3A4"/>
          </p15:clr>
        </p15:guide>
        <p15:guide id="11" orient="horz" pos="3538">
          <p15:clr>
            <a:srgbClr val="A4A3A4"/>
          </p15:clr>
        </p15:guide>
        <p15:guide id="12" pos="2880">
          <p15:clr>
            <a:srgbClr val="A4A3A4"/>
          </p15:clr>
        </p15:guide>
        <p15:guide id="13" pos="5472">
          <p15:clr>
            <a:srgbClr val="A4A3A4"/>
          </p15:clr>
        </p15:guide>
        <p15:guide id="14" pos="288">
          <p15:clr>
            <a:srgbClr val="A4A3A4"/>
          </p15:clr>
        </p15:guide>
        <p15:guide id="15" pos="2130">
          <p15:clr>
            <a:srgbClr val="A4A3A4"/>
          </p15:clr>
        </p15:guide>
      </p15:sldGuideLst>
    </p:ext>
    <p:ext uri="{2D200454-40CA-4A62-9FC3-DE9A4176ACB9}">
      <p15:notesGuideLst xmlns="" xmlns:p15="http://schemas.microsoft.com/office/powerpoint/2012/main">
        <p15:guide id="1" orient="horz" pos="2928">
          <p15:clr>
            <a:srgbClr val="A4A3A4"/>
          </p15:clr>
        </p15:guide>
        <p15:guide id="2" pos="22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ancelle, Valerie F" initials="VFL" lastIdx="3" clrIdx="0"/>
  <p:cmAuthor id="1" name="Lancelle, Valerie F" initials="LVF"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300"/>
    <a:srgbClr val="FFFFFF"/>
    <a:srgbClr val="F01DCF"/>
    <a:srgbClr val="67B2E8"/>
    <a:srgbClr val="0C2074"/>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58" autoAdjust="0"/>
    <p:restoredTop sz="84803" autoAdjust="0"/>
  </p:normalViewPr>
  <p:slideViewPr>
    <p:cSldViewPr showGuides="1">
      <p:cViewPr>
        <p:scale>
          <a:sx n="130" d="100"/>
          <a:sy n="130" d="100"/>
        </p:scale>
        <p:origin x="-72" y="2664"/>
      </p:cViewPr>
      <p:guideLst>
        <p:guide orient="horz" pos="3888"/>
        <p:guide orient="horz" pos="3744"/>
        <p:guide orient="horz" pos="4203"/>
        <p:guide orient="horz" pos="144"/>
        <p:guide orient="horz" pos="641"/>
        <p:guide orient="horz" pos="1056"/>
        <p:guide orient="horz" pos="1208"/>
        <p:guide orient="horz" pos="873"/>
        <p:guide orient="horz" pos="1488"/>
        <p:guide orient="horz" pos="1776"/>
        <p:guide orient="horz" pos="3538"/>
        <p:guide pos="2880"/>
        <p:guide pos="5472"/>
        <p:guide pos="288"/>
        <p:guide pos="2130"/>
      </p:guideLst>
    </p:cSldViewPr>
  </p:slideViewPr>
  <p:notesTextViewPr>
    <p:cViewPr>
      <p:scale>
        <a:sx n="1" d="1"/>
        <a:sy n="1" d="1"/>
      </p:scale>
      <p:origin x="0" y="0"/>
    </p:cViewPr>
  </p:notesTextViewPr>
  <p:sorterViewPr>
    <p:cViewPr>
      <p:scale>
        <a:sx n="170" d="100"/>
        <a:sy n="170" d="100"/>
      </p:scale>
      <p:origin x="0" y="0"/>
    </p:cViewPr>
  </p:sorterViewPr>
  <p:notesViewPr>
    <p:cSldViewPr>
      <p:cViewPr varScale="1">
        <p:scale>
          <a:sx n="55" d="100"/>
          <a:sy n="55" d="100"/>
        </p:scale>
        <p:origin x="-2820" y="-9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Master" Target="slideMasters/slideMaster10.xml"/><Relationship Id="rId18" Type="http://schemas.openxmlformats.org/officeDocument/2006/relationships/slideMaster" Target="slideMasters/slideMaster15.xml"/><Relationship Id="rId26" Type="http://schemas.openxmlformats.org/officeDocument/2006/relationships/slide" Target="slides/slide8.xml"/><Relationship Id="rId3" Type="http://schemas.openxmlformats.org/officeDocument/2006/relationships/customXml" Target="../customXml/item3.xml"/><Relationship Id="rId21" Type="http://schemas.openxmlformats.org/officeDocument/2006/relationships/slide" Target="slides/slide3.xml"/><Relationship Id="rId34" Type="http://schemas.microsoft.com/office/2016/11/relationships/changesInfo" Target="changesInfos/changesInfo1.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 Target="slides/slide7.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Master" Target="slideMasters/slideMaster13.xml"/><Relationship Id="rId20" Type="http://schemas.openxmlformats.org/officeDocument/2006/relationships/slide" Target="slides/slide2.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6.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Master" Target="slideMasters/slideMaster12.xml"/><Relationship Id="rId23" Type="http://schemas.openxmlformats.org/officeDocument/2006/relationships/slide" Target="slides/slide5.xml"/><Relationship Id="rId28" Type="http://schemas.openxmlformats.org/officeDocument/2006/relationships/handoutMaster" Target="handoutMasters/handoutMaster1.xml"/><Relationship Id="rId10" Type="http://schemas.openxmlformats.org/officeDocument/2006/relationships/slideMaster" Target="slideMasters/slideMaster7.xml"/><Relationship Id="rId19" Type="http://schemas.openxmlformats.org/officeDocument/2006/relationships/slide" Target="slides/slide1.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4.xml"/><Relationship Id="rId27" Type="http://schemas.openxmlformats.org/officeDocument/2006/relationships/notesMaster" Target="notesMasters/notesMaster1.xml"/><Relationship Id="rId30"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fzal, Shahid1" userId="S::shahid.afzal1@usbank.com::41e43ff6-5501-4028-97ba-44abb60d6155" providerId="AD" clId="Web-{E6DC050D-11C2-4308-A10E-E9762372C894}"/>
    <pc:docChg chg="modSld">
      <pc:chgData name="Afzal, Shahid1" userId="S::shahid.afzal1@usbank.com::41e43ff6-5501-4028-97ba-44abb60d6155" providerId="AD" clId="Web-{E6DC050D-11C2-4308-A10E-E9762372C894}" dt="2018-06-12T18:46:31.632" v="1" actId="20577"/>
      <pc:docMkLst>
        <pc:docMk/>
      </pc:docMkLst>
      <pc:sldChg chg="modSp">
        <pc:chgData name="Afzal, Shahid1" userId="S::shahid.afzal1@usbank.com::41e43ff6-5501-4028-97ba-44abb60d6155" providerId="AD" clId="Web-{E6DC050D-11C2-4308-A10E-E9762372C894}" dt="2018-06-12T18:46:31.632" v="1" actId="20577"/>
        <pc:sldMkLst>
          <pc:docMk/>
          <pc:sldMk cId="378162162" sldId="792"/>
        </pc:sldMkLst>
        <pc:spChg chg="mod">
          <ac:chgData name="Afzal, Shahid1" userId="S::shahid.afzal1@usbank.com::41e43ff6-5501-4028-97ba-44abb60d6155" providerId="AD" clId="Web-{E6DC050D-11C2-4308-A10E-E9762372C894}" dt="2018-06-12T18:46:31.632" v="1" actId="20577"/>
          <ac:spMkLst>
            <pc:docMk/>
            <pc:sldMk cId="378162162" sldId="792"/>
            <ac:spMk id="5"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0A51597D-2533-4919-9F56-EB376382431F}" type="datetimeFigureOut">
              <a:rPr lang="en-US" smtClean="0"/>
              <a:t>6/13/2018</a:t>
            </a:fld>
            <a:endParaRPr lang="en-US" dirty="0"/>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7299DF4D-C62B-4016-B29D-F0C99D2ADC74}" type="slidenum">
              <a:rPr lang="en-US" smtClean="0"/>
              <a:t>‹#›</a:t>
            </a:fld>
            <a:endParaRPr lang="en-US" dirty="0"/>
          </a:p>
        </p:txBody>
      </p:sp>
    </p:spTree>
    <p:extLst>
      <p:ext uri="{BB962C8B-B14F-4D97-AF65-F5344CB8AC3E}">
        <p14:creationId xmlns:p14="http://schemas.microsoft.com/office/powerpoint/2010/main" val="24922883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8601F5D1-2A17-464E-B26B-00AA5BE0803A}" type="datetimeFigureOut">
              <a:rPr lang="en-US" smtClean="0"/>
              <a:t>6/13/2018</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13F005EB-22FB-4FDC-8C6B-5A1CCF96C6D1}" type="slidenum">
              <a:rPr lang="en-US" smtClean="0"/>
              <a:t>‹#›</a:t>
            </a:fld>
            <a:endParaRPr lang="en-US" dirty="0"/>
          </a:p>
        </p:txBody>
      </p:sp>
    </p:spTree>
    <p:extLst>
      <p:ext uri="{BB962C8B-B14F-4D97-AF65-F5344CB8AC3E}">
        <p14:creationId xmlns:p14="http://schemas.microsoft.com/office/powerpoint/2010/main" val="3375236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FF0000"/>
                </a:solidFill>
              </a:rPr>
              <a:t>Note</a:t>
            </a:r>
            <a:r>
              <a:rPr lang="en-US" b="0">
                <a:solidFill>
                  <a:srgbClr val="FF0000"/>
                </a:solidFill>
              </a:rPr>
              <a:t>:</a:t>
            </a:r>
            <a:r>
              <a:rPr lang="en-US" b="0" baseline="0">
                <a:solidFill>
                  <a:srgbClr val="FF0000"/>
                </a:solidFill>
              </a:rPr>
              <a:t> </a:t>
            </a:r>
            <a:r>
              <a:rPr lang="en-US" b="0" baseline="0" smtClean="0">
                <a:solidFill>
                  <a:srgbClr val="FF0000"/>
                </a:solidFill>
              </a:rPr>
              <a:t>This </a:t>
            </a:r>
            <a:r>
              <a:rPr lang="en-US" b="0" baseline="0" dirty="0">
                <a:solidFill>
                  <a:srgbClr val="FF0000"/>
                </a:solidFill>
              </a:rPr>
              <a:t>is the </a:t>
            </a:r>
            <a:r>
              <a:rPr lang="en-US" b="0" baseline="0" dirty="0" err="1">
                <a:solidFill>
                  <a:srgbClr val="FF0000"/>
                </a:solidFill>
              </a:rPr>
              <a:t>Hoan</a:t>
            </a:r>
            <a:r>
              <a:rPr lang="en-US" b="0" baseline="0" dirty="0">
                <a:solidFill>
                  <a:srgbClr val="FF0000"/>
                </a:solidFill>
              </a:rPr>
              <a:t> bridge, in Milwaukee, with the US Bank tower in the background ;-)</a:t>
            </a:r>
            <a:endParaRPr lang="en-US" b="0" dirty="0"/>
          </a:p>
          <a:p>
            <a:endParaRPr lang="en-US" dirty="0"/>
          </a:p>
        </p:txBody>
      </p:sp>
      <p:sp>
        <p:nvSpPr>
          <p:cNvPr id="4" name="Slide Number Placeholder 3"/>
          <p:cNvSpPr>
            <a:spLocks noGrp="1"/>
          </p:cNvSpPr>
          <p:nvPr>
            <p:ph type="sldNum" sz="quarter" idx="10"/>
          </p:nvPr>
        </p:nvSpPr>
        <p:spPr/>
        <p:txBody>
          <a:bodyPr/>
          <a:lstStyle/>
          <a:p>
            <a:fld id="{13F005EB-22FB-4FDC-8C6B-5A1CCF96C6D1}" type="slidenum">
              <a:rPr lang="en-US" smtClean="0"/>
              <a:t>1</a:t>
            </a:fld>
            <a:endParaRPr lang="en-US" dirty="0"/>
          </a:p>
        </p:txBody>
      </p:sp>
    </p:spTree>
    <p:extLst>
      <p:ext uri="{BB962C8B-B14F-4D97-AF65-F5344CB8AC3E}">
        <p14:creationId xmlns:p14="http://schemas.microsoft.com/office/powerpoint/2010/main" val="133074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F005EB-22FB-4FDC-8C6B-5A1CCF96C6D1}" type="slidenum">
              <a:rPr lang="en-US" smtClean="0"/>
              <a:t>2</a:t>
            </a:fld>
            <a:endParaRPr lang="en-US" dirty="0"/>
          </a:p>
        </p:txBody>
      </p:sp>
    </p:spTree>
    <p:extLst>
      <p:ext uri="{BB962C8B-B14F-4D97-AF65-F5344CB8AC3E}">
        <p14:creationId xmlns:p14="http://schemas.microsoft.com/office/powerpoint/2010/main" val="221675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PROBLEM</a:t>
            </a:r>
          </a:p>
          <a:p>
            <a:pPr lvl="1"/>
            <a:r>
              <a:rPr lang="en-US" dirty="0"/>
              <a:t>Our survey and the resulting synthesis confirmed this hunch.</a:t>
            </a:r>
          </a:p>
          <a:p>
            <a:pPr lvl="1"/>
            <a:r>
              <a:rPr lang="en-US" dirty="0"/>
              <a:t>There was no ONE solution that people sought with their problems or ideas</a:t>
            </a:r>
          </a:p>
          <a:p>
            <a:pPr lvl="1"/>
            <a:r>
              <a:rPr lang="en-US" dirty="0"/>
              <a:t>Currently people are using whatever means they have based on their own experiences, that work well for them</a:t>
            </a:r>
          </a:p>
          <a:p>
            <a:endParaRPr lang="en-US" b="1" dirty="0"/>
          </a:p>
          <a:p>
            <a:r>
              <a:rPr lang="en-US" b="1" dirty="0"/>
              <a:t>OPPORTUNITY</a:t>
            </a:r>
          </a:p>
          <a:p>
            <a:pPr lvl="1"/>
            <a:r>
              <a:rPr lang="en-US" dirty="0"/>
              <a:t>We also know that there will need to be a lot of communication around the new solution, as well as an annual training element, so that all employees know about this solution and how to use it.</a:t>
            </a:r>
          </a:p>
        </p:txBody>
      </p:sp>
      <p:sp>
        <p:nvSpPr>
          <p:cNvPr id="4" name="Slide Number Placeholder 3"/>
          <p:cNvSpPr>
            <a:spLocks noGrp="1"/>
          </p:cNvSpPr>
          <p:nvPr>
            <p:ph type="sldNum" sz="quarter" idx="10"/>
          </p:nvPr>
        </p:nvSpPr>
        <p:spPr/>
        <p:txBody>
          <a:bodyPr/>
          <a:lstStyle/>
          <a:p>
            <a:fld id="{13F005EB-22FB-4FDC-8C6B-5A1CCF96C6D1}" type="slidenum">
              <a:rPr lang="en-US" smtClean="0"/>
              <a:t>3</a:t>
            </a:fld>
            <a:endParaRPr lang="en-US" dirty="0"/>
          </a:p>
        </p:txBody>
      </p:sp>
    </p:spTree>
    <p:extLst>
      <p:ext uri="{BB962C8B-B14F-4D97-AF65-F5344CB8AC3E}">
        <p14:creationId xmlns:p14="http://schemas.microsoft.com/office/powerpoint/2010/main" val="19165018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 Even though TOS folks routinely support the implementation of solution ideas, they can also have ideas of their own to improve how they deliver, support, etc.</a:t>
            </a:r>
          </a:p>
          <a:p>
            <a:pPr lvl="1"/>
            <a:r>
              <a:rPr lang="en-US" dirty="0"/>
              <a:t>- They will ask their manager or someone else they know who might be able to point them in the right direction.</a:t>
            </a:r>
          </a:p>
          <a:p>
            <a:pPr lvl="1"/>
            <a:r>
              <a:rPr lang="en-US" dirty="0"/>
              <a:t>- They may submit a request via some BL specific process whereby it’s not managed well and therefore doesn’t provide timely responses.</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dirty="0"/>
              <a:t>- We know all of this based on our survey synthesis.</a:t>
            </a:r>
          </a:p>
        </p:txBody>
      </p:sp>
      <p:sp>
        <p:nvSpPr>
          <p:cNvPr id="4" name="Slide Number Placeholder 3"/>
          <p:cNvSpPr>
            <a:spLocks noGrp="1"/>
          </p:cNvSpPr>
          <p:nvPr>
            <p:ph type="sldNum" sz="quarter" idx="10"/>
          </p:nvPr>
        </p:nvSpPr>
        <p:spPr/>
        <p:txBody>
          <a:bodyPr/>
          <a:lstStyle/>
          <a:p>
            <a:fld id="{13F005EB-22FB-4FDC-8C6B-5A1CCF96C6D1}" type="slidenum">
              <a:rPr lang="en-US" smtClean="0"/>
              <a:t>4</a:t>
            </a:fld>
            <a:endParaRPr lang="en-US" dirty="0"/>
          </a:p>
        </p:txBody>
      </p:sp>
    </p:spTree>
    <p:extLst>
      <p:ext uri="{BB962C8B-B14F-4D97-AF65-F5344CB8AC3E}">
        <p14:creationId xmlns:p14="http://schemas.microsoft.com/office/powerpoint/2010/main" val="12238889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F005EB-22FB-4FDC-8C6B-5A1CCF96C6D1}" type="slidenum">
              <a:rPr lang="en-US" smtClean="0"/>
              <a:t>5</a:t>
            </a:fld>
            <a:endParaRPr lang="en-US" dirty="0"/>
          </a:p>
        </p:txBody>
      </p:sp>
    </p:spTree>
    <p:extLst>
      <p:ext uri="{BB962C8B-B14F-4D97-AF65-F5344CB8AC3E}">
        <p14:creationId xmlns:p14="http://schemas.microsoft.com/office/powerpoint/2010/main" val="14811465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F005EB-22FB-4FDC-8C6B-5A1CCF96C6D1}" type="slidenum">
              <a:rPr lang="en-US" smtClean="0"/>
              <a:t>6</a:t>
            </a:fld>
            <a:endParaRPr lang="en-US" dirty="0"/>
          </a:p>
        </p:txBody>
      </p:sp>
    </p:spTree>
    <p:extLst>
      <p:ext uri="{BB962C8B-B14F-4D97-AF65-F5344CB8AC3E}">
        <p14:creationId xmlns:p14="http://schemas.microsoft.com/office/powerpoint/2010/main" val="2234893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F005EB-22FB-4FDC-8C6B-5A1CCF96C6D1}" type="slidenum">
              <a:rPr lang="en-US" smtClean="0"/>
              <a:t>7</a:t>
            </a:fld>
            <a:endParaRPr lang="en-US" dirty="0"/>
          </a:p>
        </p:txBody>
      </p:sp>
    </p:spTree>
    <p:extLst>
      <p:ext uri="{BB962C8B-B14F-4D97-AF65-F5344CB8AC3E}">
        <p14:creationId xmlns:p14="http://schemas.microsoft.com/office/powerpoint/2010/main" val="17184318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F005EB-22FB-4FDC-8C6B-5A1CCF96C6D1}" type="slidenum">
              <a:rPr lang="en-US" smtClean="0"/>
              <a:t>8</a:t>
            </a:fld>
            <a:endParaRPr lang="en-US" dirty="0"/>
          </a:p>
        </p:txBody>
      </p:sp>
    </p:spTree>
    <p:extLst>
      <p:ext uri="{BB962C8B-B14F-4D97-AF65-F5344CB8AC3E}">
        <p14:creationId xmlns:p14="http://schemas.microsoft.com/office/powerpoint/2010/main" val="3381726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ption 1">
    <p:spTree>
      <p:nvGrpSpPr>
        <p:cNvPr id="1" name=""/>
        <p:cNvGrpSpPr/>
        <p:nvPr/>
      </p:nvGrpSpPr>
      <p:grpSpPr>
        <a:xfrm>
          <a:off x="0" y="0"/>
          <a:ext cx="0" cy="0"/>
          <a:chOff x="0" y="0"/>
          <a:chExt cx="0" cy="0"/>
        </a:xfrm>
      </p:grpSpPr>
      <p:grpSp>
        <p:nvGrpSpPr>
          <p:cNvPr id="13" name="Group 12"/>
          <p:cNvGrpSpPr/>
          <p:nvPr userDrawn="1"/>
        </p:nvGrpSpPr>
        <p:grpSpPr>
          <a:xfrm>
            <a:off x="0" y="-22043"/>
            <a:ext cx="9144000" cy="6194243"/>
            <a:chOff x="0" y="-22043"/>
            <a:chExt cx="9144000" cy="6194243"/>
          </a:xfrm>
        </p:grpSpPr>
        <p:sp>
          <p:nvSpPr>
            <p:cNvPr id="14" name="Rectangle 13"/>
            <p:cNvSpPr/>
            <p:nvPr userDrawn="1"/>
          </p:nvSpPr>
          <p:spPr>
            <a:xfrm>
              <a:off x="0" y="0"/>
              <a:ext cx="9144000" cy="6172200"/>
            </a:xfrm>
            <a:prstGeom prst="rect">
              <a:avLst/>
            </a:prstGeom>
            <a:gradFill>
              <a:gsLst>
                <a:gs pos="0">
                  <a:srgbClr val="0C2074"/>
                </a:gs>
                <a:gs pos="100000">
                  <a:srgbClr val="0C207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grpSp>
          <p:nvGrpSpPr>
            <p:cNvPr id="15" name="Group 14"/>
            <p:cNvGrpSpPr/>
            <p:nvPr userDrawn="1"/>
          </p:nvGrpSpPr>
          <p:grpSpPr>
            <a:xfrm>
              <a:off x="0" y="-22043"/>
              <a:ext cx="3116640" cy="5974110"/>
              <a:chOff x="0" y="-22043"/>
              <a:chExt cx="3116640" cy="5974110"/>
            </a:xfrm>
          </p:grpSpPr>
          <p:cxnSp>
            <p:nvCxnSpPr>
              <p:cNvPr id="16" name="Straight Connector 15"/>
              <p:cNvCxnSpPr/>
              <p:nvPr userDrawn="1"/>
            </p:nvCxnSpPr>
            <p:spPr>
              <a:xfrm>
                <a:off x="787401" y="1718735"/>
                <a:ext cx="0" cy="4233332"/>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H="1">
                <a:off x="770467" y="5920923"/>
                <a:ext cx="320040" cy="0"/>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rot="16200000" flipH="1">
                <a:off x="907816" y="5782691"/>
                <a:ext cx="320040" cy="0"/>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flipH="1">
                <a:off x="0" y="5651923"/>
                <a:ext cx="1090507" cy="0"/>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sp>
            <p:nvSpPr>
              <p:cNvPr id="20"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n w="38100">
                    <a:solidFill>
                      <a:schemeClr val="tx1"/>
                    </a:solidFill>
                  </a:ln>
                </a:endParaRPr>
              </a:p>
            </p:txBody>
          </p:sp>
        </p:grpSp>
      </p:grpSp>
      <p:sp>
        <p:nvSpPr>
          <p:cNvPr id="8" name="Text Placeholder 2"/>
          <p:cNvSpPr>
            <a:spLocks noGrp="1"/>
          </p:cNvSpPr>
          <p:nvPr userDrawn="1">
            <p:ph type="body" idx="10"/>
          </p:nvPr>
        </p:nvSpPr>
        <p:spPr>
          <a:xfrm>
            <a:off x="3352800" y="2906714"/>
            <a:ext cx="5334000"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itle 1"/>
          <p:cNvSpPr>
            <a:spLocks noGrp="1"/>
          </p:cNvSpPr>
          <p:nvPr userDrawn="1">
            <p:ph type="title" hasCustomPrompt="1"/>
          </p:nvPr>
        </p:nvSpPr>
        <p:spPr>
          <a:xfrm>
            <a:off x="3352800" y="1777790"/>
            <a:ext cx="5334000" cy="982662"/>
          </a:xfrm>
        </p:spPr>
        <p:txBody>
          <a:bodyPr anchor="b" anchorCtr="0">
            <a:normAutofit/>
          </a:bodyPr>
          <a:lstStyle>
            <a:lvl1pPr algn="l">
              <a:defRPr sz="3200" b="1" cap="none">
                <a:solidFill>
                  <a:schemeClr val="bg1"/>
                </a:solidFill>
              </a:defRPr>
            </a:lvl1pPr>
          </a:lstStyle>
          <a:p>
            <a:r>
              <a:rPr lang="en-US" dirty="0"/>
              <a:t>Click to edit master title style</a:t>
            </a:r>
          </a:p>
        </p:txBody>
      </p:sp>
      <p:sp>
        <p:nvSpPr>
          <p:cNvPr id="11" name="Text Placeholder 2"/>
          <p:cNvSpPr>
            <a:spLocks noGrp="1"/>
          </p:cNvSpPr>
          <p:nvPr userDrawn="1">
            <p:ph type="body" idx="12"/>
          </p:nvPr>
        </p:nvSpPr>
        <p:spPr>
          <a:xfrm>
            <a:off x="3333750" y="5021264"/>
            <a:ext cx="5334000" cy="341656"/>
          </a:xfrm>
        </p:spPr>
        <p:txBody>
          <a:bodyPr anchor="t" anchorCtr="0"/>
          <a:lstStyle>
            <a:lvl1pPr marL="0" indent="0">
              <a:buNone/>
              <a:defRPr sz="180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2" name="Text Placeholder 2"/>
          <p:cNvSpPr>
            <a:spLocks noGrp="1"/>
          </p:cNvSpPr>
          <p:nvPr userDrawn="1">
            <p:ph type="body" idx="13"/>
          </p:nvPr>
        </p:nvSpPr>
        <p:spPr>
          <a:xfrm>
            <a:off x="3333750" y="5363819"/>
            <a:ext cx="5334000" cy="341656"/>
          </a:xfrm>
        </p:spPr>
        <p:txBody>
          <a:bodyPr anchor="t" anchorCtr="0"/>
          <a:lstStyle>
            <a:lvl1pPr marL="0" indent="0">
              <a:buNone/>
              <a:defRPr sz="1600" i="1">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pic>
        <p:nvPicPr>
          <p:cNvPr id="10" name="Picture 9"/>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57200" y="6386667"/>
            <a:ext cx="1143000" cy="285442"/>
          </a:xfrm>
          <a:prstGeom prst="rect">
            <a:avLst/>
          </a:prstGeom>
          <a:noFill/>
        </p:spPr>
      </p:pic>
    </p:spTree>
    <p:extLst>
      <p:ext uri="{BB962C8B-B14F-4D97-AF65-F5344CB8AC3E}">
        <p14:creationId xmlns:p14="http://schemas.microsoft.com/office/powerpoint/2010/main" val="2578851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ption 2">
    <p:spTree>
      <p:nvGrpSpPr>
        <p:cNvPr id="1" name=""/>
        <p:cNvGrpSpPr/>
        <p:nvPr/>
      </p:nvGrpSpPr>
      <p:grpSpPr>
        <a:xfrm>
          <a:off x="0" y="0"/>
          <a:ext cx="0" cy="0"/>
          <a:chOff x="0" y="0"/>
          <a:chExt cx="0" cy="0"/>
        </a:xfrm>
      </p:grpSpPr>
      <p:grpSp>
        <p:nvGrpSpPr>
          <p:cNvPr id="18" name="Group 17"/>
          <p:cNvGrpSpPr/>
          <p:nvPr userDrawn="1"/>
        </p:nvGrpSpPr>
        <p:grpSpPr>
          <a:xfrm>
            <a:off x="8467" y="-22043"/>
            <a:ext cx="8617372" cy="5974110"/>
            <a:chOff x="0" y="-30510"/>
            <a:chExt cx="8617372" cy="5974110"/>
          </a:xfrm>
        </p:grpSpPr>
        <p:cxnSp>
          <p:nvCxnSpPr>
            <p:cNvPr id="19" name="Straight Connector 18"/>
            <p:cNvCxnSpPr/>
            <p:nvPr userDrawn="1"/>
          </p:nvCxnSpPr>
          <p:spPr>
            <a:xfrm>
              <a:off x="6288133" y="1710268"/>
              <a:ext cx="0" cy="4233332"/>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flipH="1">
              <a:off x="6271199" y="5912456"/>
              <a:ext cx="320040" cy="0"/>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userDrawn="1"/>
          </p:nvCxnSpPr>
          <p:spPr>
            <a:xfrm rot="16200000" flipH="1">
              <a:off x="6408548" y="5774224"/>
              <a:ext cx="320040" cy="0"/>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userDrawn="1"/>
          </p:nvCxnSpPr>
          <p:spPr>
            <a:xfrm flipH="1">
              <a:off x="0" y="5643456"/>
              <a:ext cx="6591240" cy="0"/>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sp>
          <p:nvSpPr>
            <p:cNvPr id="33"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6" name="Title 1"/>
          <p:cNvSpPr>
            <a:spLocks noGrp="1"/>
          </p:cNvSpPr>
          <p:nvPr>
            <p:ph type="title" hasCustomPrompt="1"/>
          </p:nvPr>
        </p:nvSpPr>
        <p:spPr>
          <a:xfrm>
            <a:off x="457200" y="968828"/>
            <a:ext cx="5659438" cy="1362075"/>
          </a:xfrm>
        </p:spPr>
        <p:txBody>
          <a:bodyPr anchor="b" anchorCtr="0">
            <a:normAutofit/>
          </a:bodyPr>
          <a:lstStyle>
            <a:lvl1pPr algn="l">
              <a:defRPr sz="3600" b="1" cap="none"/>
            </a:lvl1pPr>
          </a:lstStyle>
          <a:p>
            <a:r>
              <a:rPr lang="en-US" dirty="0"/>
              <a:t>Click to edit master title style</a:t>
            </a:r>
          </a:p>
        </p:txBody>
      </p:sp>
      <p:sp>
        <p:nvSpPr>
          <p:cNvPr id="7" name="Text Placeholder 2"/>
          <p:cNvSpPr>
            <a:spLocks noGrp="1"/>
          </p:cNvSpPr>
          <p:nvPr>
            <p:ph type="body" idx="1"/>
          </p:nvPr>
        </p:nvSpPr>
        <p:spPr>
          <a:xfrm>
            <a:off x="457200" y="2601914"/>
            <a:ext cx="5659438"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8" name="Text Placeholder 2"/>
          <p:cNvSpPr>
            <a:spLocks noGrp="1"/>
          </p:cNvSpPr>
          <p:nvPr>
            <p:ph type="body" idx="12"/>
          </p:nvPr>
        </p:nvSpPr>
        <p:spPr>
          <a:xfrm>
            <a:off x="400050" y="4800600"/>
            <a:ext cx="5334000" cy="341656"/>
          </a:xfrm>
        </p:spPr>
        <p:txBody>
          <a:bodyPr anchor="t" anchorCtr="0"/>
          <a:lstStyle>
            <a:lvl1pPr marL="0" indent="0">
              <a:buNone/>
              <a:defRPr sz="18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2"/>
          <p:cNvSpPr>
            <a:spLocks noGrp="1"/>
          </p:cNvSpPr>
          <p:nvPr>
            <p:ph type="body" idx="13"/>
          </p:nvPr>
        </p:nvSpPr>
        <p:spPr>
          <a:xfrm>
            <a:off x="400050" y="5143155"/>
            <a:ext cx="5334000" cy="341656"/>
          </a:xfrm>
        </p:spPr>
        <p:txBody>
          <a:bodyPr anchor="t" anchorCtr="0"/>
          <a:lstStyle>
            <a:lvl1pPr marL="0" indent="0">
              <a:buNone/>
              <a:defRPr sz="1600" i="1">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pic>
        <p:nvPicPr>
          <p:cNvPr id="13" name="Picture 12"/>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57200" y="6386667"/>
            <a:ext cx="1143000" cy="285442"/>
          </a:xfrm>
          <a:prstGeom prst="rect">
            <a:avLst/>
          </a:prstGeom>
          <a:noFill/>
        </p:spPr>
      </p:pic>
    </p:spTree>
    <p:extLst>
      <p:ext uri="{BB962C8B-B14F-4D97-AF65-F5344CB8AC3E}">
        <p14:creationId xmlns:p14="http://schemas.microsoft.com/office/powerpoint/2010/main" val="1959405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photo">
    <p:spTree>
      <p:nvGrpSpPr>
        <p:cNvPr id="1" name=""/>
        <p:cNvGrpSpPr/>
        <p:nvPr/>
      </p:nvGrpSpPr>
      <p:grpSpPr>
        <a:xfrm>
          <a:off x="0" y="0"/>
          <a:ext cx="0" cy="0"/>
          <a:chOff x="0" y="0"/>
          <a:chExt cx="0" cy="0"/>
        </a:xfrm>
      </p:grpSpPr>
      <p:sp>
        <p:nvSpPr>
          <p:cNvPr id="14" name="Right Arrow Callout 12"/>
          <p:cNvSpPr/>
          <p:nvPr userDrawn="1"/>
        </p:nvSpPr>
        <p:spPr>
          <a:xfrm rot="16200000" flipH="1">
            <a:off x="1726578" y="-1770188"/>
            <a:ext cx="5178399" cy="8703942"/>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 name="connsiteX0" fmla="*/ 0 w 3302162"/>
              <a:gd name="connsiteY0" fmla="*/ 95140 h 667639"/>
              <a:gd name="connsiteX1" fmla="*/ 3208664 w 3302162"/>
              <a:gd name="connsiteY1" fmla="*/ 109033 h 667639"/>
              <a:gd name="connsiteX2" fmla="*/ 3302162 w 3302162"/>
              <a:gd name="connsiteY2" fmla="*/ 387843 h 667639"/>
              <a:gd name="connsiteX3" fmla="*/ 3210487 w 3302162"/>
              <a:gd name="connsiteY3" fmla="*/ 667639 h 667639"/>
              <a:gd name="connsiteX4" fmla="*/ 2896823 w 3302162"/>
              <a:gd name="connsiteY4" fmla="*/ 667608 h 667639"/>
              <a:gd name="connsiteX5" fmla="*/ 2896271 w 3302162"/>
              <a:gd name="connsiteY5" fmla="*/ 0 h 667639"/>
              <a:gd name="connsiteX0" fmla="*/ 0 w 3302162"/>
              <a:gd name="connsiteY0" fmla="*/ 5086973 h 5659472"/>
              <a:gd name="connsiteX1" fmla="*/ 3208664 w 3302162"/>
              <a:gd name="connsiteY1" fmla="*/ 5100866 h 5659472"/>
              <a:gd name="connsiteX2" fmla="*/ 3302162 w 3302162"/>
              <a:gd name="connsiteY2" fmla="*/ 5379676 h 5659472"/>
              <a:gd name="connsiteX3" fmla="*/ 3210487 w 3302162"/>
              <a:gd name="connsiteY3" fmla="*/ 5659472 h 5659472"/>
              <a:gd name="connsiteX4" fmla="*/ 2896823 w 3302162"/>
              <a:gd name="connsiteY4" fmla="*/ 5659441 h 5659472"/>
              <a:gd name="connsiteX5" fmla="*/ 2890197 w 3302162"/>
              <a:gd name="connsiteY5" fmla="*/ 0 h 5659472"/>
              <a:gd name="connsiteX0" fmla="*/ 0 w 3302162"/>
              <a:gd name="connsiteY0" fmla="*/ 5086973 h 5659472"/>
              <a:gd name="connsiteX1" fmla="*/ 3208664 w 3302162"/>
              <a:gd name="connsiteY1" fmla="*/ 5100866 h 5659472"/>
              <a:gd name="connsiteX2" fmla="*/ 3302162 w 3302162"/>
              <a:gd name="connsiteY2" fmla="*/ 5379676 h 5659472"/>
              <a:gd name="connsiteX3" fmla="*/ 3210487 w 3302162"/>
              <a:gd name="connsiteY3" fmla="*/ 5659472 h 5659472"/>
              <a:gd name="connsiteX4" fmla="*/ 2896823 w 3302162"/>
              <a:gd name="connsiteY4" fmla="*/ 5659441 h 5659472"/>
              <a:gd name="connsiteX5" fmla="*/ 2890197 w 3302162"/>
              <a:gd name="connsiteY5" fmla="*/ 0 h 5659472"/>
              <a:gd name="connsiteX0" fmla="*/ 0 w 3302162"/>
              <a:gd name="connsiteY0" fmla="*/ 5086973 h 5659472"/>
              <a:gd name="connsiteX1" fmla="*/ 3208664 w 3302162"/>
              <a:gd name="connsiteY1" fmla="*/ 5100866 h 5659472"/>
              <a:gd name="connsiteX2" fmla="*/ 3302162 w 3302162"/>
              <a:gd name="connsiteY2" fmla="*/ 5379676 h 5659472"/>
              <a:gd name="connsiteX3" fmla="*/ 3210487 w 3302162"/>
              <a:gd name="connsiteY3" fmla="*/ 5659472 h 5659472"/>
              <a:gd name="connsiteX4" fmla="*/ 2896823 w 3302162"/>
              <a:gd name="connsiteY4" fmla="*/ 5659441 h 5659472"/>
              <a:gd name="connsiteX5" fmla="*/ 2902345 w 3302162"/>
              <a:gd name="connsiteY5" fmla="*/ 0 h 5659472"/>
              <a:gd name="connsiteX0" fmla="*/ 0 w 3302162"/>
              <a:gd name="connsiteY0" fmla="*/ 5105553 h 5678052"/>
              <a:gd name="connsiteX1" fmla="*/ 3208664 w 3302162"/>
              <a:gd name="connsiteY1" fmla="*/ 5119446 h 5678052"/>
              <a:gd name="connsiteX2" fmla="*/ 3302162 w 3302162"/>
              <a:gd name="connsiteY2" fmla="*/ 5398256 h 5678052"/>
              <a:gd name="connsiteX3" fmla="*/ 3210487 w 3302162"/>
              <a:gd name="connsiteY3" fmla="*/ 5678052 h 5678052"/>
              <a:gd name="connsiteX4" fmla="*/ 2896823 w 3302162"/>
              <a:gd name="connsiteY4" fmla="*/ 5678021 h 5678052"/>
              <a:gd name="connsiteX5" fmla="*/ 2914493 w 3302162"/>
              <a:gd name="connsiteY5" fmla="*/ 0 h 5678052"/>
              <a:gd name="connsiteX0" fmla="*/ 0 w 3302162"/>
              <a:gd name="connsiteY0" fmla="*/ 5086975 h 5659474"/>
              <a:gd name="connsiteX1" fmla="*/ 3208664 w 3302162"/>
              <a:gd name="connsiteY1" fmla="*/ 5100868 h 5659474"/>
              <a:gd name="connsiteX2" fmla="*/ 3302162 w 3302162"/>
              <a:gd name="connsiteY2" fmla="*/ 5379678 h 5659474"/>
              <a:gd name="connsiteX3" fmla="*/ 3210487 w 3302162"/>
              <a:gd name="connsiteY3" fmla="*/ 5659474 h 5659474"/>
              <a:gd name="connsiteX4" fmla="*/ 2896823 w 3302162"/>
              <a:gd name="connsiteY4" fmla="*/ 5659443 h 5659474"/>
              <a:gd name="connsiteX5" fmla="*/ 2896272 w 3302162"/>
              <a:gd name="connsiteY5" fmla="*/ 0 h 5659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2162" h="5659474">
                <a:moveTo>
                  <a:pt x="0" y="5086975"/>
                </a:moveTo>
                <a:lnTo>
                  <a:pt x="3208664" y="5100868"/>
                </a:lnTo>
                <a:lnTo>
                  <a:pt x="3302162" y="5379678"/>
                </a:lnTo>
                <a:lnTo>
                  <a:pt x="3210487" y="5659474"/>
                </a:lnTo>
                <a:lnTo>
                  <a:pt x="2896823" y="5659443"/>
                </a:lnTo>
                <a:cubicBezTo>
                  <a:pt x="2894614" y="3772963"/>
                  <a:pt x="2904555" y="9898"/>
                  <a:pt x="2896272" y="0"/>
                </a:cubicBezTo>
              </a:path>
            </a:pathLst>
          </a:custGeom>
          <a:noFill/>
          <a:ln w="635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sp>
        <p:nvSpPr>
          <p:cNvPr id="9" name="Title 1"/>
          <p:cNvSpPr>
            <a:spLocks noGrp="1"/>
          </p:cNvSpPr>
          <p:nvPr userDrawn="1">
            <p:ph type="title" hasCustomPrompt="1"/>
          </p:nvPr>
        </p:nvSpPr>
        <p:spPr>
          <a:xfrm>
            <a:off x="457200" y="4604658"/>
            <a:ext cx="7315200" cy="957942"/>
          </a:xfrm>
        </p:spPr>
        <p:txBody>
          <a:bodyPr anchor="b" anchorCtr="0">
            <a:noAutofit/>
          </a:bodyPr>
          <a:lstStyle>
            <a:lvl1pPr algn="l">
              <a:defRPr sz="3200" b="1" cap="none" baseline="0"/>
            </a:lvl1pPr>
          </a:lstStyle>
          <a:p>
            <a:r>
              <a:rPr lang="en-US" dirty="0"/>
              <a:t>Click to edit master title style</a:t>
            </a:r>
          </a:p>
        </p:txBody>
      </p:sp>
      <p:sp>
        <p:nvSpPr>
          <p:cNvPr id="10" name="Text Placeholder 2"/>
          <p:cNvSpPr>
            <a:spLocks noGrp="1"/>
          </p:cNvSpPr>
          <p:nvPr userDrawn="1">
            <p:ph type="body" idx="1"/>
          </p:nvPr>
        </p:nvSpPr>
        <p:spPr>
          <a:xfrm>
            <a:off x="457200" y="5640389"/>
            <a:ext cx="7315200" cy="674686"/>
          </a:xfrm>
        </p:spPr>
        <p:txBody>
          <a:bodyPr anchor="t" anchorCtr="0"/>
          <a:lstStyle>
            <a:lvl1pPr marL="0" indent="0">
              <a:buNone/>
              <a:defRPr sz="20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8" name="Picture Placeholder 4"/>
          <p:cNvSpPr>
            <a:spLocks noGrp="1"/>
          </p:cNvSpPr>
          <p:nvPr userDrawn="1">
            <p:ph type="pic" sz="quarter" idx="10"/>
          </p:nvPr>
        </p:nvSpPr>
        <p:spPr>
          <a:xfrm>
            <a:off x="0" y="0"/>
            <a:ext cx="7772400" cy="4505325"/>
          </a:xfrm>
        </p:spPr>
        <p:txBody>
          <a:bodyPr lIns="274320" tIns="548640"/>
          <a:lstStyle>
            <a:lvl1pPr marL="9144" indent="0">
              <a:buFontTx/>
              <a:buNone/>
              <a:defRPr sz="2800"/>
            </a:lvl1pPr>
          </a:lstStyle>
          <a:p>
            <a:r>
              <a:rPr lang="en-US" dirty="0"/>
              <a:t>Click icon to add picture</a:t>
            </a:r>
          </a:p>
        </p:txBody>
      </p:sp>
      <p:pic>
        <p:nvPicPr>
          <p:cNvPr id="11" name="Picture 10"/>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57200" y="6386667"/>
            <a:ext cx="1143000" cy="285442"/>
          </a:xfrm>
          <a:prstGeom prst="rect">
            <a:avLst/>
          </a:prstGeom>
          <a:noFill/>
        </p:spPr>
      </p:pic>
    </p:spTree>
    <p:extLst>
      <p:ext uri="{BB962C8B-B14F-4D97-AF65-F5344CB8AC3E}">
        <p14:creationId xmlns:p14="http://schemas.microsoft.com/office/powerpoint/2010/main" val="1304758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0"/>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4121273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grpSp>
        <p:nvGrpSpPr>
          <p:cNvPr id="13" name="Group 12"/>
          <p:cNvGrpSpPr/>
          <p:nvPr userDrawn="1"/>
        </p:nvGrpSpPr>
        <p:grpSpPr>
          <a:xfrm>
            <a:off x="8467" y="-22043"/>
            <a:ext cx="8617372" cy="5974110"/>
            <a:chOff x="0" y="-30510"/>
            <a:chExt cx="8617372" cy="5974110"/>
          </a:xfrm>
        </p:grpSpPr>
        <p:cxnSp>
          <p:nvCxnSpPr>
            <p:cNvPr id="14" name="Straight Connector 13"/>
            <p:cNvCxnSpPr/>
            <p:nvPr userDrawn="1"/>
          </p:nvCxnSpPr>
          <p:spPr>
            <a:xfrm>
              <a:off x="6288133" y="1710268"/>
              <a:ext cx="0" cy="4233332"/>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flipH="1">
              <a:off x="6271199" y="5912456"/>
              <a:ext cx="3200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rot="16200000" flipH="1">
              <a:off x="6408548" y="5774224"/>
              <a:ext cx="3200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H="1">
              <a:off x="0" y="5643456"/>
              <a:ext cx="65912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8"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5"/>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2" name="Title 1"/>
          <p:cNvSpPr>
            <a:spLocks noGrp="1"/>
          </p:cNvSpPr>
          <p:nvPr>
            <p:ph type="title" hasCustomPrompt="1"/>
          </p:nvPr>
        </p:nvSpPr>
        <p:spPr>
          <a:xfrm>
            <a:off x="457200" y="964310"/>
            <a:ext cx="5638800" cy="1362075"/>
          </a:xfrm>
        </p:spPr>
        <p:txBody>
          <a:bodyPr anchor="b" anchorCtr="0">
            <a:normAutofit/>
          </a:bodyPr>
          <a:lstStyle>
            <a:lvl1pPr algn="l">
              <a:defRPr sz="3600" b="1" cap="none"/>
            </a:lvl1pPr>
          </a:lstStyle>
          <a:p>
            <a:r>
              <a:rPr lang="en-US" dirty="0"/>
              <a:t>Click to edit master title style</a:t>
            </a:r>
          </a:p>
        </p:txBody>
      </p:sp>
    </p:spTree>
    <p:extLst>
      <p:ext uri="{BB962C8B-B14F-4D97-AF65-F5344CB8AC3E}">
        <p14:creationId xmlns:p14="http://schemas.microsoft.com/office/powerpoint/2010/main" val="2666075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divider w/text">
    <p:spTree>
      <p:nvGrpSpPr>
        <p:cNvPr id="1" name=""/>
        <p:cNvGrpSpPr/>
        <p:nvPr/>
      </p:nvGrpSpPr>
      <p:grpSpPr>
        <a:xfrm>
          <a:off x="0" y="0"/>
          <a:ext cx="0" cy="0"/>
          <a:chOff x="0" y="0"/>
          <a:chExt cx="0" cy="0"/>
        </a:xfrm>
      </p:grpSpPr>
      <p:grpSp>
        <p:nvGrpSpPr>
          <p:cNvPr id="5" name="Group 4"/>
          <p:cNvGrpSpPr/>
          <p:nvPr userDrawn="1"/>
        </p:nvGrpSpPr>
        <p:grpSpPr>
          <a:xfrm>
            <a:off x="8467" y="-22043"/>
            <a:ext cx="8617372" cy="5974110"/>
            <a:chOff x="0" y="-30510"/>
            <a:chExt cx="8617372" cy="5974110"/>
          </a:xfrm>
        </p:grpSpPr>
        <p:cxnSp>
          <p:nvCxnSpPr>
            <p:cNvPr id="24" name="Straight Connector 23"/>
            <p:cNvCxnSpPr/>
            <p:nvPr userDrawn="1"/>
          </p:nvCxnSpPr>
          <p:spPr>
            <a:xfrm>
              <a:off x="6288133" y="1710268"/>
              <a:ext cx="0" cy="4233332"/>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userDrawn="1"/>
          </p:nvCxnSpPr>
          <p:spPr>
            <a:xfrm flipH="1">
              <a:off x="6271199" y="5912456"/>
              <a:ext cx="3200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userDrawn="1"/>
          </p:nvCxnSpPr>
          <p:spPr>
            <a:xfrm rot="16200000" flipH="1">
              <a:off x="6408548" y="5774224"/>
              <a:ext cx="3200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flipH="1">
              <a:off x="0" y="5643456"/>
              <a:ext cx="65912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2" name="Title 1"/>
          <p:cNvSpPr>
            <a:spLocks noGrp="1"/>
          </p:cNvSpPr>
          <p:nvPr userDrawn="1">
            <p:ph type="title" hasCustomPrompt="1"/>
          </p:nvPr>
        </p:nvSpPr>
        <p:spPr>
          <a:xfrm>
            <a:off x="457200" y="963704"/>
            <a:ext cx="5638800" cy="1362075"/>
          </a:xfrm>
        </p:spPr>
        <p:txBody>
          <a:bodyPr anchor="b" anchorCtr="0">
            <a:normAutofit/>
          </a:bodyPr>
          <a:lstStyle>
            <a:lvl1pPr algn="l">
              <a:defRPr sz="3600" b="1" cap="none"/>
            </a:lvl1pPr>
          </a:lstStyle>
          <a:p>
            <a:r>
              <a:rPr lang="en-US" dirty="0"/>
              <a:t>Click to edit master title style</a:t>
            </a:r>
          </a:p>
        </p:txBody>
      </p:sp>
      <p:sp>
        <p:nvSpPr>
          <p:cNvPr id="3" name="Text Placeholder 2"/>
          <p:cNvSpPr>
            <a:spLocks noGrp="1"/>
          </p:cNvSpPr>
          <p:nvPr userDrawn="1">
            <p:ph type="body" idx="1"/>
          </p:nvPr>
        </p:nvSpPr>
        <p:spPr>
          <a:xfrm>
            <a:off x="457200" y="2362200"/>
            <a:ext cx="5638800" cy="3200400"/>
          </a:xfrm>
        </p:spPr>
        <p:txBody>
          <a:bodyPr anchor="t" anchorCtr="0"/>
          <a:lstStyle>
            <a:lvl1pPr marL="0" indent="0">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2063717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tement/quote slide">
    <p:spTree>
      <p:nvGrpSpPr>
        <p:cNvPr id="1" name=""/>
        <p:cNvGrpSpPr/>
        <p:nvPr/>
      </p:nvGrpSpPr>
      <p:grpSpPr>
        <a:xfrm>
          <a:off x="0" y="0"/>
          <a:ext cx="0" cy="0"/>
          <a:chOff x="0" y="0"/>
          <a:chExt cx="0" cy="0"/>
        </a:xfrm>
      </p:grpSpPr>
      <p:sp>
        <p:nvSpPr>
          <p:cNvPr id="7" name="Text Placeholder 2"/>
          <p:cNvSpPr>
            <a:spLocks noGrp="1"/>
          </p:cNvSpPr>
          <p:nvPr userDrawn="1">
            <p:ph type="body" idx="10"/>
          </p:nvPr>
        </p:nvSpPr>
        <p:spPr>
          <a:xfrm>
            <a:off x="3352800" y="2725948"/>
            <a:ext cx="5334000"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8" name="Title 1"/>
          <p:cNvSpPr>
            <a:spLocks noGrp="1"/>
          </p:cNvSpPr>
          <p:nvPr userDrawn="1">
            <p:ph type="title" hasCustomPrompt="1"/>
          </p:nvPr>
        </p:nvSpPr>
        <p:spPr>
          <a:xfrm>
            <a:off x="3352800" y="1760538"/>
            <a:ext cx="5334000" cy="982662"/>
          </a:xfrm>
        </p:spPr>
        <p:txBody>
          <a:bodyPr anchor="b" anchorCtr="0">
            <a:normAutofit/>
          </a:bodyPr>
          <a:lstStyle>
            <a:lvl1pPr algn="l">
              <a:defRPr sz="3200" b="1" cap="none"/>
            </a:lvl1pPr>
          </a:lstStyle>
          <a:p>
            <a:r>
              <a:rPr lang="en-US" dirty="0"/>
              <a:t>Click to edit master title style</a:t>
            </a:r>
          </a:p>
        </p:txBody>
      </p:sp>
      <p:grpSp>
        <p:nvGrpSpPr>
          <p:cNvPr id="2" name="Group 1"/>
          <p:cNvGrpSpPr/>
          <p:nvPr userDrawn="1"/>
        </p:nvGrpSpPr>
        <p:grpSpPr>
          <a:xfrm>
            <a:off x="0" y="-22043"/>
            <a:ext cx="3116640" cy="5974110"/>
            <a:chOff x="0" y="-22043"/>
            <a:chExt cx="3116640" cy="5974110"/>
          </a:xfrm>
        </p:grpSpPr>
        <p:cxnSp>
          <p:nvCxnSpPr>
            <p:cNvPr id="56" name="Straight Connector 55"/>
            <p:cNvCxnSpPr/>
            <p:nvPr userDrawn="1"/>
          </p:nvCxnSpPr>
          <p:spPr>
            <a:xfrm>
              <a:off x="787401" y="1718735"/>
              <a:ext cx="0" cy="4233332"/>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userDrawn="1"/>
          </p:nvCxnSpPr>
          <p:spPr>
            <a:xfrm flipH="1">
              <a:off x="770467" y="5920923"/>
              <a:ext cx="32004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userDrawn="1"/>
          </p:nvCxnSpPr>
          <p:spPr>
            <a:xfrm rot="16200000" flipH="1">
              <a:off x="907816" y="5782691"/>
              <a:ext cx="32004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userDrawn="1"/>
          </p:nvCxnSpPr>
          <p:spPr>
            <a:xfrm flipH="1">
              <a:off x="0" y="5651923"/>
              <a:ext cx="1090507"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67B2E8"/>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Tree>
    <p:extLst>
      <p:ext uri="{BB962C8B-B14F-4D97-AF65-F5344CB8AC3E}">
        <p14:creationId xmlns:p14="http://schemas.microsoft.com/office/powerpoint/2010/main" val="4134367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atement/quote slide w/text">
    <p:spTree>
      <p:nvGrpSpPr>
        <p:cNvPr id="1" name=""/>
        <p:cNvGrpSpPr/>
        <p:nvPr/>
      </p:nvGrpSpPr>
      <p:grpSpPr>
        <a:xfrm>
          <a:off x="0" y="0"/>
          <a:ext cx="0" cy="0"/>
          <a:chOff x="0" y="0"/>
          <a:chExt cx="0" cy="0"/>
        </a:xfrm>
      </p:grpSpPr>
      <p:grpSp>
        <p:nvGrpSpPr>
          <p:cNvPr id="14" name="Group 13"/>
          <p:cNvGrpSpPr/>
          <p:nvPr userDrawn="1"/>
        </p:nvGrpSpPr>
        <p:grpSpPr>
          <a:xfrm>
            <a:off x="0" y="-20985"/>
            <a:ext cx="3116640" cy="5974110"/>
            <a:chOff x="0" y="-22043"/>
            <a:chExt cx="3116640" cy="5974110"/>
          </a:xfrm>
        </p:grpSpPr>
        <p:cxnSp>
          <p:nvCxnSpPr>
            <p:cNvPr id="15" name="Straight Connector 14"/>
            <p:cNvCxnSpPr/>
            <p:nvPr userDrawn="1"/>
          </p:nvCxnSpPr>
          <p:spPr>
            <a:xfrm>
              <a:off x="787401" y="1718735"/>
              <a:ext cx="0" cy="4233332"/>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flipH="1">
              <a:off x="770467" y="5920923"/>
              <a:ext cx="320040"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rot="16200000" flipH="1">
              <a:off x="907816" y="5782691"/>
              <a:ext cx="320040"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flipH="1">
              <a:off x="0" y="5651923"/>
              <a:ext cx="1090507"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6"/>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6" name="Text Placeholder 2"/>
          <p:cNvSpPr>
            <a:spLocks noGrp="1"/>
          </p:cNvSpPr>
          <p:nvPr>
            <p:ph type="body" idx="1"/>
          </p:nvPr>
        </p:nvSpPr>
        <p:spPr>
          <a:xfrm>
            <a:off x="3352800" y="2734574"/>
            <a:ext cx="5334000" cy="3200400"/>
          </a:xfrm>
        </p:spPr>
        <p:txBody>
          <a:bodyPr anchor="t" anchorCtr="0"/>
          <a:lstStyle>
            <a:lvl1pPr marL="0" indent="0">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Title 1"/>
          <p:cNvSpPr>
            <a:spLocks noGrp="1"/>
          </p:cNvSpPr>
          <p:nvPr>
            <p:ph type="title" hasCustomPrompt="1"/>
          </p:nvPr>
        </p:nvSpPr>
        <p:spPr>
          <a:xfrm>
            <a:off x="3352800" y="1760538"/>
            <a:ext cx="5334000" cy="982662"/>
          </a:xfrm>
        </p:spPr>
        <p:txBody>
          <a:bodyPr anchor="b" anchorCtr="0">
            <a:normAutofit/>
          </a:bodyPr>
          <a:lstStyle>
            <a:lvl1pPr algn="l">
              <a:defRPr sz="3200" b="1" cap="none"/>
            </a:lvl1pPr>
          </a:lstStyle>
          <a:p>
            <a:r>
              <a:rPr lang="en-US" dirty="0"/>
              <a:t>Click to edit master title style</a:t>
            </a:r>
          </a:p>
        </p:txBody>
      </p:sp>
    </p:spTree>
    <p:extLst>
      <p:ext uri="{BB962C8B-B14F-4D97-AF65-F5344CB8AC3E}">
        <p14:creationId xmlns:p14="http://schemas.microsoft.com/office/powerpoint/2010/main" val="2248385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12544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0"/>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566683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645206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339314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095134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quarter" idx="10"/>
          </p:nvPr>
        </p:nvSpPr>
        <p:spPr>
          <a:xfrm>
            <a:off x="457200"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11"/>
          </p:nvPr>
        </p:nvSpPr>
        <p:spPr>
          <a:xfrm>
            <a:off x="4645152"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2"/>
          </p:nvPr>
        </p:nvSpPr>
        <p:spPr>
          <a:xfrm>
            <a:off x="457200" y="3124200"/>
            <a:ext cx="8229600" cy="291084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22107363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501836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96166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37307570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30190990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789248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841233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777062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674832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Statement/quote slide">
    <p:spTree>
      <p:nvGrpSpPr>
        <p:cNvPr id="1" name=""/>
        <p:cNvGrpSpPr/>
        <p:nvPr/>
      </p:nvGrpSpPr>
      <p:grpSpPr>
        <a:xfrm>
          <a:off x="0" y="0"/>
          <a:ext cx="0" cy="0"/>
          <a:chOff x="0" y="0"/>
          <a:chExt cx="0" cy="0"/>
        </a:xfrm>
      </p:grpSpPr>
      <p:sp>
        <p:nvSpPr>
          <p:cNvPr id="7" name="Text Placeholder 2"/>
          <p:cNvSpPr>
            <a:spLocks noGrp="1"/>
          </p:cNvSpPr>
          <p:nvPr userDrawn="1">
            <p:ph type="body" idx="10"/>
          </p:nvPr>
        </p:nvSpPr>
        <p:spPr>
          <a:xfrm>
            <a:off x="3352800" y="2725948"/>
            <a:ext cx="5334000"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8" name="Title 1"/>
          <p:cNvSpPr>
            <a:spLocks noGrp="1"/>
          </p:cNvSpPr>
          <p:nvPr userDrawn="1">
            <p:ph type="title" hasCustomPrompt="1"/>
          </p:nvPr>
        </p:nvSpPr>
        <p:spPr>
          <a:xfrm>
            <a:off x="3352800" y="1760538"/>
            <a:ext cx="5334000" cy="982662"/>
          </a:xfrm>
        </p:spPr>
        <p:txBody>
          <a:bodyPr anchor="b" anchorCtr="0">
            <a:normAutofit/>
          </a:bodyPr>
          <a:lstStyle>
            <a:lvl1pPr algn="l">
              <a:defRPr sz="3200" b="1" cap="none"/>
            </a:lvl1pPr>
          </a:lstStyle>
          <a:p>
            <a:r>
              <a:rPr lang="en-US" dirty="0"/>
              <a:t>Click to edit master title style</a:t>
            </a:r>
          </a:p>
        </p:txBody>
      </p:sp>
      <p:grpSp>
        <p:nvGrpSpPr>
          <p:cNvPr id="2" name="Group 1"/>
          <p:cNvGrpSpPr/>
          <p:nvPr userDrawn="1"/>
        </p:nvGrpSpPr>
        <p:grpSpPr>
          <a:xfrm>
            <a:off x="0" y="-22043"/>
            <a:ext cx="3116640" cy="5974110"/>
            <a:chOff x="0" y="-22043"/>
            <a:chExt cx="3116640" cy="5974110"/>
          </a:xfrm>
        </p:grpSpPr>
        <p:cxnSp>
          <p:nvCxnSpPr>
            <p:cNvPr id="56" name="Straight Connector 55"/>
            <p:cNvCxnSpPr/>
            <p:nvPr userDrawn="1"/>
          </p:nvCxnSpPr>
          <p:spPr>
            <a:xfrm>
              <a:off x="787401" y="1718735"/>
              <a:ext cx="0" cy="4233332"/>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userDrawn="1"/>
          </p:nvCxnSpPr>
          <p:spPr>
            <a:xfrm flipH="1">
              <a:off x="770467" y="5920923"/>
              <a:ext cx="32004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userDrawn="1"/>
          </p:nvCxnSpPr>
          <p:spPr>
            <a:xfrm rot="16200000" flipH="1">
              <a:off x="907816" y="5782691"/>
              <a:ext cx="32004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userDrawn="1"/>
          </p:nvCxnSpPr>
          <p:spPr>
            <a:xfrm flipH="1">
              <a:off x="0" y="5651923"/>
              <a:ext cx="1090507"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67B2E8"/>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Tree>
    <p:extLst>
      <p:ext uri="{BB962C8B-B14F-4D97-AF65-F5344CB8AC3E}">
        <p14:creationId xmlns:p14="http://schemas.microsoft.com/office/powerpoint/2010/main" val="10438249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Specialty table of conten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817649" y="1382750"/>
            <a:ext cx="5508702" cy="4560849"/>
          </a:xfrm>
        </p:spPr>
        <p:txBody>
          <a:bodyPr/>
          <a:lstStyle>
            <a:lvl1pPr marL="9144" indent="0">
              <a:buFontTx/>
              <a:buNone/>
              <a:defRPr/>
            </a:lvl1pPr>
            <a:lvl2pPr marL="320040" indent="0">
              <a:buFontTx/>
              <a:buNone/>
              <a:defRPr/>
            </a:lvl2pPr>
            <a:lvl3pPr marL="740664" indent="0">
              <a:buFontTx/>
              <a:buNone/>
              <a:defRPr/>
            </a:lvl3pPr>
            <a:lvl4pPr marL="1106424" indent="0">
              <a:buFontTx/>
              <a:buNone/>
              <a:defRPr/>
            </a:lvl4pPr>
            <a:lvl5pPr marL="1472184" indent="0">
              <a:buFontTx/>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48723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pecialty biography">
    <p:spTree>
      <p:nvGrpSpPr>
        <p:cNvPr id="1" name=""/>
        <p:cNvGrpSpPr/>
        <p:nvPr/>
      </p:nvGrpSpPr>
      <p:grpSpPr>
        <a:xfrm>
          <a:off x="0" y="0"/>
          <a:ext cx="0" cy="0"/>
          <a:chOff x="0" y="0"/>
          <a:chExt cx="0" cy="0"/>
        </a:xfrm>
      </p:grpSpPr>
      <p:sp>
        <p:nvSpPr>
          <p:cNvPr id="2" name="Title 1"/>
          <p:cNvSpPr>
            <a:spLocks noGrp="1"/>
          </p:cNvSpPr>
          <p:nvPr>
            <p:ph type="title"/>
          </p:nvPr>
        </p:nvSpPr>
        <p:spPr>
          <a:xfrm>
            <a:off x="2743200" y="618172"/>
            <a:ext cx="5943600" cy="801688"/>
          </a:xfrm>
        </p:spPr>
        <p:txBody>
          <a:bodyPr>
            <a:normAutofit/>
          </a:bodyPr>
          <a:lstStyle>
            <a:lvl1pPr>
              <a:defRPr sz="2200"/>
            </a:lvl1pPr>
          </a:lstStyle>
          <a:p>
            <a:r>
              <a:rPr lang="en-US" dirty="0"/>
              <a:t>Click to edit Master title style</a:t>
            </a:r>
          </a:p>
        </p:txBody>
      </p:sp>
      <p:sp>
        <p:nvSpPr>
          <p:cNvPr id="3" name="Content Placeholder 2"/>
          <p:cNvSpPr>
            <a:spLocks noGrp="1"/>
          </p:cNvSpPr>
          <p:nvPr>
            <p:ph sz="half" idx="1"/>
          </p:nvPr>
        </p:nvSpPr>
        <p:spPr>
          <a:xfrm>
            <a:off x="2743200" y="1417852"/>
            <a:ext cx="5943600" cy="1828800"/>
          </a:xfrm>
        </p:spPr>
        <p:txBody>
          <a:bodyPr/>
          <a:lstStyle>
            <a:lvl1pPr>
              <a:defRPr sz="1800"/>
            </a:lvl1pPr>
            <a:lvl2pPr>
              <a:defRPr sz="1600"/>
            </a:lvl2pPr>
            <a:lvl3pPr>
              <a:defRPr sz="1400"/>
            </a:lvl3pPr>
            <a:lvl4pPr>
              <a:defRPr sz="1200"/>
            </a:lvl4pPr>
            <a:lvl5pPr>
              <a:defRPr sz="11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p:cNvSpPr>
            <a:spLocks noGrp="1"/>
          </p:cNvSpPr>
          <p:nvPr>
            <p:ph type="pic" sz="quarter" idx="10"/>
          </p:nvPr>
        </p:nvSpPr>
        <p:spPr>
          <a:xfrm>
            <a:off x="457200" y="1022793"/>
            <a:ext cx="2209800" cy="2170112"/>
          </a:xfrm>
        </p:spPr>
        <p:txBody>
          <a:bodyPr/>
          <a:lstStyle>
            <a:lvl1pPr marL="9144" indent="0">
              <a:buFontTx/>
              <a:buNone/>
              <a:defRPr/>
            </a:lvl1pPr>
          </a:lstStyle>
          <a:p>
            <a:endParaRPr lang="en-US" dirty="0"/>
          </a:p>
        </p:txBody>
      </p:sp>
      <p:sp>
        <p:nvSpPr>
          <p:cNvPr id="10" name="Content Placeholder 2"/>
          <p:cNvSpPr>
            <a:spLocks noGrp="1"/>
          </p:cNvSpPr>
          <p:nvPr>
            <p:ph sz="half" idx="11"/>
          </p:nvPr>
        </p:nvSpPr>
        <p:spPr>
          <a:xfrm>
            <a:off x="2743200" y="4106260"/>
            <a:ext cx="5943600" cy="1828800"/>
          </a:xfrm>
        </p:spPr>
        <p:txBody>
          <a:bodyPr/>
          <a:lstStyle>
            <a:lvl1pPr>
              <a:defRPr sz="1800"/>
            </a:lvl1pPr>
            <a:lvl2pPr>
              <a:defRPr sz="1600"/>
            </a:lvl2pPr>
            <a:lvl3pPr>
              <a:defRPr sz="1400"/>
            </a:lvl3pPr>
            <a:lvl4pPr>
              <a:defRPr sz="1200"/>
            </a:lvl4pPr>
            <a:lvl5pPr>
              <a:defRPr sz="11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5"/>
          <p:cNvSpPr>
            <a:spLocks noGrp="1"/>
          </p:cNvSpPr>
          <p:nvPr>
            <p:ph type="pic" sz="quarter" idx="12"/>
          </p:nvPr>
        </p:nvSpPr>
        <p:spPr>
          <a:xfrm>
            <a:off x="457200" y="3711201"/>
            <a:ext cx="2209800" cy="2170112"/>
          </a:xfrm>
        </p:spPr>
        <p:txBody>
          <a:bodyPr/>
          <a:lstStyle>
            <a:lvl1pPr marL="9144" indent="0">
              <a:buFontTx/>
              <a:buNone/>
              <a:defRPr/>
            </a:lvl1pPr>
          </a:lstStyle>
          <a:p>
            <a:endParaRPr lang="en-US" dirty="0"/>
          </a:p>
        </p:txBody>
      </p:sp>
      <p:sp>
        <p:nvSpPr>
          <p:cNvPr id="5" name="Content Placeholder 4"/>
          <p:cNvSpPr>
            <a:spLocks noGrp="1"/>
          </p:cNvSpPr>
          <p:nvPr>
            <p:ph sz="quarter" idx="13"/>
          </p:nvPr>
        </p:nvSpPr>
        <p:spPr>
          <a:xfrm>
            <a:off x="2743200" y="3332458"/>
            <a:ext cx="5943600" cy="776288"/>
          </a:xfrm>
        </p:spPr>
        <p:txBody>
          <a:bodyPr vert="horz" lIns="0" tIns="0" rIns="0" bIns="0" rtlCol="0" anchor="b" anchorCtr="0">
            <a:normAutofit/>
          </a:bodyPr>
          <a:lstStyle>
            <a:lvl1pPr>
              <a:defRPr lang="en-US" sz="2200" b="1" smtClean="0">
                <a:solidFill>
                  <a:schemeClr val="tx1"/>
                </a:solidFill>
                <a:latin typeface="+mj-lt"/>
                <a:ea typeface="+mj-ea"/>
                <a:cs typeface="+mj-cs"/>
              </a:defRPr>
            </a:lvl1pPr>
            <a:lvl2pPr>
              <a:defRPr lang="en-US"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marL="0" lvl="0">
              <a:spcBef>
                <a:spcPct val="0"/>
              </a:spcBef>
              <a:buNone/>
            </a:pPr>
            <a:r>
              <a:rPr lang="en-US" dirty="0"/>
              <a:t>Click to edit Master text styles</a:t>
            </a:r>
          </a:p>
        </p:txBody>
      </p:sp>
    </p:spTree>
    <p:extLst>
      <p:ext uri="{BB962C8B-B14F-4D97-AF65-F5344CB8AC3E}">
        <p14:creationId xmlns:p14="http://schemas.microsoft.com/office/powerpoint/2010/main" val="36540924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pecialty Biography 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Picture Placeholder 4"/>
          <p:cNvSpPr>
            <a:spLocks noGrp="1"/>
          </p:cNvSpPr>
          <p:nvPr>
            <p:ph type="pic" sz="quarter" idx="18"/>
          </p:nvPr>
        </p:nvSpPr>
        <p:spPr>
          <a:xfrm>
            <a:off x="457199" y="1371600"/>
            <a:ext cx="1106424" cy="1088136"/>
          </a:xfrm>
        </p:spPr>
        <p:txBody>
          <a:bodyPr/>
          <a:lstStyle>
            <a:lvl1pPr marL="9144" indent="0">
              <a:buFontTx/>
              <a:buNone/>
              <a:defRPr sz="1400"/>
            </a:lvl1pPr>
          </a:lstStyle>
          <a:p>
            <a:endParaRPr lang="en-US" dirty="0"/>
          </a:p>
        </p:txBody>
      </p:sp>
      <p:sp>
        <p:nvSpPr>
          <p:cNvPr id="14" name="Picture Placeholder 13"/>
          <p:cNvSpPr>
            <a:spLocks noGrp="1"/>
          </p:cNvSpPr>
          <p:nvPr>
            <p:ph type="pic" sz="quarter" idx="19"/>
          </p:nvPr>
        </p:nvSpPr>
        <p:spPr>
          <a:xfrm>
            <a:off x="457199" y="2565400"/>
            <a:ext cx="1106424" cy="1088136"/>
          </a:xfrm>
        </p:spPr>
        <p:txBody>
          <a:bodyPr/>
          <a:lstStyle>
            <a:lvl1pPr marL="9144" indent="0">
              <a:buFontTx/>
              <a:buNone/>
              <a:defRPr sz="1400"/>
            </a:lvl1pPr>
          </a:lstStyle>
          <a:p>
            <a:endParaRPr lang="en-US" dirty="0"/>
          </a:p>
        </p:txBody>
      </p:sp>
      <p:sp>
        <p:nvSpPr>
          <p:cNvPr id="16" name="Picture Placeholder 15"/>
          <p:cNvSpPr>
            <a:spLocks noGrp="1"/>
          </p:cNvSpPr>
          <p:nvPr>
            <p:ph type="pic" sz="quarter" idx="20"/>
          </p:nvPr>
        </p:nvSpPr>
        <p:spPr>
          <a:xfrm>
            <a:off x="457199" y="3759200"/>
            <a:ext cx="1106424" cy="1088136"/>
          </a:xfrm>
        </p:spPr>
        <p:txBody>
          <a:bodyPr/>
          <a:lstStyle>
            <a:lvl1pPr marL="9144" indent="0">
              <a:buFontTx/>
              <a:buNone/>
              <a:defRPr sz="1400"/>
            </a:lvl1pPr>
          </a:lstStyle>
          <a:p>
            <a:endParaRPr lang="en-US" dirty="0"/>
          </a:p>
        </p:txBody>
      </p:sp>
      <p:sp>
        <p:nvSpPr>
          <p:cNvPr id="18" name="Picture Placeholder 17"/>
          <p:cNvSpPr>
            <a:spLocks noGrp="1"/>
          </p:cNvSpPr>
          <p:nvPr>
            <p:ph type="pic" sz="quarter" idx="21"/>
          </p:nvPr>
        </p:nvSpPr>
        <p:spPr>
          <a:xfrm>
            <a:off x="457199" y="4953000"/>
            <a:ext cx="1106424" cy="1088136"/>
          </a:xfrm>
        </p:spPr>
        <p:txBody>
          <a:bodyPr/>
          <a:lstStyle>
            <a:lvl1pPr marL="9144" indent="0">
              <a:buFontTx/>
              <a:buNone/>
              <a:defRPr sz="1400"/>
            </a:lvl1pPr>
          </a:lstStyle>
          <a:p>
            <a:endParaRPr lang="en-US" dirty="0"/>
          </a:p>
        </p:txBody>
      </p:sp>
      <p:sp>
        <p:nvSpPr>
          <p:cNvPr id="20" name="Content Placeholder 19"/>
          <p:cNvSpPr>
            <a:spLocks noGrp="1"/>
          </p:cNvSpPr>
          <p:nvPr>
            <p:ph sz="quarter" idx="22"/>
          </p:nvPr>
        </p:nvSpPr>
        <p:spPr>
          <a:xfrm>
            <a:off x="1905000" y="2624328"/>
            <a:ext cx="6510528" cy="182880"/>
          </a:xfrm>
        </p:spPr>
        <p:txBody>
          <a:bodyPr lIns="0" tIns="0" rIns="0" bIns="45720" anchor="ctr"/>
          <a:lstStyle>
            <a:lvl1pPr marL="9144" indent="0">
              <a:spcAft>
                <a:spcPts val="0"/>
              </a:spcAft>
              <a:buFontTx/>
              <a:buNone/>
              <a:defRPr sz="1600" b="1">
                <a:solidFill>
                  <a:srgbClr val="0C2074"/>
                </a:solidFill>
              </a:defRPr>
            </a:lvl1pPr>
          </a:lstStyle>
          <a:p>
            <a:pPr lvl="0"/>
            <a:r>
              <a:rPr lang="en-US" dirty="0"/>
              <a:t>Click to edit Master text styles</a:t>
            </a:r>
          </a:p>
        </p:txBody>
      </p:sp>
      <p:sp>
        <p:nvSpPr>
          <p:cNvPr id="22" name="Text Placeholder 21"/>
          <p:cNvSpPr>
            <a:spLocks noGrp="1"/>
          </p:cNvSpPr>
          <p:nvPr>
            <p:ph type="body" sz="quarter" idx="23"/>
          </p:nvPr>
        </p:nvSpPr>
        <p:spPr>
          <a:xfrm>
            <a:off x="1905000" y="2825496"/>
            <a:ext cx="6510528" cy="832104"/>
          </a:xfrm>
        </p:spPr>
        <p:txBody>
          <a:bodyPr lIns="18288" tIns="0" rIns="0" bIns="0"/>
          <a:lstStyle>
            <a:lvl1pPr marL="9144" indent="0">
              <a:spcAft>
                <a:spcPts val="0"/>
              </a:spcAft>
              <a:buFontTx/>
              <a:buNone/>
              <a:defRPr sz="1400"/>
            </a:lvl1pPr>
          </a:lstStyle>
          <a:p>
            <a:pPr lvl="0"/>
            <a:r>
              <a:rPr lang="en-US" dirty="0"/>
              <a:t>Click to edit Master text styles</a:t>
            </a:r>
          </a:p>
        </p:txBody>
      </p:sp>
      <p:sp>
        <p:nvSpPr>
          <p:cNvPr id="24" name="Text Placeholder 23"/>
          <p:cNvSpPr>
            <a:spLocks noGrp="1"/>
          </p:cNvSpPr>
          <p:nvPr>
            <p:ph type="body" sz="quarter" idx="24"/>
          </p:nvPr>
        </p:nvSpPr>
        <p:spPr>
          <a:xfrm>
            <a:off x="1905000" y="3813048"/>
            <a:ext cx="6510528" cy="182880"/>
          </a:xfrm>
        </p:spPr>
        <p:txBody>
          <a:bodyPr lIns="0" tIns="0" rIns="0" bIns="45720" anchor="ctr" anchorCtr="0"/>
          <a:lstStyle>
            <a:lvl1pPr marL="9144" indent="0">
              <a:spcAft>
                <a:spcPts val="0"/>
              </a:spcAft>
              <a:buFontTx/>
              <a:buNone/>
              <a:defRPr sz="1600" b="1">
                <a:solidFill>
                  <a:srgbClr val="0C2074"/>
                </a:solidFill>
              </a:defRPr>
            </a:lvl1pPr>
          </a:lstStyle>
          <a:p>
            <a:pPr lvl="0"/>
            <a:r>
              <a:rPr lang="en-US" dirty="0"/>
              <a:t>Click to edit Master text styles</a:t>
            </a:r>
          </a:p>
        </p:txBody>
      </p:sp>
      <p:sp>
        <p:nvSpPr>
          <p:cNvPr id="26" name="Text Placeholder 25"/>
          <p:cNvSpPr>
            <a:spLocks noGrp="1"/>
          </p:cNvSpPr>
          <p:nvPr>
            <p:ph type="body" sz="quarter" idx="25"/>
          </p:nvPr>
        </p:nvSpPr>
        <p:spPr>
          <a:xfrm>
            <a:off x="1905000" y="4014216"/>
            <a:ext cx="6510528" cy="786384"/>
          </a:xfrm>
        </p:spPr>
        <p:txBody>
          <a:bodyPr lIns="18288" tIns="0" rIns="0" bIns="0"/>
          <a:lstStyle>
            <a:lvl1pPr marL="9144" indent="0">
              <a:spcAft>
                <a:spcPts val="0"/>
              </a:spcAft>
              <a:buFontTx/>
              <a:buNone/>
              <a:defRPr sz="1400"/>
            </a:lvl1pPr>
          </a:lstStyle>
          <a:p>
            <a:pPr lvl="0"/>
            <a:r>
              <a:rPr lang="en-US" dirty="0"/>
              <a:t>Click to edit Master text styles</a:t>
            </a:r>
          </a:p>
          <a:p>
            <a:pPr lvl="0"/>
            <a:endParaRPr lang="en-US" dirty="0"/>
          </a:p>
        </p:txBody>
      </p:sp>
      <p:sp>
        <p:nvSpPr>
          <p:cNvPr id="28" name="Text Placeholder 27"/>
          <p:cNvSpPr>
            <a:spLocks noGrp="1"/>
          </p:cNvSpPr>
          <p:nvPr>
            <p:ph type="body" sz="quarter" idx="26"/>
          </p:nvPr>
        </p:nvSpPr>
        <p:spPr>
          <a:xfrm>
            <a:off x="1905000" y="5010912"/>
            <a:ext cx="6510528" cy="182880"/>
          </a:xfrm>
        </p:spPr>
        <p:txBody>
          <a:bodyPr lIns="0" tIns="0" rIns="0" bIns="45720" anchor="ctr"/>
          <a:lstStyle>
            <a:lvl1pPr marL="9144" indent="0">
              <a:spcAft>
                <a:spcPts val="0"/>
              </a:spcAft>
              <a:buFontTx/>
              <a:buNone/>
              <a:defRPr sz="1600" b="1">
                <a:solidFill>
                  <a:srgbClr val="0C2074"/>
                </a:solidFill>
              </a:defRPr>
            </a:lvl1pPr>
          </a:lstStyle>
          <a:p>
            <a:pPr lvl="0"/>
            <a:r>
              <a:rPr lang="en-US" dirty="0"/>
              <a:t>Click to edit Master text styles</a:t>
            </a:r>
          </a:p>
        </p:txBody>
      </p:sp>
      <p:sp>
        <p:nvSpPr>
          <p:cNvPr id="30" name="Text Placeholder 29"/>
          <p:cNvSpPr>
            <a:spLocks noGrp="1"/>
          </p:cNvSpPr>
          <p:nvPr>
            <p:ph type="body" sz="quarter" idx="27"/>
          </p:nvPr>
        </p:nvSpPr>
        <p:spPr>
          <a:xfrm>
            <a:off x="1905000" y="5221224"/>
            <a:ext cx="6510528" cy="798576"/>
          </a:xfrm>
        </p:spPr>
        <p:txBody>
          <a:bodyPr lIns="18288" tIns="0" rIns="0" bIns="0"/>
          <a:lstStyle>
            <a:lvl1pPr marL="9144" indent="0">
              <a:spcAft>
                <a:spcPts val="0"/>
              </a:spcAft>
              <a:buFontTx/>
              <a:buNone/>
              <a:defRPr sz="1400"/>
            </a:lvl1pPr>
          </a:lstStyle>
          <a:p>
            <a:pPr lvl="0"/>
            <a:r>
              <a:rPr lang="en-US" dirty="0"/>
              <a:t>Click to edit Master text styles</a:t>
            </a:r>
          </a:p>
        </p:txBody>
      </p:sp>
      <p:sp>
        <p:nvSpPr>
          <p:cNvPr id="32" name="Text Placeholder 31"/>
          <p:cNvSpPr>
            <a:spLocks noGrp="1"/>
          </p:cNvSpPr>
          <p:nvPr>
            <p:ph type="body" sz="quarter" idx="28"/>
          </p:nvPr>
        </p:nvSpPr>
        <p:spPr>
          <a:xfrm>
            <a:off x="1901952" y="1426464"/>
            <a:ext cx="6510528" cy="182880"/>
          </a:xfrm>
        </p:spPr>
        <p:txBody>
          <a:bodyPr lIns="0" tIns="0" rIns="0" bIns="45720" anchor="ctr"/>
          <a:lstStyle>
            <a:lvl1pPr marL="9144" indent="0">
              <a:spcAft>
                <a:spcPts val="0"/>
              </a:spcAft>
              <a:buFontTx/>
              <a:buNone/>
              <a:defRPr sz="1600" b="1">
                <a:solidFill>
                  <a:srgbClr val="0C2074"/>
                </a:solidFill>
              </a:defRPr>
            </a:lvl1pPr>
            <a:lvl5pPr marL="1472184" indent="0">
              <a:buNone/>
              <a:defRPr/>
            </a:lvl5pPr>
          </a:lstStyle>
          <a:p>
            <a:pPr lvl="0"/>
            <a:r>
              <a:rPr lang="en-US" dirty="0"/>
              <a:t>Click to edit Master text styles</a:t>
            </a:r>
          </a:p>
        </p:txBody>
      </p:sp>
      <p:sp>
        <p:nvSpPr>
          <p:cNvPr id="34" name="Text Placeholder 33"/>
          <p:cNvSpPr>
            <a:spLocks noGrp="1"/>
          </p:cNvSpPr>
          <p:nvPr>
            <p:ph type="body" sz="quarter" idx="29"/>
          </p:nvPr>
        </p:nvSpPr>
        <p:spPr>
          <a:xfrm>
            <a:off x="1901952" y="1627632"/>
            <a:ext cx="6510528" cy="810768"/>
          </a:xfrm>
        </p:spPr>
        <p:txBody>
          <a:bodyPr lIns="18288" tIns="0" rIns="0" bIns="0"/>
          <a:lstStyle>
            <a:lvl1pPr marL="9144" indent="0">
              <a:spcAft>
                <a:spcPts val="100"/>
              </a:spcAft>
              <a:buFontTx/>
              <a:buNone/>
              <a:defRPr sz="1400"/>
            </a:lvl1pPr>
          </a:lstStyle>
          <a:p>
            <a:pPr lvl="0"/>
            <a:r>
              <a:rPr lang="en-US" dirty="0"/>
              <a:t>Click to edit Master text styles</a:t>
            </a:r>
          </a:p>
        </p:txBody>
      </p:sp>
    </p:spTree>
    <p:extLst>
      <p:ext uri="{BB962C8B-B14F-4D97-AF65-F5344CB8AC3E}">
        <p14:creationId xmlns:p14="http://schemas.microsoft.com/office/powerpoint/2010/main" val="19774029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pecialty title/graphic/2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Content Placeholder 3"/>
          <p:cNvSpPr>
            <a:spLocks noGrp="1"/>
          </p:cNvSpPr>
          <p:nvPr>
            <p:ph sz="half" idx="2"/>
          </p:nvPr>
        </p:nvSpPr>
        <p:spPr>
          <a:xfrm>
            <a:off x="457200" y="3429001"/>
            <a:ext cx="4040188"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5"/>
          <p:cNvSpPr>
            <a:spLocks noGrp="1"/>
          </p:cNvSpPr>
          <p:nvPr>
            <p:ph sz="quarter" idx="4"/>
          </p:nvPr>
        </p:nvSpPr>
        <p:spPr>
          <a:xfrm>
            <a:off x="4645025" y="3429001"/>
            <a:ext cx="4041775"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3"/>
          <p:cNvSpPr>
            <a:spLocks noGrp="1"/>
          </p:cNvSpPr>
          <p:nvPr>
            <p:ph sz="half" idx="10"/>
          </p:nvPr>
        </p:nvSpPr>
        <p:spPr>
          <a:xfrm>
            <a:off x="457200" y="1282149"/>
            <a:ext cx="8229600" cy="151351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idx="1"/>
          </p:nvPr>
        </p:nvSpPr>
        <p:spPr>
          <a:xfrm>
            <a:off x="457200" y="2792715"/>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4"/>
          <p:cNvSpPr>
            <a:spLocks noGrp="1"/>
          </p:cNvSpPr>
          <p:nvPr>
            <p:ph type="body" sz="quarter" idx="3"/>
          </p:nvPr>
        </p:nvSpPr>
        <p:spPr>
          <a:xfrm>
            <a:off x="4645025" y="2792715"/>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5132554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pecialty no title/graphic/2 sub titles/2 column content">
    <p:spTree>
      <p:nvGrpSpPr>
        <p:cNvPr id="1" name=""/>
        <p:cNvGrpSpPr/>
        <p:nvPr/>
      </p:nvGrpSpPr>
      <p:grpSpPr>
        <a:xfrm>
          <a:off x="0" y="0"/>
          <a:ext cx="0" cy="0"/>
          <a:chOff x="0" y="0"/>
          <a:chExt cx="0" cy="0"/>
        </a:xfrm>
      </p:grpSpPr>
      <p:sp>
        <p:nvSpPr>
          <p:cNvPr id="8" name="Content Placeholder 3"/>
          <p:cNvSpPr>
            <a:spLocks noGrp="1"/>
          </p:cNvSpPr>
          <p:nvPr>
            <p:ph sz="half" idx="2"/>
          </p:nvPr>
        </p:nvSpPr>
        <p:spPr>
          <a:xfrm>
            <a:off x="457200" y="3429001"/>
            <a:ext cx="4040188"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5"/>
          <p:cNvSpPr>
            <a:spLocks noGrp="1"/>
          </p:cNvSpPr>
          <p:nvPr>
            <p:ph sz="quarter" idx="4"/>
          </p:nvPr>
        </p:nvSpPr>
        <p:spPr>
          <a:xfrm>
            <a:off x="4645025" y="3429001"/>
            <a:ext cx="4041775"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3"/>
          <p:cNvSpPr>
            <a:spLocks noGrp="1"/>
          </p:cNvSpPr>
          <p:nvPr>
            <p:ph sz="half" idx="10"/>
          </p:nvPr>
        </p:nvSpPr>
        <p:spPr>
          <a:xfrm>
            <a:off x="457200" y="1282149"/>
            <a:ext cx="8229600" cy="151351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2"/>
          <p:cNvSpPr>
            <a:spLocks noGrp="1"/>
          </p:cNvSpPr>
          <p:nvPr>
            <p:ph type="body" idx="1"/>
          </p:nvPr>
        </p:nvSpPr>
        <p:spPr>
          <a:xfrm>
            <a:off x="457200" y="2792715"/>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Text Placeholder 4"/>
          <p:cNvSpPr>
            <a:spLocks noGrp="1"/>
          </p:cNvSpPr>
          <p:nvPr>
            <p:ph type="body" sz="quarter" idx="3"/>
          </p:nvPr>
        </p:nvSpPr>
        <p:spPr>
          <a:xfrm>
            <a:off x="4645025" y="2792715"/>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2821611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pecialty title/full photo/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68362"/>
          </a:xfrm>
        </p:spPr>
        <p:txBody>
          <a:bodyPr/>
          <a:lstStyle>
            <a:lvl1pPr>
              <a:defRPr>
                <a:solidFill>
                  <a:schemeClr val="tx1"/>
                </a:solidFill>
              </a:defRPr>
            </a:lvl1pPr>
          </a:lstStyle>
          <a:p>
            <a:r>
              <a:rPr lang="en-US"/>
              <a:t>Click to edit Master title style</a:t>
            </a:r>
          </a:p>
        </p:txBody>
      </p:sp>
      <p:sp>
        <p:nvSpPr>
          <p:cNvPr id="5" name="Picture Placeholder 4"/>
          <p:cNvSpPr>
            <a:spLocks noGrp="1"/>
          </p:cNvSpPr>
          <p:nvPr>
            <p:ph type="pic" sz="quarter" idx="10"/>
          </p:nvPr>
        </p:nvSpPr>
        <p:spPr>
          <a:xfrm>
            <a:off x="457200" y="1385887"/>
            <a:ext cx="8229600" cy="4557713"/>
          </a:xfrm>
        </p:spPr>
        <p:txBody>
          <a:bodyPr/>
          <a:lstStyle>
            <a:lvl1pPr marL="9144" indent="0">
              <a:buFontTx/>
              <a:buNone/>
              <a:defRPr/>
            </a:lvl1pPr>
          </a:lstStyle>
          <a:p>
            <a:endParaRPr lang="en-US" dirty="0"/>
          </a:p>
        </p:txBody>
      </p:sp>
      <p:sp>
        <p:nvSpPr>
          <p:cNvPr id="8" name="Content Placeholder 7"/>
          <p:cNvSpPr>
            <a:spLocks noGrp="1"/>
          </p:cNvSpPr>
          <p:nvPr>
            <p:ph sz="quarter" idx="11"/>
          </p:nvPr>
        </p:nvSpPr>
        <p:spPr>
          <a:xfrm>
            <a:off x="5478905" y="1371600"/>
            <a:ext cx="3200400" cy="2286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9144" indent="0" algn="ctr">
              <a:buFontTx/>
              <a:buNone/>
              <a:defRPr/>
            </a:lvl1pPr>
            <a:lvl2pPr marL="320040" indent="0" algn="ctr">
              <a:buFontTx/>
              <a:buNone/>
              <a:defRPr/>
            </a:lvl2pPr>
            <a:lvl3pPr marL="740664" indent="0" algn="ctr">
              <a:buFontTx/>
              <a:buNone/>
              <a:defRPr/>
            </a:lvl3pPr>
            <a:lvl4pPr marL="1106424" indent="0" algn="ctr">
              <a:buFontTx/>
              <a:buNone/>
              <a:defRPr/>
            </a:lvl4pPr>
            <a:lvl5pPr marL="1472184" indent="0" algn="ctr">
              <a:buFontTx/>
              <a:buNone/>
              <a:defRPr/>
            </a:lvl5pPr>
          </a:lstStyle>
          <a:p>
            <a:pPr lvl="0"/>
            <a:r>
              <a:rPr lang="en-US" dirty="0"/>
              <a:t>Click to edit Master text styles</a:t>
            </a:r>
          </a:p>
        </p:txBody>
      </p:sp>
    </p:spTree>
    <p:extLst>
      <p:ext uri="{BB962C8B-B14F-4D97-AF65-F5344CB8AC3E}">
        <p14:creationId xmlns:p14="http://schemas.microsoft.com/office/powerpoint/2010/main" val="1768499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pecialty title/sub title/full photo/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68362"/>
          </a:xfrm>
        </p:spPr>
        <p:txBody>
          <a:bodyPr/>
          <a:lstStyle>
            <a:lvl1pPr>
              <a:defRPr>
                <a:solidFill>
                  <a:schemeClr val="tx1"/>
                </a:solidFill>
              </a:defRPr>
            </a:lvl1pPr>
          </a:lstStyle>
          <a:p>
            <a:r>
              <a:rPr lang="en-US"/>
              <a:t>Click to edit Master title style</a:t>
            </a:r>
          </a:p>
        </p:txBody>
      </p:sp>
      <p:sp>
        <p:nvSpPr>
          <p:cNvPr id="5" name="Picture Placeholder 4"/>
          <p:cNvSpPr>
            <a:spLocks noGrp="1"/>
          </p:cNvSpPr>
          <p:nvPr>
            <p:ph type="pic" sz="quarter" idx="10"/>
          </p:nvPr>
        </p:nvSpPr>
        <p:spPr>
          <a:xfrm>
            <a:off x="457200" y="1917699"/>
            <a:ext cx="8229600" cy="4025901"/>
          </a:xfrm>
        </p:spPr>
        <p:txBody>
          <a:bodyPr/>
          <a:lstStyle>
            <a:lvl1pPr marL="9144" indent="0">
              <a:buFontTx/>
              <a:buNone/>
              <a:defRPr/>
            </a:lvl1pPr>
          </a:lstStyle>
          <a:p>
            <a:endParaRPr lang="en-US" dirty="0"/>
          </a:p>
        </p:txBody>
      </p:sp>
      <p:sp>
        <p:nvSpPr>
          <p:cNvPr id="8" name="Content Placeholder 7"/>
          <p:cNvSpPr>
            <a:spLocks noGrp="1"/>
          </p:cNvSpPr>
          <p:nvPr>
            <p:ph sz="quarter" idx="11"/>
          </p:nvPr>
        </p:nvSpPr>
        <p:spPr>
          <a:xfrm>
            <a:off x="5478905" y="1919469"/>
            <a:ext cx="3200400" cy="2286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9144" indent="0" algn="ctr">
              <a:buFontTx/>
              <a:buNone/>
              <a:defRPr/>
            </a:lvl1pPr>
            <a:lvl2pPr marL="320040" indent="0" algn="ctr">
              <a:buFontTx/>
              <a:buNone/>
              <a:defRPr/>
            </a:lvl2pPr>
            <a:lvl3pPr marL="740664" indent="0" algn="ctr">
              <a:buFontTx/>
              <a:buNone/>
              <a:defRPr/>
            </a:lvl3pPr>
            <a:lvl4pPr marL="1106424" indent="0" algn="ctr">
              <a:buFontTx/>
              <a:buNone/>
              <a:defRPr/>
            </a:lvl4pPr>
            <a:lvl5pPr marL="1472184" indent="0" algn="ctr">
              <a:buFontTx/>
              <a:buNone/>
              <a:defRPr/>
            </a:lvl5pPr>
          </a:lstStyle>
          <a:p>
            <a:pPr lvl="0"/>
            <a:r>
              <a:rPr lang="en-US" dirty="0"/>
              <a:t>Click to edit Master text styles</a:t>
            </a:r>
          </a:p>
        </p:txBody>
      </p:sp>
      <p:sp>
        <p:nvSpPr>
          <p:cNvPr id="6"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248657600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pecialty Title/L content, R/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endParaRPr lang="en-US" dirty="0"/>
          </a:p>
        </p:txBody>
      </p:sp>
      <p:sp>
        <p:nvSpPr>
          <p:cNvPr id="4" name="Content Placeholder 3"/>
          <p:cNvSpPr>
            <a:spLocks noGrp="1"/>
          </p:cNvSpPr>
          <p:nvPr>
            <p:ph sz="quarter" idx="11"/>
          </p:nvPr>
        </p:nvSpPr>
        <p:spPr>
          <a:xfrm>
            <a:off x="457200" y="1380744"/>
            <a:ext cx="4041648" cy="456285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587830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pecialty Title/R content, L/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11502456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Expanded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759838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Expanded title/sub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87551"/>
            <a:ext cx="8229600" cy="4256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461032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Expanded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336870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Expanded title/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413322314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Expanded title/4 sub titles/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2"/>
          <p:cNvSpPr>
            <a:spLocks noGrp="1"/>
          </p:cNvSpPr>
          <p:nvPr>
            <p:ph sz="half" idx="11"/>
          </p:nvPr>
        </p:nvSpPr>
        <p:spPr>
          <a:xfrm>
            <a:off x="457200"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p:cNvSpPr>
            <a:spLocks noGrp="1"/>
          </p:cNvSpPr>
          <p:nvPr>
            <p:ph sz="half" idx="12"/>
          </p:nvPr>
        </p:nvSpPr>
        <p:spPr>
          <a:xfrm>
            <a:off x="4638675"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
          <p:cNvSpPr>
            <a:spLocks noGrp="1"/>
          </p:cNvSpPr>
          <p:nvPr>
            <p:ph type="body" idx="13"/>
          </p:nvPr>
        </p:nvSpPr>
        <p:spPr>
          <a:xfrm>
            <a:off x="4638675"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2"/>
          <p:cNvSpPr>
            <a:spLocks noGrp="1"/>
          </p:cNvSpPr>
          <p:nvPr>
            <p:ph type="body" idx="14"/>
          </p:nvPr>
        </p:nvSpPr>
        <p:spPr>
          <a:xfrm>
            <a:off x="457200"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2"/>
          <p:cNvSpPr>
            <a:spLocks noGrp="1"/>
          </p:cNvSpPr>
          <p:nvPr>
            <p:ph type="body" idx="15"/>
          </p:nvPr>
        </p:nvSpPr>
        <p:spPr>
          <a:xfrm>
            <a:off x="4638675"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0448146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xpanded title/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4040188"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687550"/>
            <a:ext cx="4041775"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4640766"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2467435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Expanded 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2220454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Expanded title/3 sub titles/3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2666189"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3260459" y="1687550"/>
            <a:ext cx="26114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3256156" y="1022196"/>
            <a:ext cx="2609385"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5"/>
          <p:cNvSpPr>
            <a:spLocks noGrp="1"/>
          </p:cNvSpPr>
          <p:nvPr>
            <p:ph sz="quarter" idx="12"/>
          </p:nvPr>
        </p:nvSpPr>
        <p:spPr>
          <a:xfrm>
            <a:off x="6003676" y="1687550"/>
            <a:ext cx="26672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
          <p:cNvSpPr>
            <a:spLocks noGrp="1"/>
          </p:cNvSpPr>
          <p:nvPr>
            <p:ph type="body" idx="13"/>
          </p:nvPr>
        </p:nvSpPr>
        <p:spPr>
          <a:xfrm>
            <a:off x="5999356"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8724426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Expanded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83634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Expanded title/sub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87551"/>
            <a:ext cx="8229600" cy="4256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39599611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Expanded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1297672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Expanded title/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86785712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Expanded title/4 sub titles/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2"/>
          <p:cNvSpPr>
            <a:spLocks noGrp="1"/>
          </p:cNvSpPr>
          <p:nvPr>
            <p:ph sz="half" idx="11"/>
          </p:nvPr>
        </p:nvSpPr>
        <p:spPr>
          <a:xfrm>
            <a:off x="457200"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p:cNvSpPr>
            <a:spLocks noGrp="1"/>
          </p:cNvSpPr>
          <p:nvPr>
            <p:ph sz="half" idx="12"/>
          </p:nvPr>
        </p:nvSpPr>
        <p:spPr>
          <a:xfrm>
            <a:off x="4638675"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
          <p:cNvSpPr>
            <a:spLocks noGrp="1"/>
          </p:cNvSpPr>
          <p:nvPr>
            <p:ph type="body" idx="13"/>
          </p:nvPr>
        </p:nvSpPr>
        <p:spPr>
          <a:xfrm>
            <a:off x="4638675"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2"/>
          <p:cNvSpPr>
            <a:spLocks noGrp="1"/>
          </p:cNvSpPr>
          <p:nvPr>
            <p:ph type="body" idx="14"/>
          </p:nvPr>
        </p:nvSpPr>
        <p:spPr>
          <a:xfrm>
            <a:off x="457200"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2"/>
          <p:cNvSpPr>
            <a:spLocks noGrp="1"/>
          </p:cNvSpPr>
          <p:nvPr>
            <p:ph type="body" idx="15"/>
          </p:nvPr>
        </p:nvSpPr>
        <p:spPr>
          <a:xfrm>
            <a:off x="4638675"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4125695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Expanded title/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4040188"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687550"/>
            <a:ext cx="4041775"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4640766"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93105193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Expanded 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220620899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xpanded title/3 sub titles/3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2666189"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3260459" y="1687550"/>
            <a:ext cx="26114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3256156" y="1022196"/>
            <a:ext cx="2609385"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5"/>
          <p:cNvSpPr>
            <a:spLocks noGrp="1"/>
          </p:cNvSpPr>
          <p:nvPr>
            <p:ph sz="quarter" idx="12"/>
          </p:nvPr>
        </p:nvSpPr>
        <p:spPr>
          <a:xfrm>
            <a:off x="6003676" y="1687550"/>
            <a:ext cx="26672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
          <p:cNvSpPr>
            <a:spLocks noGrp="1"/>
          </p:cNvSpPr>
          <p:nvPr>
            <p:ph type="body" idx="13"/>
          </p:nvPr>
        </p:nvSpPr>
        <p:spPr>
          <a:xfrm>
            <a:off x="5999356"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2583358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B4C9D0A-9511-443C-A314-18B7EECC6495}"/>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12C2524F-EC1C-45FD-A328-5103A6755EAF}"/>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519971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BC63BFF-C6AE-4319-99DF-13F73EBE7F8A}"/>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1176D5E7-A64C-4053-B7A1-CA3C28B5A22B}"/>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23948441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E1213AA-E942-4BEB-9C3B-2A9967C60010}"/>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1BDF7ACE-3614-4073-A1B2-16B317C0010B}"/>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89962035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C5D034F-9686-44FD-A300-AC131CB63334}"/>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72559DE2-8045-4985-8C11-2F284EA62A47}"/>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15626977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B2C9741-8948-48AA-9B89-008D1A8B5E25}"/>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B81680A8-DCFD-4D2A-8E3C-5B7E753AB886}"/>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1043438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CC79879-909A-4CEC-B318-D974CEAB4F36}"/>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A4F03F74-6C91-470E-A9E1-72382C790B45}"/>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2723719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Expanded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1005298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Expanded title/sub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87551"/>
            <a:ext cx="8229600" cy="4256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201433426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Expanded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791315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Expanded title/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90273060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Expanded title/4 sub titles/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2"/>
          <p:cNvSpPr>
            <a:spLocks noGrp="1"/>
          </p:cNvSpPr>
          <p:nvPr>
            <p:ph sz="half" idx="11"/>
          </p:nvPr>
        </p:nvSpPr>
        <p:spPr>
          <a:xfrm>
            <a:off x="457200"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p:cNvSpPr>
            <a:spLocks noGrp="1"/>
          </p:cNvSpPr>
          <p:nvPr>
            <p:ph sz="half" idx="12"/>
          </p:nvPr>
        </p:nvSpPr>
        <p:spPr>
          <a:xfrm>
            <a:off x="4638675"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
          <p:cNvSpPr>
            <a:spLocks noGrp="1"/>
          </p:cNvSpPr>
          <p:nvPr>
            <p:ph type="body" idx="13"/>
          </p:nvPr>
        </p:nvSpPr>
        <p:spPr>
          <a:xfrm>
            <a:off x="4638675"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2"/>
          <p:cNvSpPr>
            <a:spLocks noGrp="1"/>
          </p:cNvSpPr>
          <p:nvPr>
            <p:ph type="body" idx="14"/>
          </p:nvPr>
        </p:nvSpPr>
        <p:spPr>
          <a:xfrm>
            <a:off x="457200"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2"/>
          <p:cNvSpPr>
            <a:spLocks noGrp="1"/>
          </p:cNvSpPr>
          <p:nvPr>
            <p:ph type="body" idx="15"/>
          </p:nvPr>
        </p:nvSpPr>
        <p:spPr>
          <a:xfrm>
            <a:off x="4638675"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86457322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Expanded title/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4040188"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687550"/>
            <a:ext cx="4041775"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4640766"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258535346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Expanded 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79481166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Expanded title/3 sub titles/3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2666189"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3260459" y="1687550"/>
            <a:ext cx="26114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3256156" y="1022196"/>
            <a:ext cx="2609385"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5"/>
          <p:cNvSpPr>
            <a:spLocks noGrp="1"/>
          </p:cNvSpPr>
          <p:nvPr>
            <p:ph sz="quarter" idx="12"/>
          </p:nvPr>
        </p:nvSpPr>
        <p:spPr>
          <a:xfrm>
            <a:off x="6003676" y="1687550"/>
            <a:ext cx="26672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
          <p:cNvSpPr>
            <a:spLocks noGrp="1"/>
          </p:cNvSpPr>
          <p:nvPr>
            <p:ph type="body" idx="13"/>
          </p:nvPr>
        </p:nvSpPr>
        <p:spPr>
          <a:xfrm>
            <a:off x="5999356"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94387901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8874914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57200" y="1917700"/>
            <a:ext cx="8229600" cy="40258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211171191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6382519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9032989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8017041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quarter" idx="10"/>
          </p:nvPr>
        </p:nvSpPr>
        <p:spPr>
          <a:xfrm>
            <a:off x="457200" y="1380744"/>
            <a:ext cx="4041648" cy="1554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11"/>
          </p:nvPr>
        </p:nvSpPr>
        <p:spPr>
          <a:xfrm>
            <a:off x="4645152" y="1380744"/>
            <a:ext cx="4041648" cy="1554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p:cNvSpPr>
            <a:spLocks noGrp="1"/>
          </p:cNvSpPr>
          <p:nvPr>
            <p:ph type="pic" sz="quarter" idx="12"/>
          </p:nvPr>
        </p:nvSpPr>
        <p:spPr>
          <a:xfrm>
            <a:off x="457200" y="3124200"/>
            <a:ext cx="8229600" cy="2910840"/>
          </a:xfrm>
        </p:spPr>
        <p:txBody>
          <a:bodyPr/>
          <a:lstStyle>
            <a:lvl1pPr marL="9144" indent="0">
              <a:buFontTx/>
              <a:buNone/>
              <a:defRPr/>
            </a:lvl1pPr>
          </a:lstStyle>
          <a:p>
            <a:r>
              <a:rPr lang="en-US"/>
              <a:t>Click icon to add picture</a:t>
            </a:r>
            <a:endParaRPr lang="en-US" dirty="0"/>
          </a:p>
        </p:txBody>
      </p:sp>
    </p:spTree>
    <p:extLst>
      <p:ext uri="{BB962C8B-B14F-4D97-AF65-F5344CB8AC3E}">
        <p14:creationId xmlns:p14="http://schemas.microsoft.com/office/powerpoint/2010/main" val="30263769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0204022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785528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r>
              <a:rPr lang="en-US"/>
              <a:t>Click icon to add picture</a:t>
            </a:r>
            <a:endParaRPr lang="en-US" dirty="0"/>
          </a:p>
        </p:txBody>
      </p:sp>
    </p:spTree>
    <p:extLst>
      <p:ext uri="{BB962C8B-B14F-4D97-AF65-F5344CB8AC3E}">
        <p14:creationId xmlns:p14="http://schemas.microsoft.com/office/powerpoint/2010/main" val="81120064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r>
              <a:rPr lang="en-US"/>
              <a:t>Click icon to add picture</a:t>
            </a:r>
            <a:endParaRPr lang="en-US" dirty="0"/>
          </a:p>
        </p:txBody>
      </p:sp>
    </p:spTree>
    <p:extLst>
      <p:ext uri="{BB962C8B-B14F-4D97-AF65-F5344CB8AC3E}">
        <p14:creationId xmlns:p14="http://schemas.microsoft.com/office/powerpoint/2010/main" val="412957241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4992413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7094848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5794486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54763419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252280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0"/>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5844566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9000721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2013100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367683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quarter" idx="10"/>
          </p:nvPr>
        </p:nvSpPr>
        <p:spPr>
          <a:xfrm>
            <a:off x="457200"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11"/>
          </p:nvPr>
        </p:nvSpPr>
        <p:spPr>
          <a:xfrm>
            <a:off x="4645152"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2"/>
          </p:nvPr>
        </p:nvSpPr>
        <p:spPr>
          <a:xfrm>
            <a:off x="457200" y="3124200"/>
            <a:ext cx="8229600" cy="291084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361367514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9421651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573482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408947357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182043036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4453475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28841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3082863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20993893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6" Type="http://schemas.openxmlformats.org/officeDocument/2006/relationships/theme" Target="../theme/theme3.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5" Type="http://schemas.openxmlformats.org/officeDocument/2006/relationships/slideLayout" Target="../slideLayouts/slideLayout28.xml"/><Relationship Id="rId10" Type="http://schemas.openxmlformats.org/officeDocument/2006/relationships/theme" Target="../theme/theme4.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 Id="rId9"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5" Type="http://schemas.openxmlformats.org/officeDocument/2006/relationships/slideLayout" Target="../slideLayouts/slideLayout45.xml"/><Relationship Id="rId4" Type="http://schemas.openxmlformats.org/officeDocument/2006/relationships/slideLayout" Target="../slideLayouts/slideLayout44.xml"/><Relationship Id="rId9"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7.xml"/><Relationship Id="rId1" Type="http://schemas.openxmlformats.org/officeDocument/2006/relationships/slideLayout" Target="../slideLayouts/slideLayout49.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8.xml"/><Relationship Id="rId1" Type="http://schemas.openxmlformats.org/officeDocument/2006/relationships/slideLayout" Target="../slideLayouts/slideLayout50.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9.xml"/><Relationship Id="rId1" Type="http://schemas.openxmlformats.org/officeDocument/2006/relationships/slideLayout" Target="../slideLayouts/slideLayout51.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10.xml"/><Relationship Id="rId1" Type="http://schemas.openxmlformats.org/officeDocument/2006/relationships/slideLayout" Target="../slideLayouts/slideLayout52.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53.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12.xml"/><Relationship Id="rId1" Type="http://schemas.openxmlformats.org/officeDocument/2006/relationships/slideLayout" Target="../slideLayouts/slideLayout54.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62.xml"/><Relationship Id="rId3" Type="http://schemas.openxmlformats.org/officeDocument/2006/relationships/slideLayout" Target="../slideLayouts/slideLayout57.xml"/><Relationship Id="rId7" Type="http://schemas.openxmlformats.org/officeDocument/2006/relationships/slideLayout" Target="../slideLayouts/slideLayout61.xml"/><Relationship Id="rId2" Type="http://schemas.openxmlformats.org/officeDocument/2006/relationships/slideLayout" Target="../slideLayouts/slideLayout56.xml"/><Relationship Id="rId1" Type="http://schemas.openxmlformats.org/officeDocument/2006/relationships/slideLayout" Target="../slideLayouts/slideLayout55.xml"/><Relationship Id="rId6" Type="http://schemas.openxmlformats.org/officeDocument/2006/relationships/slideLayout" Target="../slideLayouts/slideLayout60.xml"/><Relationship Id="rId5" Type="http://schemas.openxmlformats.org/officeDocument/2006/relationships/slideLayout" Target="../slideLayouts/slideLayout59.xml"/><Relationship Id="rId10" Type="http://schemas.openxmlformats.org/officeDocument/2006/relationships/image" Target="../media/image4.png"/><Relationship Id="rId4" Type="http://schemas.openxmlformats.org/officeDocument/2006/relationships/slideLayout" Target="../slideLayouts/slideLayout58.xml"/><Relationship Id="rId9"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2" Type="http://schemas.openxmlformats.org/officeDocument/2006/relationships/slideLayout" Target="../slideLayouts/slideLayout64.xml"/><Relationship Id="rId16" Type="http://schemas.openxmlformats.org/officeDocument/2006/relationships/image" Target="../media/image3.png"/><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theme" Target="../theme/theme14.xml"/><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84.xml"/><Relationship Id="rId13" Type="http://schemas.openxmlformats.org/officeDocument/2006/relationships/slideLayout" Target="../slideLayouts/slideLayout89.xml"/><Relationship Id="rId3" Type="http://schemas.openxmlformats.org/officeDocument/2006/relationships/slideLayout" Target="../slideLayouts/slideLayout79.xml"/><Relationship Id="rId7" Type="http://schemas.openxmlformats.org/officeDocument/2006/relationships/slideLayout" Target="../slideLayouts/slideLayout83.xml"/><Relationship Id="rId12" Type="http://schemas.openxmlformats.org/officeDocument/2006/relationships/slideLayout" Target="../slideLayouts/slideLayout88.xml"/><Relationship Id="rId2" Type="http://schemas.openxmlformats.org/officeDocument/2006/relationships/slideLayout" Target="../slideLayouts/slideLayout78.xml"/><Relationship Id="rId1" Type="http://schemas.openxmlformats.org/officeDocument/2006/relationships/slideLayout" Target="../slideLayouts/slideLayout77.xml"/><Relationship Id="rId6" Type="http://schemas.openxmlformats.org/officeDocument/2006/relationships/slideLayout" Target="../slideLayouts/slideLayout82.xml"/><Relationship Id="rId11" Type="http://schemas.openxmlformats.org/officeDocument/2006/relationships/slideLayout" Target="../slideLayouts/slideLayout87.xml"/><Relationship Id="rId5" Type="http://schemas.openxmlformats.org/officeDocument/2006/relationships/slideLayout" Target="../slideLayouts/slideLayout81.xml"/><Relationship Id="rId15" Type="http://schemas.openxmlformats.org/officeDocument/2006/relationships/theme" Target="../theme/theme15.xml"/><Relationship Id="rId10" Type="http://schemas.openxmlformats.org/officeDocument/2006/relationships/slideLayout" Target="../slideLayouts/slideLayout86.xml"/><Relationship Id="rId4" Type="http://schemas.openxmlformats.org/officeDocument/2006/relationships/slideLayout" Target="../slideLayouts/slideLayout80.xml"/><Relationship Id="rId9" Type="http://schemas.openxmlformats.org/officeDocument/2006/relationships/slideLayout" Target="../slideLayouts/slideLayout85.xml"/><Relationship Id="rId14" Type="http://schemas.openxmlformats.org/officeDocument/2006/relationships/slideLayout" Target="../slideLayouts/slideLayout9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13642628"/>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49" r:id="rId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b="0" smtClean="0">
                <a:solidFill>
                  <a:schemeClr val="tx2"/>
                </a:solidFill>
                <a:latin typeface="Arial" panose="020B0604020202020204" pitchFamily="34" charset="0"/>
                <a:cs typeface="Arial" panose="020B0604020202020204" pitchFamily="34" charset="0"/>
              </a:rPr>
              <a:pPr algn="l"/>
              <a:t>‹#›</a:t>
            </a:fld>
            <a:endParaRPr lang="en-US" b="0" dirty="0">
              <a:solidFill>
                <a:schemeClr val="tx2"/>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baseline="0" dirty="0">
                <a:solidFill>
                  <a:schemeClr val="tx2"/>
                </a:solidFill>
                <a:latin typeface="Arial Narrow" panose="020B0606020202030204" pitchFamily="34" charset="0"/>
              </a:rPr>
              <a:t>U.S. BANK</a:t>
            </a:r>
            <a:r>
              <a:rPr lang="en-US" b="0" spc="60" baseline="0" dirty="0">
                <a:solidFill>
                  <a:schemeClr val="tx1"/>
                </a:solidFill>
                <a:latin typeface="Arial Narrow" panose="020B0606020202030204" pitchFamily="34" charset="0"/>
              </a:rPr>
              <a:t>  |</a:t>
            </a:r>
          </a:p>
        </p:txBody>
      </p:sp>
    </p:spTree>
    <p:extLst>
      <p:ext uri="{BB962C8B-B14F-4D97-AF65-F5344CB8AC3E}">
        <p14:creationId xmlns:p14="http://schemas.microsoft.com/office/powerpoint/2010/main" val="3925070625"/>
      </p:ext>
    </p:extLst>
  </p:cSld>
  <p:clrMap bg1="lt1" tx1="dk1" bg2="lt2" tx2="dk2" accent1="accent1" accent2="accent2" accent3="accent3" accent4="accent4" accent5="accent5" accent6="accent6" hlink="hlink" folHlink="folHlink"/>
  <p:sldLayoutIdLst>
    <p:sldLayoutId id="2147483683" r:id="rId1"/>
    <p:sldLayoutId id="2147483698" r:id="rId2"/>
    <p:sldLayoutId id="2147483699" r:id="rId3"/>
    <p:sldLayoutId id="2147483700" r:id="rId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b="0" smtClean="0">
                <a:solidFill>
                  <a:schemeClr val="tx2"/>
                </a:solidFill>
                <a:latin typeface="Arial" panose="020B0604020202020204" pitchFamily="34" charset="0"/>
                <a:cs typeface="Arial" panose="020B0604020202020204" pitchFamily="34" charset="0"/>
              </a:rPr>
              <a:pPr algn="l"/>
              <a:t>‹#›</a:t>
            </a:fld>
            <a:endParaRPr lang="en-US" b="0" dirty="0">
              <a:solidFill>
                <a:schemeClr val="tx2"/>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baseline="0" dirty="0">
                <a:solidFill>
                  <a:schemeClr val="tx2"/>
                </a:solidFill>
                <a:latin typeface="Arial Narrow" panose="020B0606020202030204" pitchFamily="34" charset="0"/>
              </a:rPr>
              <a:t>U.S. BANK</a:t>
            </a:r>
            <a:r>
              <a:rPr lang="en-US" b="0" spc="60" baseline="0" dirty="0">
                <a:solidFill>
                  <a:schemeClr val="tx1"/>
                </a:solidFill>
                <a:latin typeface="Arial Narrow" panose="020B0606020202030204" pitchFamily="34" charset="0"/>
              </a:rPr>
              <a:t>  |</a:t>
            </a:r>
          </a:p>
        </p:txBody>
      </p:sp>
      <p:sp>
        <p:nvSpPr>
          <p:cNvPr id="13"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spTree>
    <p:extLst>
      <p:ext uri="{BB962C8B-B14F-4D97-AF65-F5344CB8AC3E}">
        <p14:creationId xmlns:p14="http://schemas.microsoft.com/office/powerpoint/2010/main" val="3596621149"/>
      </p:ext>
    </p:extLst>
  </p:cSld>
  <p:clrMap bg1="lt1" tx1="dk1" bg2="lt2" tx2="dk2" accent1="accent1" accent2="accent2" accent3="accent3" accent4="accent4" accent5="accent5" accent6="accent6" hlink="hlink" folHlink="folHlink"/>
  <p:sldLayoutIdLst>
    <p:sldLayoutId id="2147483692" r:id="rId1"/>
    <p:sldLayoutId id="2147483701" r:id="rId2"/>
    <p:sldLayoutId id="2147483694" r:id="rId3"/>
    <p:sldLayoutId id="2147483695" r:id="rId4"/>
    <p:sldLayoutId id="2147483702" r:id="rId5"/>
    <p:sldLayoutId id="2147483723" r:id="rId6"/>
    <p:sldLayoutId id="2147483696" r:id="rId7"/>
    <p:sldLayoutId id="2147483697" r:id="rId8"/>
    <p:sldLayoutId id="2147483703" r:id="rId9"/>
    <p:sldLayoutId id="2147483705" r:id="rId10"/>
    <p:sldLayoutId id="2147483707" r:id="rId11"/>
    <p:sldLayoutId id="2147483708" r:id="rId12"/>
    <p:sldLayoutId id="2147483709" r:id="rId13"/>
    <p:sldLayoutId id="2147483710" r:id="rId14"/>
    <p:sldLayoutId id="2147483799" r:id="rId15"/>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356996"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b="0" smtClean="0">
                <a:solidFill>
                  <a:schemeClr val="tx2"/>
                </a:solidFill>
                <a:latin typeface="Arial" panose="020B0604020202020204" pitchFamily="34" charset="0"/>
                <a:cs typeface="Arial" panose="020B0604020202020204" pitchFamily="34" charset="0"/>
              </a:rPr>
              <a:pPr algn="l"/>
              <a:t>‹#›</a:t>
            </a:fld>
            <a:endParaRPr lang="en-US" b="0" dirty="0">
              <a:solidFill>
                <a:schemeClr val="tx2"/>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baseline="0" dirty="0">
                <a:solidFill>
                  <a:schemeClr val="tx2"/>
                </a:solidFill>
                <a:latin typeface="Arial Narrow" panose="020B0606020202030204" pitchFamily="34" charset="0"/>
              </a:rPr>
              <a:t>U.S. BANK</a:t>
            </a:r>
            <a:r>
              <a:rPr lang="en-US" b="0" spc="60" baseline="0" dirty="0">
                <a:solidFill>
                  <a:schemeClr val="tx1"/>
                </a:solidFill>
                <a:latin typeface="Arial Narrow" panose="020B0606020202030204" pitchFamily="34" charset="0"/>
              </a:rPr>
              <a:t>  |</a:t>
            </a:r>
          </a:p>
        </p:txBody>
      </p:sp>
      <p:sp>
        <p:nvSpPr>
          <p:cNvPr id="14"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spTree>
    <p:extLst>
      <p:ext uri="{BB962C8B-B14F-4D97-AF65-F5344CB8AC3E}">
        <p14:creationId xmlns:p14="http://schemas.microsoft.com/office/powerpoint/2010/main" val="4173295312"/>
      </p:ext>
    </p:extLst>
  </p:cSld>
  <p:clrMap bg1="lt1" tx1="dk1" bg2="lt2" tx2="dk2" accent1="accent1" accent2="accent2" accent3="accent3" accent4="accent4" accent5="accent5" accent6="accent6" hlink="hlink" folHlink="folHlink"/>
  <p:sldLayoutIdLst>
    <p:sldLayoutId id="2147483672" r:id="rId1"/>
    <p:sldLayoutId id="2147483674" r:id="rId2"/>
    <p:sldLayoutId id="2147483722" r:id="rId3"/>
    <p:sldLayoutId id="2147483676" r:id="rId4"/>
    <p:sldLayoutId id="2147483714" r:id="rId5"/>
    <p:sldLayoutId id="2147483677" r:id="rId6"/>
    <p:sldLayoutId id="2147483716" r:id="rId7"/>
    <p:sldLayoutId id="2147483724" r:id="rId8"/>
    <p:sldLayoutId id="2147483725" r:id="rId9"/>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6397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024053"/>
            <a:ext cx="8229600" cy="4919547"/>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356996"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b="0" smtClean="0">
                <a:solidFill>
                  <a:schemeClr val="tx2"/>
                </a:solidFill>
                <a:latin typeface="Arial" panose="020B0604020202020204" pitchFamily="34" charset="0"/>
                <a:cs typeface="Arial" panose="020B0604020202020204" pitchFamily="34" charset="0"/>
              </a:rPr>
              <a:pPr algn="l"/>
              <a:t>‹#›</a:t>
            </a:fld>
            <a:endParaRPr lang="en-US" b="0" dirty="0">
              <a:solidFill>
                <a:schemeClr val="tx2"/>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baseline="0" dirty="0">
                <a:solidFill>
                  <a:schemeClr val="tx2"/>
                </a:solidFill>
                <a:latin typeface="Arial Narrow" panose="020B0606020202030204" pitchFamily="34" charset="0"/>
              </a:rPr>
              <a:t>U.S. BANK</a:t>
            </a:r>
            <a:r>
              <a:rPr lang="en-US" b="0" spc="60" baseline="0" dirty="0">
                <a:solidFill>
                  <a:schemeClr val="tx1"/>
                </a:solidFill>
                <a:latin typeface="Arial Narrow" panose="020B0606020202030204" pitchFamily="34" charset="0"/>
              </a:rPr>
              <a:t>  |</a:t>
            </a:r>
          </a:p>
        </p:txBody>
      </p:sp>
      <p:sp>
        <p:nvSpPr>
          <p:cNvPr id="14"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spTree>
    <p:extLst>
      <p:ext uri="{BB962C8B-B14F-4D97-AF65-F5344CB8AC3E}">
        <p14:creationId xmlns:p14="http://schemas.microsoft.com/office/powerpoint/2010/main" val="2580735623"/>
      </p:ext>
    </p:extLst>
  </p:cSld>
  <p:clrMap bg1="lt1" tx1="dk1" bg2="lt2" tx2="dk2" accent1="accent1" accent2="accent2" accent3="accent3" accent4="accent4" accent5="accent5" accent6="accent6" hlink="hlink" folHlink="folHlink"/>
  <p:sldLayoutIdLst>
    <p:sldLayoutId id="2147483662" r:id="rId1"/>
    <p:sldLayoutId id="2147483711" r:id="rId2"/>
    <p:sldLayoutId id="2147483664" r:id="rId3"/>
    <p:sldLayoutId id="2147483712" r:id="rId4"/>
    <p:sldLayoutId id="2147483721" r:id="rId5"/>
    <p:sldLayoutId id="2147483665" r:id="rId6"/>
    <p:sldLayoutId id="2147483666" r:id="rId7"/>
    <p:sldLayoutId id="2147483713" r:id="rId8"/>
  </p:sldLayoutIdLst>
  <p:txStyles>
    <p:titleStyle>
      <a:lvl1pPr algn="l" defTabSz="914400" rtl="0" eaLnBrk="1" latinLnBrk="0" hangingPunct="1">
        <a:spcBef>
          <a:spcPct val="0"/>
        </a:spcBef>
        <a:buNone/>
        <a:defRPr sz="20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200"/>
        </a:spcAft>
        <a:buFont typeface="Arial" panose="020B0604020202020204" pitchFamily="34" charset="0"/>
        <a:buChar char="•"/>
        <a:defRPr sz="1400" kern="1200">
          <a:solidFill>
            <a:schemeClr val="tx2"/>
          </a:solidFill>
          <a:latin typeface="+mn-lt"/>
          <a:ea typeface="+mn-ea"/>
          <a:cs typeface="+mn-cs"/>
        </a:defRPr>
      </a:lvl1pPr>
      <a:lvl2pPr marL="548640" indent="-228600" algn="l" defTabSz="914400" rtl="0" eaLnBrk="1" latinLnBrk="0" hangingPunct="1">
        <a:spcBef>
          <a:spcPts val="0"/>
        </a:spcBef>
        <a:spcAft>
          <a:spcPts val="200"/>
        </a:spcAft>
        <a:buFont typeface="Arial" panose="020B0604020202020204" pitchFamily="34" charset="0"/>
        <a:buChar char="–"/>
        <a:defRPr sz="1200" kern="1200">
          <a:solidFill>
            <a:schemeClr val="tx2"/>
          </a:solidFill>
          <a:latin typeface="+mn-lt"/>
          <a:ea typeface="+mn-ea"/>
          <a:cs typeface="+mn-cs"/>
        </a:defRPr>
      </a:lvl2pPr>
      <a:lvl3pPr marL="914400" indent="-173736" algn="l" defTabSz="914400" rtl="0" eaLnBrk="1" latinLnBrk="0" hangingPunct="1">
        <a:spcBef>
          <a:spcPts val="0"/>
        </a:spcBef>
        <a:spcAft>
          <a:spcPts val="200"/>
        </a:spcAft>
        <a:buFont typeface="Arial" panose="020B0604020202020204" pitchFamily="34" charset="0"/>
        <a:buChar char="•"/>
        <a:defRPr sz="1100" kern="1200">
          <a:solidFill>
            <a:schemeClr val="tx2"/>
          </a:solidFill>
          <a:latin typeface="+mn-lt"/>
          <a:ea typeface="+mn-ea"/>
          <a:cs typeface="+mn-cs"/>
        </a:defRPr>
      </a:lvl3pPr>
      <a:lvl4pPr marL="1280160" indent="-173736" algn="l" defTabSz="914400" rtl="0" eaLnBrk="1" latinLnBrk="0" hangingPunct="1">
        <a:spcBef>
          <a:spcPts val="0"/>
        </a:spcBef>
        <a:spcAft>
          <a:spcPts val="200"/>
        </a:spcAft>
        <a:buFont typeface="Arial" panose="020B0604020202020204" pitchFamily="34" charset="0"/>
        <a:buChar char="–"/>
        <a:defRPr sz="1000" kern="1200">
          <a:solidFill>
            <a:schemeClr val="tx2"/>
          </a:solidFill>
          <a:latin typeface="+mn-lt"/>
          <a:ea typeface="+mn-ea"/>
          <a:cs typeface="+mn-cs"/>
        </a:defRPr>
      </a:lvl4pPr>
      <a:lvl5pPr marL="1645920" indent="-173736" algn="l" defTabSz="914400" rtl="0" eaLnBrk="1" latinLnBrk="0" hangingPunct="1">
        <a:spcBef>
          <a:spcPts val="0"/>
        </a:spcBef>
        <a:spcAft>
          <a:spcPts val="200"/>
        </a:spcAft>
        <a:buFont typeface="Arial" panose="020B0604020202020204"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6397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024053"/>
            <a:ext cx="8229600" cy="4919547"/>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356996"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sp>
        <p:nvSpPr>
          <p:cNvPr id="14"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rgbClr val="0C2074"/>
                </a:solidFill>
              </a:ln>
              <a:solidFill>
                <a:prstClr val="white"/>
              </a:solidFill>
            </a:endParaRPr>
          </a:p>
        </p:txBody>
      </p:sp>
    </p:spTree>
    <p:extLst>
      <p:ext uri="{BB962C8B-B14F-4D97-AF65-F5344CB8AC3E}">
        <p14:creationId xmlns:p14="http://schemas.microsoft.com/office/powerpoint/2010/main" val="2994733819"/>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Lst>
  <p:txStyles>
    <p:titleStyle>
      <a:lvl1pPr algn="l" defTabSz="914400" rtl="0" eaLnBrk="1" latinLnBrk="0" hangingPunct="1">
        <a:spcBef>
          <a:spcPct val="0"/>
        </a:spcBef>
        <a:buNone/>
        <a:defRPr sz="20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200"/>
        </a:spcAft>
        <a:buFont typeface="Arial" panose="020B0604020202020204" pitchFamily="34" charset="0"/>
        <a:buChar char="•"/>
        <a:defRPr sz="1400" kern="1200">
          <a:solidFill>
            <a:schemeClr val="tx2"/>
          </a:solidFill>
          <a:latin typeface="+mn-lt"/>
          <a:ea typeface="+mn-ea"/>
          <a:cs typeface="+mn-cs"/>
        </a:defRPr>
      </a:lvl1pPr>
      <a:lvl2pPr marL="548640" indent="-228600" algn="l" defTabSz="914400" rtl="0" eaLnBrk="1" latinLnBrk="0" hangingPunct="1">
        <a:spcBef>
          <a:spcPts val="0"/>
        </a:spcBef>
        <a:spcAft>
          <a:spcPts val="200"/>
        </a:spcAft>
        <a:buFont typeface="Arial" panose="020B0604020202020204" pitchFamily="34" charset="0"/>
        <a:buChar char="–"/>
        <a:defRPr sz="1200" kern="1200">
          <a:solidFill>
            <a:schemeClr val="tx2"/>
          </a:solidFill>
          <a:latin typeface="+mn-lt"/>
          <a:ea typeface="+mn-ea"/>
          <a:cs typeface="+mn-cs"/>
        </a:defRPr>
      </a:lvl2pPr>
      <a:lvl3pPr marL="914400" indent="-173736" algn="l" defTabSz="914400" rtl="0" eaLnBrk="1" latinLnBrk="0" hangingPunct="1">
        <a:spcBef>
          <a:spcPts val="0"/>
        </a:spcBef>
        <a:spcAft>
          <a:spcPts val="200"/>
        </a:spcAft>
        <a:buFont typeface="Arial" panose="020B0604020202020204" pitchFamily="34" charset="0"/>
        <a:buChar char="•"/>
        <a:defRPr sz="1100" kern="1200">
          <a:solidFill>
            <a:schemeClr val="tx2"/>
          </a:solidFill>
          <a:latin typeface="+mn-lt"/>
          <a:ea typeface="+mn-ea"/>
          <a:cs typeface="+mn-cs"/>
        </a:defRPr>
      </a:lvl3pPr>
      <a:lvl4pPr marL="1280160" indent="-173736" algn="l" defTabSz="914400" rtl="0" eaLnBrk="1" latinLnBrk="0" hangingPunct="1">
        <a:spcBef>
          <a:spcPts val="0"/>
        </a:spcBef>
        <a:spcAft>
          <a:spcPts val="200"/>
        </a:spcAft>
        <a:buFont typeface="Arial" panose="020B0604020202020204" pitchFamily="34" charset="0"/>
        <a:buChar char="–"/>
        <a:defRPr sz="1000" kern="1200">
          <a:solidFill>
            <a:schemeClr val="tx2"/>
          </a:solidFill>
          <a:latin typeface="+mn-lt"/>
          <a:ea typeface="+mn-ea"/>
          <a:cs typeface="+mn-cs"/>
        </a:defRPr>
      </a:lvl4pPr>
      <a:lvl5pPr marL="1645920" indent="-173736" algn="l" defTabSz="914400" rtl="0" eaLnBrk="1" latinLnBrk="0" hangingPunct="1">
        <a:spcBef>
          <a:spcPts val="0"/>
        </a:spcBef>
        <a:spcAft>
          <a:spcPts val="200"/>
        </a:spcAft>
        <a:buFont typeface="Arial" panose="020B0604020202020204"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1825207992"/>
      </p:ext>
    </p:extLst>
  </p:cSld>
  <p:clrMap bg1="lt1" tx1="dk1" bg2="lt2" tx2="dk2" accent1="accent1" accent2="accent2" accent3="accent3" accent4="accent4" accent5="accent5" accent6="accent6" hlink="hlink" folHlink="folHlink"/>
  <p:sldLayoutIdLst>
    <p:sldLayoutId id="2147483800"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3762605448"/>
      </p:ext>
    </p:extLst>
  </p:cSld>
  <p:clrMap bg1="lt1" tx1="dk1" bg2="lt2" tx2="dk2" accent1="accent1" accent2="accent2" accent3="accent3" accent4="accent4" accent5="accent5" accent6="accent6" hlink="hlink" folHlink="folHlink"/>
  <p:sldLayoutIdLst>
    <p:sldLayoutId id="2147483801"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1402834639"/>
      </p:ext>
    </p:extLst>
  </p:cSld>
  <p:clrMap bg1="lt1" tx1="dk1" bg2="lt2" tx2="dk2" accent1="accent1" accent2="accent2" accent3="accent3" accent4="accent4" accent5="accent5" accent6="accent6" hlink="hlink" folHlink="folHlink"/>
  <p:sldLayoutIdLst>
    <p:sldLayoutId id="2147483802"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4086174463"/>
      </p:ext>
    </p:extLst>
  </p:cSld>
  <p:clrMap bg1="lt1" tx1="dk1" bg2="lt2" tx2="dk2" accent1="accent1" accent2="accent2" accent3="accent3" accent4="accent4" accent5="accent5" accent6="accent6" hlink="hlink" folHlink="folHlink"/>
  <p:sldLayoutIdLst>
    <p:sldLayoutId id="2147483803"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03256254"/>
      </p:ext>
    </p:extLst>
  </p:cSld>
  <p:clrMap bg1="lt1" tx1="dk1" bg2="lt2" tx2="dk2" accent1="accent1" accent2="accent2" accent3="accent3" accent4="accent4" accent5="accent5" accent6="accent6" hlink="hlink" folHlink="folHlink"/>
  <p:sldLayoutIdLst>
    <p:sldLayoutId id="2147483804"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1806832353"/>
      </p:ext>
    </p:extLst>
  </p:cSld>
  <p:clrMap bg1="lt1" tx1="dk1" bg2="lt2" tx2="dk2" accent1="accent1" accent2="accent2" accent3="accent3" accent4="accent4" accent5="accent5" accent6="accent6" hlink="hlink" folHlink="folHlink"/>
  <p:sldLayoutIdLst>
    <p:sldLayoutId id="2147483805"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6397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024053"/>
            <a:ext cx="8229600" cy="4919547"/>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182880"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8" name="Picture 7"/>
          <p:cNvPicPr>
            <a:picLocks noChangeAspect="1"/>
          </p:cNvPicPr>
          <p:nvPr/>
        </p:nvPicPr>
        <p:blipFill>
          <a:blip r:embed="rId10"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p:spPr>
      </p:pic>
    </p:spTree>
    <p:extLst>
      <p:ext uri="{BB962C8B-B14F-4D97-AF65-F5344CB8AC3E}">
        <p14:creationId xmlns:p14="http://schemas.microsoft.com/office/powerpoint/2010/main" val="2657673607"/>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Lst>
  <p:txStyles>
    <p:titleStyle>
      <a:lvl1pPr algn="l" defTabSz="914400" rtl="0" eaLnBrk="1" latinLnBrk="0" hangingPunct="1">
        <a:spcBef>
          <a:spcPct val="0"/>
        </a:spcBef>
        <a:buNone/>
        <a:defRPr sz="20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200"/>
        </a:spcAft>
        <a:buFont typeface="Arial" panose="020B0604020202020204" pitchFamily="34" charset="0"/>
        <a:buChar char="•"/>
        <a:defRPr sz="1400" kern="1200">
          <a:solidFill>
            <a:schemeClr val="tx2"/>
          </a:solidFill>
          <a:latin typeface="+mn-lt"/>
          <a:ea typeface="+mn-ea"/>
          <a:cs typeface="+mn-cs"/>
        </a:defRPr>
      </a:lvl1pPr>
      <a:lvl2pPr marL="548640" indent="-228600" algn="l" defTabSz="914400" rtl="0" eaLnBrk="1" latinLnBrk="0" hangingPunct="1">
        <a:spcBef>
          <a:spcPts val="0"/>
        </a:spcBef>
        <a:spcAft>
          <a:spcPts val="200"/>
        </a:spcAft>
        <a:buFont typeface="Arial" panose="020B0604020202020204" pitchFamily="34" charset="0"/>
        <a:buChar char="–"/>
        <a:defRPr sz="1200" kern="1200">
          <a:solidFill>
            <a:schemeClr val="tx2"/>
          </a:solidFill>
          <a:latin typeface="+mn-lt"/>
          <a:ea typeface="+mn-ea"/>
          <a:cs typeface="+mn-cs"/>
        </a:defRPr>
      </a:lvl2pPr>
      <a:lvl3pPr marL="914400" indent="-173736" algn="l" defTabSz="914400" rtl="0" eaLnBrk="1" latinLnBrk="0" hangingPunct="1">
        <a:spcBef>
          <a:spcPts val="0"/>
        </a:spcBef>
        <a:spcAft>
          <a:spcPts val="200"/>
        </a:spcAft>
        <a:buFont typeface="Arial" panose="020B0604020202020204" pitchFamily="34" charset="0"/>
        <a:buChar char="•"/>
        <a:defRPr sz="1100" kern="1200">
          <a:solidFill>
            <a:schemeClr val="tx2"/>
          </a:solidFill>
          <a:latin typeface="+mn-lt"/>
          <a:ea typeface="+mn-ea"/>
          <a:cs typeface="+mn-cs"/>
        </a:defRPr>
      </a:lvl3pPr>
      <a:lvl4pPr marL="1280160" indent="-173736" algn="l" defTabSz="914400" rtl="0" eaLnBrk="1" latinLnBrk="0" hangingPunct="1">
        <a:spcBef>
          <a:spcPts val="0"/>
        </a:spcBef>
        <a:spcAft>
          <a:spcPts val="200"/>
        </a:spcAft>
        <a:buFont typeface="Arial" panose="020B0604020202020204" pitchFamily="34" charset="0"/>
        <a:buChar char="–"/>
        <a:defRPr sz="1000" kern="1200">
          <a:solidFill>
            <a:schemeClr val="tx2"/>
          </a:solidFill>
          <a:latin typeface="+mn-lt"/>
          <a:ea typeface="+mn-ea"/>
          <a:cs typeface="+mn-cs"/>
        </a:defRPr>
      </a:lvl4pPr>
      <a:lvl5pPr marL="1645920" indent="-173736" algn="l" defTabSz="914400" rtl="0" eaLnBrk="1" latinLnBrk="0" hangingPunct="1">
        <a:spcBef>
          <a:spcPts val="0"/>
        </a:spcBef>
        <a:spcAft>
          <a:spcPts val="200"/>
        </a:spcAft>
        <a:buFont typeface="Arial" panose="020B0604020202020204"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6"/>
          <p:cNvSpPr txBox="1">
            <a:spLocks/>
          </p:cNvSpPr>
          <p:nvPr/>
        </p:nvSpPr>
        <p:spPr>
          <a:xfrm>
            <a:off x="8787004" y="6497365"/>
            <a:ext cx="182880"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5" name="Picture 4"/>
          <p:cNvPicPr>
            <a:picLocks noChangeAspect="1"/>
          </p:cNvPicPr>
          <p:nvPr/>
        </p:nvPicPr>
        <p:blipFill>
          <a:blip r:embed="rId16"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309737767"/>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 id="2147483773" r:id="rId13"/>
    <p:sldLayoutId id="2147483774" r:id="rId1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sp>
        <p:nvSpPr>
          <p:cNvPr id="13"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rgbClr val="0C2074"/>
                </a:solidFill>
              </a:ln>
              <a:solidFill>
                <a:prstClr val="white"/>
              </a:solidFill>
            </a:endParaRPr>
          </a:p>
        </p:txBody>
      </p:sp>
    </p:spTree>
    <p:extLst>
      <p:ext uri="{BB962C8B-B14F-4D97-AF65-F5344CB8AC3E}">
        <p14:creationId xmlns:p14="http://schemas.microsoft.com/office/powerpoint/2010/main" val="2890018732"/>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 id="2147483788" r:id="rId13"/>
    <p:sldLayoutId id="2147483789" r:id="rId1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6.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ext Placeholder 1"/>
          <p:cNvSpPr>
            <a:spLocks noGrp="1"/>
          </p:cNvSpPr>
          <p:nvPr>
            <p:ph type="body" idx="10"/>
          </p:nvPr>
        </p:nvSpPr>
        <p:spPr>
          <a:xfrm>
            <a:off x="838200" y="2525714"/>
            <a:ext cx="7696200" cy="598486"/>
          </a:xfrm>
        </p:spPr>
        <p:txBody>
          <a:bodyPr/>
          <a:lstStyle/>
          <a:p>
            <a:r>
              <a:rPr lang="en-US" i="1" dirty="0"/>
              <a:t>Bringing collaboration to the forefront</a:t>
            </a:r>
          </a:p>
        </p:txBody>
      </p:sp>
      <p:sp>
        <p:nvSpPr>
          <p:cNvPr id="3" name="Title 2"/>
          <p:cNvSpPr>
            <a:spLocks noGrp="1"/>
          </p:cNvSpPr>
          <p:nvPr>
            <p:ph type="title"/>
          </p:nvPr>
        </p:nvSpPr>
        <p:spPr>
          <a:xfrm>
            <a:off x="609600" y="1981200"/>
            <a:ext cx="5562600" cy="508210"/>
          </a:xfrm>
        </p:spPr>
        <p:txBody>
          <a:bodyPr>
            <a:normAutofit fontScale="90000"/>
          </a:bodyPr>
          <a:lstStyle/>
          <a:p>
            <a:r>
              <a:rPr lang="en-US" dirty="0"/>
              <a:t>Business to Technology Bridge</a:t>
            </a:r>
          </a:p>
        </p:txBody>
      </p:sp>
      <p:sp>
        <p:nvSpPr>
          <p:cNvPr id="4" name="Text Placeholder 3"/>
          <p:cNvSpPr>
            <a:spLocks noGrp="1"/>
          </p:cNvSpPr>
          <p:nvPr>
            <p:ph type="body" idx="12"/>
          </p:nvPr>
        </p:nvSpPr>
        <p:spPr>
          <a:xfrm>
            <a:off x="304800" y="5715000"/>
            <a:ext cx="5257800" cy="341656"/>
          </a:xfrm>
        </p:spPr>
        <p:txBody>
          <a:bodyPr/>
          <a:lstStyle/>
          <a:p>
            <a:r>
              <a:rPr lang="en-US" sz="2000" dirty="0">
                <a:solidFill>
                  <a:schemeClr val="bg1"/>
                </a:solidFill>
              </a:rPr>
              <a:t>Crowded House Innovators:</a:t>
            </a:r>
            <a:r>
              <a:rPr lang="en-US" sz="2000" dirty="0">
                <a:solidFill>
                  <a:schemeClr val="tx1"/>
                </a:solidFill>
              </a:rPr>
              <a:t>:</a:t>
            </a:r>
          </a:p>
        </p:txBody>
      </p:sp>
      <p:sp>
        <p:nvSpPr>
          <p:cNvPr id="5" name="Text Placeholder 4"/>
          <p:cNvSpPr>
            <a:spLocks noGrp="1"/>
          </p:cNvSpPr>
          <p:nvPr>
            <p:ph type="body" idx="13"/>
          </p:nvPr>
        </p:nvSpPr>
        <p:spPr>
          <a:xfrm>
            <a:off x="304800" y="6019800"/>
            <a:ext cx="3810000" cy="609600"/>
          </a:xfrm>
        </p:spPr>
        <p:txBody>
          <a:bodyPr/>
          <a:lstStyle/>
          <a:p>
            <a:r>
              <a:rPr lang="en-US" dirty="0" err="1">
                <a:solidFill>
                  <a:srgbClr val="FF9300"/>
                </a:solidFill>
              </a:rPr>
              <a:t>Awais</a:t>
            </a:r>
            <a:r>
              <a:rPr lang="en-US" dirty="0">
                <a:solidFill>
                  <a:srgbClr val="FF9300"/>
                </a:solidFill>
              </a:rPr>
              <a:t> Sultan, Stacie Kenney, Ziad Asim,</a:t>
            </a:r>
          </a:p>
          <a:p>
            <a:r>
              <a:rPr lang="en-US" dirty="0" err="1">
                <a:solidFill>
                  <a:srgbClr val="FF9300"/>
                </a:solidFill>
              </a:rPr>
              <a:t>Shahid</a:t>
            </a:r>
            <a:r>
              <a:rPr lang="en-US" dirty="0">
                <a:solidFill>
                  <a:srgbClr val="FF9300"/>
                </a:solidFill>
              </a:rPr>
              <a:t> Afzal, Jason Gregory</a:t>
            </a:r>
          </a:p>
        </p:txBody>
      </p:sp>
    </p:spTree>
    <p:extLst>
      <p:ext uri="{BB962C8B-B14F-4D97-AF65-F5344CB8AC3E}">
        <p14:creationId xmlns:p14="http://schemas.microsoft.com/office/powerpoint/2010/main" val="37816216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Crowded House Innovators</a:t>
            </a:r>
          </a:p>
        </p:txBody>
      </p:sp>
      <p:pic>
        <p:nvPicPr>
          <p:cNvPr id="17" name="Picture Placeholder 16"/>
          <p:cNvPicPr>
            <a:picLocks noGrp="1" noChangeAspect="1"/>
          </p:cNvPicPr>
          <p:nvPr>
            <p:ph type="pic" sz="quarter" idx="18"/>
          </p:nvPr>
        </p:nvPicPr>
        <p:blipFill>
          <a:blip r:embed="rId3" cstate="screen">
            <a:extLst>
              <a:ext uri="{28A0092B-C50C-407E-A947-70E740481C1C}">
                <a14:useLocalDpi xmlns:a14="http://schemas.microsoft.com/office/drawing/2010/main" val="0"/>
              </a:ext>
            </a:extLst>
          </a:blip>
          <a:srcRect t="6291" b="6291"/>
          <a:stretch>
            <a:fillRect/>
          </a:stretch>
        </p:blipFill>
        <p:spPr>
          <a:xfrm>
            <a:off x="457200" y="990600"/>
            <a:ext cx="1106488" cy="1087438"/>
          </a:xfrm>
        </p:spPr>
      </p:pic>
      <p:pic>
        <p:nvPicPr>
          <p:cNvPr id="20" name="Picture Placeholder 19"/>
          <p:cNvPicPr>
            <a:picLocks noGrp="1" noChangeAspect="1"/>
          </p:cNvPicPr>
          <p:nvPr>
            <p:ph type="pic" sz="quarter" idx="19"/>
          </p:nvPr>
        </p:nvPicPr>
        <p:blipFill>
          <a:blip r:embed="rId4" cstate="screen">
            <a:extLst>
              <a:ext uri="{28A0092B-C50C-407E-A947-70E740481C1C}">
                <a14:useLocalDpi xmlns:a14="http://schemas.microsoft.com/office/drawing/2010/main" val="0"/>
              </a:ext>
            </a:extLst>
          </a:blip>
          <a:srcRect t="3455" b="3455"/>
          <a:stretch>
            <a:fillRect/>
          </a:stretch>
        </p:blipFill>
        <p:spPr>
          <a:xfrm>
            <a:off x="457200" y="2184400"/>
            <a:ext cx="1106488" cy="1087438"/>
          </a:xfrm>
        </p:spPr>
      </p:pic>
      <p:pic>
        <p:nvPicPr>
          <p:cNvPr id="21" name="Picture Placeholder 20"/>
          <p:cNvPicPr>
            <a:picLocks noGrp="1" noChangeAspect="1"/>
          </p:cNvPicPr>
          <p:nvPr>
            <p:ph type="pic" sz="quarter" idx="20"/>
          </p:nvPr>
        </p:nvPicPr>
        <p:blipFill>
          <a:blip r:embed="rId5">
            <a:extLst>
              <a:ext uri="{28A0092B-C50C-407E-A947-70E740481C1C}">
                <a14:useLocalDpi xmlns:a14="http://schemas.microsoft.com/office/drawing/2010/main" val="0"/>
              </a:ext>
            </a:extLst>
          </a:blip>
          <a:srcRect t="861" b="861"/>
          <a:stretch>
            <a:fillRect/>
          </a:stretch>
        </p:blipFill>
        <p:spPr>
          <a:xfrm>
            <a:off x="457200" y="3378200"/>
            <a:ext cx="1106488" cy="1087438"/>
          </a:xfrm>
        </p:spPr>
      </p:pic>
      <p:pic>
        <p:nvPicPr>
          <p:cNvPr id="22" name="Picture Placeholder 21"/>
          <p:cNvPicPr>
            <a:picLocks noGrp="1" noChangeAspect="1"/>
          </p:cNvPicPr>
          <p:nvPr>
            <p:ph type="pic" sz="quarter" idx="21"/>
          </p:nvPr>
        </p:nvPicPr>
        <p:blipFill>
          <a:blip r:embed="rId6">
            <a:extLst>
              <a:ext uri="{28A0092B-C50C-407E-A947-70E740481C1C}">
                <a14:useLocalDpi xmlns:a14="http://schemas.microsoft.com/office/drawing/2010/main" val="0"/>
              </a:ext>
            </a:extLst>
          </a:blip>
          <a:srcRect t="861" b="861"/>
          <a:stretch>
            <a:fillRect/>
          </a:stretch>
        </p:blipFill>
        <p:spPr>
          <a:xfrm>
            <a:off x="457200" y="4572000"/>
            <a:ext cx="1106488" cy="1087438"/>
          </a:xfrm>
        </p:spPr>
      </p:pic>
      <p:sp>
        <p:nvSpPr>
          <p:cNvPr id="7" name="Content Placeholder 6"/>
          <p:cNvSpPr>
            <a:spLocks noGrp="1"/>
          </p:cNvSpPr>
          <p:nvPr>
            <p:ph sz="quarter" idx="22"/>
          </p:nvPr>
        </p:nvSpPr>
        <p:spPr>
          <a:xfrm>
            <a:off x="1905000" y="2243328"/>
            <a:ext cx="6510528" cy="182880"/>
          </a:xfrm>
        </p:spPr>
        <p:txBody>
          <a:bodyPr/>
          <a:lstStyle/>
          <a:p>
            <a:r>
              <a:rPr lang="en-US" dirty="0"/>
              <a:t>CO-FOUNDER / TEAM MEMBER</a:t>
            </a:r>
          </a:p>
        </p:txBody>
      </p:sp>
      <p:sp>
        <p:nvSpPr>
          <p:cNvPr id="8" name="Text Placeholder 7"/>
          <p:cNvSpPr>
            <a:spLocks noGrp="1"/>
          </p:cNvSpPr>
          <p:nvPr>
            <p:ph type="body" sz="quarter" idx="23"/>
          </p:nvPr>
        </p:nvSpPr>
        <p:spPr>
          <a:xfrm>
            <a:off x="1905000" y="2444496"/>
            <a:ext cx="6510528" cy="832104"/>
          </a:xfrm>
        </p:spPr>
        <p:txBody>
          <a:bodyPr/>
          <a:lstStyle/>
          <a:p>
            <a:r>
              <a:rPr lang="en-US" dirty="0"/>
              <a:t>Stacie works as a Business Process Analyst, helping business folks improve and automate their processes. She was brought into this madness by </a:t>
            </a:r>
            <a:r>
              <a:rPr lang="en-US" dirty="0" err="1"/>
              <a:t>Awais</a:t>
            </a:r>
            <a:r>
              <a:rPr lang="en-US" dirty="0"/>
              <a:t> and then recruited the rest of the team. Stacie likes big dogs and she cannot lie!</a:t>
            </a:r>
          </a:p>
        </p:txBody>
      </p:sp>
      <p:sp>
        <p:nvSpPr>
          <p:cNvPr id="9" name="Text Placeholder 8"/>
          <p:cNvSpPr>
            <a:spLocks noGrp="1"/>
          </p:cNvSpPr>
          <p:nvPr>
            <p:ph type="body" sz="quarter" idx="24"/>
          </p:nvPr>
        </p:nvSpPr>
        <p:spPr>
          <a:xfrm>
            <a:off x="1905000" y="3432048"/>
            <a:ext cx="6510528" cy="182880"/>
          </a:xfrm>
        </p:spPr>
        <p:txBody>
          <a:bodyPr/>
          <a:lstStyle/>
          <a:p>
            <a:r>
              <a:rPr lang="en-US" dirty="0"/>
              <a:t>TEAM MEMBER</a:t>
            </a:r>
          </a:p>
        </p:txBody>
      </p:sp>
      <p:sp>
        <p:nvSpPr>
          <p:cNvPr id="10" name="Text Placeholder 9"/>
          <p:cNvSpPr>
            <a:spLocks noGrp="1"/>
          </p:cNvSpPr>
          <p:nvPr>
            <p:ph type="body" sz="quarter" idx="25"/>
          </p:nvPr>
        </p:nvSpPr>
        <p:spPr>
          <a:xfrm>
            <a:off x="1905000" y="3633216"/>
            <a:ext cx="6510528" cy="786384"/>
          </a:xfrm>
        </p:spPr>
        <p:txBody>
          <a:bodyPr/>
          <a:lstStyle/>
          <a:p>
            <a:r>
              <a:rPr lang="en-US" dirty="0"/>
              <a:t>Jason is currently an SVP in Global Corporate Trust Services living the dream in the big apple. He’s our veteran business line guy on this team and is also a talented photographer. Jason like many New Yorkers is perpetually busy.</a:t>
            </a:r>
          </a:p>
        </p:txBody>
      </p:sp>
      <p:sp>
        <p:nvSpPr>
          <p:cNvPr id="11" name="Text Placeholder 10"/>
          <p:cNvSpPr>
            <a:spLocks noGrp="1"/>
          </p:cNvSpPr>
          <p:nvPr>
            <p:ph type="body" sz="quarter" idx="26"/>
          </p:nvPr>
        </p:nvSpPr>
        <p:spPr>
          <a:xfrm>
            <a:off x="1905000" y="4629912"/>
            <a:ext cx="6510528" cy="182880"/>
          </a:xfrm>
        </p:spPr>
        <p:txBody>
          <a:bodyPr/>
          <a:lstStyle/>
          <a:p>
            <a:r>
              <a:rPr lang="en-US" dirty="0"/>
              <a:t>TEAM MEMBER</a:t>
            </a:r>
          </a:p>
        </p:txBody>
      </p:sp>
      <p:sp>
        <p:nvSpPr>
          <p:cNvPr id="12" name="Text Placeholder 11"/>
          <p:cNvSpPr>
            <a:spLocks noGrp="1"/>
          </p:cNvSpPr>
          <p:nvPr>
            <p:ph type="body" sz="quarter" idx="27"/>
          </p:nvPr>
        </p:nvSpPr>
        <p:spPr>
          <a:xfrm>
            <a:off x="1905000" y="4840224"/>
            <a:ext cx="6510528" cy="798576"/>
          </a:xfrm>
        </p:spPr>
        <p:txBody>
          <a:bodyPr/>
          <a:lstStyle/>
          <a:p>
            <a:r>
              <a:rPr lang="en-US" dirty="0" err="1"/>
              <a:t>Ziad</a:t>
            </a:r>
            <a:r>
              <a:rPr lang="en-US" dirty="0"/>
              <a:t> works with Stacie as a Business Process Analyst. He is super keen on massaging data into views that his business clients find valuable. </a:t>
            </a:r>
            <a:r>
              <a:rPr lang="en-US" dirty="0" err="1"/>
              <a:t>Ziad</a:t>
            </a:r>
            <a:r>
              <a:rPr lang="en-US" dirty="0"/>
              <a:t> also dotes on his wife and son, and enjoys spending time building his pipes at the local gym.</a:t>
            </a:r>
          </a:p>
        </p:txBody>
      </p:sp>
      <p:sp>
        <p:nvSpPr>
          <p:cNvPr id="13" name="Text Placeholder 12"/>
          <p:cNvSpPr>
            <a:spLocks noGrp="1"/>
          </p:cNvSpPr>
          <p:nvPr>
            <p:ph type="body" sz="quarter" idx="28"/>
          </p:nvPr>
        </p:nvSpPr>
        <p:spPr>
          <a:xfrm>
            <a:off x="1901952" y="1045464"/>
            <a:ext cx="6510528" cy="182880"/>
          </a:xfrm>
        </p:spPr>
        <p:txBody>
          <a:bodyPr/>
          <a:lstStyle/>
          <a:p>
            <a:r>
              <a:rPr lang="en-US" dirty="0"/>
              <a:t>FOUNDER</a:t>
            </a:r>
          </a:p>
        </p:txBody>
      </p:sp>
      <p:sp>
        <p:nvSpPr>
          <p:cNvPr id="14" name="Text Placeholder 13"/>
          <p:cNvSpPr>
            <a:spLocks noGrp="1"/>
          </p:cNvSpPr>
          <p:nvPr>
            <p:ph type="body" sz="quarter" idx="29"/>
          </p:nvPr>
        </p:nvSpPr>
        <p:spPr>
          <a:xfrm>
            <a:off x="1901952" y="1246632"/>
            <a:ext cx="6510528" cy="810768"/>
          </a:xfrm>
        </p:spPr>
        <p:txBody>
          <a:bodyPr/>
          <a:lstStyle/>
          <a:p>
            <a:r>
              <a:rPr lang="en-US" dirty="0" err="1"/>
              <a:t>Awais</a:t>
            </a:r>
            <a:r>
              <a:rPr lang="en-US" dirty="0"/>
              <a:t> is a current BPM Architect for TOS and the brain child of this big idea. He is so good at delegating tasks, one might wonder if he does any actual work himself. </a:t>
            </a:r>
            <a:r>
              <a:rPr lang="en-US" dirty="0" err="1"/>
              <a:t>Awais</a:t>
            </a:r>
            <a:r>
              <a:rPr lang="en-US" dirty="0"/>
              <a:t> likes long walks on the beach and sharing coffee with friends.</a:t>
            </a:r>
          </a:p>
        </p:txBody>
      </p:sp>
      <p:sp>
        <p:nvSpPr>
          <p:cNvPr id="23" name="TextBox 22"/>
          <p:cNvSpPr txBox="1"/>
          <p:nvPr/>
        </p:nvSpPr>
        <p:spPr>
          <a:xfrm>
            <a:off x="457200" y="5791200"/>
            <a:ext cx="8077200" cy="276999"/>
          </a:xfrm>
          <a:prstGeom prst="rect">
            <a:avLst/>
          </a:prstGeom>
          <a:noFill/>
        </p:spPr>
        <p:txBody>
          <a:bodyPr wrap="square" rtlCol="0">
            <a:spAutoFit/>
          </a:bodyPr>
          <a:lstStyle/>
          <a:p>
            <a:r>
              <a:rPr lang="en-US" sz="1200" dirty="0"/>
              <a:t>Note: </a:t>
            </a:r>
            <a:r>
              <a:rPr lang="en-US" sz="1200"/>
              <a:t>Shahid </a:t>
            </a:r>
            <a:r>
              <a:rPr lang="en-US" sz="1200" smtClean="0"/>
              <a:t>Afzal </a:t>
            </a:r>
            <a:r>
              <a:rPr lang="en-US" sz="1200" dirty="0"/>
              <a:t>is not pictured here, because he doesn’t have a picture on </a:t>
            </a:r>
            <a:r>
              <a:rPr lang="en-US" sz="1200" dirty="0" err="1"/>
              <a:t>USBnet</a:t>
            </a:r>
            <a:r>
              <a:rPr lang="en-US" sz="1200" dirty="0"/>
              <a:t>. He’s a super nice guy though! </a:t>
            </a:r>
          </a:p>
        </p:txBody>
      </p:sp>
    </p:spTree>
    <p:extLst>
      <p:ext uri="{BB962C8B-B14F-4D97-AF65-F5344CB8AC3E}">
        <p14:creationId xmlns:p14="http://schemas.microsoft.com/office/powerpoint/2010/main" val="145251787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PROBLEM / OPPORTUNITY</a:t>
            </a:r>
          </a:p>
        </p:txBody>
      </p:sp>
      <p:sp>
        <p:nvSpPr>
          <p:cNvPr id="3" name="Content Placeholder 2"/>
          <p:cNvSpPr>
            <a:spLocks noGrp="1"/>
          </p:cNvSpPr>
          <p:nvPr>
            <p:ph idx="1"/>
          </p:nvPr>
        </p:nvSpPr>
        <p:spPr>
          <a:xfrm>
            <a:off x="457200" y="1371600"/>
            <a:ext cx="8229600" cy="4571999"/>
          </a:xfrm>
        </p:spPr>
        <p:txBody>
          <a:bodyPr/>
          <a:lstStyle/>
          <a:p>
            <a:r>
              <a:rPr lang="en-US" b="1" dirty="0"/>
              <a:t>Problem: </a:t>
            </a:r>
          </a:p>
          <a:p>
            <a:pPr lvl="1"/>
            <a:r>
              <a:rPr lang="en-US" dirty="0"/>
              <a:t>The problem that this team sees is that there is not a clear path from the business to technology when it comes to solving problems or issues, or exploring solution ideas.</a:t>
            </a:r>
          </a:p>
          <a:p>
            <a:r>
              <a:rPr lang="en-US" b="1" dirty="0"/>
              <a:t>Opportunity: </a:t>
            </a:r>
          </a:p>
          <a:p>
            <a:pPr lvl="1"/>
            <a:r>
              <a:rPr lang="en-US" dirty="0"/>
              <a:t>The opportunity we see is to provide a one stop shop for problems and solution ideas, which may mean leveraging some of the existing tools, and refining those or the process around it. </a:t>
            </a:r>
          </a:p>
        </p:txBody>
      </p:sp>
      <p:sp>
        <p:nvSpPr>
          <p:cNvPr id="4" name="Text Placeholder 3"/>
          <p:cNvSpPr>
            <a:spLocks noGrp="1"/>
          </p:cNvSpPr>
          <p:nvPr>
            <p:ph type="body" idx="10"/>
          </p:nvPr>
        </p:nvSpPr>
        <p:spPr>
          <a:xfrm>
            <a:off x="428105" y="579438"/>
            <a:ext cx="8229600" cy="639762"/>
          </a:xfrm>
        </p:spPr>
        <p:txBody>
          <a:bodyPr/>
          <a:lstStyle/>
          <a:p>
            <a:r>
              <a:rPr lang="en-US" dirty="0"/>
              <a:t>Most bankers don’t know where to go with problems or ideas! </a:t>
            </a:r>
          </a:p>
        </p:txBody>
      </p:sp>
    </p:spTree>
    <p:extLst>
      <p:ext uri="{BB962C8B-B14F-4D97-AF65-F5344CB8AC3E}">
        <p14:creationId xmlns:p14="http://schemas.microsoft.com/office/powerpoint/2010/main" val="189368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CUSTOMERS</a:t>
            </a:r>
          </a:p>
        </p:txBody>
      </p:sp>
      <p:sp>
        <p:nvSpPr>
          <p:cNvPr id="3" name="Content Placeholder 2"/>
          <p:cNvSpPr>
            <a:spLocks noGrp="1"/>
          </p:cNvSpPr>
          <p:nvPr>
            <p:ph idx="1"/>
          </p:nvPr>
        </p:nvSpPr>
        <p:spPr>
          <a:xfrm>
            <a:off x="457200" y="1371600"/>
            <a:ext cx="8229600" cy="4571999"/>
          </a:xfrm>
        </p:spPr>
        <p:txBody>
          <a:bodyPr/>
          <a:lstStyle/>
          <a:p>
            <a:r>
              <a:rPr lang="en-US" b="1" dirty="0"/>
              <a:t>Primary</a:t>
            </a:r>
            <a:r>
              <a:rPr lang="en-US" dirty="0"/>
              <a:t> = US Bank Business Line</a:t>
            </a:r>
          </a:p>
          <a:p>
            <a:pPr lvl="1"/>
            <a:r>
              <a:rPr lang="en-US" dirty="0"/>
              <a:t>Everyone has the problem of not really knowing where to go with an issue or solution idea. </a:t>
            </a:r>
          </a:p>
          <a:p>
            <a:pPr lvl="1"/>
            <a:r>
              <a:rPr lang="en-US" dirty="0"/>
              <a:t>The problem is costing the bank valuable resource time whereby instead of the employee doing their daily job, they’ve encountered a problem or idea and want to make their job more efficient or less problematic, so now they spend time looking for where to go. </a:t>
            </a:r>
          </a:p>
          <a:p>
            <a:r>
              <a:rPr lang="en-US" b="1" dirty="0"/>
              <a:t>Secondary</a:t>
            </a:r>
            <a:r>
              <a:rPr lang="en-US" dirty="0"/>
              <a:t> = US Bank Customers</a:t>
            </a:r>
          </a:p>
          <a:p>
            <a:pPr lvl="1"/>
            <a:r>
              <a:rPr lang="en-US" dirty="0"/>
              <a:t>If the employees are not operating at their best, then they cannot deliver their best to our customers.</a:t>
            </a:r>
          </a:p>
          <a:p>
            <a:pPr lvl="1"/>
            <a:endParaRPr lang="en-US" dirty="0"/>
          </a:p>
        </p:txBody>
      </p:sp>
      <p:sp>
        <p:nvSpPr>
          <p:cNvPr id="4" name="Text Placeholder 3"/>
          <p:cNvSpPr>
            <a:spLocks noGrp="1"/>
          </p:cNvSpPr>
          <p:nvPr>
            <p:ph type="body" idx="10"/>
          </p:nvPr>
        </p:nvSpPr>
        <p:spPr>
          <a:xfrm>
            <a:off x="457200" y="579438"/>
            <a:ext cx="8229600" cy="639762"/>
          </a:xfrm>
        </p:spPr>
        <p:txBody>
          <a:bodyPr/>
          <a:lstStyle/>
          <a:p>
            <a:r>
              <a:rPr lang="en-US" sz="1800" dirty="0"/>
              <a:t>Everyone; the problem doesn’t discriminate and neither does our solution</a:t>
            </a:r>
          </a:p>
        </p:txBody>
      </p:sp>
    </p:spTree>
    <p:extLst>
      <p:ext uri="{BB962C8B-B14F-4D97-AF65-F5344CB8AC3E}">
        <p14:creationId xmlns:p14="http://schemas.microsoft.com/office/powerpoint/2010/main" val="49904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HUNCH</a:t>
            </a:r>
          </a:p>
        </p:txBody>
      </p:sp>
      <p:sp>
        <p:nvSpPr>
          <p:cNvPr id="3" name="Content Placeholder 2"/>
          <p:cNvSpPr>
            <a:spLocks noGrp="1"/>
          </p:cNvSpPr>
          <p:nvPr>
            <p:ph idx="1"/>
          </p:nvPr>
        </p:nvSpPr>
        <p:spPr>
          <a:xfrm>
            <a:off x="457200" y="1371600"/>
            <a:ext cx="8229600" cy="4571999"/>
          </a:xfrm>
        </p:spPr>
        <p:txBody>
          <a:bodyPr/>
          <a:lstStyle/>
          <a:p>
            <a:r>
              <a:rPr lang="en-US" dirty="0"/>
              <a:t>We believe by creating a cohesive and collaborative solution, where the business and technology can come together, we can drive greater problem solving and implementation of ideas.</a:t>
            </a:r>
          </a:p>
        </p:txBody>
      </p:sp>
      <p:sp>
        <p:nvSpPr>
          <p:cNvPr id="4" name="Text Placeholder 3"/>
          <p:cNvSpPr>
            <a:spLocks noGrp="1"/>
          </p:cNvSpPr>
          <p:nvPr>
            <p:ph type="body" idx="10"/>
          </p:nvPr>
        </p:nvSpPr>
        <p:spPr>
          <a:xfrm>
            <a:off x="457200" y="579438"/>
            <a:ext cx="8229600" cy="639762"/>
          </a:xfrm>
        </p:spPr>
        <p:txBody>
          <a:bodyPr/>
          <a:lstStyle/>
          <a:p>
            <a:r>
              <a:rPr lang="en-US" dirty="0"/>
              <a:t>There are a few existing systems that do part of the job</a:t>
            </a:r>
          </a:p>
        </p:txBody>
      </p:sp>
    </p:spTree>
    <p:extLst>
      <p:ext uri="{BB962C8B-B14F-4D97-AF65-F5344CB8AC3E}">
        <p14:creationId xmlns:p14="http://schemas.microsoft.com/office/powerpoint/2010/main" val="1391282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MARKET</a:t>
            </a:r>
          </a:p>
        </p:txBody>
      </p:sp>
      <p:sp>
        <p:nvSpPr>
          <p:cNvPr id="3" name="Content Placeholder 2"/>
          <p:cNvSpPr>
            <a:spLocks noGrp="1"/>
          </p:cNvSpPr>
          <p:nvPr>
            <p:ph idx="1"/>
          </p:nvPr>
        </p:nvSpPr>
        <p:spPr>
          <a:xfrm>
            <a:off x="457200" y="1371600"/>
            <a:ext cx="8229600" cy="4571999"/>
          </a:xfrm>
        </p:spPr>
        <p:txBody>
          <a:bodyPr/>
          <a:lstStyle/>
          <a:p>
            <a:r>
              <a:rPr lang="en-US" dirty="0"/>
              <a:t>This problem is worth solving, because it directly correlates to our strategy where we need to continually improve the way in which we work today.</a:t>
            </a:r>
          </a:p>
          <a:p>
            <a:r>
              <a:rPr lang="en-US" dirty="0"/>
              <a:t>We now also have Yammer and other workplace tools we didn’t have before, which can help us reach more employees than before.</a:t>
            </a:r>
          </a:p>
          <a:p>
            <a:r>
              <a:rPr lang="en-US" dirty="0"/>
              <a:t>We are not aware of any internal projects or efforts addressing this problem, but we do know that each business line has it’s own approach to maintaining their own procedures and process collateral.</a:t>
            </a:r>
          </a:p>
        </p:txBody>
      </p:sp>
      <p:sp>
        <p:nvSpPr>
          <p:cNvPr id="4" name="Text Placeholder 3"/>
          <p:cNvSpPr>
            <a:spLocks noGrp="1"/>
          </p:cNvSpPr>
          <p:nvPr>
            <p:ph type="body" idx="10"/>
          </p:nvPr>
        </p:nvSpPr>
        <p:spPr>
          <a:xfrm>
            <a:off x="457200" y="579438"/>
            <a:ext cx="8229600" cy="639762"/>
          </a:xfrm>
        </p:spPr>
        <p:txBody>
          <a:bodyPr/>
          <a:lstStyle/>
          <a:p>
            <a:r>
              <a:rPr lang="en-US" dirty="0"/>
              <a:t>Internal</a:t>
            </a:r>
          </a:p>
        </p:txBody>
      </p:sp>
    </p:spTree>
    <p:extLst>
      <p:ext uri="{BB962C8B-B14F-4D97-AF65-F5344CB8AC3E}">
        <p14:creationId xmlns:p14="http://schemas.microsoft.com/office/powerpoint/2010/main" val="1146905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MARKET</a:t>
            </a:r>
          </a:p>
        </p:txBody>
      </p:sp>
      <p:sp>
        <p:nvSpPr>
          <p:cNvPr id="3" name="Content Placeholder 2"/>
          <p:cNvSpPr>
            <a:spLocks noGrp="1"/>
          </p:cNvSpPr>
          <p:nvPr>
            <p:ph idx="1"/>
          </p:nvPr>
        </p:nvSpPr>
        <p:spPr>
          <a:xfrm>
            <a:off x="457200" y="1371600"/>
            <a:ext cx="8229600" cy="4571999"/>
          </a:xfrm>
        </p:spPr>
        <p:txBody>
          <a:bodyPr/>
          <a:lstStyle/>
          <a:p>
            <a:r>
              <a:rPr lang="en-US" dirty="0"/>
              <a:t>The team believes the toolset available at the bank currently is robust enough to satisfy the need at hand. Therefore, we don’t feel the need to expend effort to review external solutions at this time.</a:t>
            </a:r>
          </a:p>
        </p:txBody>
      </p:sp>
      <p:sp>
        <p:nvSpPr>
          <p:cNvPr id="4" name="Text Placeholder 3"/>
          <p:cNvSpPr>
            <a:spLocks noGrp="1"/>
          </p:cNvSpPr>
          <p:nvPr>
            <p:ph type="body" idx="10"/>
          </p:nvPr>
        </p:nvSpPr>
        <p:spPr>
          <a:xfrm>
            <a:off x="457200" y="579438"/>
            <a:ext cx="8229600" cy="639762"/>
          </a:xfrm>
        </p:spPr>
        <p:txBody>
          <a:bodyPr/>
          <a:lstStyle/>
          <a:p>
            <a:r>
              <a:rPr lang="en-US" dirty="0"/>
              <a:t>External</a:t>
            </a:r>
          </a:p>
        </p:txBody>
      </p:sp>
    </p:spTree>
    <p:extLst>
      <p:ext uri="{BB962C8B-B14F-4D97-AF65-F5344CB8AC3E}">
        <p14:creationId xmlns:p14="http://schemas.microsoft.com/office/powerpoint/2010/main" val="132523777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019800"/>
            <a:ext cx="9144000" cy="838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p:cNvSpPr>
            <a:spLocks noGrp="1"/>
          </p:cNvSpPr>
          <p:nvPr>
            <p:ph type="body" idx="10"/>
          </p:nvPr>
        </p:nvSpPr>
        <p:spPr>
          <a:xfrm>
            <a:off x="3352800" y="2144714"/>
            <a:ext cx="5334000" cy="674686"/>
          </a:xfrm>
        </p:spPr>
        <p:txBody>
          <a:bodyPr/>
          <a:lstStyle/>
          <a:p>
            <a:r>
              <a:rPr lang="en-US" dirty="0"/>
              <a:t>Next six weeks of IIR . . .</a:t>
            </a:r>
          </a:p>
        </p:txBody>
      </p:sp>
      <p:sp>
        <p:nvSpPr>
          <p:cNvPr id="3" name="Title 2"/>
          <p:cNvSpPr>
            <a:spLocks noGrp="1"/>
          </p:cNvSpPr>
          <p:nvPr>
            <p:ph type="title"/>
          </p:nvPr>
        </p:nvSpPr>
        <p:spPr>
          <a:xfrm>
            <a:off x="3352800" y="1179304"/>
            <a:ext cx="5334000" cy="982662"/>
          </a:xfrm>
        </p:spPr>
        <p:txBody>
          <a:bodyPr/>
          <a:lstStyle/>
          <a:p>
            <a:r>
              <a:rPr lang="en-US" dirty="0"/>
              <a:t>NEXT STEPS</a:t>
            </a:r>
          </a:p>
        </p:txBody>
      </p:sp>
      <p:pic>
        <p:nvPicPr>
          <p:cNvPr id="8" name="Picture 7"/>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1371600" y="2057400"/>
            <a:ext cx="1600200" cy="619972"/>
          </a:xfrm>
          <a:prstGeom prst="rect">
            <a:avLst/>
          </a:prstGeom>
        </p:spPr>
      </p:pic>
      <p:sp>
        <p:nvSpPr>
          <p:cNvPr id="4" name="TextBox 3"/>
          <p:cNvSpPr txBox="1"/>
          <p:nvPr/>
        </p:nvSpPr>
        <p:spPr>
          <a:xfrm>
            <a:off x="3352800" y="2677372"/>
            <a:ext cx="5334000" cy="1754326"/>
          </a:xfrm>
          <a:prstGeom prst="rect">
            <a:avLst/>
          </a:prstGeom>
          <a:noFill/>
        </p:spPr>
        <p:txBody>
          <a:bodyPr wrap="square" rtlCol="0">
            <a:spAutoFit/>
          </a:bodyPr>
          <a:lstStyle/>
          <a:p>
            <a:pPr marL="285750" indent="-285750">
              <a:buFont typeface="Arial" panose="020B0604020202020204" pitchFamily="34" charset="0"/>
              <a:buChar char="•"/>
            </a:pPr>
            <a:r>
              <a:rPr lang="en-US" dirty="0"/>
              <a:t>Exploit all resources to learn more about existing solutions (pros/cons to each)</a:t>
            </a:r>
          </a:p>
          <a:p>
            <a:pPr marL="285750" indent="-285750">
              <a:buFont typeface="Arial" panose="020B0604020202020204" pitchFamily="34" charset="0"/>
              <a:buChar char="•"/>
            </a:pPr>
            <a:r>
              <a:rPr lang="en-US" dirty="0"/>
              <a:t>Once we do this research we can formulate a plan for the ideal solution</a:t>
            </a:r>
          </a:p>
          <a:p>
            <a:pPr marL="285750" indent="-285750">
              <a:buFont typeface="Arial" panose="020B0604020202020204" pitchFamily="34" charset="0"/>
              <a:buChar char="•"/>
            </a:pPr>
            <a:r>
              <a:rPr lang="en-US" dirty="0"/>
              <a:t>Finalize our plan towards bringing this solution to fruition</a:t>
            </a:r>
          </a:p>
        </p:txBody>
      </p:sp>
    </p:spTree>
    <p:extLst>
      <p:ext uri="{BB962C8B-B14F-4D97-AF65-F5344CB8AC3E}">
        <p14:creationId xmlns:p14="http://schemas.microsoft.com/office/powerpoint/2010/main" val="476358494"/>
      </p:ext>
    </p:extLst>
  </p:cSld>
  <p:clrMapOvr>
    <a:masterClrMapping/>
  </p:clrMapOvr>
  <p:timing>
    <p:tnLst>
      <p:par>
        <p:cTn id="1" dur="indefinite" restart="never" nodeType="tmRoot"/>
      </p:par>
    </p:tnLst>
  </p:timing>
</p:sld>
</file>

<file path=ppt/theme/theme1.xml><?xml version="1.0" encoding="utf-8"?>
<a:theme xmlns:a="http://schemas.openxmlformats.org/drawingml/2006/main" name="2017 Plan - Innovation (Round 1)">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ection Dividers and Statement Slides">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Specialty Slides">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Expanded 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_Expanded 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1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2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3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4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Internal-Consumer-SmallBusiness_PowerPointTemplate">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5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2_Expanded 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6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7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2C6418767E28429FEF04BA42B7F1F9" ma:contentTypeVersion="8" ma:contentTypeDescription="Create a new document." ma:contentTypeScope="" ma:versionID="631c72ee66a13f9471c5d981b07d0322">
  <xsd:schema xmlns:xsd="http://www.w3.org/2001/XMLSchema" xmlns:xs="http://www.w3.org/2001/XMLSchema" xmlns:p="http://schemas.microsoft.com/office/2006/metadata/properties" xmlns:ns2="75441114-22a6-4eb8-bdc3-1a959dd63168" xmlns:ns3="abbb206e-8c41-4a1d-88cb-549e53215ac2" targetNamespace="http://schemas.microsoft.com/office/2006/metadata/properties" ma:root="true" ma:fieldsID="24d06b893b8da34eeaceef6604df90b5" ns2:_="" ns3:_="">
    <xsd:import namespace="75441114-22a6-4eb8-bdc3-1a959dd63168"/>
    <xsd:import namespace="abbb206e-8c41-4a1d-88cb-549e53215ac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Founder" minOccurs="0"/>
                <xsd:element ref="ns3:MediaServiceDateTaken" minOccurs="0"/>
                <xsd:element ref="ns3:MediaServiceAutoTag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441114-22a6-4eb8-bdc3-1a959dd6316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bbb206e-8c41-4a1d-88cb-549e53215ac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Founder" ma:index="12" nillable="true" ma:displayName="Founder" ma:description="Name of the Team's founder" ma:list="UserInfo" ma:SharePointGroup="0" ma:internalName="Found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MediaServiceAutoTags" ma:internalName="MediaServiceAutoTags"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documentManagement>
    <Founder xmlns="abbb206e-8c41-4a1d-88cb-549e53215ac2">
      <UserInfo>
        <DisplayName/>
        <AccountId xsi:nil="true"/>
        <AccountType/>
      </UserInfo>
    </Founder>
    <SharedWithUsers xmlns="75441114-22a6-4eb8-bdc3-1a959dd63168">
      <UserInfo>
        <DisplayName>Crow, Andrew G</DisplayName>
        <AccountId>16</AccountId>
        <AccountType/>
      </UserInfo>
      <UserInfo>
        <DisplayName>Born, Matthew A</DisplayName>
        <AccountId>6</AccountId>
        <AccountType/>
      </UserInfo>
      <UserInfo>
        <DisplayName>Afzal, Shahid1</DisplayName>
        <AccountId>196</AccountId>
        <AccountType/>
      </UserInfo>
    </SharedWithUsers>
  </documentManagement>
</p:properties>
</file>

<file path=customXml/itemProps1.xml><?xml version="1.0" encoding="utf-8"?>
<ds:datastoreItem xmlns:ds="http://schemas.openxmlformats.org/officeDocument/2006/customXml" ds:itemID="{897AB8D7-C194-4DB5-AC4A-915B270F300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5441114-22a6-4eb8-bdc3-1a959dd63168"/>
    <ds:schemaRef ds:uri="abbb206e-8c41-4a1d-88cb-549e53215ac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82FCB95-3192-4DE5-831D-4F7A67FDD2AD}">
  <ds:schemaRefs>
    <ds:schemaRef ds:uri="http://schemas.microsoft.com/sharepoint/v3/contenttype/forms"/>
  </ds:schemaRefs>
</ds:datastoreItem>
</file>

<file path=customXml/itemProps3.xml><?xml version="1.0" encoding="utf-8"?>
<ds:datastoreItem xmlns:ds="http://schemas.openxmlformats.org/officeDocument/2006/customXml" ds:itemID="{41387E48-2E3D-4F6B-9440-4E90E77A360A}">
  <ds:schemaRefs>
    <ds:schemaRef ds:uri="http://purl.org/dc/terms/"/>
    <ds:schemaRef ds:uri="http://purl.org/dc/elements/1.1/"/>
    <ds:schemaRef ds:uri="http://schemas.microsoft.com/office/infopath/2007/PartnerControls"/>
    <ds:schemaRef ds:uri="http://purl.org/dc/dcmitype/"/>
    <ds:schemaRef ds:uri="http://www.w3.org/XML/1998/namespace"/>
    <ds:schemaRef ds:uri="75441114-22a6-4eb8-bdc3-1a959dd63168"/>
    <ds:schemaRef ds:uri="http://schemas.microsoft.com/office/2006/documentManagement/types"/>
    <ds:schemaRef ds:uri="http://schemas.openxmlformats.org/package/2006/metadata/core-properties"/>
    <ds:schemaRef ds:uri="abbb206e-8c41-4a1d-88cb-549e53215ac2"/>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2017 Plan - Innovation (Round 1)</Template>
  <TotalTime>58390</TotalTime>
  <Words>862</Words>
  <Application>Microsoft Office PowerPoint</Application>
  <PresentationFormat>On-screen Show (4:3)</PresentationFormat>
  <Paragraphs>64</Paragraphs>
  <Slides>8</Slides>
  <Notes>8</Notes>
  <HiddenSlides>0</HiddenSlides>
  <MMClips>0</MMClips>
  <ScaleCrop>false</ScaleCrop>
  <HeadingPairs>
    <vt:vector size="4" baseType="variant">
      <vt:variant>
        <vt:lpstr>Theme</vt:lpstr>
      </vt:variant>
      <vt:variant>
        <vt:i4>15</vt:i4>
      </vt:variant>
      <vt:variant>
        <vt:lpstr>Slide Titles</vt:lpstr>
      </vt:variant>
      <vt:variant>
        <vt:i4>8</vt:i4>
      </vt:variant>
    </vt:vector>
  </HeadingPairs>
  <TitlesOfParts>
    <vt:vector size="23" baseType="lpstr">
      <vt:lpstr>2017 Plan - Innovation (Round 1)</vt:lpstr>
      <vt:lpstr>Section Dividers and Statement Slides</vt:lpstr>
      <vt:lpstr>Content</vt:lpstr>
      <vt:lpstr>Specialty Slides</vt:lpstr>
      <vt:lpstr>Expanded Content</vt:lpstr>
      <vt:lpstr>1_Expanded Content</vt:lpstr>
      <vt:lpstr>1_Content</vt:lpstr>
      <vt:lpstr>2_Content</vt:lpstr>
      <vt:lpstr>3_Content</vt:lpstr>
      <vt:lpstr>4_Content</vt:lpstr>
      <vt:lpstr>Internal-Consumer-SmallBusiness_PowerPointTemplate</vt:lpstr>
      <vt:lpstr>5_Content</vt:lpstr>
      <vt:lpstr>2_Expanded Content</vt:lpstr>
      <vt:lpstr>6_Content</vt:lpstr>
      <vt:lpstr>7_Content</vt:lpstr>
      <vt:lpstr>Business to Technology Bridge</vt:lpstr>
      <vt:lpstr>Crowded House Innovators</vt:lpstr>
      <vt:lpstr>PROBLEM / OPPORTUNITY</vt:lpstr>
      <vt:lpstr>CUSTOMERS</vt:lpstr>
      <vt:lpstr>HUNCH</vt:lpstr>
      <vt:lpstr>MARKET</vt:lpstr>
      <vt:lpstr>MARKET</vt:lpstr>
      <vt:lpstr>NEXT STEPS</vt:lpstr>
    </vt:vector>
  </TitlesOfParts>
  <Company>US Bancorp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Innovation</dc:title>
  <dc:creator>valerie f lancelle</dc:creator>
  <cp:lastModifiedBy>Afzal, Shahid</cp:lastModifiedBy>
  <cp:revision>463</cp:revision>
  <cp:lastPrinted>2018-05-30T19:00:44Z</cp:lastPrinted>
  <dcterms:created xsi:type="dcterms:W3CDTF">2016-06-28T19:54:30Z</dcterms:created>
  <dcterms:modified xsi:type="dcterms:W3CDTF">2018-06-13T13:39:19Z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0x010100812C6418767E28429FEF04BA42B7F1F9</vt:lpwstr>
  </property>
</Properties>
</file>