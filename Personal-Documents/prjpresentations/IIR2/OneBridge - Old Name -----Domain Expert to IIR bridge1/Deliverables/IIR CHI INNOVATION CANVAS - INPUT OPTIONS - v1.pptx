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tiff" ContentType="image/tif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17" r:id="rId1"/>
    <p:sldMasterId id="2147483688" r:id="rId2"/>
  </p:sldMasterIdLst>
  <p:notesMasterIdLst>
    <p:notesMasterId r:id="rId21"/>
  </p:notesMasterIdLst>
  <p:handoutMasterIdLst>
    <p:handoutMasterId r:id="rId22"/>
  </p:handoutMasterIdLst>
  <p:sldIdLst>
    <p:sldId id="258" r:id="rId3"/>
    <p:sldId id="263" r:id="rId4"/>
    <p:sldId id="259" r:id="rId5"/>
    <p:sldId id="260" r:id="rId6"/>
    <p:sldId id="261" r:id="rId7"/>
    <p:sldId id="262" r:id="rId8"/>
    <p:sldId id="264" r:id="rId9"/>
    <p:sldId id="265" r:id="rId10"/>
    <p:sldId id="266" r:id="rId11"/>
    <p:sldId id="267" r:id="rId12"/>
    <p:sldId id="268" r:id="rId13"/>
    <p:sldId id="269" r:id="rId14"/>
    <p:sldId id="270" r:id="rId15"/>
    <p:sldId id="271" r:id="rId16"/>
    <p:sldId id="272" r:id="rId17"/>
    <p:sldId id="273" r:id="rId18"/>
    <p:sldId id="274" r:id="rId19"/>
    <p:sldId id="275" r:id="rId20"/>
  </p:sldIdLst>
  <p:sldSz cx="9144000" cy="6858000" type="screen4x3"/>
  <p:notesSz cx="7010400" cy="9296400"/>
  <p:defaultTextStyle>
    <a:defPPr>
      <a:defRPr lang="en-US"/>
    </a:defPPr>
    <a:lvl1pPr algn="l" rtl="0" fontAlgn="base">
      <a:spcBef>
        <a:spcPct val="0"/>
      </a:spcBef>
      <a:spcAft>
        <a:spcPct val="0"/>
      </a:spcAft>
      <a:defRPr kern="1200">
        <a:solidFill>
          <a:schemeClr val="tx1"/>
        </a:solidFill>
        <a:latin typeface="Arial" charset="0"/>
        <a:ea typeface="ＭＳ Ｐゴシック" charset="-128"/>
        <a:cs typeface="+mn-cs"/>
      </a:defRPr>
    </a:lvl1pPr>
    <a:lvl2pPr marL="457200" algn="l" rtl="0" fontAlgn="base">
      <a:spcBef>
        <a:spcPct val="0"/>
      </a:spcBef>
      <a:spcAft>
        <a:spcPct val="0"/>
      </a:spcAft>
      <a:defRPr kern="1200">
        <a:solidFill>
          <a:schemeClr val="tx1"/>
        </a:solidFill>
        <a:latin typeface="Arial" charset="0"/>
        <a:ea typeface="ＭＳ Ｐゴシック" charset="-128"/>
        <a:cs typeface="+mn-cs"/>
      </a:defRPr>
    </a:lvl2pPr>
    <a:lvl3pPr marL="914400" algn="l" rtl="0" fontAlgn="base">
      <a:spcBef>
        <a:spcPct val="0"/>
      </a:spcBef>
      <a:spcAft>
        <a:spcPct val="0"/>
      </a:spcAft>
      <a:defRPr kern="1200">
        <a:solidFill>
          <a:schemeClr val="tx1"/>
        </a:solidFill>
        <a:latin typeface="Arial" charset="0"/>
        <a:ea typeface="ＭＳ Ｐゴシック" charset="-128"/>
        <a:cs typeface="+mn-cs"/>
      </a:defRPr>
    </a:lvl3pPr>
    <a:lvl4pPr marL="1371600" algn="l" rtl="0" fontAlgn="base">
      <a:spcBef>
        <a:spcPct val="0"/>
      </a:spcBef>
      <a:spcAft>
        <a:spcPct val="0"/>
      </a:spcAft>
      <a:defRPr kern="1200">
        <a:solidFill>
          <a:schemeClr val="tx1"/>
        </a:solidFill>
        <a:latin typeface="Arial" charset="0"/>
        <a:ea typeface="ＭＳ Ｐゴシック" charset="-128"/>
        <a:cs typeface="+mn-cs"/>
      </a:defRPr>
    </a:lvl4pPr>
    <a:lvl5pPr marL="1828800" algn="l" rtl="0" fontAlgn="base">
      <a:spcBef>
        <a:spcPct val="0"/>
      </a:spcBef>
      <a:spcAft>
        <a:spcPct val="0"/>
      </a:spcAft>
      <a:defRPr kern="1200">
        <a:solidFill>
          <a:schemeClr val="tx1"/>
        </a:solidFill>
        <a:latin typeface="Arial" charset="0"/>
        <a:ea typeface="ＭＳ Ｐゴシック" charset="-128"/>
        <a:cs typeface="+mn-cs"/>
      </a:defRPr>
    </a:lvl5pPr>
    <a:lvl6pPr marL="2286000" algn="l" defTabSz="914400" rtl="0" eaLnBrk="1" latinLnBrk="0" hangingPunct="1">
      <a:defRPr kern="1200">
        <a:solidFill>
          <a:schemeClr val="tx1"/>
        </a:solidFill>
        <a:latin typeface="Arial" charset="0"/>
        <a:ea typeface="ＭＳ Ｐゴシック" charset="-128"/>
        <a:cs typeface="+mn-cs"/>
      </a:defRPr>
    </a:lvl6pPr>
    <a:lvl7pPr marL="2743200" algn="l" defTabSz="914400" rtl="0" eaLnBrk="1" latinLnBrk="0" hangingPunct="1">
      <a:defRPr kern="1200">
        <a:solidFill>
          <a:schemeClr val="tx1"/>
        </a:solidFill>
        <a:latin typeface="Arial" charset="0"/>
        <a:ea typeface="ＭＳ Ｐゴシック" charset="-128"/>
        <a:cs typeface="+mn-cs"/>
      </a:defRPr>
    </a:lvl7pPr>
    <a:lvl8pPr marL="3200400" algn="l" defTabSz="914400" rtl="0" eaLnBrk="1" latinLnBrk="0" hangingPunct="1">
      <a:defRPr kern="1200">
        <a:solidFill>
          <a:schemeClr val="tx1"/>
        </a:solidFill>
        <a:latin typeface="Arial" charset="0"/>
        <a:ea typeface="ＭＳ Ｐゴシック" charset="-128"/>
        <a:cs typeface="+mn-cs"/>
      </a:defRPr>
    </a:lvl8pPr>
    <a:lvl9pPr marL="3657600" algn="l" defTabSz="914400" rtl="0" eaLnBrk="1" latinLnBrk="0" hangingPunct="1">
      <a:defRPr kern="1200">
        <a:solidFill>
          <a:schemeClr val="tx1"/>
        </a:solidFill>
        <a:latin typeface="Arial" charset="0"/>
        <a:ea typeface="ＭＳ Ｐゴシック" charset="-128"/>
        <a:cs typeface="+mn-cs"/>
      </a:defRPr>
    </a:lvl9pPr>
  </p:defaultTextStyle>
  <p:extLst>
    <p:ext uri="{EFAFB233-063F-42B5-8137-9DF3F51BA10A}">
      <p15:sldGuideLst xmlns:p15="http://schemas.microsoft.com/office/powerpoint/2012/main">
        <p15:guide id="1" orient="horz" pos="3888">
          <p15:clr>
            <a:srgbClr val="A4A3A4"/>
          </p15:clr>
        </p15:guide>
        <p15:guide id="2" orient="horz" pos="3744">
          <p15:clr>
            <a:srgbClr val="A4A3A4"/>
          </p15:clr>
        </p15:guide>
        <p15:guide id="3" orient="horz" pos="4203">
          <p15:clr>
            <a:srgbClr val="A4A3A4"/>
          </p15:clr>
        </p15:guide>
        <p15:guide id="4" orient="horz" pos="144">
          <p15:clr>
            <a:srgbClr val="A4A3A4"/>
          </p15:clr>
        </p15:guide>
        <p15:guide id="5" orient="horz" pos="641">
          <p15:clr>
            <a:srgbClr val="A4A3A4"/>
          </p15:clr>
        </p15:guide>
        <p15:guide id="6" orient="horz" pos="1056">
          <p15:clr>
            <a:srgbClr val="A4A3A4"/>
          </p15:clr>
        </p15:guide>
        <p15:guide id="7" orient="horz" pos="1208">
          <p15:clr>
            <a:srgbClr val="A4A3A4"/>
          </p15:clr>
        </p15:guide>
        <p15:guide id="8" orient="horz" pos="873">
          <p15:clr>
            <a:srgbClr val="A4A3A4"/>
          </p15:clr>
        </p15:guide>
        <p15:guide id="9" pos="2880">
          <p15:clr>
            <a:srgbClr val="A4A3A4"/>
          </p15:clr>
        </p15:guide>
        <p15:guide id="10" pos="5472">
          <p15:clr>
            <a:srgbClr val="A4A3A4"/>
          </p15:clr>
        </p15:guide>
        <p15:guide id="11" pos="288">
          <p15:clr>
            <a:srgbClr val="A4A3A4"/>
          </p15:clr>
        </p15:guide>
        <p15:guide id="12" pos="213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67B2E8"/>
    <a:srgbClr val="0C2076"/>
    <a:srgbClr val="4C4C4C"/>
    <a:srgbClr val="0C2074"/>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0311"/>
    <p:restoredTop sz="94670"/>
  </p:normalViewPr>
  <p:slideViewPr>
    <p:cSldViewPr>
      <p:cViewPr>
        <p:scale>
          <a:sx n="100" d="100"/>
          <a:sy n="100" d="100"/>
        </p:scale>
        <p:origin x="158" y="-1085"/>
      </p:cViewPr>
      <p:guideLst>
        <p:guide orient="horz" pos="3888"/>
        <p:guide orient="horz" pos="3744"/>
        <p:guide orient="horz" pos="4203"/>
        <p:guide orient="horz" pos="144"/>
        <p:guide orient="horz" pos="641"/>
        <p:guide orient="horz" pos="1056"/>
        <p:guide orient="horz" pos="1208"/>
        <p:guide orient="horz" pos="873"/>
        <p:guide pos="2880"/>
        <p:guide pos="5472"/>
        <p:guide pos="288"/>
        <p:guide pos="2130"/>
      </p:guideLst>
    </p:cSldViewPr>
  </p:slid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tableStyles" Target="tableStyles.xml"/><Relationship Id="rId3" Type="http://schemas.openxmlformats.org/officeDocument/2006/relationships/slide" Target="slides/slide1.xml"/><Relationship Id="rId21" Type="http://schemas.openxmlformats.org/officeDocument/2006/relationships/notesMaster" Target="notesMasters/notesMaster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viewProps" Target="view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presProps" Target="presProps.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8475" cy="465138"/>
          </a:xfrm>
          <a:prstGeom prst="rect">
            <a:avLst/>
          </a:prstGeom>
        </p:spPr>
        <p:txBody>
          <a:bodyPr vert="horz" lIns="93177" tIns="46589" rIns="93177" bIns="46589" rtlCol="0"/>
          <a:lstStyle>
            <a:lvl1pPr algn="l" fontAlgn="auto">
              <a:spcBef>
                <a:spcPts val="0"/>
              </a:spcBef>
              <a:spcAft>
                <a:spcPts val="0"/>
              </a:spcAft>
              <a:defRPr sz="1200">
                <a:latin typeface="+mn-lt"/>
                <a:ea typeface="+mn-ea"/>
                <a:cs typeface="+mn-cs"/>
              </a:defRPr>
            </a:lvl1pPr>
          </a:lstStyle>
          <a:p>
            <a:pPr>
              <a:defRPr/>
            </a:pPr>
            <a:endParaRPr lang="en-US"/>
          </a:p>
        </p:txBody>
      </p:sp>
      <p:sp>
        <p:nvSpPr>
          <p:cNvPr id="3" name="Date Placeholder 2"/>
          <p:cNvSpPr>
            <a:spLocks noGrp="1"/>
          </p:cNvSpPr>
          <p:nvPr>
            <p:ph type="dt" sz="quarter" idx="1"/>
          </p:nvPr>
        </p:nvSpPr>
        <p:spPr>
          <a:xfrm>
            <a:off x="3970338" y="0"/>
            <a:ext cx="3038475" cy="465138"/>
          </a:xfrm>
          <a:prstGeom prst="rect">
            <a:avLst/>
          </a:prstGeom>
        </p:spPr>
        <p:txBody>
          <a:bodyPr vert="horz" wrap="square" lIns="93177" tIns="46589" rIns="93177" bIns="46589" numCol="1" anchor="t" anchorCtr="0" compatLnSpc="1">
            <a:prstTxWarp prst="textNoShape">
              <a:avLst/>
            </a:prstTxWarp>
          </a:bodyPr>
          <a:lstStyle>
            <a:lvl1pPr algn="r">
              <a:defRPr sz="1200">
                <a:latin typeface="Calibri" charset="0"/>
              </a:defRPr>
            </a:lvl1pPr>
          </a:lstStyle>
          <a:p>
            <a:fld id="{7A09B22D-4632-2246-967E-F11399EE3857}" type="datetimeFigureOut">
              <a:rPr lang="en-US" altLang="en-US"/>
              <a:pPr/>
              <a:t>5/14/2018</a:t>
            </a:fld>
            <a:endParaRPr lang="en-US" altLang="en-US"/>
          </a:p>
        </p:txBody>
      </p:sp>
      <p:sp>
        <p:nvSpPr>
          <p:cNvPr id="4" name="Footer Placeholder 3"/>
          <p:cNvSpPr>
            <a:spLocks noGrp="1"/>
          </p:cNvSpPr>
          <p:nvPr>
            <p:ph type="ftr" sz="quarter" idx="2"/>
          </p:nvPr>
        </p:nvSpPr>
        <p:spPr>
          <a:xfrm>
            <a:off x="0" y="8829675"/>
            <a:ext cx="3038475" cy="465138"/>
          </a:xfrm>
          <a:prstGeom prst="rect">
            <a:avLst/>
          </a:prstGeom>
        </p:spPr>
        <p:txBody>
          <a:bodyPr vert="horz" lIns="93177" tIns="46589" rIns="93177" bIns="46589" rtlCol="0" anchor="b"/>
          <a:lstStyle>
            <a:lvl1pPr algn="l" fontAlgn="auto">
              <a:spcBef>
                <a:spcPts val="0"/>
              </a:spcBef>
              <a:spcAft>
                <a:spcPts val="0"/>
              </a:spcAft>
              <a:defRPr sz="1200">
                <a:latin typeface="+mn-lt"/>
                <a:ea typeface="+mn-ea"/>
                <a:cs typeface="+mn-cs"/>
              </a:defRPr>
            </a:lvl1pPr>
          </a:lstStyle>
          <a:p>
            <a:pPr>
              <a:defRPr/>
            </a:pPr>
            <a:endParaRPr lang="en-US"/>
          </a:p>
        </p:txBody>
      </p:sp>
      <p:sp>
        <p:nvSpPr>
          <p:cNvPr id="5" name="Slide Number Placeholder 4"/>
          <p:cNvSpPr>
            <a:spLocks noGrp="1"/>
          </p:cNvSpPr>
          <p:nvPr>
            <p:ph type="sldNum" sz="quarter" idx="3"/>
          </p:nvPr>
        </p:nvSpPr>
        <p:spPr>
          <a:xfrm>
            <a:off x="3970338" y="8829675"/>
            <a:ext cx="3038475" cy="465138"/>
          </a:xfrm>
          <a:prstGeom prst="rect">
            <a:avLst/>
          </a:prstGeom>
        </p:spPr>
        <p:txBody>
          <a:bodyPr vert="horz" wrap="square" lIns="93177" tIns="46589" rIns="93177" bIns="46589" numCol="1" anchor="b" anchorCtr="0" compatLnSpc="1">
            <a:prstTxWarp prst="textNoShape">
              <a:avLst/>
            </a:prstTxWarp>
          </a:bodyPr>
          <a:lstStyle>
            <a:lvl1pPr algn="r">
              <a:defRPr sz="1200">
                <a:latin typeface="Calibri" charset="0"/>
              </a:defRPr>
            </a:lvl1pPr>
          </a:lstStyle>
          <a:p>
            <a:fld id="{1E520B91-01DA-A747-9B34-4E14D4127535}" type="slidenum">
              <a:rPr lang="en-US" altLang="en-US"/>
              <a:pPr/>
              <a:t>‹#›</a:t>
            </a:fld>
            <a:endParaRPr lang="en-US" altLang="en-US"/>
          </a:p>
        </p:txBody>
      </p:sp>
    </p:spTree>
    <p:extLst>
      <p:ext uri="{BB962C8B-B14F-4D97-AF65-F5344CB8AC3E}">
        <p14:creationId xmlns:p14="http://schemas.microsoft.com/office/powerpoint/2010/main" val="18696360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8475" cy="465138"/>
          </a:xfrm>
          <a:prstGeom prst="rect">
            <a:avLst/>
          </a:prstGeom>
        </p:spPr>
        <p:txBody>
          <a:bodyPr vert="horz" lIns="91440" tIns="45720" rIns="91440" bIns="45720" rtlCol="0"/>
          <a:lstStyle>
            <a:lvl1pPr algn="l" fontAlgn="auto">
              <a:spcBef>
                <a:spcPts val="0"/>
              </a:spcBef>
              <a:spcAft>
                <a:spcPts val="0"/>
              </a:spcAft>
              <a:defRPr sz="1200">
                <a:latin typeface="+mn-lt"/>
                <a:ea typeface="+mn-ea"/>
                <a:cs typeface="+mn-cs"/>
              </a:defRPr>
            </a:lvl1pPr>
          </a:lstStyle>
          <a:p>
            <a:pPr>
              <a:defRPr/>
            </a:pPr>
            <a:endParaRPr lang="en-US"/>
          </a:p>
        </p:txBody>
      </p:sp>
      <p:sp>
        <p:nvSpPr>
          <p:cNvPr id="3" name="Date Placeholder 2"/>
          <p:cNvSpPr>
            <a:spLocks noGrp="1"/>
          </p:cNvSpPr>
          <p:nvPr>
            <p:ph type="dt" idx="1"/>
          </p:nvPr>
        </p:nvSpPr>
        <p:spPr>
          <a:xfrm>
            <a:off x="3970338" y="0"/>
            <a:ext cx="3038475" cy="465138"/>
          </a:xfrm>
          <a:prstGeom prst="rect">
            <a:avLst/>
          </a:prstGeom>
        </p:spPr>
        <p:txBody>
          <a:bodyPr vert="horz" wrap="square" lIns="91440" tIns="45720" rIns="91440" bIns="45720" numCol="1" anchor="t" anchorCtr="0" compatLnSpc="1">
            <a:prstTxWarp prst="textNoShape">
              <a:avLst/>
            </a:prstTxWarp>
          </a:bodyPr>
          <a:lstStyle>
            <a:lvl1pPr algn="r">
              <a:defRPr sz="1200">
                <a:latin typeface="Calibri" charset="0"/>
              </a:defRPr>
            </a:lvl1pPr>
          </a:lstStyle>
          <a:p>
            <a:fld id="{6FC64FF3-4E4D-C34A-9F48-54F359838932}" type="datetimeFigureOut">
              <a:rPr lang="en-US" altLang="en-US"/>
              <a:pPr/>
              <a:t>5/14/2018</a:t>
            </a:fld>
            <a:endParaRPr lang="en-US" altLang="en-US"/>
          </a:p>
        </p:txBody>
      </p:sp>
      <p:sp>
        <p:nvSpPr>
          <p:cNvPr id="4" name="Slide Image Placeholder 3"/>
          <p:cNvSpPr>
            <a:spLocks noGrp="1" noRot="1" noChangeAspect="1"/>
          </p:cNvSpPr>
          <p:nvPr>
            <p:ph type="sldImg" idx="2"/>
          </p:nvPr>
        </p:nvSpPr>
        <p:spPr>
          <a:xfrm>
            <a:off x="1181100" y="696913"/>
            <a:ext cx="4648200" cy="348615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p:cNvSpPr>
            <a:spLocks noGrp="1"/>
          </p:cNvSpPr>
          <p:nvPr>
            <p:ph type="body" sz="quarter" idx="3"/>
          </p:nvPr>
        </p:nvSpPr>
        <p:spPr>
          <a:xfrm>
            <a:off x="701675" y="4416425"/>
            <a:ext cx="5607050" cy="4183063"/>
          </a:xfrm>
          <a:prstGeom prst="rect">
            <a:avLst/>
          </a:prstGeom>
        </p:spPr>
        <p:txBody>
          <a:bodyPr vert="horz" lIns="91440" tIns="45720" rIns="91440" bIns="45720" rtlCol="0"/>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a:p>
        </p:txBody>
      </p:sp>
      <p:sp>
        <p:nvSpPr>
          <p:cNvPr id="6" name="Footer Placeholder 5"/>
          <p:cNvSpPr>
            <a:spLocks noGrp="1"/>
          </p:cNvSpPr>
          <p:nvPr>
            <p:ph type="ftr" sz="quarter" idx="4"/>
          </p:nvPr>
        </p:nvSpPr>
        <p:spPr>
          <a:xfrm>
            <a:off x="0" y="8829675"/>
            <a:ext cx="3038475" cy="465138"/>
          </a:xfrm>
          <a:prstGeom prst="rect">
            <a:avLst/>
          </a:prstGeom>
        </p:spPr>
        <p:txBody>
          <a:bodyPr vert="horz" lIns="91440" tIns="45720" rIns="91440" bIns="45720" rtlCol="0" anchor="b"/>
          <a:lstStyle>
            <a:lvl1pPr algn="l" fontAlgn="auto">
              <a:spcBef>
                <a:spcPts val="0"/>
              </a:spcBef>
              <a:spcAft>
                <a:spcPts val="0"/>
              </a:spcAft>
              <a:defRPr sz="1200">
                <a:latin typeface="+mn-lt"/>
                <a:ea typeface="+mn-ea"/>
                <a:cs typeface="+mn-cs"/>
              </a:defRPr>
            </a:lvl1pPr>
          </a:lstStyle>
          <a:p>
            <a:pPr>
              <a:defRPr/>
            </a:pPr>
            <a:endParaRPr lang="en-US"/>
          </a:p>
        </p:txBody>
      </p:sp>
      <p:sp>
        <p:nvSpPr>
          <p:cNvPr id="7" name="Slide Number Placeholder 6"/>
          <p:cNvSpPr>
            <a:spLocks noGrp="1"/>
          </p:cNvSpPr>
          <p:nvPr>
            <p:ph type="sldNum" sz="quarter" idx="5"/>
          </p:nvPr>
        </p:nvSpPr>
        <p:spPr>
          <a:xfrm>
            <a:off x="3970338" y="8829675"/>
            <a:ext cx="3038475" cy="465138"/>
          </a:xfrm>
          <a:prstGeom prst="rect">
            <a:avLst/>
          </a:prstGeom>
        </p:spPr>
        <p:txBody>
          <a:bodyPr vert="horz" wrap="square" lIns="91440" tIns="45720" rIns="91440" bIns="45720" numCol="1" anchor="b" anchorCtr="0" compatLnSpc="1">
            <a:prstTxWarp prst="textNoShape">
              <a:avLst/>
            </a:prstTxWarp>
          </a:bodyPr>
          <a:lstStyle>
            <a:lvl1pPr algn="r">
              <a:defRPr sz="1200">
                <a:latin typeface="Calibri" charset="0"/>
              </a:defRPr>
            </a:lvl1pPr>
          </a:lstStyle>
          <a:p>
            <a:fld id="{C022CB00-C1C9-2449-9DF5-A2C2CBFF09C5}" type="slidenum">
              <a:rPr lang="en-US" altLang="en-US"/>
              <a:pPr/>
              <a:t>‹#›</a:t>
            </a:fld>
            <a:endParaRPr lang="en-US" altLang="en-US"/>
          </a:p>
        </p:txBody>
      </p:sp>
    </p:spTree>
    <p:extLst>
      <p:ext uri="{BB962C8B-B14F-4D97-AF65-F5344CB8AC3E}">
        <p14:creationId xmlns:p14="http://schemas.microsoft.com/office/powerpoint/2010/main" val="1174655050"/>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ＭＳ Ｐゴシック" charset="0"/>
        <a:cs typeface="ＭＳ Ｐゴシック" charset="0"/>
      </a:defRPr>
    </a:lvl1pPr>
    <a:lvl2pPr marL="457200" algn="l" rtl="0" eaLnBrk="0" fontAlgn="base" hangingPunct="0">
      <a:spcBef>
        <a:spcPct val="30000"/>
      </a:spcBef>
      <a:spcAft>
        <a:spcPct val="0"/>
      </a:spcAft>
      <a:defRPr sz="1200" kern="1200">
        <a:solidFill>
          <a:schemeClr val="tx1"/>
        </a:solidFill>
        <a:latin typeface="+mn-lt"/>
        <a:ea typeface="ＭＳ Ｐゴシック" charset="0"/>
        <a:cs typeface="+mn-cs"/>
      </a:defRPr>
    </a:lvl2pPr>
    <a:lvl3pPr marL="914400" algn="l" rtl="0" eaLnBrk="0" fontAlgn="base" hangingPunct="0">
      <a:spcBef>
        <a:spcPct val="30000"/>
      </a:spcBef>
      <a:spcAft>
        <a:spcPct val="0"/>
      </a:spcAft>
      <a:defRPr sz="1200" kern="1200">
        <a:solidFill>
          <a:schemeClr val="tx1"/>
        </a:solidFill>
        <a:latin typeface="+mn-lt"/>
        <a:ea typeface="ＭＳ Ｐゴシック" charset="0"/>
        <a:cs typeface="+mn-cs"/>
      </a:defRPr>
    </a:lvl3pPr>
    <a:lvl4pPr marL="1371600" algn="l" rtl="0" eaLnBrk="0" fontAlgn="base" hangingPunct="0">
      <a:spcBef>
        <a:spcPct val="30000"/>
      </a:spcBef>
      <a:spcAft>
        <a:spcPct val="0"/>
      </a:spcAft>
      <a:defRPr sz="1200" kern="1200">
        <a:solidFill>
          <a:schemeClr val="tx1"/>
        </a:solidFill>
        <a:latin typeface="+mn-lt"/>
        <a:ea typeface="ＭＳ Ｐゴシック" charset="0"/>
        <a:cs typeface="+mn-cs"/>
      </a:defRPr>
    </a:lvl4pPr>
    <a:lvl5pPr marL="1828800" algn="l" rtl="0" eaLnBrk="0" fontAlgn="base" hangingPunct="0">
      <a:spcBef>
        <a:spcPct val="30000"/>
      </a:spcBef>
      <a:spcAft>
        <a:spcPct val="0"/>
      </a:spcAft>
      <a:defRPr sz="1200" kern="1200">
        <a:solidFill>
          <a:schemeClr val="tx1"/>
        </a:solidFill>
        <a:latin typeface="+mn-lt"/>
        <a:ea typeface="ＭＳ Ｐゴシック" charset="0"/>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option 1">
    <p:spTree>
      <p:nvGrpSpPr>
        <p:cNvPr id="1" name=""/>
        <p:cNvGrpSpPr/>
        <p:nvPr/>
      </p:nvGrpSpPr>
      <p:grpSpPr>
        <a:xfrm>
          <a:off x="0" y="0"/>
          <a:ext cx="0" cy="0"/>
          <a:chOff x="0" y="0"/>
          <a:chExt cx="0" cy="0"/>
        </a:xfrm>
      </p:grpSpPr>
      <p:grpSp>
        <p:nvGrpSpPr>
          <p:cNvPr id="6" name="Group 3"/>
          <p:cNvGrpSpPr>
            <a:grpSpLocks/>
          </p:cNvGrpSpPr>
          <p:nvPr userDrawn="1"/>
        </p:nvGrpSpPr>
        <p:grpSpPr bwMode="auto">
          <a:xfrm>
            <a:off x="0" y="-22225"/>
            <a:ext cx="9144000" cy="6194425"/>
            <a:chOff x="0" y="-22043"/>
            <a:chExt cx="9144000" cy="6194243"/>
          </a:xfrm>
        </p:grpSpPr>
        <p:sp>
          <p:nvSpPr>
            <p:cNvPr id="7" name="Rectangle 6"/>
            <p:cNvSpPr/>
            <p:nvPr userDrawn="1"/>
          </p:nvSpPr>
          <p:spPr>
            <a:xfrm>
              <a:off x="0" y="181"/>
              <a:ext cx="9144000" cy="6172019"/>
            </a:xfrm>
            <a:prstGeom prst="rect">
              <a:avLst/>
            </a:prstGeom>
            <a:gradFill>
              <a:gsLst>
                <a:gs pos="0">
                  <a:srgbClr val="0C2074"/>
                </a:gs>
                <a:gs pos="100000">
                  <a:srgbClr val="0C2074"/>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fontAlgn="auto">
                <a:spcBef>
                  <a:spcPts val="0"/>
                </a:spcBef>
                <a:spcAft>
                  <a:spcPts val="0"/>
                </a:spcAft>
                <a:defRPr/>
              </a:pPr>
              <a:endParaRPr lang="en-US"/>
            </a:p>
          </p:txBody>
        </p:sp>
        <p:grpSp>
          <p:nvGrpSpPr>
            <p:cNvPr id="10" name="Group 5"/>
            <p:cNvGrpSpPr>
              <a:grpSpLocks/>
            </p:cNvGrpSpPr>
            <p:nvPr userDrawn="1"/>
          </p:nvGrpSpPr>
          <p:grpSpPr bwMode="auto">
            <a:xfrm>
              <a:off x="0" y="-22043"/>
              <a:ext cx="3116640" cy="5974110"/>
              <a:chOff x="0" y="-22043"/>
              <a:chExt cx="3116640" cy="5974110"/>
            </a:xfrm>
          </p:grpSpPr>
          <p:cxnSp>
            <p:nvCxnSpPr>
              <p:cNvPr id="13" name="Straight Connector 12"/>
              <p:cNvCxnSpPr/>
              <p:nvPr userDrawn="1"/>
            </p:nvCxnSpPr>
            <p:spPr>
              <a:xfrm>
                <a:off x="787400" y="1717806"/>
                <a:ext cx="0" cy="4233738"/>
              </a:xfrm>
              <a:prstGeom prst="line">
                <a:avLst/>
              </a:prstGeom>
              <a:ln w="63500">
                <a:solidFill>
                  <a:srgbClr val="FFFFFF"/>
                </a:solidFill>
              </a:ln>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userDrawn="1"/>
            </p:nvCxnSpPr>
            <p:spPr>
              <a:xfrm flipH="1">
                <a:off x="769938" y="5919795"/>
                <a:ext cx="320675" cy="0"/>
              </a:xfrm>
              <a:prstGeom prst="line">
                <a:avLst/>
              </a:prstGeom>
              <a:ln w="63500">
                <a:solidFill>
                  <a:srgbClr val="FFFFFF"/>
                </a:solidFill>
              </a:ln>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userDrawn="1"/>
            </p:nvCxnSpPr>
            <p:spPr>
              <a:xfrm rot="16200000" flipH="1">
                <a:off x="908849" y="5782480"/>
                <a:ext cx="319079" cy="0"/>
              </a:xfrm>
              <a:prstGeom prst="line">
                <a:avLst/>
              </a:prstGeom>
              <a:ln w="63500">
                <a:solidFill>
                  <a:srgbClr val="FFFFFF"/>
                </a:solidFill>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userDrawn="1"/>
            </p:nvCxnSpPr>
            <p:spPr>
              <a:xfrm flipH="1">
                <a:off x="0" y="5651515"/>
                <a:ext cx="1090613" cy="0"/>
              </a:xfrm>
              <a:prstGeom prst="line">
                <a:avLst/>
              </a:prstGeom>
              <a:ln w="63500">
                <a:solidFill>
                  <a:srgbClr val="FFFFFF"/>
                </a:solidFill>
              </a:ln>
            </p:spPr>
            <p:style>
              <a:lnRef idx="1">
                <a:schemeClr val="accent1"/>
              </a:lnRef>
              <a:fillRef idx="0">
                <a:schemeClr val="accent1"/>
              </a:fillRef>
              <a:effectRef idx="0">
                <a:schemeClr val="accent1"/>
              </a:effectRef>
              <a:fontRef idx="minor">
                <a:schemeClr val="tx1"/>
              </a:fontRef>
            </p:style>
          </p:cxnSp>
          <p:sp>
            <p:nvSpPr>
              <p:cNvPr id="17" name="Right Arrow Callout 12"/>
              <p:cNvSpPr/>
              <p:nvPr userDrawn="1"/>
            </p:nvSpPr>
            <p:spPr>
              <a:xfrm rot="16200000" flipH="1">
                <a:off x="330247" y="412885"/>
                <a:ext cx="3220943" cy="2351088"/>
              </a:xfrm>
              <a:custGeom>
                <a:avLst/>
                <a:gdLst>
                  <a:gd name="connsiteX0" fmla="*/ 0 w 595311"/>
                  <a:gd name="connsiteY0" fmla="*/ 0 h 990600"/>
                  <a:gd name="connsiteX1" fmla="*/ 386815 w 595311"/>
                  <a:gd name="connsiteY1" fmla="*/ 0 h 990600"/>
                  <a:gd name="connsiteX2" fmla="*/ 386815 w 595311"/>
                  <a:gd name="connsiteY2" fmla="*/ 420886 h 990600"/>
                  <a:gd name="connsiteX3" fmla="*/ 446483 w 595311"/>
                  <a:gd name="connsiteY3" fmla="*/ 420886 h 990600"/>
                  <a:gd name="connsiteX4" fmla="*/ 446483 w 595311"/>
                  <a:gd name="connsiteY4" fmla="*/ 346472 h 990600"/>
                  <a:gd name="connsiteX5" fmla="*/ 595311 w 595311"/>
                  <a:gd name="connsiteY5" fmla="*/ 495300 h 990600"/>
                  <a:gd name="connsiteX6" fmla="*/ 446483 w 595311"/>
                  <a:gd name="connsiteY6" fmla="*/ 644128 h 990600"/>
                  <a:gd name="connsiteX7" fmla="*/ 446483 w 595311"/>
                  <a:gd name="connsiteY7" fmla="*/ 569714 h 990600"/>
                  <a:gd name="connsiteX8" fmla="*/ 386815 w 595311"/>
                  <a:gd name="connsiteY8" fmla="*/ 569714 h 990600"/>
                  <a:gd name="connsiteX9" fmla="*/ 386815 w 595311"/>
                  <a:gd name="connsiteY9" fmla="*/ 990600 h 990600"/>
                  <a:gd name="connsiteX10" fmla="*/ 0 w 595311"/>
                  <a:gd name="connsiteY10" fmla="*/ 990600 h 990600"/>
                  <a:gd name="connsiteX11" fmla="*/ 0 w 595311"/>
                  <a:gd name="connsiteY11" fmla="*/ 0 h 99060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446483 w 595311"/>
                  <a:gd name="connsiteY5" fmla="*/ 420886 h 1082040"/>
                  <a:gd name="connsiteX6" fmla="*/ 446483 w 595311"/>
                  <a:gd name="connsiteY6" fmla="*/ 346472 h 1082040"/>
                  <a:gd name="connsiteX7" fmla="*/ 595311 w 595311"/>
                  <a:gd name="connsiteY7" fmla="*/ 495300 h 1082040"/>
                  <a:gd name="connsiteX8" fmla="*/ 446483 w 595311"/>
                  <a:gd name="connsiteY8" fmla="*/ 644128 h 1082040"/>
                  <a:gd name="connsiteX9" fmla="*/ 446483 w 595311"/>
                  <a:gd name="connsiteY9" fmla="*/ 569714 h 1082040"/>
                  <a:gd name="connsiteX10" fmla="*/ 386815 w 595311"/>
                  <a:gd name="connsiteY10" fmla="*/ 569714 h 1082040"/>
                  <a:gd name="connsiteX11" fmla="*/ 478255 w 595311"/>
                  <a:gd name="connsiteY11"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446483 w 595311"/>
                  <a:gd name="connsiteY5" fmla="*/ 420886 h 1082040"/>
                  <a:gd name="connsiteX6" fmla="*/ 446483 w 595311"/>
                  <a:gd name="connsiteY6" fmla="*/ 346472 h 1082040"/>
                  <a:gd name="connsiteX7" fmla="*/ 595311 w 595311"/>
                  <a:gd name="connsiteY7" fmla="*/ 495300 h 1082040"/>
                  <a:gd name="connsiteX8" fmla="*/ 503636 w 595311"/>
                  <a:gd name="connsiteY8" fmla="*/ 775096 h 1082040"/>
                  <a:gd name="connsiteX9" fmla="*/ 446483 w 595311"/>
                  <a:gd name="connsiteY9" fmla="*/ 569714 h 1082040"/>
                  <a:gd name="connsiteX10" fmla="*/ 386815 w 595311"/>
                  <a:gd name="connsiteY10" fmla="*/ 569714 h 1082040"/>
                  <a:gd name="connsiteX11" fmla="*/ 478255 w 595311"/>
                  <a:gd name="connsiteY11"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446483 w 595311"/>
                  <a:gd name="connsiteY5" fmla="*/ 420886 h 1082040"/>
                  <a:gd name="connsiteX6" fmla="*/ 503636 w 595311"/>
                  <a:gd name="connsiteY6" fmla="*/ 217885 h 1082040"/>
                  <a:gd name="connsiteX7" fmla="*/ 595311 w 595311"/>
                  <a:gd name="connsiteY7" fmla="*/ 495300 h 1082040"/>
                  <a:gd name="connsiteX8" fmla="*/ 503636 w 595311"/>
                  <a:gd name="connsiteY8" fmla="*/ 775096 h 1082040"/>
                  <a:gd name="connsiteX9" fmla="*/ 446483 w 595311"/>
                  <a:gd name="connsiteY9" fmla="*/ 569714 h 1082040"/>
                  <a:gd name="connsiteX10" fmla="*/ 386815 w 595311"/>
                  <a:gd name="connsiteY10" fmla="*/ 569714 h 1082040"/>
                  <a:gd name="connsiteX11" fmla="*/ 478255 w 595311"/>
                  <a:gd name="connsiteY11"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503636 w 595311"/>
                  <a:gd name="connsiteY5" fmla="*/ 217885 h 1082040"/>
                  <a:gd name="connsiteX6" fmla="*/ 595311 w 595311"/>
                  <a:gd name="connsiteY6" fmla="*/ 495300 h 1082040"/>
                  <a:gd name="connsiteX7" fmla="*/ 503636 w 595311"/>
                  <a:gd name="connsiteY7" fmla="*/ 775096 h 1082040"/>
                  <a:gd name="connsiteX8" fmla="*/ 446483 w 595311"/>
                  <a:gd name="connsiteY8" fmla="*/ 569714 h 1082040"/>
                  <a:gd name="connsiteX9" fmla="*/ 386815 w 595311"/>
                  <a:gd name="connsiteY9" fmla="*/ 569714 h 1082040"/>
                  <a:gd name="connsiteX10" fmla="*/ 478255 w 595311"/>
                  <a:gd name="connsiteY10"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503636 w 595311"/>
                  <a:gd name="connsiteY5" fmla="*/ 217885 h 1082040"/>
                  <a:gd name="connsiteX6" fmla="*/ 595311 w 595311"/>
                  <a:gd name="connsiteY6" fmla="*/ 495300 h 1082040"/>
                  <a:gd name="connsiteX7" fmla="*/ 503636 w 595311"/>
                  <a:gd name="connsiteY7" fmla="*/ 775096 h 1082040"/>
                  <a:gd name="connsiteX8" fmla="*/ 386815 w 595311"/>
                  <a:gd name="connsiteY8" fmla="*/ 569714 h 1082040"/>
                  <a:gd name="connsiteX9" fmla="*/ 478255 w 595311"/>
                  <a:gd name="connsiteY9"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503636 w 595311"/>
                  <a:gd name="connsiteY5" fmla="*/ 217885 h 1082040"/>
                  <a:gd name="connsiteX6" fmla="*/ 595311 w 595311"/>
                  <a:gd name="connsiteY6" fmla="*/ 495300 h 1082040"/>
                  <a:gd name="connsiteX7" fmla="*/ 503636 w 595311"/>
                  <a:gd name="connsiteY7" fmla="*/ 775096 h 1082040"/>
                  <a:gd name="connsiteX8" fmla="*/ 184411 w 595311"/>
                  <a:gd name="connsiteY8" fmla="*/ 772120 h 1082040"/>
                  <a:gd name="connsiteX9" fmla="*/ 478255 w 595311"/>
                  <a:gd name="connsiteY9" fmla="*/ 1082040 h 1082040"/>
                  <a:gd name="connsiteX0" fmla="*/ 386815 w 595311"/>
                  <a:gd name="connsiteY0" fmla="*/ 990600 h 990600"/>
                  <a:gd name="connsiteX1" fmla="*/ 0 w 595311"/>
                  <a:gd name="connsiteY1" fmla="*/ 990600 h 990600"/>
                  <a:gd name="connsiteX2" fmla="*/ 0 w 595311"/>
                  <a:gd name="connsiteY2" fmla="*/ 0 h 990600"/>
                  <a:gd name="connsiteX3" fmla="*/ 386815 w 595311"/>
                  <a:gd name="connsiteY3" fmla="*/ 0 h 990600"/>
                  <a:gd name="connsiteX4" fmla="*/ 386815 w 595311"/>
                  <a:gd name="connsiteY4" fmla="*/ 420886 h 990600"/>
                  <a:gd name="connsiteX5" fmla="*/ 503636 w 595311"/>
                  <a:gd name="connsiteY5" fmla="*/ 217885 h 990600"/>
                  <a:gd name="connsiteX6" fmla="*/ 595311 w 595311"/>
                  <a:gd name="connsiteY6" fmla="*/ 495300 h 990600"/>
                  <a:gd name="connsiteX7" fmla="*/ 503636 w 595311"/>
                  <a:gd name="connsiteY7" fmla="*/ 775096 h 990600"/>
                  <a:gd name="connsiteX8" fmla="*/ 184411 w 595311"/>
                  <a:gd name="connsiteY8" fmla="*/ 772120 h 990600"/>
                  <a:gd name="connsiteX0" fmla="*/ 386815 w 595311"/>
                  <a:gd name="connsiteY0" fmla="*/ 990600 h 990600"/>
                  <a:gd name="connsiteX1" fmla="*/ 0 w 595311"/>
                  <a:gd name="connsiteY1" fmla="*/ 990600 h 990600"/>
                  <a:gd name="connsiteX2" fmla="*/ 0 w 595311"/>
                  <a:gd name="connsiteY2" fmla="*/ 0 h 990600"/>
                  <a:gd name="connsiteX3" fmla="*/ 386815 w 595311"/>
                  <a:gd name="connsiteY3" fmla="*/ 0 h 990600"/>
                  <a:gd name="connsiteX4" fmla="*/ 503636 w 595311"/>
                  <a:gd name="connsiteY4" fmla="*/ 217885 h 990600"/>
                  <a:gd name="connsiteX5" fmla="*/ 595311 w 595311"/>
                  <a:gd name="connsiteY5" fmla="*/ 495300 h 990600"/>
                  <a:gd name="connsiteX6" fmla="*/ 503636 w 595311"/>
                  <a:gd name="connsiteY6" fmla="*/ 775096 h 990600"/>
                  <a:gd name="connsiteX7" fmla="*/ 184411 w 595311"/>
                  <a:gd name="connsiteY7" fmla="*/ 772120 h 990600"/>
                  <a:gd name="connsiteX0" fmla="*/ 386815 w 595311"/>
                  <a:gd name="connsiteY0" fmla="*/ 990600 h 990600"/>
                  <a:gd name="connsiteX1" fmla="*/ 0 w 595311"/>
                  <a:gd name="connsiteY1" fmla="*/ 990600 h 990600"/>
                  <a:gd name="connsiteX2" fmla="*/ 2 w 595311"/>
                  <a:gd name="connsiteY2" fmla="*/ 531019 h 990600"/>
                  <a:gd name="connsiteX3" fmla="*/ 386815 w 595311"/>
                  <a:gd name="connsiteY3" fmla="*/ 0 h 990600"/>
                  <a:gd name="connsiteX4" fmla="*/ 503636 w 595311"/>
                  <a:gd name="connsiteY4" fmla="*/ 217885 h 990600"/>
                  <a:gd name="connsiteX5" fmla="*/ 595311 w 595311"/>
                  <a:gd name="connsiteY5" fmla="*/ 495300 h 990600"/>
                  <a:gd name="connsiteX6" fmla="*/ 503636 w 595311"/>
                  <a:gd name="connsiteY6" fmla="*/ 775096 h 990600"/>
                  <a:gd name="connsiteX7" fmla="*/ 184411 w 595311"/>
                  <a:gd name="connsiteY7" fmla="*/ 772120 h 990600"/>
                  <a:gd name="connsiteX0" fmla="*/ 388144 w 596640"/>
                  <a:gd name="connsiteY0" fmla="*/ 773906 h 773906"/>
                  <a:gd name="connsiteX1" fmla="*/ 1329 w 596640"/>
                  <a:gd name="connsiteY1" fmla="*/ 773906 h 773906"/>
                  <a:gd name="connsiteX2" fmla="*/ 1331 w 596640"/>
                  <a:gd name="connsiteY2" fmla="*/ 314325 h 773906"/>
                  <a:gd name="connsiteX3" fmla="*/ 0 w 596640"/>
                  <a:gd name="connsiteY3" fmla="*/ 0 h 773906"/>
                  <a:gd name="connsiteX4" fmla="*/ 504965 w 596640"/>
                  <a:gd name="connsiteY4" fmla="*/ 1191 h 773906"/>
                  <a:gd name="connsiteX5" fmla="*/ 596640 w 596640"/>
                  <a:gd name="connsiteY5" fmla="*/ 278606 h 773906"/>
                  <a:gd name="connsiteX6" fmla="*/ 504965 w 596640"/>
                  <a:gd name="connsiteY6" fmla="*/ 558402 h 773906"/>
                  <a:gd name="connsiteX7" fmla="*/ 185740 w 596640"/>
                  <a:gd name="connsiteY7" fmla="*/ 555426 h 773906"/>
                  <a:gd name="connsiteX0" fmla="*/ 389197 w 597693"/>
                  <a:gd name="connsiteY0" fmla="*/ 773906 h 1840706"/>
                  <a:gd name="connsiteX1" fmla="*/ 0 w 597693"/>
                  <a:gd name="connsiteY1" fmla="*/ 1840706 h 1840706"/>
                  <a:gd name="connsiteX2" fmla="*/ 2384 w 597693"/>
                  <a:gd name="connsiteY2" fmla="*/ 314325 h 1840706"/>
                  <a:gd name="connsiteX3" fmla="*/ 1053 w 597693"/>
                  <a:gd name="connsiteY3" fmla="*/ 0 h 1840706"/>
                  <a:gd name="connsiteX4" fmla="*/ 506018 w 597693"/>
                  <a:gd name="connsiteY4" fmla="*/ 1191 h 1840706"/>
                  <a:gd name="connsiteX5" fmla="*/ 597693 w 597693"/>
                  <a:gd name="connsiteY5" fmla="*/ 278606 h 1840706"/>
                  <a:gd name="connsiteX6" fmla="*/ 506018 w 597693"/>
                  <a:gd name="connsiteY6" fmla="*/ 558402 h 1840706"/>
                  <a:gd name="connsiteX7" fmla="*/ 186793 w 597693"/>
                  <a:gd name="connsiteY7" fmla="*/ 555426 h 1840706"/>
                  <a:gd name="connsiteX0" fmla="*/ 0 w 856194"/>
                  <a:gd name="connsiteY0" fmla="*/ 1843087 h 1843087"/>
                  <a:gd name="connsiteX1" fmla="*/ 258501 w 856194"/>
                  <a:gd name="connsiteY1" fmla="*/ 1840706 h 1843087"/>
                  <a:gd name="connsiteX2" fmla="*/ 260885 w 856194"/>
                  <a:gd name="connsiteY2" fmla="*/ 314325 h 1843087"/>
                  <a:gd name="connsiteX3" fmla="*/ 259554 w 856194"/>
                  <a:gd name="connsiteY3" fmla="*/ 0 h 1843087"/>
                  <a:gd name="connsiteX4" fmla="*/ 764519 w 856194"/>
                  <a:gd name="connsiteY4" fmla="*/ 1191 h 1843087"/>
                  <a:gd name="connsiteX5" fmla="*/ 856194 w 856194"/>
                  <a:gd name="connsiteY5" fmla="*/ 278606 h 1843087"/>
                  <a:gd name="connsiteX6" fmla="*/ 764519 w 856194"/>
                  <a:gd name="connsiteY6" fmla="*/ 558402 h 1843087"/>
                  <a:gd name="connsiteX7" fmla="*/ 445294 w 856194"/>
                  <a:gd name="connsiteY7" fmla="*/ 555426 h 1843087"/>
                  <a:gd name="connsiteX0" fmla="*/ 0 w 868098"/>
                  <a:gd name="connsiteY0" fmla="*/ 1843087 h 1843087"/>
                  <a:gd name="connsiteX1" fmla="*/ 270405 w 868098"/>
                  <a:gd name="connsiteY1" fmla="*/ 1840706 h 1843087"/>
                  <a:gd name="connsiteX2" fmla="*/ 272789 w 868098"/>
                  <a:gd name="connsiteY2" fmla="*/ 314325 h 1843087"/>
                  <a:gd name="connsiteX3" fmla="*/ 271458 w 868098"/>
                  <a:gd name="connsiteY3" fmla="*/ 0 h 1843087"/>
                  <a:gd name="connsiteX4" fmla="*/ 776423 w 868098"/>
                  <a:gd name="connsiteY4" fmla="*/ 1191 h 1843087"/>
                  <a:gd name="connsiteX5" fmla="*/ 868098 w 868098"/>
                  <a:gd name="connsiteY5" fmla="*/ 278606 h 1843087"/>
                  <a:gd name="connsiteX6" fmla="*/ 776423 w 868098"/>
                  <a:gd name="connsiteY6" fmla="*/ 558402 h 1843087"/>
                  <a:gd name="connsiteX7" fmla="*/ 457198 w 868098"/>
                  <a:gd name="connsiteY7" fmla="*/ 555426 h 1843087"/>
                  <a:gd name="connsiteX0" fmla="*/ 0 w 868098"/>
                  <a:gd name="connsiteY0" fmla="*/ 1843087 h 1847850"/>
                  <a:gd name="connsiteX1" fmla="*/ 272789 w 868098"/>
                  <a:gd name="connsiteY1" fmla="*/ 1847850 h 1847850"/>
                  <a:gd name="connsiteX2" fmla="*/ 272789 w 868098"/>
                  <a:gd name="connsiteY2" fmla="*/ 314325 h 1847850"/>
                  <a:gd name="connsiteX3" fmla="*/ 271458 w 868098"/>
                  <a:gd name="connsiteY3" fmla="*/ 0 h 1847850"/>
                  <a:gd name="connsiteX4" fmla="*/ 776423 w 868098"/>
                  <a:gd name="connsiteY4" fmla="*/ 1191 h 1847850"/>
                  <a:gd name="connsiteX5" fmla="*/ 868098 w 868098"/>
                  <a:gd name="connsiteY5" fmla="*/ 278606 h 1847850"/>
                  <a:gd name="connsiteX6" fmla="*/ 776423 w 868098"/>
                  <a:gd name="connsiteY6" fmla="*/ 558402 h 1847850"/>
                  <a:gd name="connsiteX7" fmla="*/ 457198 w 868098"/>
                  <a:gd name="connsiteY7" fmla="*/ 555426 h 1847850"/>
                  <a:gd name="connsiteX0" fmla="*/ 0 w 872861"/>
                  <a:gd name="connsiteY0" fmla="*/ 1845468 h 1847850"/>
                  <a:gd name="connsiteX1" fmla="*/ 277552 w 872861"/>
                  <a:gd name="connsiteY1" fmla="*/ 1847850 h 1847850"/>
                  <a:gd name="connsiteX2" fmla="*/ 277552 w 872861"/>
                  <a:gd name="connsiteY2" fmla="*/ 314325 h 1847850"/>
                  <a:gd name="connsiteX3" fmla="*/ 276221 w 872861"/>
                  <a:gd name="connsiteY3" fmla="*/ 0 h 1847850"/>
                  <a:gd name="connsiteX4" fmla="*/ 781186 w 872861"/>
                  <a:gd name="connsiteY4" fmla="*/ 1191 h 1847850"/>
                  <a:gd name="connsiteX5" fmla="*/ 872861 w 872861"/>
                  <a:gd name="connsiteY5" fmla="*/ 278606 h 1847850"/>
                  <a:gd name="connsiteX6" fmla="*/ 781186 w 872861"/>
                  <a:gd name="connsiteY6" fmla="*/ 558402 h 1847850"/>
                  <a:gd name="connsiteX7" fmla="*/ 461961 w 872861"/>
                  <a:gd name="connsiteY7" fmla="*/ 555426 h 1847850"/>
                  <a:gd name="connsiteX0" fmla="*/ 0 w 860952"/>
                  <a:gd name="connsiteY0" fmla="*/ 1845468 h 1847850"/>
                  <a:gd name="connsiteX1" fmla="*/ 265643 w 860952"/>
                  <a:gd name="connsiteY1" fmla="*/ 1847850 h 1847850"/>
                  <a:gd name="connsiteX2" fmla="*/ 265643 w 860952"/>
                  <a:gd name="connsiteY2" fmla="*/ 314325 h 1847850"/>
                  <a:gd name="connsiteX3" fmla="*/ 264312 w 860952"/>
                  <a:gd name="connsiteY3" fmla="*/ 0 h 1847850"/>
                  <a:gd name="connsiteX4" fmla="*/ 769277 w 860952"/>
                  <a:gd name="connsiteY4" fmla="*/ 1191 h 1847850"/>
                  <a:gd name="connsiteX5" fmla="*/ 860952 w 860952"/>
                  <a:gd name="connsiteY5" fmla="*/ 278606 h 1847850"/>
                  <a:gd name="connsiteX6" fmla="*/ 769277 w 860952"/>
                  <a:gd name="connsiteY6" fmla="*/ 558402 h 1847850"/>
                  <a:gd name="connsiteX7" fmla="*/ 450052 w 860952"/>
                  <a:gd name="connsiteY7" fmla="*/ 555426 h 1847850"/>
                  <a:gd name="connsiteX0" fmla="*/ 0 w 870477"/>
                  <a:gd name="connsiteY0" fmla="*/ 1847849 h 1847850"/>
                  <a:gd name="connsiteX1" fmla="*/ 275168 w 870477"/>
                  <a:gd name="connsiteY1" fmla="*/ 1847850 h 1847850"/>
                  <a:gd name="connsiteX2" fmla="*/ 275168 w 870477"/>
                  <a:gd name="connsiteY2" fmla="*/ 314325 h 1847850"/>
                  <a:gd name="connsiteX3" fmla="*/ 273837 w 870477"/>
                  <a:gd name="connsiteY3" fmla="*/ 0 h 1847850"/>
                  <a:gd name="connsiteX4" fmla="*/ 778802 w 870477"/>
                  <a:gd name="connsiteY4" fmla="*/ 1191 h 1847850"/>
                  <a:gd name="connsiteX5" fmla="*/ 870477 w 870477"/>
                  <a:gd name="connsiteY5" fmla="*/ 278606 h 1847850"/>
                  <a:gd name="connsiteX6" fmla="*/ 778802 w 870477"/>
                  <a:gd name="connsiteY6" fmla="*/ 558402 h 1847850"/>
                  <a:gd name="connsiteX7" fmla="*/ 459577 w 870477"/>
                  <a:gd name="connsiteY7" fmla="*/ 555426 h 1847850"/>
                  <a:gd name="connsiteX0" fmla="*/ 0 w 870477"/>
                  <a:gd name="connsiteY0" fmla="*/ 1847849 h 1847850"/>
                  <a:gd name="connsiteX1" fmla="*/ 275168 w 870477"/>
                  <a:gd name="connsiteY1" fmla="*/ 1847850 h 1847850"/>
                  <a:gd name="connsiteX2" fmla="*/ 275168 w 870477"/>
                  <a:gd name="connsiteY2" fmla="*/ 314325 h 1847850"/>
                  <a:gd name="connsiteX3" fmla="*/ 273837 w 870477"/>
                  <a:gd name="connsiteY3" fmla="*/ 0 h 1847850"/>
                  <a:gd name="connsiteX4" fmla="*/ 778802 w 870477"/>
                  <a:gd name="connsiteY4" fmla="*/ 1191 h 1847850"/>
                  <a:gd name="connsiteX5" fmla="*/ 870477 w 870477"/>
                  <a:gd name="connsiteY5" fmla="*/ 278606 h 1847850"/>
                  <a:gd name="connsiteX6" fmla="*/ 778802 w 870477"/>
                  <a:gd name="connsiteY6" fmla="*/ 558402 h 1847850"/>
                  <a:gd name="connsiteX7" fmla="*/ 459577 w 870477"/>
                  <a:gd name="connsiteY7" fmla="*/ 555426 h 1847850"/>
                  <a:gd name="connsiteX8" fmla="*/ 458523 w 870477"/>
                  <a:gd name="connsiteY8" fmla="*/ 559595 h 1847850"/>
                  <a:gd name="connsiteX0" fmla="*/ 0 w 870477"/>
                  <a:gd name="connsiteY0" fmla="*/ 2166939 h 2166940"/>
                  <a:gd name="connsiteX1" fmla="*/ 275168 w 870477"/>
                  <a:gd name="connsiteY1" fmla="*/ 2166940 h 2166940"/>
                  <a:gd name="connsiteX2" fmla="*/ 275168 w 870477"/>
                  <a:gd name="connsiteY2" fmla="*/ 633415 h 2166940"/>
                  <a:gd name="connsiteX3" fmla="*/ 273837 w 870477"/>
                  <a:gd name="connsiteY3" fmla="*/ 319090 h 2166940"/>
                  <a:gd name="connsiteX4" fmla="*/ 778802 w 870477"/>
                  <a:gd name="connsiteY4" fmla="*/ 320281 h 2166940"/>
                  <a:gd name="connsiteX5" fmla="*/ 870477 w 870477"/>
                  <a:gd name="connsiteY5" fmla="*/ 597696 h 2166940"/>
                  <a:gd name="connsiteX6" fmla="*/ 778802 w 870477"/>
                  <a:gd name="connsiteY6" fmla="*/ 877492 h 2166940"/>
                  <a:gd name="connsiteX7" fmla="*/ 459577 w 870477"/>
                  <a:gd name="connsiteY7" fmla="*/ 874516 h 2166940"/>
                  <a:gd name="connsiteX8" fmla="*/ 460904 w 870477"/>
                  <a:gd name="connsiteY8" fmla="*/ 0 h 2166940"/>
                  <a:gd name="connsiteX0" fmla="*/ 0 w 870477"/>
                  <a:gd name="connsiteY0" fmla="*/ 2166939 h 2166940"/>
                  <a:gd name="connsiteX1" fmla="*/ 275168 w 870477"/>
                  <a:gd name="connsiteY1" fmla="*/ 2166940 h 2166940"/>
                  <a:gd name="connsiteX2" fmla="*/ 275168 w 870477"/>
                  <a:gd name="connsiteY2" fmla="*/ 633415 h 2166940"/>
                  <a:gd name="connsiteX3" fmla="*/ 273837 w 870477"/>
                  <a:gd name="connsiteY3" fmla="*/ 319090 h 2166940"/>
                  <a:gd name="connsiteX4" fmla="*/ 778802 w 870477"/>
                  <a:gd name="connsiteY4" fmla="*/ 320281 h 2166940"/>
                  <a:gd name="connsiteX5" fmla="*/ 870477 w 870477"/>
                  <a:gd name="connsiteY5" fmla="*/ 597696 h 2166940"/>
                  <a:gd name="connsiteX6" fmla="*/ 778802 w 870477"/>
                  <a:gd name="connsiteY6" fmla="*/ 877492 h 2166940"/>
                  <a:gd name="connsiteX7" fmla="*/ 459577 w 870477"/>
                  <a:gd name="connsiteY7" fmla="*/ 874516 h 2166940"/>
                  <a:gd name="connsiteX8" fmla="*/ 460904 w 870477"/>
                  <a:gd name="connsiteY8" fmla="*/ 0 h 2166940"/>
                  <a:gd name="connsiteX0" fmla="*/ 0 w 870477"/>
                  <a:gd name="connsiteY0" fmla="*/ 2162180 h 2162181"/>
                  <a:gd name="connsiteX1" fmla="*/ 275168 w 870477"/>
                  <a:gd name="connsiteY1" fmla="*/ 2162181 h 2162181"/>
                  <a:gd name="connsiteX2" fmla="*/ 275168 w 870477"/>
                  <a:gd name="connsiteY2" fmla="*/ 628656 h 2162181"/>
                  <a:gd name="connsiteX3" fmla="*/ 273837 w 870477"/>
                  <a:gd name="connsiteY3" fmla="*/ 314331 h 2162181"/>
                  <a:gd name="connsiteX4" fmla="*/ 778802 w 870477"/>
                  <a:gd name="connsiteY4" fmla="*/ 315522 h 2162181"/>
                  <a:gd name="connsiteX5" fmla="*/ 870477 w 870477"/>
                  <a:gd name="connsiteY5" fmla="*/ 592937 h 2162181"/>
                  <a:gd name="connsiteX6" fmla="*/ 778802 w 870477"/>
                  <a:gd name="connsiteY6" fmla="*/ 872733 h 2162181"/>
                  <a:gd name="connsiteX7" fmla="*/ 459577 w 870477"/>
                  <a:gd name="connsiteY7" fmla="*/ 869757 h 2162181"/>
                  <a:gd name="connsiteX8" fmla="*/ 458523 w 870477"/>
                  <a:gd name="connsiteY8" fmla="*/ 1 h 2162181"/>
                  <a:gd name="connsiteX0" fmla="*/ 0 w 870477"/>
                  <a:gd name="connsiteY0" fmla="*/ 2166941 h 2166942"/>
                  <a:gd name="connsiteX1" fmla="*/ 275168 w 870477"/>
                  <a:gd name="connsiteY1" fmla="*/ 2166942 h 2166942"/>
                  <a:gd name="connsiteX2" fmla="*/ 275168 w 870477"/>
                  <a:gd name="connsiteY2" fmla="*/ 633417 h 2166942"/>
                  <a:gd name="connsiteX3" fmla="*/ 273837 w 870477"/>
                  <a:gd name="connsiteY3" fmla="*/ 319092 h 2166942"/>
                  <a:gd name="connsiteX4" fmla="*/ 778802 w 870477"/>
                  <a:gd name="connsiteY4" fmla="*/ 320283 h 2166942"/>
                  <a:gd name="connsiteX5" fmla="*/ 870477 w 870477"/>
                  <a:gd name="connsiteY5" fmla="*/ 597698 h 2166942"/>
                  <a:gd name="connsiteX6" fmla="*/ 778802 w 870477"/>
                  <a:gd name="connsiteY6" fmla="*/ 877494 h 2166942"/>
                  <a:gd name="connsiteX7" fmla="*/ 459577 w 870477"/>
                  <a:gd name="connsiteY7" fmla="*/ 874518 h 2166942"/>
                  <a:gd name="connsiteX8" fmla="*/ 456142 w 870477"/>
                  <a:gd name="connsiteY8" fmla="*/ 0 h 2166942"/>
                  <a:gd name="connsiteX0" fmla="*/ 0 w 870477"/>
                  <a:gd name="connsiteY0" fmla="*/ 2166943 h 2166944"/>
                  <a:gd name="connsiteX1" fmla="*/ 275168 w 870477"/>
                  <a:gd name="connsiteY1" fmla="*/ 2166944 h 2166944"/>
                  <a:gd name="connsiteX2" fmla="*/ 275168 w 870477"/>
                  <a:gd name="connsiteY2" fmla="*/ 633419 h 2166944"/>
                  <a:gd name="connsiteX3" fmla="*/ 273837 w 870477"/>
                  <a:gd name="connsiteY3" fmla="*/ 319094 h 2166944"/>
                  <a:gd name="connsiteX4" fmla="*/ 778802 w 870477"/>
                  <a:gd name="connsiteY4" fmla="*/ 320285 h 2166944"/>
                  <a:gd name="connsiteX5" fmla="*/ 870477 w 870477"/>
                  <a:gd name="connsiteY5" fmla="*/ 597700 h 2166944"/>
                  <a:gd name="connsiteX6" fmla="*/ 778802 w 870477"/>
                  <a:gd name="connsiteY6" fmla="*/ 877496 h 2166944"/>
                  <a:gd name="connsiteX7" fmla="*/ 459577 w 870477"/>
                  <a:gd name="connsiteY7" fmla="*/ 874520 h 2166944"/>
                  <a:gd name="connsiteX8" fmla="*/ 460905 w 870477"/>
                  <a:gd name="connsiteY8" fmla="*/ 0 h 2166944"/>
                  <a:gd name="connsiteX0" fmla="*/ 0 w 870477"/>
                  <a:gd name="connsiteY0" fmla="*/ 2169326 h 2169327"/>
                  <a:gd name="connsiteX1" fmla="*/ 275168 w 870477"/>
                  <a:gd name="connsiteY1" fmla="*/ 2169327 h 2169327"/>
                  <a:gd name="connsiteX2" fmla="*/ 275168 w 870477"/>
                  <a:gd name="connsiteY2" fmla="*/ 635802 h 2169327"/>
                  <a:gd name="connsiteX3" fmla="*/ 273837 w 870477"/>
                  <a:gd name="connsiteY3" fmla="*/ 321477 h 2169327"/>
                  <a:gd name="connsiteX4" fmla="*/ 778802 w 870477"/>
                  <a:gd name="connsiteY4" fmla="*/ 322668 h 2169327"/>
                  <a:gd name="connsiteX5" fmla="*/ 870477 w 870477"/>
                  <a:gd name="connsiteY5" fmla="*/ 600083 h 2169327"/>
                  <a:gd name="connsiteX6" fmla="*/ 778802 w 870477"/>
                  <a:gd name="connsiteY6" fmla="*/ 879879 h 2169327"/>
                  <a:gd name="connsiteX7" fmla="*/ 459577 w 870477"/>
                  <a:gd name="connsiteY7" fmla="*/ 876903 h 2169327"/>
                  <a:gd name="connsiteX8" fmla="*/ 456142 w 870477"/>
                  <a:gd name="connsiteY8" fmla="*/ 0 h 216932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59577 w 870477"/>
                  <a:gd name="connsiteY7" fmla="*/ 874523 h 2166947"/>
                  <a:gd name="connsiteX8" fmla="*/ 458523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59577 w 870477"/>
                  <a:gd name="connsiteY7" fmla="*/ 874523 h 2166947"/>
                  <a:gd name="connsiteX8" fmla="*/ 458523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519108 w 870477"/>
                  <a:gd name="connsiteY7" fmla="*/ 869760 h 2166947"/>
                  <a:gd name="connsiteX8" fmla="*/ 458523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4339 w 870477"/>
                  <a:gd name="connsiteY7" fmla="*/ 879285 h 2166947"/>
                  <a:gd name="connsiteX8" fmla="*/ 458523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4339 w 870477"/>
                  <a:gd name="connsiteY7" fmla="*/ 879285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57196 w 870477"/>
                  <a:gd name="connsiteY7" fmla="*/ 879285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59577 w 870477"/>
                  <a:gd name="connsiteY7" fmla="*/ 884047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6721 w 870477"/>
                  <a:gd name="connsiteY7" fmla="*/ 876904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1959 w 870477"/>
                  <a:gd name="connsiteY7" fmla="*/ 876904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388140 w 870477"/>
                  <a:gd name="connsiteY7" fmla="*/ 874523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560917 w 870477"/>
                  <a:gd name="connsiteY7" fmla="*/ 876311 h 2166947"/>
                  <a:gd name="connsiteX8" fmla="*/ 388140 w 870477"/>
                  <a:gd name="connsiteY8" fmla="*/ 874523 h 2166947"/>
                  <a:gd name="connsiteX9" fmla="*/ 463286 w 870477"/>
                  <a:gd name="connsiteY9"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8049 w 870477"/>
                  <a:gd name="connsiteY7" fmla="*/ 878692 h 2166947"/>
                  <a:gd name="connsiteX8" fmla="*/ 388140 w 870477"/>
                  <a:gd name="connsiteY8" fmla="*/ 874523 h 2166947"/>
                  <a:gd name="connsiteX9" fmla="*/ 463286 w 870477"/>
                  <a:gd name="connsiteY9" fmla="*/ 1 h 2166947"/>
                  <a:gd name="connsiteX0" fmla="*/ 0 w 870477"/>
                  <a:gd name="connsiteY0" fmla="*/ 1847849 h 1847850"/>
                  <a:gd name="connsiteX1" fmla="*/ 275168 w 870477"/>
                  <a:gd name="connsiteY1" fmla="*/ 1847850 h 1847850"/>
                  <a:gd name="connsiteX2" fmla="*/ 275168 w 870477"/>
                  <a:gd name="connsiteY2" fmla="*/ 314325 h 1847850"/>
                  <a:gd name="connsiteX3" fmla="*/ 273837 w 870477"/>
                  <a:gd name="connsiteY3" fmla="*/ 0 h 1847850"/>
                  <a:gd name="connsiteX4" fmla="*/ 778802 w 870477"/>
                  <a:gd name="connsiteY4" fmla="*/ 1191 h 1847850"/>
                  <a:gd name="connsiteX5" fmla="*/ 870477 w 870477"/>
                  <a:gd name="connsiteY5" fmla="*/ 278606 h 1847850"/>
                  <a:gd name="connsiteX6" fmla="*/ 778802 w 870477"/>
                  <a:gd name="connsiteY6" fmla="*/ 558402 h 1847850"/>
                  <a:gd name="connsiteX7" fmla="*/ 468049 w 870477"/>
                  <a:gd name="connsiteY7" fmla="*/ 559595 h 1847850"/>
                  <a:gd name="connsiteX8" fmla="*/ 388140 w 870477"/>
                  <a:gd name="connsiteY8" fmla="*/ 555426 h 1847850"/>
                  <a:gd name="connsiteX0" fmla="*/ 0 w 870477"/>
                  <a:gd name="connsiteY0" fmla="*/ 2163965 h 2163966"/>
                  <a:gd name="connsiteX1" fmla="*/ 275168 w 870477"/>
                  <a:gd name="connsiteY1" fmla="*/ 2163966 h 2163966"/>
                  <a:gd name="connsiteX2" fmla="*/ 275168 w 870477"/>
                  <a:gd name="connsiteY2" fmla="*/ 630441 h 2163966"/>
                  <a:gd name="connsiteX3" fmla="*/ 273837 w 870477"/>
                  <a:gd name="connsiteY3" fmla="*/ 316116 h 2163966"/>
                  <a:gd name="connsiteX4" fmla="*/ 778802 w 870477"/>
                  <a:gd name="connsiteY4" fmla="*/ 317307 h 2163966"/>
                  <a:gd name="connsiteX5" fmla="*/ 870477 w 870477"/>
                  <a:gd name="connsiteY5" fmla="*/ 594722 h 2163966"/>
                  <a:gd name="connsiteX6" fmla="*/ 778802 w 870477"/>
                  <a:gd name="connsiteY6" fmla="*/ 874518 h 2163966"/>
                  <a:gd name="connsiteX7" fmla="*/ 468049 w 870477"/>
                  <a:gd name="connsiteY7" fmla="*/ 875711 h 2163966"/>
                  <a:gd name="connsiteX8" fmla="*/ 464340 w 870477"/>
                  <a:gd name="connsiteY8" fmla="*/ 0 h 2163966"/>
                  <a:gd name="connsiteX0" fmla="*/ 0 w 870477"/>
                  <a:gd name="connsiteY0" fmla="*/ 2163965 h 2163966"/>
                  <a:gd name="connsiteX1" fmla="*/ 275168 w 870477"/>
                  <a:gd name="connsiteY1" fmla="*/ 2163966 h 2163966"/>
                  <a:gd name="connsiteX2" fmla="*/ 275168 w 870477"/>
                  <a:gd name="connsiteY2" fmla="*/ 630441 h 2163966"/>
                  <a:gd name="connsiteX3" fmla="*/ 273837 w 870477"/>
                  <a:gd name="connsiteY3" fmla="*/ 316116 h 2163966"/>
                  <a:gd name="connsiteX4" fmla="*/ 778802 w 870477"/>
                  <a:gd name="connsiteY4" fmla="*/ 317307 h 2163966"/>
                  <a:gd name="connsiteX5" fmla="*/ 870477 w 870477"/>
                  <a:gd name="connsiteY5" fmla="*/ 594722 h 2163966"/>
                  <a:gd name="connsiteX6" fmla="*/ 778802 w 870477"/>
                  <a:gd name="connsiteY6" fmla="*/ 874518 h 2163966"/>
                  <a:gd name="connsiteX7" fmla="*/ 463290 w 870477"/>
                  <a:gd name="connsiteY7" fmla="*/ 870949 h 2163966"/>
                  <a:gd name="connsiteX8" fmla="*/ 464340 w 870477"/>
                  <a:gd name="connsiteY8" fmla="*/ 0 h 2163966"/>
                  <a:gd name="connsiteX0" fmla="*/ 0 w 870477"/>
                  <a:gd name="connsiteY0" fmla="*/ 2163965 h 2163966"/>
                  <a:gd name="connsiteX1" fmla="*/ 275168 w 870477"/>
                  <a:gd name="connsiteY1" fmla="*/ 2163966 h 2163966"/>
                  <a:gd name="connsiteX2" fmla="*/ 275168 w 870477"/>
                  <a:gd name="connsiteY2" fmla="*/ 630441 h 2163966"/>
                  <a:gd name="connsiteX3" fmla="*/ 273837 w 870477"/>
                  <a:gd name="connsiteY3" fmla="*/ 316116 h 2163966"/>
                  <a:gd name="connsiteX4" fmla="*/ 778802 w 870477"/>
                  <a:gd name="connsiteY4" fmla="*/ 317307 h 2163966"/>
                  <a:gd name="connsiteX5" fmla="*/ 870477 w 870477"/>
                  <a:gd name="connsiteY5" fmla="*/ 594722 h 2163966"/>
                  <a:gd name="connsiteX6" fmla="*/ 778802 w 870477"/>
                  <a:gd name="connsiteY6" fmla="*/ 874518 h 2163966"/>
                  <a:gd name="connsiteX7" fmla="*/ 463293 w 870477"/>
                  <a:gd name="connsiteY7" fmla="*/ 878093 h 2163966"/>
                  <a:gd name="connsiteX8" fmla="*/ 464340 w 870477"/>
                  <a:gd name="connsiteY8" fmla="*/ 0 h 2163966"/>
                  <a:gd name="connsiteX0" fmla="*/ 0 w 870477"/>
                  <a:gd name="connsiteY0" fmla="*/ 2163965 h 2163966"/>
                  <a:gd name="connsiteX1" fmla="*/ 275168 w 870477"/>
                  <a:gd name="connsiteY1" fmla="*/ 2163966 h 2163966"/>
                  <a:gd name="connsiteX2" fmla="*/ 275168 w 870477"/>
                  <a:gd name="connsiteY2" fmla="*/ 630441 h 2163966"/>
                  <a:gd name="connsiteX3" fmla="*/ 273837 w 870477"/>
                  <a:gd name="connsiteY3" fmla="*/ 316116 h 2163966"/>
                  <a:gd name="connsiteX4" fmla="*/ 778802 w 870477"/>
                  <a:gd name="connsiteY4" fmla="*/ 317307 h 2163966"/>
                  <a:gd name="connsiteX5" fmla="*/ 870477 w 870477"/>
                  <a:gd name="connsiteY5" fmla="*/ 594722 h 2163966"/>
                  <a:gd name="connsiteX6" fmla="*/ 778802 w 870477"/>
                  <a:gd name="connsiteY6" fmla="*/ 874518 h 2163966"/>
                  <a:gd name="connsiteX7" fmla="*/ 463296 w 870477"/>
                  <a:gd name="connsiteY7" fmla="*/ 875711 h 2163966"/>
                  <a:gd name="connsiteX8" fmla="*/ 464340 w 870477"/>
                  <a:gd name="connsiteY8" fmla="*/ 0 h 2163966"/>
                  <a:gd name="connsiteX0" fmla="*/ 0 w 870477"/>
                  <a:gd name="connsiteY0" fmla="*/ 1937126 h 1937127"/>
                  <a:gd name="connsiteX1" fmla="*/ 275168 w 870477"/>
                  <a:gd name="connsiteY1" fmla="*/ 1937127 h 1937127"/>
                  <a:gd name="connsiteX2" fmla="*/ 275168 w 870477"/>
                  <a:gd name="connsiteY2" fmla="*/ 403602 h 1937127"/>
                  <a:gd name="connsiteX3" fmla="*/ 273837 w 870477"/>
                  <a:gd name="connsiteY3" fmla="*/ 89277 h 1937127"/>
                  <a:gd name="connsiteX4" fmla="*/ 778802 w 870477"/>
                  <a:gd name="connsiteY4" fmla="*/ 90468 h 1937127"/>
                  <a:gd name="connsiteX5" fmla="*/ 870477 w 870477"/>
                  <a:gd name="connsiteY5" fmla="*/ 367883 h 1937127"/>
                  <a:gd name="connsiteX6" fmla="*/ 778802 w 870477"/>
                  <a:gd name="connsiteY6" fmla="*/ 647679 h 1937127"/>
                  <a:gd name="connsiteX7" fmla="*/ 463296 w 870477"/>
                  <a:gd name="connsiteY7" fmla="*/ 648872 h 1937127"/>
                  <a:gd name="connsiteX8" fmla="*/ 465556 w 870477"/>
                  <a:gd name="connsiteY8" fmla="*/ 0 h 1937127"/>
                  <a:gd name="connsiteX0" fmla="*/ 0 w 870477"/>
                  <a:gd name="connsiteY0" fmla="*/ 1934647 h 1934648"/>
                  <a:gd name="connsiteX1" fmla="*/ 275168 w 870477"/>
                  <a:gd name="connsiteY1" fmla="*/ 1934648 h 1934648"/>
                  <a:gd name="connsiteX2" fmla="*/ 275168 w 870477"/>
                  <a:gd name="connsiteY2" fmla="*/ 401123 h 1934648"/>
                  <a:gd name="connsiteX3" fmla="*/ 273837 w 870477"/>
                  <a:gd name="connsiteY3" fmla="*/ 86798 h 1934648"/>
                  <a:gd name="connsiteX4" fmla="*/ 778802 w 870477"/>
                  <a:gd name="connsiteY4" fmla="*/ 87989 h 1934648"/>
                  <a:gd name="connsiteX5" fmla="*/ 870477 w 870477"/>
                  <a:gd name="connsiteY5" fmla="*/ 365404 h 1934648"/>
                  <a:gd name="connsiteX6" fmla="*/ 778802 w 870477"/>
                  <a:gd name="connsiteY6" fmla="*/ 645200 h 1934648"/>
                  <a:gd name="connsiteX7" fmla="*/ 463296 w 870477"/>
                  <a:gd name="connsiteY7" fmla="*/ 646393 h 1934648"/>
                  <a:gd name="connsiteX8" fmla="*/ 461909 w 870477"/>
                  <a:gd name="connsiteY8" fmla="*/ 0 h 1934648"/>
                  <a:gd name="connsiteX0" fmla="*/ 0 w 870477"/>
                  <a:gd name="connsiteY0" fmla="*/ 1934647 h 1934647"/>
                  <a:gd name="connsiteX1" fmla="*/ 276991 w 870477"/>
                  <a:gd name="connsiteY1" fmla="*/ 597782 h 1934647"/>
                  <a:gd name="connsiteX2" fmla="*/ 275168 w 870477"/>
                  <a:gd name="connsiteY2" fmla="*/ 401123 h 1934647"/>
                  <a:gd name="connsiteX3" fmla="*/ 273837 w 870477"/>
                  <a:gd name="connsiteY3" fmla="*/ 86798 h 1934647"/>
                  <a:gd name="connsiteX4" fmla="*/ 778802 w 870477"/>
                  <a:gd name="connsiteY4" fmla="*/ 87989 h 1934647"/>
                  <a:gd name="connsiteX5" fmla="*/ 870477 w 870477"/>
                  <a:gd name="connsiteY5" fmla="*/ 365404 h 1934647"/>
                  <a:gd name="connsiteX6" fmla="*/ 778802 w 870477"/>
                  <a:gd name="connsiteY6" fmla="*/ 645200 h 1934647"/>
                  <a:gd name="connsiteX7" fmla="*/ 463296 w 870477"/>
                  <a:gd name="connsiteY7" fmla="*/ 646393 h 1934647"/>
                  <a:gd name="connsiteX8" fmla="*/ 461909 w 870477"/>
                  <a:gd name="connsiteY8" fmla="*/ 0 h 1934647"/>
                  <a:gd name="connsiteX0" fmla="*/ 0 w 813949"/>
                  <a:gd name="connsiteY0" fmla="*/ 64152 h 646393"/>
                  <a:gd name="connsiteX1" fmla="*/ 220463 w 813949"/>
                  <a:gd name="connsiteY1" fmla="*/ 597782 h 646393"/>
                  <a:gd name="connsiteX2" fmla="*/ 218640 w 813949"/>
                  <a:gd name="connsiteY2" fmla="*/ 401123 h 646393"/>
                  <a:gd name="connsiteX3" fmla="*/ 217309 w 813949"/>
                  <a:gd name="connsiteY3" fmla="*/ 86798 h 646393"/>
                  <a:gd name="connsiteX4" fmla="*/ 722274 w 813949"/>
                  <a:gd name="connsiteY4" fmla="*/ 87989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4152 h 646393"/>
                  <a:gd name="connsiteX1" fmla="*/ 220463 w 813949"/>
                  <a:gd name="connsiteY1" fmla="*/ 597782 h 646393"/>
                  <a:gd name="connsiteX2" fmla="*/ 218640 w 813949"/>
                  <a:gd name="connsiteY2" fmla="*/ 401123 h 646393"/>
                  <a:gd name="connsiteX3" fmla="*/ 278852 w 813949"/>
                  <a:gd name="connsiteY3" fmla="*/ 85404 h 646393"/>
                  <a:gd name="connsiteX4" fmla="*/ 722274 w 813949"/>
                  <a:gd name="connsiteY4" fmla="*/ 87989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4152 h 646393"/>
                  <a:gd name="connsiteX1" fmla="*/ 220463 w 813949"/>
                  <a:gd name="connsiteY1" fmla="*/ 597782 h 646393"/>
                  <a:gd name="connsiteX2" fmla="*/ 278815 w 813949"/>
                  <a:gd name="connsiteY2" fmla="*/ 202638 h 646393"/>
                  <a:gd name="connsiteX3" fmla="*/ 278852 w 813949"/>
                  <a:gd name="connsiteY3" fmla="*/ 85404 h 646393"/>
                  <a:gd name="connsiteX4" fmla="*/ 722274 w 813949"/>
                  <a:gd name="connsiteY4" fmla="*/ 87989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4152 h 646393"/>
                  <a:gd name="connsiteX1" fmla="*/ 220463 w 813949"/>
                  <a:gd name="connsiteY1" fmla="*/ 597782 h 646393"/>
                  <a:gd name="connsiteX2" fmla="*/ 278815 w 813949"/>
                  <a:gd name="connsiteY2" fmla="*/ 202638 h 646393"/>
                  <a:gd name="connsiteX3" fmla="*/ 278396 w 813949"/>
                  <a:gd name="connsiteY3" fmla="*/ 86334 h 646393"/>
                  <a:gd name="connsiteX4" fmla="*/ 722274 w 813949"/>
                  <a:gd name="connsiteY4" fmla="*/ 87989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4152 h 646393"/>
                  <a:gd name="connsiteX1" fmla="*/ 220463 w 813949"/>
                  <a:gd name="connsiteY1" fmla="*/ 597782 h 646393"/>
                  <a:gd name="connsiteX2" fmla="*/ 278815 w 813949"/>
                  <a:gd name="connsiteY2" fmla="*/ 202638 h 646393"/>
                  <a:gd name="connsiteX3" fmla="*/ 278396 w 813949"/>
                  <a:gd name="connsiteY3" fmla="*/ 86334 h 646393"/>
                  <a:gd name="connsiteX4" fmla="*/ 720451 w 813949"/>
                  <a:gd name="connsiteY4" fmla="*/ 86594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6476 h 648717"/>
                  <a:gd name="connsiteX1" fmla="*/ 220463 w 813949"/>
                  <a:gd name="connsiteY1" fmla="*/ 600106 h 648717"/>
                  <a:gd name="connsiteX2" fmla="*/ 278815 w 813949"/>
                  <a:gd name="connsiteY2" fmla="*/ 204962 h 648717"/>
                  <a:gd name="connsiteX3" fmla="*/ 278396 w 813949"/>
                  <a:gd name="connsiteY3" fmla="*/ 88658 h 648717"/>
                  <a:gd name="connsiteX4" fmla="*/ 720451 w 813949"/>
                  <a:gd name="connsiteY4" fmla="*/ 88918 h 648717"/>
                  <a:gd name="connsiteX5" fmla="*/ 813949 w 813949"/>
                  <a:gd name="connsiteY5" fmla="*/ 367728 h 648717"/>
                  <a:gd name="connsiteX6" fmla="*/ 722274 w 813949"/>
                  <a:gd name="connsiteY6" fmla="*/ 647524 h 648717"/>
                  <a:gd name="connsiteX7" fmla="*/ 406768 w 813949"/>
                  <a:gd name="connsiteY7" fmla="*/ 648717 h 648717"/>
                  <a:gd name="connsiteX8" fmla="*/ 406749 w 813949"/>
                  <a:gd name="connsiteY8" fmla="*/ 0 h 648717"/>
                  <a:gd name="connsiteX0" fmla="*/ 0 w 813949"/>
                  <a:gd name="connsiteY0" fmla="*/ 66476 h 648717"/>
                  <a:gd name="connsiteX1" fmla="*/ 220463 w 813949"/>
                  <a:gd name="connsiteY1" fmla="*/ 600106 h 648717"/>
                  <a:gd name="connsiteX2" fmla="*/ 278815 w 813949"/>
                  <a:gd name="connsiteY2" fmla="*/ 204962 h 648717"/>
                  <a:gd name="connsiteX3" fmla="*/ 278396 w 813949"/>
                  <a:gd name="connsiteY3" fmla="*/ 88658 h 648717"/>
                  <a:gd name="connsiteX4" fmla="*/ 720451 w 813949"/>
                  <a:gd name="connsiteY4" fmla="*/ 88918 h 648717"/>
                  <a:gd name="connsiteX5" fmla="*/ 813949 w 813949"/>
                  <a:gd name="connsiteY5" fmla="*/ 367728 h 648717"/>
                  <a:gd name="connsiteX6" fmla="*/ 722274 w 813949"/>
                  <a:gd name="connsiteY6" fmla="*/ 647524 h 648717"/>
                  <a:gd name="connsiteX7" fmla="*/ 406768 w 813949"/>
                  <a:gd name="connsiteY7" fmla="*/ 648717 h 648717"/>
                  <a:gd name="connsiteX8" fmla="*/ 405381 w 813949"/>
                  <a:gd name="connsiteY8" fmla="*/ 0 h 648717"/>
                  <a:gd name="connsiteX0" fmla="*/ 0 w 813949"/>
                  <a:gd name="connsiteY0" fmla="*/ 66011 h 648252"/>
                  <a:gd name="connsiteX1" fmla="*/ 220463 w 813949"/>
                  <a:gd name="connsiteY1" fmla="*/ 599641 h 648252"/>
                  <a:gd name="connsiteX2" fmla="*/ 278815 w 813949"/>
                  <a:gd name="connsiteY2" fmla="*/ 204497 h 648252"/>
                  <a:gd name="connsiteX3" fmla="*/ 278396 w 813949"/>
                  <a:gd name="connsiteY3" fmla="*/ 88193 h 648252"/>
                  <a:gd name="connsiteX4" fmla="*/ 720451 w 813949"/>
                  <a:gd name="connsiteY4" fmla="*/ 88453 h 648252"/>
                  <a:gd name="connsiteX5" fmla="*/ 813949 w 813949"/>
                  <a:gd name="connsiteY5" fmla="*/ 367263 h 648252"/>
                  <a:gd name="connsiteX6" fmla="*/ 722274 w 813949"/>
                  <a:gd name="connsiteY6" fmla="*/ 647059 h 648252"/>
                  <a:gd name="connsiteX7" fmla="*/ 406768 w 813949"/>
                  <a:gd name="connsiteY7" fmla="*/ 648252 h 648252"/>
                  <a:gd name="connsiteX8" fmla="*/ 406749 w 813949"/>
                  <a:gd name="connsiteY8" fmla="*/ 0 h 648252"/>
                  <a:gd name="connsiteX0" fmla="*/ 0 w 813949"/>
                  <a:gd name="connsiteY0" fmla="*/ 66011 h 648252"/>
                  <a:gd name="connsiteX1" fmla="*/ 336558 w 813949"/>
                  <a:gd name="connsiteY1" fmla="*/ 208560 h 648252"/>
                  <a:gd name="connsiteX2" fmla="*/ 278815 w 813949"/>
                  <a:gd name="connsiteY2" fmla="*/ 204497 h 648252"/>
                  <a:gd name="connsiteX3" fmla="*/ 278396 w 813949"/>
                  <a:gd name="connsiteY3" fmla="*/ 88193 h 648252"/>
                  <a:gd name="connsiteX4" fmla="*/ 720451 w 813949"/>
                  <a:gd name="connsiteY4" fmla="*/ 88453 h 648252"/>
                  <a:gd name="connsiteX5" fmla="*/ 813949 w 813949"/>
                  <a:gd name="connsiteY5" fmla="*/ 367263 h 648252"/>
                  <a:gd name="connsiteX6" fmla="*/ 722274 w 813949"/>
                  <a:gd name="connsiteY6" fmla="*/ 647059 h 648252"/>
                  <a:gd name="connsiteX7" fmla="*/ 406768 w 813949"/>
                  <a:gd name="connsiteY7" fmla="*/ 648252 h 648252"/>
                  <a:gd name="connsiteX8" fmla="*/ 406749 w 813949"/>
                  <a:gd name="connsiteY8" fmla="*/ 0 h 648252"/>
                  <a:gd name="connsiteX0" fmla="*/ 0 w 684482"/>
                  <a:gd name="connsiteY0" fmla="*/ 142244 h 648252"/>
                  <a:gd name="connsiteX1" fmla="*/ 207091 w 684482"/>
                  <a:gd name="connsiteY1" fmla="*/ 208560 h 648252"/>
                  <a:gd name="connsiteX2" fmla="*/ 149348 w 684482"/>
                  <a:gd name="connsiteY2" fmla="*/ 204497 h 648252"/>
                  <a:gd name="connsiteX3" fmla="*/ 148929 w 684482"/>
                  <a:gd name="connsiteY3" fmla="*/ 88193 h 648252"/>
                  <a:gd name="connsiteX4" fmla="*/ 590984 w 684482"/>
                  <a:gd name="connsiteY4" fmla="*/ 88453 h 648252"/>
                  <a:gd name="connsiteX5" fmla="*/ 684482 w 684482"/>
                  <a:gd name="connsiteY5" fmla="*/ 367263 h 648252"/>
                  <a:gd name="connsiteX6" fmla="*/ 592807 w 684482"/>
                  <a:gd name="connsiteY6" fmla="*/ 647059 h 648252"/>
                  <a:gd name="connsiteX7" fmla="*/ 277301 w 684482"/>
                  <a:gd name="connsiteY7" fmla="*/ 648252 h 648252"/>
                  <a:gd name="connsiteX8" fmla="*/ 277282 w 684482"/>
                  <a:gd name="connsiteY8" fmla="*/ 0 h 648252"/>
                  <a:gd name="connsiteX0" fmla="*/ 0 w 684482"/>
                  <a:gd name="connsiteY0" fmla="*/ 142244 h 648252"/>
                  <a:gd name="connsiteX1" fmla="*/ 208459 w 684482"/>
                  <a:gd name="connsiteY1" fmla="*/ 207165 h 648252"/>
                  <a:gd name="connsiteX2" fmla="*/ 149348 w 684482"/>
                  <a:gd name="connsiteY2" fmla="*/ 204497 h 648252"/>
                  <a:gd name="connsiteX3" fmla="*/ 148929 w 684482"/>
                  <a:gd name="connsiteY3" fmla="*/ 88193 h 648252"/>
                  <a:gd name="connsiteX4" fmla="*/ 590984 w 684482"/>
                  <a:gd name="connsiteY4" fmla="*/ 88453 h 648252"/>
                  <a:gd name="connsiteX5" fmla="*/ 684482 w 684482"/>
                  <a:gd name="connsiteY5" fmla="*/ 367263 h 648252"/>
                  <a:gd name="connsiteX6" fmla="*/ 592807 w 684482"/>
                  <a:gd name="connsiteY6" fmla="*/ 647059 h 648252"/>
                  <a:gd name="connsiteX7" fmla="*/ 277301 w 684482"/>
                  <a:gd name="connsiteY7" fmla="*/ 648252 h 648252"/>
                  <a:gd name="connsiteX8" fmla="*/ 277282 w 684482"/>
                  <a:gd name="connsiteY8" fmla="*/ 0 h 648252"/>
                  <a:gd name="connsiteX0" fmla="*/ 0 w 684482"/>
                  <a:gd name="connsiteY0" fmla="*/ 142244 h 648252"/>
                  <a:gd name="connsiteX1" fmla="*/ 208459 w 684482"/>
                  <a:gd name="connsiteY1" fmla="*/ 207165 h 648252"/>
                  <a:gd name="connsiteX2" fmla="*/ 149348 w 684482"/>
                  <a:gd name="connsiteY2" fmla="*/ 204497 h 648252"/>
                  <a:gd name="connsiteX3" fmla="*/ 148929 w 684482"/>
                  <a:gd name="connsiteY3" fmla="*/ 88193 h 648252"/>
                  <a:gd name="connsiteX4" fmla="*/ 590984 w 684482"/>
                  <a:gd name="connsiteY4" fmla="*/ 88453 h 648252"/>
                  <a:gd name="connsiteX5" fmla="*/ 684482 w 684482"/>
                  <a:gd name="connsiteY5" fmla="*/ 367263 h 648252"/>
                  <a:gd name="connsiteX6" fmla="*/ 592807 w 684482"/>
                  <a:gd name="connsiteY6" fmla="*/ 647059 h 648252"/>
                  <a:gd name="connsiteX7" fmla="*/ 277301 w 684482"/>
                  <a:gd name="connsiteY7" fmla="*/ 648252 h 648252"/>
                  <a:gd name="connsiteX8" fmla="*/ 277282 w 684482"/>
                  <a:gd name="connsiteY8" fmla="*/ 0 h 648252"/>
                  <a:gd name="connsiteX0" fmla="*/ 0 w 684482"/>
                  <a:gd name="connsiteY0" fmla="*/ 142244 h 648252"/>
                  <a:gd name="connsiteX1" fmla="*/ 208459 w 684482"/>
                  <a:gd name="connsiteY1" fmla="*/ 207165 h 648252"/>
                  <a:gd name="connsiteX2" fmla="*/ 149348 w 684482"/>
                  <a:gd name="connsiteY2" fmla="*/ 204497 h 648252"/>
                  <a:gd name="connsiteX3" fmla="*/ 148929 w 684482"/>
                  <a:gd name="connsiteY3" fmla="*/ 88193 h 648252"/>
                  <a:gd name="connsiteX4" fmla="*/ 590984 w 684482"/>
                  <a:gd name="connsiteY4" fmla="*/ 88453 h 648252"/>
                  <a:gd name="connsiteX5" fmla="*/ 684482 w 684482"/>
                  <a:gd name="connsiteY5" fmla="*/ 367263 h 648252"/>
                  <a:gd name="connsiteX6" fmla="*/ 592807 w 684482"/>
                  <a:gd name="connsiteY6" fmla="*/ 647059 h 648252"/>
                  <a:gd name="connsiteX7" fmla="*/ 277301 w 684482"/>
                  <a:gd name="connsiteY7" fmla="*/ 648252 h 648252"/>
                  <a:gd name="connsiteX8" fmla="*/ 277282 w 684482"/>
                  <a:gd name="connsiteY8" fmla="*/ 0 h 648252"/>
                  <a:gd name="connsiteX0" fmla="*/ 0 w 684482"/>
                  <a:gd name="connsiteY0" fmla="*/ 142244 h 648252"/>
                  <a:gd name="connsiteX1" fmla="*/ 109475 w 684482"/>
                  <a:gd name="connsiteY1" fmla="*/ 176579 h 648252"/>
                  <a:gd name="connsiteX2" fmla="*/ 208459 w 684482"/>
                  <a:gd name="connsiteY2" fmla="*/ 207165 h 648252"/>
                  <a:gd name="connsiteX3" fmla="*/ 149348 w 684482"/>
                  <a:gd name="connsiteY3" fmla="*/ 204497 h 648252"/>
                  <a:gd name="connsiteX4" fmla="*/ 148929 w 684482"/>
                  <a:gd name="connsiteY4" fmla="*/ 88193 h 648252"/>
                  <a:gd name="connsiteX5" fmla="*/ 590984 w 684482"/>
                  <a:gd name="connsiteY5" fmla="*/ 88453 h 648252"/>
                  <a:gd name="connsiteX6" fmla="*/ 684482 w 684482"/>
                  <a:gd name="connsiteY6" fmla="*/ 367263 h 648252"/>
                  <a:gd name="connsiteX7" fmla="*/ 592807 w 684482"/>
                  <a:gd name="connsiteY7" fmla="*/ 647059 h 648252"/>
                  <a:gd name="connsiteX8" fmla="*/ 277301 w 684482"/>
                  <a:gd name="connsiteY8" fmla="*/ 648252 h 648252"/>
                  <a:gd name="connsiteX9" fmla="*/ 277282 w 684482"/>
                  <a:gd name="connsiteY9" fmla="*/ 0 h 648252"/>
                  <a:gd name="connsiteX0" fmla="*/ 0 w 684482"/>
                  <a:gd name="connsiteY0" fmla="*/ 142244 h 648252"/>
                  <a:gd name="connsiteX1" fmla="*/ 207944 w 684482"/>
                  <a:gd name="connsiteY1" fmla="*/ 140787 h 648252"/>
                  <a:gd name="connsiteX2" fmla="*/ 208459 w 684482"/>
                  <a:gd name="connsiteY2" fmla="*/ 207165 h 648252"/>
                  <a:gd name="connsiteX3" fmla="*/ 149348 w 684482"/>
                  <a:gd name="connsiteY3" fmla="*/ 204497 h 648252"/>
                  <a:gd name="connsiteX4" fmla="*/ 148929 w 684482"/>
                  <a:gd name="connsiteY4" fmla="*/ 88193 h 648252"/>
                  <a:gd name="connsiteX5" fmla="*/ 590984 w 684482"/>
                  <a:gd name="connsiteY5" fmla="*/ 88453 h 648252"/>
                  <a:gd name="connsiteX6" fmla="*/ 684482 w 684482"/>
                  <a:gd name="connsiteY6" fmla="*/ 367263 h 648252"/>
                  <a:gd name="connsiteX7" fmla="*/ 592807 w 684482"/>
                  <a:gd name="connsiteY7" fmla="*/ 647059 h 648252"/>
                  <a:gd name="connsiteX8" fmla="*/ 277301 w 684482"/>
                  <a:gd name="connsiteY8" fmla="*/ 648252 h 648252"/>
                  <a:gd name="connsiteX9" fmla="*/ 277282 w 684482"/>
                  <a:gd name="connsiteY9" fmla="*/ 0 h 648252"/>
                  <a:gd name="connsiteX0" fmla="*/ 0 w 701349"/>
                  <a:gd name="connsiteY0" fmla="*/ 140850 h 648252"/>
                  <a:gd name="connsiteX1" fmla="*/ 224811 w 701349"/>
                  <a:gd name="connsiteY1" fmla="*/ 140787 h 648252"/>
                  <a:gd name="connsiteX2" fmla="*/ 225326 w 701349"/>
                  <a:gd name="connsiteY2" fmla="*/ 207165 h 648252"/>
                  <a:gd name="connsiteX3" fmla="*/ 166215 w 701349"/>
                  <a:gd name="connsiteY3" fmla="*/ 204497 h 648252"/>
                  <a:gd name="connsiteX4" fmla="*/ 165796 w 701349"/>
                  <a:gd name="connsiteY4" fmla="*/ 88193 h 648252"/>
                  <a:gd name="connsiteX5" fmla="*/ 607851 w 701349"/>
                  <a:gd name="connsiteY5" fmla="*/ 88453 h 648252"/>
                  <a:gd name="connsiteX6" fmla="*/ 701349 w 701349"/>
                  <a:gd name="connsiteY6" fmla="*/ 367263 h 648252"/>
                  <a:gd name="connsiteX7" fmla="*/ 609674 w 701349"/>
                  <a:gd name="connsiteY7" fmla="*/ 647059 h 648252"/>
                  <a:gd name="connsiteX8" fmla="*/ 294168 w 701349"/>
                  <a:gd name="connsiteY8" fmla="*/ 648252 h 648252"/>
                  <a:gd name="connsiteX9" fmla="*/ 294149 w 701349"/>
                  <a:gd name="connsiteY9" fmla="*/ 0 h 648252"/>
                  <a:gd name="connsiteX0" fmla="*/ 0 w 703172"/>
                  <a:gd name="connsiteY0" fmla="*/ 140385 h 648252"/>
                  <a:gd name="connsiteX1" fmla="*/ 226634 w 703172"/>
                  <a:gd name="connsiteY1" fmla="*/ 140787 h 648252"/>
                  <a:gd name="connsiteX2" fmla="*/ 227149 w 703172"/>
                  <a:gd name="connsiteY2" fmla="*/ 207165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168038 w 703172"/>
                  <a:gd name="connsiteY2" fmla="*/ 204497 h 648252"/>
                  <a:gd name="connsiteX3" fmla="*/ 167619 w 703172"/>
                  <a:gd name="connsiteY3" fmla="*/ 88193 h 648252"/>
                  <a:gd name="connsiteX4" fmla="*/ 609674 w 703172"/>
                  <a:gd name="connsiteY4" fmla="*/ 88453 h 648252"/>
                  <a:gd name="connsiteX5" fmla="*/ 703172 w 703172"/>
                  <a:gd name="connsiteY5" fmla="*/ 367263 h 648252"/>
                  <a:gd name="connsiteX6" fmla="*/ 611497 w 703172"/>
                  <a:gd name="connsiteY6" fmla="*/ 647059 h 648252"/>
                  <a:gd name="connsiteX7" fmla="*/ 295991 w 703172"/>
                  <a:gd name="connsiteY7" fmla="*/ 648252 h 648252"/>
                  <a:gd name="connsiteX8" fmla="*/ 295972 w 703172"/>
                  <a:gd name="connsiteY8" fmla="*/ 0 h 648252"/>
                  <a:gd name="connsiteX0" fmla="*/ 0 w 703172"/>
                  <a:gd name="connsiteY0" fmla="*/ 140385 h 648252"/>
                  <a:gd name="connsiteX1" fmla="*/ 226634 w 703172"/>
                  <a:gd name="connsiteY1" fmla="*/ 140787 h 648252"/>
                  <a:gd name="connsiteX2" fmla="*/ 204296 w 703172"/>
                  <a:gd name="connsiteY2" fmla="*/ 186805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3539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3539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3539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7090 w 703172"/>
                  <a:gd name="connsiteY2" fmla="*/ 204934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7090 w 703172"/>
                  <a:gd name="connsiteY2" fmla="*/ 204934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03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03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178 w 703172"/>
                  <a:gd name="connsiteY2" fmla="*/ 20539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7546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126 w 703172"/>
                  <a:gd name="connsiteY3" fmla="*/ 20635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126 w 703172"/>
                  <a:gd name="connsiteY3" fmla="*/ 20542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7188 w 703172"/>
                  <a:gd name="connsiteY9" fmla="*/ 0 h 648252"/>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6214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6670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85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8075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2437 h 650304"/>
                  <a:gd name="connsiteX1" fmla="*/ 226634 w 703172"/>
                  <a:gd name="connsiteY1" fmla="*/ 142839 h 650304"/>
                  <a:gd name="connsiteX2" fmla="*/ 226634 w 703172"/>
                  <a:gd name="connsiteY2" fmla="*/ 206986 h 650304"/>
                  <a:gd name="connsiteX3" fmla="*/ 168038 w 703172"/>
                  <a:gd name="connsiteY3" fmla="*/ 206549 h 650304"/>
                  <a:gd name="connsiteX4" fmla="*/ 167619 w 703172"/>
                  <a:gd name="connsiteY4" fmla="*/ 90245 h 650304"/>
                  <a:gd name="connsiteX5" fmla="*/ 609674 w 703172"/>
                  <a:gd name="connsiteY5" fmla="*/ 90505 h 650304"/>
                  <a:gd name="connsiteX6" fmla="*/ 703172 w 703172"/>
                  <a:gd name="connsiteY6" fmla="*/ 369315 h 650304"/>
                  <a:gd name="connsiteX7" fmla="*/ 611497 w 703172"/>
                  <a:gd name="connsiteY7" fmla="*/ 649111 h 650304"/>
                  <a:gd name="connsiteX8" fmla="*/ 295991 w 703172"/>
                  <a:gd name="connsiteY8" fmla="*/ 650304 h 650304"/>
                  <a:gd name="connsiteX9" fmla="*/ 295036 w 703172"/>
                  <a:gd name="connsiteY9" fmla="*/ 0 h 650304"/>
                  <a:gd name="connsiteX0" fmla="*/ 0 w 703172"/>
                  <a:gd name="connsiteY0" fmla="*/ 143677 h 651544"/>
                  <a:gd name="connsiteX1" fmla="*/ 226634 w 703172"/>
                  <a:gd name="connsiteY1" fmla="*/ 144079 h 651544"/>
                  <a:gd name="connsiteX2" fmla="*/ 226634 w 703172"/>
                  <a:gd name="connsiteY2" fmla="*/ 208226 h 651544"/>
                  <a:gd name="connsiteX3" fmla="*/ 168038 w 703172"/>
                  <a:gd name="connsiteY3" fmla="*/ 207789 h 651544"/>
                  <a:gd name="connsiteX4" fmla="*/ 167619 w 703172"/>
                  <a:gd name="connsiteY4" fmla="*/ 91485 h 651544"/>
                  <a:gd name="connsiteX5" fmla="*/ 609674 w 703172"/>
                  <a:gd name="connsiteY5" fmla="*/ 91745 h 651544"/>
                  <a:gd name="connsiteX6" fmla="*/ 703172 w 703172"/>
                  <a:gd name="connsiteY6" fmla="*/ 370555 h 651544"/>
                  <a:gd name="connsiteX7" fmla="*/ 611497 w 703172"/>
                  <a:gd name="connsiteY7" fmla="*/ 650351 h 651544"/>
                  <a:gd name="connsiteX8" fmla="*/ 295991 w 703172"/>
                  <a:gd name="connsiteY8" fmla="*/ 651544 h 651544"/>
                  <a:gd name="connsiteX9" fmla="*/ 295644 w 703172"/>
                  <a:gd name="connsiteY9" fmla="*/ 0 h 651544"/>
                  <a:gd name="connsiteX0" fmla="*/ 0 w 703172"/>
                  <a:gd name="connsiteY0" fmla="*/ 137882 h 645749"/>
                  <a:gd name="connsiteX1" fmla="*/ 226634 w 703172"/>
                  <a:gd name="connsiteY1" fmla="*/ 138284 h 645749"/>
                  <a:gd name="connsiteX2" fmla="*/ 226634 w 703172"/>
                  <a:gd name="connsiteY2" fmla="*/ 202431 h 645749"/>
                  <a:gd name="connsiteX3" fmla="*/ 168038 w 703172"/>
                  <a:gd name="connsiteY3" fmla="*/ 201994 h 645749"/>
                  <a:gd name="connsiteX4" fmla="*/ 167619 w 703172"/>
                  <a:gd name="connsiteY4" fmla="*/ 85690 h 645749"/>
                  <a:gd name="connsiteX5" fmla="*/ 609674 w 703172"/>
                  <a:gd name="connsiteY5" fmla="*/ 85950 h 645749"/>
                  <a:gd name="connsiteX6" fmla="*/ 703172 w 703172"/>
                  <a:gd name="connsiteY6" fmla="*/ 364760 h 645749"/>
                  <a:gd name="connsiteX7" fmla="*/ 611497 w 703172"/>
                  <a:gd name="connsiteY7" fmla="*/ 644556 h 645749"/>
                  <a:gd name="connsiteX8" fmla="*/ 295991 w 703172"/>
                  <a:gd name="connsiteY8" fmla="*/ 645749 h 645749"/>
                  <a:gd name="connsiteX9" fmla="*/ 296781 w 703172"/>
                  <a:gd name="connsiteY9" fmla="*/ 0 h 645749"/>
                  <a:gd name="connsiteX0" fmla="*/ 0 w 703172"/>
                  <a:gd name="connsiteY0" fmla="*/ 140977 h 648844"/>
                  <a:gd name="connsiteX1" fmla="*/ 226634 w 703172"/>
                  <a:gd name="connsiteY1" fmla="*/ 141379 h 648844"/>
                  <a:gd name="connsiteX2" fmla="*/ 226634 w 703172"/>
                  <a:gd name="connsiteY2" fmla="*/ 205526 h 648844"/>
                  <a:gd name="connsiteX3" fmla="*/ 168038 w 703172"/>
                  <a:gd name="connsiteY3" fmla="*/ 205089 h 648844"/>
                  <a:gd name="connsiteX4" fmla="*/ 167619 w 703172"/>
                  <a:gd name="connsiteY4" fmla="*/ 88785 h 648844"/>
                  <a:gd name="connsiteX5" fmla="*/ 609674 w 703172"/>
                  <a:gd name="connsiteY5" fmla="*/ 89045 h 648844"/>
                  <a:gd name="connsiteX6" fmla="*/ 703172 w 703172"/>
                  <a:gd name="connsiteY6" fmla="*/ 367855 h 648844"/>
                  <a:gd name="connsiteX7" fmla="*/ 611497 w 703172"/>
                  <a:gd name="connsiteY7" fmla="*/ 647651 h 648844"/>
                  <a:gd name="connsiteX8" fmla="*/ 295991 w 703172"/>
                  <a:gd name="connsiteY8" fmla="*/ 648844 h 648844"/>
                  <a:gd name="connsiteX9" fmla="*/ 295770 w 703172"/>
                  <a:gd name="connsiteY9" fmla="*/ 0 h 648844"/>
                  <a:gd name="connsiteX0" fmla="*/ 59015 w 535553"/>
                  <a:gd name="connsiteY0" fmla="*/ 141379 h 648844"/>
                  <a:gd name="connsiteX1" fmla="*/ 59015 w 535553"/>
                  <a:gd name="connsiteY1" fmla="*/ 205526 h 648844"/>
                  <a:gd name="connsiteX2" fmla="*/ 419 w 535553"/>
                  <a:gd name="connsiteY2" fmla="*/ 205089 h 648844"/>
                  <a:gd name="connsiteX3" fmla="*/ 0 w 535553"/>
                  <a:gd name="connsiteY3" fmla="*/ 88785 h 648844"/>
                  <a:gd name="connsiteX4" fmla="*/ 442055 w 535553"/>
                  <a:gd name="connsiteY4" fmla="*/ 89045 h 648844"/>
                  <a:gd name="connsiteX5" fmla="*/ 535553 w 535553"/>
                  <a:gd name="connsiteY5" fmla="*/ 367855 h 648844"/>
                  <a:gd name="connsiteX6" fmla="*/ 443878 w 535553"/>
                  <a:gd name="connsiteY6" fmla="*/ 647651 h 648844"/>
                  <a:gd name="connsiteX7" fmla="*/ 128372 w 535553"/>
                  <a:gd name="connsiteY7" fmla="*/ 648844 h 648844"/>
                  <a:gd name="connsiteX8" fmla="*/ 128151 w 535553"/>
                  <a:gd name="connsiteY8" fmla="*/ 0 h 648844"/>
                  <a:gd name="connsiteX0" fmla="*/ 59015 w 535553"/>
                  <a:gd name="connsiteY0" fmla="*/ 205526 h 648844"/>
                  <a:gd name="connsiteX1" fmla="*/ 419 w 535553"/>
                  <a:gd name="connsiteY1" fmla="*/ 205089 h 648844"/>
                  <a:gd name="connsiteX2" fmla="*/ 0 w 535553"/>
                  <a:gd name="connsiteY2" fmla="*/ 88785 h 648844"/>
                  <a:gd name="connsiteX3" fmla="*/ 442055 w 535553"/>
                  <a:gd name="connsiteY3" fmla="*/ 89045 h 648844"/>
                  <a:gd name="connsiteX4" fmla="*/ 535553 w 535553"/>
                  <a:gd name="connsiteY4" fmla="*/ 367855 h 648844"/>
                  <a:gd name="connsiteX5" fmla="*/ 443878 w 535553"/>
                  <a:gd name="connsiteY5" fmla="*/ 647651 h 648844"/>
                  <a:gd name="connsiteX6" fmla="*/ 128372 w 535553"/>
                  <a:gd name="connsiteY6" fmla="*/ 648844 h 648844"/>
                  <a:gd name="connsiteX7" fmla="*/ 128151 w 535553"/>
                  <a:gd name="connsiteY7" fmla="*/ 0 h 648844"/>
                  <a:gd name="connsiteX0" fmla="*/ 419 w 535553"/>
                  <a:gd name="connsiteY0" fmla="*/ 205089 h 648844"/>
                  <a:gd name="connsiteX1" fmla="*/ 0 w 535553"/>
                  <a:gd name="connsiteY1" fmla="*/ 88785 h 648844"/>
                  <a:gd name="connsiteX2" fmla="*/ 442055 w 535553"/>
                  <a:gd name="connsiteY2" fmla="*/ 89045 h 648844"/>
                  <a:gd name="connsiteX3" fmla="*/ 535553 w 535553"/>
                  <a:gd name="connsiteY3" fmla="*/ 367855 h 648844"/>
                  <a:gd name="connsiteX4" fmla="*/ 443878 w 535553"/>
                  <a:gd name="connsiteY4" fmla="*/ 647651 h 648844"/>
                  <a:gd name="connsiteX5" fmla="*/ 128372 w 535553"/>
                  <a:gd name="connsiteY5" fmla="*/ 648844 h 648844"/>
                  <a:gd name="connsiteX6" fmla="*/ 128151 w 535553"/>
                  <a:gd name="connsiteY6" fmla="*/ 0 h 648844"/>
                  <a:gd name="connsiteX0" fmla="*/ 0 w 535553"/>
                  <a:gd name="connsiteY0" fmla="*/ 88785 h 648844"/>
                  <a:gd name="connsiteX1" fmla="*/ 442055 w 535553"/>
                  <a:gd name="connsiteY1" fmla="*/ 89045 h 648844"/>
                  <a:gd name="connsiteX2" fmla="*/ 535553 w 535553"/>
                  <a:gd name="connsiteY2" fmla="*/ 367855 h 648844"/>
                  <a:gd name="connsiteX3" fmla="*/ 443878 w 535553"/>
                  <a:gd name="connsiteY3" fmla="*/ 647651 h 648844"/>
                  <a:gd name="connsiteX4" fmla="*/ 128372 w 535553"/>
                  <a:gd name="connsiteY4" fmla="*/ 648844 h 648844"/>
                  <a:gd name="connsiteX5" fmla="*/ 128151 w 535553"/>
                  <a:gd name="connsiteY5" fmla="*/ 0 h 648844"/>
                  <a:gd name="connsiteX0" fmla="*/ 0 w 646478"/>
                  <a:gd name="connsiteY0" fmla="*/ 87901 h 648844"/>
                  <a:gd name="connsiteX1" fmla="*/ 552980 w 646478"/>
                  <a:gd name="connsiteY1" fmla="*/ 89045 h 648844"/>
                  <a:gd name="connsiteX2" fmla="*/ 646478 w 646478"/>
                  <a:gd name="connsiteY2" fmla="*/ 367855 h 648844"/>
                  <a:gd name="connsiteX3" fmla="*/ 554803 w 646478"/>
                  <a:gd name="connsiteY3" fmla="*/ 647651 h 648844"/>
                  <a:gd name="connsiteX4" fmla="*/ 239297 w 646478"/>
                  <a:gd name="connsiteY4" fmla="*/ 648844 h 648844"/>
                  <a:gd name="connsiteX5" fmla="*/ 239076 w 646478"/>
                  <a:gd name="connsiteY5" fmla="*/ 0 h 648844"/>
                  <a:gd name="connsiteX0" fmla="*/ 0 w 646478"/>
                  <a:gd name="connsiteY0" fmla="*/ 115043 h 675986"/>
                  <a:gd name="connsiteX1" fmla="*/ 552980 w 646478"/>
                  <a:gd name="connsiteY1" fmla="*/ 116187 h 675986"/>
                  <a:gd name="connsiteX2" fmla="*/ 646478 w 646478"/>
                  <a:gd name="connsiteY2" fmla="*/ 394997 h 675986"/>
                  <a:gd name="connsiteX3" fmla="*/ 554803 w 646478"/>
                  <a:gd name="connsiteY3" fmla="*/ 674793 h 675986"/>
                  <a:gd name="connsiteX4" fmla="*/ 239297 w 646478"/>
                  <a:gd name="connsiteY4" fmla="*/ 675986 h 675986"/>
                  <a:gd name="connsiteX5" fmla="*/ 239173 w 646478"/>
                  <a:gd name="connsiteY5" fmla="*/ 55279 h 675986"/>
                  <a:gd name="connsiteX6" fmla="*/ 239076 w 646478"/>
                  <a:gd name="connsiteY6" fmla="*/ 27142 h 675986"/>
                  <a:gd name="connsiteX0" fmla="*/ 0 w 646478"/>
                  <a:gd name="connsiteY0" fmla="*/ 115043 h 675986"/>
                  <a:gd name="connsiteX1" fmla="*/ 552980 w 646478"/>
                  <a:gd name="connsiteY1" fmla="*/ 116187 h 675986"/>
                  <a:gd name="connsiteX2" fmla="*/ 646478 w 646478"/>
                  <a:gd name="connsiteY2" fmla="*/ 394997 h 675986"/>
                  <a:gd name="connsiteX3" fmla="*/ 554803 w 646478"/>
                  <a:gd name="connsiteY3" fmla="*/ 674793 h 675986"/>
                  <a:gd name="connsiteX4" fmla="*/ 239297 w 646478"/>
                  <a:gd name="connsiteY4" fmla="*/ 675986 h 675986"/>
                  <a:gd name="connsiteX5" fmla="*/ 239173 w 646478"/>
                  <a:gd name="connsiteY5" fmla="*/ 55279 h 675986"/>
                  <a:gd name="connsiteX6" fmla="*/ 239076 w 646478"/>
                  <a:gd name="connsiteY6" fmla="*/ 27142 h 675986"/>
                  <a:gd name="connsiteX0" fmla="*/ 0 w 646478"/>
                  <a:gd name="connsiteY0" fmla="*/ 115043 h 675986"/>
                  <a:gd name="connsiteX1" fmla="*/ 552980 w 646478"/>
                  <a:gd name="connsiteY1" fmla="*/ 116187 h 675986"/>
                  <a:gd name="connsiteX2" fmla="*/ 646478 w 646478"/>
                  <a:gd name="connsiteY2" fmla="*/ 394997 h 675986"/>
                  <a:gd name="connsiteX3" fmla="*/ 554803 w 646478"/>
                  <a:gd name="connsiteY3" fmla="*/ 674793 h 675986"/>
                  <a:gd name="connsiteX4" fmla="*/ 239297 w 646478"/>
                  <a:gd name="connsiteY4" fmla="*/ 675986 h 675986"/>
                  <a:gd name="connsiteX5" fmla="*/ 239173 w 646478"/>
                  <a:gd name="connsiteY5" fmla="*/ 55279 h 675986"/>
                  <a:gd name="connsiteX6" fmla="*/ 239076 w 646478"/>
                  <a:gd name="connsiteY6" fmla="*/ 27142 h 675986"/>
                  <a:gd name="connsiteX0" fmla="*/ 0 w 646478"/>
                  <a:gd name="connsiteY0" fmla="*/ 115043 h 675986"/>
                  <a:gd name="connsiteX1" fmla="*/ 552980 w 646478"/>
                  <a:gd name="connsiteY1" fmla="*/ 116187 h 675986"/>
                  <a:gd name="connsiteX2" fmla="*/ 646478 w 646478"/>
                  <a:gd name="connsiteY2" fmla="*/ 394997 h 675986"/>
                  <a:gd name="connsiteX3" fmla="*/ 554803 w 646478"/>
                  <a:gd name="connsiteY3" fmla="*/ 674793 h 675986"/>
                  <a:gd name="connsiteX4" fmla="*/ 239297 w 646478"/>
                  <a:gd name="connsiteY4" fmla="*/ 675986 h 675986"/>
                  <a:gd name="connsiteX5" fmla="*/ 239173 w 646478"/>
                  <a:gd name="connsiteY5" fmla="*/ 55279 h 675986"/>
                  <a:gd name="connsiteX6" fmla="*/ 239076 w 646478"/>
                  <a:gd name="connsiteY6" fmla="*/ 27142 h 675986"/>
                  <a:gd name="connsiteX0" fmla="*/ 0 w 963608"/>
                  <a:gd name="connsiteY0" fmla="*/ 107020 h 667963"/>
                  <a:gd name="connsiteX1" fmla="*/ 552980 w 963608"/>
                  <a:gd name="connsiteY1" fmla="*/ 108164 h 667963"/>
                  <a:gd name="connsiteX2" fmla="*/ 646478 w 963608"/>
                  <a:gd name="connsiteY2" fmla="*/ 386974 h 667963"/>
                  <a:gd name="connsiteX3" fmla="*/ 554803 w 963608"/>
                  <a:gd name="connsiteY3" fmla="*/ 666770 h 667963"/>
                  <a:gd name="connsiteX4" fmla="*/ 239297 w 963608"/>
                  <a:gd name="connsiteY4" fmla="*/ 667963 h 667963"/>
                  <a:gd name="connsiteX5" fmla="*/ 239173 w 963608"/>
                  <a:gd name="connsiteY5" fmla="*/ 47256 h 667963"/>
                  <a:gd name="connsiteX6" fmla="*/ 963608 w 963608"/>
                  <a:gd name="connsiteY6" fmla="*/ 46389 h 667963"/>
                  <a:gd name="connsiteX0" fmla="*/ 0 w 963608"/>
                  <a:gd name="connsiteY0" fmla="*/ 60631 h 621574"/>
                  <a:gd name="connsiteX1" fmla="*/ 552980 w 963608"/>
                  <a:gd name="connsiteY1" fmla="*/ 61775 h 621574"/>
                  <a:gd name="connsiteX2" fmla="*/ 646478 w 963608"/>
                  <a:gd name="connsiteY2" fmla="*/ 340585 h 621574"/>
                  <a:gd name="connsiteX3" fmla="*/ 554803 w 963608"/>
                  <a:gd name="connsiteY3" fmla="*/ 620381 h 621574"/>
                  <a:gd name="connsiteX4" fmla="*/ 239297 w 963608"/>
                  <a:gd name="connsiteY4" fmla="*/ 621574 h 621574"/>
                  <a:gd name="connsiteX5" fmla="*/ 239173 w 963608"/>
                  <a:gd name="connsiteY5" fmla="*/ 867 h 621574"/>
                  <a:gd name="connsiteX6" fmla="*/ 963608 w 963608"/>
                  <a:gd name="connsiteY6" fmla="*/ 0 h 621574"/>
                  <a:gd name="connsiteX0" fmla="*/ 0 w 963608"/>
                  <a:gd name="connsiteY0" fmla="*/ 60631 h 621574"/>
                  <a:gd name="connsiteX1" fmla="*/ 552980 w 963608"/>
                  <a:gd name="connsiteY1" fmla="*/ 61775 h 621574"/>
                  <a:gd name="connsiteX2" fmla="*/ 646478 w 963608"/>
                  <a:gd name="connsiteY2" fmla="*/ 340585 h 621574"/>
                  <a:gd name="connsiteX3" fmla="*/ 554803 w 963608"/>
                  <a:gd name="connsiteY3" fmla="*/ 620381 h 621574"/>
                  <a:gd name="connsiteX4" fmla="*/ 239297 w 963608"/>
                  <a:gd name="connsiteY4" fmla="*/ 621574 h 621574"/>
                  <a:gd name="connsiteX5" fmla="*/ 239173 w 963608"/>
                  <a:gd name="connsiteY5" fmla="*/ 867 h 621574"/>
                  <a:gd name="connsiteX6" fmla="*/ 963608 w 963608"/>
                  <a:gd name="connsiteY6" fmla="*/ 0 h 621574"/>
                  <a:gd name="connsiteX0" fmla="*/ 0 w 1017378"/>
                  <a:gd name="connsiteY0" fmla="*/ 61293 h 622236"/>
                  <a:gd name="connsiteX1" fmla="*/ 552980 w 1017378"/>
                  <a:gd name="connsiteY1" fmla="*/ 62437 h 622236"/>
                  <a:gd name="connsiteX2" fmla="*/ 646478 w 1017378"/>
                  <a:gd name="connsiteY2" fmla="*/ 341247 h 622236"/>
                  <a:gd name="connsiteX3" fmla="*/ 554803 w 1017378"/>
                  <a:gd name="connsiteY3" fmla="*/ 621043 h 622236"/>
                  <a:gd name="connsiteX4" fmla="*/ 239297 w 1017378"/>
                  <a:gd name="connsiteY4" fmla="*/ 622236 h 622236"/>
                  <a:gd name="connsiteX5" fmla="*/ 239173 w 1017378"/>
                  <a:gd name="connsiteY5" fmla="*/ 1529 h 622236"/>
                  <a:gd name="connsiteX6" fmla="*/ 963608 w 1017378"/>
                  <a:gd name="connsiteY6" fmla="*/ 662 h 622236"/>
                  <a:gd name="connsiteX7" fmla="*/ 963986 w 1017378"/>
                  <a:gd name="connsiteY7" fmla="*/ 0 h 622236"/>
                  <a:gd name="connsiteX0" fmla="*/ 0 w 1017951"/>
                  <a:gd name="connsiteY0" fmla="*/ 61293 h 622236"/>
                  <a:gd name="connsiteX1" fmla="*/ 552980 w 1017951"/>
                  <a:gd name="connsiteY1" fmla="*/ 62437 h 622236"/>
                  <a:gd name="connsiteX2" fmla="*/ 646478 w 1017951"/>
                  <a:gd name="connsiteY2" fmla="*/ 341247 h 622236"/>
                  <a:gd name="connsiteX3" fmla="*/ 554803 w 1017951"/>
                  <a:gd name="connsiteY3" fmla="*/ 621043 h 622236"/>
                  <a:gd name="connsiteX4" fmla="*/ 239297 w 1017951"/>
                  <a:gd name="connsiteY4" fmla="*/ 622236 h 622236"/>
                  <a:gd name="connsiteX5" fmla="*/ 239173 w 1017951"/>
                  <a:gd name="connsiteY5" fmla="*/ 1529 h 622236"/>
                  <a:gd name="connsiteX6" fmla="*/ 963608 w 1017951"/>
                  <a:gd name="connsiteY6" fmla="*/ 662 h 622236"/>
                  <a:gd name="connsiteX7" fmla="*/ 951098 w 1017951"/>
                  <a:gd name="connsiteY7" fmla="*/ 135789 h 622236"/>
                  <a:gd name="connsiteX8" fmla="*/ 963986 w 1017951"/>
                  <a:gd name="connsiteY8" fmla="*/ 0 h 622236"/>
                  <a:gd name="connsiteX0" fmla="*/ 0 w 1017951"/>
                  <a:gd name="connsiteY0" fmla="*/ 61293 h 622236"/>
                  <a:gd name="connsiteX1" fmla="*/ 552980 w 1017951"/>
                  <a:gd name="connsiteY1" fmla="*/ 62437 h 622236"/>
                  <a:gd name="connsiteX2" fmla="*/ 646478 w 1017951"/>
                  <a:gd name="connsiteY2" fmla="*/ 341247 h 622236"/>
                  <a:gd name="connsiteX3" fmla="*/ 554803 w 1017951"/>
                  <a:gd name="connsiteY3" fmla="*/ 621043 h 622236"/>
                  <a:gd name="connsiteX4" fmla="*/ 239297 w 1017951"/>
                  <a:gd name="connsiteY4" fmla="*/ 622236 h 622236"/>
                  <a:gd name="connsiteX5" fmla="*/ 239173 w 1017951"/>
                  <a:gd name="connsiteY5" fmla="*/ 1529 h 622236"/>
                  <a:gd name="connsiteX6" fmla="*/ 963608 w 1017951"/>
                  <a:gd name="connsiteY6" fmla="*/ 662 h 622236"/>
                  <a:gd name="connsiteX7" fmla="*/ 951098 w 1017951"/>
                  <a:gd name="connsiteY7" fmla="*/ 135789 h 622236"/>
                  <a:gd name="connsiteX8" fmla="*/ 966134 w 1017951"/>
                  <a:gd name="connsiteY8" fmla="*/ 77750 h 622236"/>
                  <a:gd name="connsiteX9" fmla="*/ 963986 w 1017951"/>
                  <a:gd name="connsiteY9" fmla="*/ 0 h 622236"/>
                  <a:gd name="connsiteX0" fmla="*/ 0 w 1017951"/>
                  <a:gd name="connsiteY0" fmla="*/ 61293 h 622236"/>
                  <a:gd name="connsiteX1" fmla="*/ 552980 w 1017951"/>
                  <a:gd name="connsiteY1" fmla="*/ 62437 h 622236"/>
                  <a:gd name="connsiteX2" fmla="*/ 646478 w 1017951"/>
                  <a:gd name="connsiteY2" fmla="*/ 341247 h 622236"/>
                  <a:gd name="connsiteX3" fmla="*/ 554803 w 1017951"/>
                  <a:gd name="connsiteY3" fmla="*/ 621043 h 622236"/>
                  <a:gd name="connsiteX4" fmla="*/ 239297 w 1017951"/>
                  <a:gd name="connsiteY4" fmla="*/ 622236 h 622236"/>
                  <a:gd name="connsiteX5" fmla="*/ 239173 w 1017951"/>
                  <a:gd name="connsiteY5" fmla="*/ 1529 h 622236"/>
                  <a:gd name="connsiteX6" fmla="*/ 963608 w 1017951"/>
                  <a:gd name="connsiteY6" fmla="*/ 662 h 622236"/>
                  <a:gd name="connsiteX7" fmla="*/ 951098 w 1017951"/>
                  <a:gd name="connsiteY7" fmla="*/ 135789 h 622236"/>
                  <a:gd name="connsiteX8" fmla="*/ 866257 w 1017951"/>
                  <a:gd name="connsiteY8" fmla="*/ 165356 h 622236"/>
                  <a:gd name="connsiteX9" fmla="*/ 963986 w 1017951"/>
                  <a:gd name="connsiteY9" fmla="*/ 0 h 622236"/>
                  <a:gd name="connsiteX0" fmla="*/ 0 w 1017951"/>
                  <a:gd name="connsiteY0" fmla="*/ 60632 h 621575"/>
                  <a:gd name="connsiteX1" fmla="*/ 552980 w 1017951"/>
                  <a:gd name="connsiteY1" fmla="*/ 61776 h 621575"/>
                  <a:gd name="connsiteX2" fmla="*/ 646478 w 1017951"/>
                  <a:gd name="connsiteY2" fmla="*/ 340586 h 621575"/>
                  <a:gd name="connsiteX3" fmla="*/ 554803 w 1017951"/>
                  <a:gd name="connsiteY3" fmla="*/ 620382 h 621575"/>
                  <a:gd name="connsiteX4" fmla="*/ 239297 w 1017951"/>
                  <a:gd name="connsiteY4" fmla="*/ 621575 h 621575"/>
                  <a:gd name="connsiteX5" fmla="*/ 239173 w 1017951"/>
                  <a:gd name="connsiteY5" fmla="*/ 868 h 621575"/>
                  <a:gd name="connsiteX6" fmla="*/ 963608 w 1017951"/>
                  <a:gd name="connsiteY6" fmla="*/ 1 h 621575"/>
                  <a:gd name="connsiteX7" fmla="*/ 951098 w 1017951"/>
                  <a:gd name="connsiteY7" fmla="*/ 135128 h 621575"/>
                  <a:gd name="connsiteX8" fmla="*/ 866257 w 1017951"/>
                  <a:gd name="connsiteY8" fmla="*/ 164695 h 621575"/>
                  <a:gd name="connsiteX9" fmla="*/ 844778 w 1017951"/>
                  <a:gd name="connsiteY9" fmla="*/ 94610 h 621575"/>
                  <a:gd name="connsiteX0" fmla="*/ 0 w 1021401"/>
                  <a:gd name="connsiteY0" fmla="*/ 60632 h 621575"/>
                  <a:gd name="connsiteX1" fmla="*/ 552980 w 1021401"/>
                  <a:gd name="connsiteY1" fmla="*/ 61776 h 621575"/>
                  <a:gd name="connsiteX2" fmla="*/ 646478 w 1021401"/>
                  <a:gd name="connsiteY2" fmla="*/ 340586 h 621575"/>
                  <a:gd name="connsiteX3" fmla="*/ 554803 w 1021401"/>
                  <a:gd name="connsiteY3" fmla="*/ 620382 h 621575"/>
                  <a:gd name="connsiteX4" fmla="*/ 239297 w 1021401"/>
                  <a:gd name="connsiteY4" fmla="*/ 621575 h 621575"/>
                  <a:gd name="connsiteX5" fmla="*/ 239173 w 1021401"/>
                  <a:gd name="connsiteY5" fmla="*/ 868 h 621575"/>
                  <a:gd name="connsiteX6" fmla="*/ 963608 w 1021401"/>
                  <a:gd name="connsiteY6" fmla="*/ 1 h 621575"/>
                  <a:gd name="connsiteX7" fmla="*/ 965060 w 1021401"/>
                  <a:gd name="connsiteY7" fmla="*/ 63948 h 621575"/>
                  <a:gd name="connsiteX8" fmla="*/ 866257 w 1021401"/>
                  <a:gd name="connsiteY8" fmla="*/ 164695 h 621575"/>
                  <a:gd name="connsiteX9" fmla="*/ 844778 w 1021401"/>
                  <a:gd name="connsiteY9" fmla="*/ 94610 h 621575"/>
                  <a:gd name="connsiteX0" fmla="*/ 0 w 1021401"/>
                  <a:gd name="connsiteY0" fmla="*/ 60632 h 621575"/>
                  <a:gd name="connsiteX1" fmla="*/ 552980 w 1021401"/>
                  <a:gd name="connsiteY1" fmla="*/ 61776 h 621575"/>
                  <a:gd name="connsiteX2" fmla="*/ 646478 w 1021401"/>
                  <a:gd name="connsiteY2" fmla="*/ 340586 h 621575"/>
                  <a:gd name="connsiteX3" fmla="*/ 554803 w 1021401"/>
                  <a:gd name="connsiteY3" fmla="*/ 620382 h 621575"/>
                  <a:gd name="connsiteX4" fmla="*/ 239297 w 1021401"/>
                  <a:gd name="connsiteY4" fmla="*/ 621575 h 621575"/>
                  <a:gd name="connsiteX5" fmla="*/ 239173 w 1021401"/>
                  <a:gd name="connsiteY5" fmla="*/ 868 h 621575"/>
                  <a:gd name="connsiteX6" fmla="*/ 963608 w 1021401"/>
                  <a:gd name="connsiteY6" fmla="*/ 1 h 621575"/>
                  <a:gd name="connsiteX7" fmla="*/ 965060 w 1021401"/>
                  <a:gd name="connsiteY7" fmla="*/ 63948 h 621575"/>
                  <a:gd name="connsiteX8" fmla="*/ 907067 w 1021401"/>
                  <a:gd name="connsiteY8" fmla="*/ 65043 h 621575"/>
                  <a:gd name="connsiteX9" fmla="*/ 844778 w 1021401"/>
                  <a:gd name="connsiteY9" fmla="*/ 94610 h 621575"/>
                  <a:gd name="connsiteX0" fmla="*/ 0 w 1021401"/>
                  <a:gd name="connsiteY0" fmla="*/ 134663 h 695606"/>
                  <a:gd name="connsiteX1" fmla="*/ 552980 w 1021401"/>
                  <a:gd name="connsiteY1" fmla="*/ 135807 h 695606"/>
                  <a:gd name="connsiteX2" fmla="*/ 646478 w 1021401"/>
                  <a:gd name="connsiteY2" fmla="*/ 414617 h 695606"/>
                  <a:gd name="connsiteX3" fmla="*/ 554803 w 1021401"/>
                  <a:gd name="connsiteY3" fmla="*/ 694413 h 695606"/>
                  <a:gd name="connsiteX4" fmla="*/ 239297 w 1021401"/>
                  <a:gd name="connsiteY4" fmla="*/ 695606 h 695606"/>
                  <a:gd name="connsiteX5" fmla="*/ 239173 w 1021401"/>
                  <a:gd name="connsiteY5" fmla="*/ 74899 h 695606"/>
                  <a:gd name="connsiteX6" fmla="*/ 963608 w 1021401"/>
                  <a:gd name="connsiteY6" fmla="*/ 74032 h 695606"/>
                  <a:gd name="connsiteX7" fmla="*/ 965060 w 1021401"/>
                  <a:gd name="connsiteY7" fmla="*/ 137979 h 695606"/>
                  <a:gd name="connsiteX8" fmla="*/ 907067 w 1021401"/>
                  <a:gd name="connsiteY8" fmla="*/ 139074 h 695606"/>
                  <a:gd name="connsiteX9" fmla="*/ 905993 w 1021401"/>
                  <a:gd name="connsiteY9" fmla="*/ 0 h 695606"/>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7979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7979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7979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7979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8693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8693 h 694511"/>
                  <a:gd name="connsiteX9" fmla="*/ 907067 w 1021401"/>
                  <a:gd name="connsiteY9" fmla="*/ 0 h 694511"/>
                  <a:gd name="connsiteX0" fmla="*/ 0 w 1021585"/>
                  <a:gd name="connsiteY0" fmla="*/ 133568 h 694511"/>
                  <a:gd name="connsiteX1" fmla="*/ 552980 w 1021585"/>
                  <a:gd name="connsiteY1" fmla="*/ 134712 h 694511"/>
                  <a:gd name="connsiteX2" fmla="*/ 646478 w 1021585"/>
                  <a:gd name="connsiteY2" fmla="*/ 413522 h 694511"/>
                  <a:gd name="connsiteX3" fmla="*/ 554803 w 1021585"/>
                  <a:gd name="connsiteY3" fmla="*/ 693318 h 694511"/>
                  <a:gd name="connsiteX4" fmla="*/ 239297 w 1021585"/>
                  <a:gd name="connsiteY4" fmla="*/ 694511 h 694511"/>
                  <a:gd name="connsiteX5" fmla="*/ 239173 w 1021585"/>
                  <a:gd name="connsiteY5" fmla="*/ 73804 h 694511"/>
                  <a:gd name="connsiteX6" fmla="*/ 963608 w 1021585"/>
                  <a:gd name="connsiteY6" fmla="*/ 72937 h 694511"/>
                  <a:gd name="connsiteX7" fmla="*/ 965760 w 1021585"/>
                  <a:gd name="connsiteY7" fmla="*/ 146166 h 694511"/>
                  <a:gd name="connsiteX8" fmla="*/ 907067 w 1021585"/>
                  <a:gd name="connsiteY8" fmla="*/ 138693 h 694511"/>
                  <a:gd name="connsiteX9" fmla="*/ 907067 w 1021585"/>
                  <a:gd name="connsiteY9" fmla="*/ 0 h 694511"/>
                  <a:gd name="connsiteX0" fmla="*/ 0 w 1021771"/>
                  <a:gd name="connsiteY0" fmla="*/ 133568 h 694511"/>
                  <a:gd name="connsiteX1" fmla="*/ 552980 w 1021771"/>
                  <a:gd name="connsiteY1" fmla="*/ 134712 h 694511"/>
                  <a:gd name="connsiteX2" fmla="*/ 646478 w 1021771"/>
                  <a:gd name="connsiteY2" fmla="*/ 413522 h 694511"/>
                  <a:gd name="connsiteX3" fmla="*/ 554803 w 1021771"/>
                  <a:gd name="connsiteY3" fmla="*/ 693318 h 694511"/>
                  <a:gd name="connsiteX4" fmla="*/ 239297 w 1021771"/>
                  <a:gd name="connsiteY4" fmla="*/ 694511 h 694511"/>
                  <a:gd name="connsiteX5" fmla="*/ 239173 w 1021771"/>
                  <a:gd name="connsiteY5" fmla="*/ 73804 h 694511"/>
                  <a:gd name="connsiteX6" fmla="*/ 963608 w 1021771"/>
                  <a:gd name="connsiteY6" fmla="*/ 72937 h 694511"/>
                  <a:gd name="connsiteX7" fmla="*/ 966461 w 1021771"/>
                  <a:gd name="connsiteY7" fmla="*/ 136884 h 694511"/>
                  <a:gd name="connsiteX8" fmla="*/ 907067 w 1021771"/>
                  <a:gd name="connsiteY8" fmla="*/ 138693 h 694511"/>
                  <a:gd name="connsiteX9" fmla="*/ 907067 w 1021771"/>
                  <a:gd name="connsiteY9" fmla="*/ 0 h 694511"/>
                  <a:gd name="connsiteX0" fmla="*/ 0 w 966461"/>
                  <a:gd name="connsiteY0" fmla="*/ 133568 h 694511"/>
                  <a:gd name="connsiteX1" fmla="*/ 552980 w 966461"/>
                  <a:gd name="connsiteY1" fmla="*/ 134712 h 694511"/>
                  <a:gd name="connsiteX2" fmla="*/ 646478 w 966461"/>
                  <a:gd name="connsiteY2" fmla="*/ 413522 h 694511"/>
                  <a:gd name="connsiteX3" fmla="*/ 554803 w 966461"/>
                  <a:gd name="connsiteY3" fmla="*/ 693318 h 694511"/>
                  <a:gd name="connsiteX4" fmla="*/ 239297 w 966461"/>
                  <a:gd name="connsiteY4" fmla="*/ 694511 h 694511"/>
                  <a:gd name="connsiteX5" fmla="*/ 239173 w 966461"/>
                  <a:gd name="connsiteY5" fmla="*/ 73804 h 694511"/>
                  <a:gd name="connsiteX6" fmla="*/ 963608 w 966461"/>
                  <a:gd name="connsiteY6" fmla="*/ 72937 h 694511"/>
                  <a:gd name="connsiteX7" fmla="*/ 966461 w 966461"/>
                  <a:gd name="connsiteY7" fmla="*/ 136884 h 694511"/>
                  <a:gd name="connsiteX8" fmla="*/ 907067 w 966461"/>
                  <a:gd name="connsiteY8" fmla="*/ 138693 h 694511"/>
                  <a:gd name="connsiteX9" fmla="*/ 907067 w 966461"/>
                  <a:gd name="connsiteY9" fmla="*/ 0 h 694511"/>
                  <a:gd name="connsiteX0" fmla="*/ 0 w 967328"/>
                  <a:gd name="connsiteY0" fmla="*/ 133568 h 694511"/>
                  <a:gd name="connsiteX1" fmla="*/ 552980 w 967328"/>
                  <a:gd name="connsiteY1" fmla="*/ 134712 h 694511"/>
                  <a:gd name="connsiteX2" fmla="*/ 646478 w 967328"/>
                  <a:gd name="connsiteY2" fmla="*/ 413522 h 694511"/>
                  <a:gd name="connsiteX3" fmla="*/ 554803 w 967328"/>
                  <a:gd name="connsiteY3" fmla="*/ 693318 h 694511"/>
                  <a:gd name="connsiteX4" fmla="*/ 239297 w 967328"/>
                  <a:gd name="connsiteY4" fmla="*/ 694511 h 694511"/>
                  <a:gd name="connsiteX5" fmla="*/ 239173 w 967328"/>
                  <a:gd name="connsiteY5" fmla="*/ 73804 h 694511"/>
                  <a:gd name="connsiteX6" fmla="*/ 965709 w 967328"/>
                  <a:gd name="connsiteY6" fmla="*/ 72937 h 694511"/>
                  <a:gd name="connsiteX7" fmla="*/ 966461 w 967328"/>
                  <a:gd name="connsiteY7" fmla="*/ 136884 h 694511"/>
                  <a:gd name="connsiteX8" fmla="*/ 907067 w 967328"/>
                  <a:gd name="connsiteY8" fmla="*/ 138693 h 694511"/>
                  <a:gd name="connsiteX9" fmla="*/ 907067 w 967328"/>
                  <a:gd name="connsiteY9" fmla="*/ 0 h 694511"/>
                  <a:gd name="connsiteX0" fmla="*/ 0 w 966461"/>
                  <a:gd name="connsiteY0" fmla="*/ 133568 h 694511"/>
                  <a:gd name="connsiteX1" fmla="*/ 552980 w 966461"/>
                  <a:gd name="connsiteY1" fmla="*/ 134712 h 694511"/>
                  <a:gd name="connsiteX2" fmla="*/ 646478 w 966461"/>
                  <a:gd name="connsiteY2" fmla="*/ 413522 h 694511"/>
                  <a:gd name="connsiteX3" fmla="*/ 554803 w 966461"/>
                  <a:gd name="connsiteY3" fmla="*/ 693318 h 694511"/>
                  <a:gd name="connsiteX4" fmla="*/ 239297 w 966461"/>
                  <a:gd name="connsiteY4" fmla="*/ 694511 h 694511"/>
                  <a:gd name="connsiteX5" fmla="*/ 239173 w 966461"/>
                  <a:gd name="connsiteY5" fmla="*/ 73804 h 694511"/>
                  <a:gd name="connsiteX6" fmla="*/ 965709 w 966461"/>
                  <a:gd name="connsiteY6" fmla="*/ 72937 h 694511"/>
                  <a:gd name="connsiteX7" fmla="*/ 966461 w 966461"/>
                  <a:gd name="connsiteY7" fmla="*/ 136884 h 694511"/>
                  <a:gd name="connsiteX8" fmla="*/ 907067 w 966461"/>
                  <a:gd name="connsiteY8" fmla="*/ 138693 h 694511"/>
                  <a:gd name="connsiteX9" fmla="*/ 907067 w 966461"/>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7067 w 965875"/>
                  <a:gd name="connsiteY8" fmla="*/ 138693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6367 w 965875"/>
                  <a:gd name="connsiteY8" fmla="*/ 15511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2866 w 965875"/>
                  <a:gd name="connsiteY8" fmla="*/ 157257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7768 w 965875"/>
                  <a:gd name="connsiteY8" fmla="*/ 139407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3681 h 694511"/>
                  <a:gd name="connsiteX7" fmla="*/ 965761 w 965875"/>
                  <a:gd name="connsiteY7" fmla="*/ 139026 h 694511"/>
                  <a:gd name="connsiteX8" fmla="*/ 907768 w 965875"/>
                  <a:gd name="connsiteY8" fmla="*/ 139407 h 694511"/>
                  <a:gd name="connsiteX9" fmla="*/ 907067 w 965875"/>
                  <a:gd name="connsiteY9" fmla="*/ 0 h 694511"/>
                  <a:gd name="connsiteX0" fmla="*/ 0 w 965875"/>
                  <a:gd name="connsiteY0" fmla="*/ 132824 h 693767"/>
                  <a:gd name="connsiteX1" fmla="*/ 552980 w 965875"/>
                  <a:gd name="connsiteY1" fmla="*/ 133968 h 693767"/>
                  <a:gd name="connsiteX2" fmla="*/ 646478 w 965875"/>
                  <a:gd name="connsiteY2" fmla="*/ 412778 h 693767"/>
                  <a:gd name="connsiteX3" fmla="*/ 554803 w 965875"/>
                  <a:gd name="connsiteY3" fmla="*/ 692574 h 693767"/>
                  <a:gd name="connsiteX4" fmla="*/ 239297 w 965875"/>
                  <a:gd name="connsiteY4" fmla="*/ 693767 h 693767"/>
                  <a:gd name="connsiteX5" fmla="*/ 239173 w 965875"/>
                  <a:gd name="connsiteY5" fmla="*/ 73060 h 693767"/>
                  <a:gd name="connsiteX6" fmla="*/ 965709 w 965875"/>
                  <a:gd name="connsiteY6" fmla="*/ 72937 h 693767"/>
                  <a:gd name="connsiteX7" fmla="*/ 965761 w 965875"/>
                  <a:gd name="connsiteY7" fmla="*/ 138282 h 693767"/>
                  <a:gd name="connsiteX8" fmla="*/ 907768 w 965875"/>
                  <a:gd name="connsiteY8" fmla="*/ 138663 h 693767"/>
                  <a:gd name="connsiteX9" fmla="*/ 908527 w 965875"/>
                  <a:gd name="connsiteY9" fmla="*/ 0 h 693767"/>
                  <a:gd name="connsiteX0" fmla="*/ 0 w 965875"/>
                  <a:gd name="connsiteY0" fmla="*/ 135799 h 696742"/>
                  <a:gd name="connsiteX1" fmla="*/ 552980 w 965875"/>
                  <a:gd name="connsiteY1" fmla="*/ 136943 h 696742"/>
                  <a:gd name="connsiteX2" fmla="*/ 646478 w 965875"/>
                  <a:gd name="connsiteY2" fmla="*/ 415753 h 696742"/>
                  <a:gd name="connsiteX3" fmla="*/ 554803 w 965875"/>
                  <a:gd name="connsiteY3" fmla="*/ 695549 h 696742"/>
                  <a:gd name="connsiteX4" fmla="*/ 239297 w 965875"/>
                  <a:gd name="connsiteY4" fmla="*/ 696742 h 696742"/>
                  <a:gd name="connsiteX5" fmla="*/ 239173 w 965875"/>
                  <a:gd name="connsiteY5" fmla="*/ 76035 h 696742"/>
                  <a:gd name="connsiteX6" fmla="*/ 965709 w 965875"/>
                  <a:gd name="connsiteY6" fmla="*/ 75912 h 696742"/>
                  <a:gd name="connsiteX7" fmla="*/ 965761 w 965875"/>
                  <a:gd name="connsiteY7" fmla="*/ 141257 h 696742"/>
                  <a:gd name="connsiteX8" fmla="*/ 907768 w 965875"/>
                  <a:gd name="connsiteY8" fmla="*/ 141638 h 696742"/>
                  <a:gd name="connsiteX9" fmla="*/ 907798 w 965875"/>
                  <a:gd name="connsiteY9" fmla="*/ 0 h 696742"/>
                  <a:gd name="connsiteX0" fmla="*/ 0 w 1626729"/>
                  <a:gd name="connsiteY0" fmla="*/ 133485 h 696742"/>
                  <a:gd name="connsiteX1" fmla="*/ 1213834 w 1626729"/>
                  <a:gd name="connsiteY1" fmla="*/ 136943 h 696742"/>
                  <a:gd name="connsiteX2" fmla="*/ 1307332 w 1626729"/>
                  <a:gd name="connsiteY2" fmla="*/ 415753 h 696742"/>
                  <a:gd name="connsiteX3" fmla="*/ 1215657 w 1626729"/>
                  <a:gd name="connsiteY3" fmla="*/ 695549 h 696742"/>
                  <a:gd name="connsiteX4" fmla="*/ 900151 w 1626729"/>
                  <a:gd name="connsiteY4" fmla="*/ 696742 h 696742"/>
                  <a:gd name="connsiteX5" fmla="*/ 900027 w 1626729"/>
                  <a:gd name="connsiteY5" fmla="*/ 76035 h 696742"/>
                  <a:gd name="connsiteX6" fmla="*/ 1626563 w 1626729"/>
                  <a:gd name="connsiteY6" fmla="*/ 75912 h 696742"/>
                  <a:gd name="connsiteX7" fmla="*/ 1626615 w 1626729"/>
                  <a:gd name="connsiteY7" fmla="*/ 141257 h 696742"/>
                  <a:gd name="connsiteX8" fmla="*/ 1568622 w 1626729"/>
                  <a:gd name="connsiteY8" fmla="*/ 141638 h 696742"/>
                  <a:gd name="connsiteX9" fmla="*/ 1568652 w 1626729"/>
                  <a:gd name="connsiteY9" fmla="*/ 0 h 696742"/>
                  <a:gd name="connsiteX0" fmla="*/ 0 w 1626729"/>
                  <a:gd name="connsiteY0" fmla="*/ 133485 h 696742"/>
                  <a:gd name="connsiteX1" fmla="*/ 1213834 w 1626729"/>
                  <a:gd name="connsiteY1" fmla="*/ 136943 h 696742"/>
                  <a:gd name="connsiteX2" fmla="*/ 1307332 w 1626729"/>
                  <a:gd name="connsiteY2" fmla="*/ 415753 h 696742"/>
                  <a:gd name="connsiteX3" fmla="*/ 1215657 w 1626729"/>
                  <a:gd name="connsiteY3" fmla="*/ 695549 h 696742"/>
                  <a:gd name="connsiteX4" fmla="*/ 900151 w 1626729"/>
                  <a:gd name="connsiteY4" fmla="*/ 696742 h 696742"/>
                  <a:gd name="connsiteX5" fmla="*/ 897756 w 1626729"/>
                  <a:gd name="connsiteY5" fmla="*/ 27407 h 696742"/>
                  <a:gd name="connsiteX6" fmla="*/ 1626563 w 1626729"/>
                  <a:gd name="connsiteY6" fmla="*/ 75912 h 696742"/>
                  <a:gd name="connsiteX7" fmla="*/ 1626615 w 1626729"/>
                  <a:gd name="connsiteY7" fmla="*/ 141257 h 696742"/>
                  <a:gd name="connsiteX8" fmla="*/ 1568622 w 1626729"/>
                  <a:gd name="connsiteY8" fmla="*/ 141638 h 696742"/>
                  <a:gd name="connsiteX9" fmla="*/ 1568652 w 1626729"/>
                  <a:gd name="connsiteY9" fmla="*/ 0 h 696742"/>
                  <a:gd name="connsiteX0" fmla="*/ 0 w 1626729"/>
                  <a:gd name="connsiteY0" fmla="*/ 133485 h 696742"/>
                  <a:gd name="connsiteX1" fmla="*/ 1213834 w 1626729"/>
                  <a:gd name="connsiteY1" fmla="*/ 136943 h 696742"/>
                  <a:gd name="connsiteX2" fmla="*/ 1307332 w 1626729"/>
                  <a:gd name="connsiteY2" fmla="*/ 415753 h 696742"/>
                  <a:gd name="connsiteX3" fmla="*/ 1215657 w 1626729"/>
                  <a:gd name="connsiteY3" fmla="*/ 695549 h 696742"/>
                  <a:gd name="connsiteX4" fmla="*/ 900151 w 1626729"/>
                  <a:gd name="connsiteY4" fmla="*/ 696742 h 696742"/>
                  <a:gd name="connsiteX5" fmla="*/ 902298 w 1626729"/>
                  <a:gd name="connsiteY5" fmla="*/ 25091 h 696742"/>
                  <a:gd name="connsiteX6" fmla="*/ 1626563 w 1626729"/>
                  <a:gd name="connsiteY6" fmla="*/ 75912 h 696742"/>
                  <a:gd name="connsiteX7" fmla="*/ 1626615 w 1626729"/>
                  <a:gd name="connsiteY7" fmla="*/ 141257 h 696742"/>
                  <a:gd name="connsiteX8" fmla="*/ 1568622 w 1626729"/>
                  <a:gd name="connsiteY8" fmla="*/ 141638 h 696742"/>
                  <a:gd name="connsiteX9" fmla="*/ 1568652 w 1626729"/>
                  <a:gd name="connsiteY9" fmla="*/ 0 h 696742"/>
                  <a:gd name="connsiteX0" fmla="*/ 0 w 1626729"/>
                  <a:gd name="connsiteY0" fmla="*/ 133485 h 696742"/>
                  <a:gd name="connsiteX1" fmla="*/ 1213834 w 1626729"/>
                  <a:gd name="connsiteY1" fmla="*/ 136943 h 696742"/>
                  <a:gd name="connsiteX2" fmla="*/ 1307332 w 1626729"/>
                  <a:gd name="connsiteY2" fmla="*/ 415753 h 696742"/>
                  <a:gd name="connsiteX3" fmla="*/ 1215657 w 1626729"/>
                  <a:gd name="connsiteY3" fmla="*/ 695549 h 696742"/>
                  <a:gd name="connsiteX4" fmla="*/ 900151 w 1626729"/>
                  <a:gd name="connsiteY4" fmla="*/ 696742 h 696742"/>
                  <a:gd name="connsiteX5" fmla="*/ 897756 w 1626729"/>
                  <a:gd name="connsiteY5" fmla="*/ 25091 h 696742"/>
                  <a:gd name="connsiteX6" fmla="*/ 1626563 w 1626729"/>
                  <a:gd name="connsiteY6" fmla="*/ 75912 h 696742"/>
                  <a:gd name="connsiteX7" fmla="*/ 1626615 w 1626729"/>
                  <a:gd name="connsiteY7" fmla="*/ 141257 h 696742"/>
                  <a:gd name="connsiteX8" fmla="*/ 1568622 w 1626729"/>
                  <a:gd name="connsiteY8" fmla="*/ 141638 h 696742"/>
                  <a:gd name="connsiteX9" fmla="*/ 1568652 w 1626729"/>
                  <a:gd name="connsiteY9" fmla="*/ 0 h 696742"/>
                  <a:gd name="connsiteX0" fmla="*/ 0 w 1626615"/>
                  <a:gd name="connsiteY0" fmla="*/ 133485 h 696742"/>
                  <a:gd name="connsiteX1" fmla="*/ 1213834 w 1626615"/>
                  <a:gd name="connsiteY1" fmla="*/ 136943 h 696742"/>
                  <a:gd name="connsiteX2" fmla="*/ 1307332 w 1626615"/>
                  <a:gd name="connsiteY2" fmla="*/ 415753 h 696742"/>
                  <a:gd name="connsiteX3" fmla="*/ 1215657 w 1626615"/>
                  <a:gd name="connsiteY3" fmla="*/ 695549 h 696742"/>
                  <a:gd name="connsiteX4" fmla="*/ 900151 w 1626615"/>
                  <a:gd name="connsiteY4" fmla="*/ 696742 h 696742"/>
                  <a:gd name="connsiteX5" fmla="*/ 897756 w 1626615"/>
                  <a:gd name="connsiteY5" fmla="*/ 25091 h 696742"/>
                  <a:gd name="connsiteX6" fmla="*/ 1508472 w 1626615"/>
                  <a:gd name="connsiteY6" fmla="*/ 27284 h 696742"/>
                  <a:gd name="connsiteX7" fmla="*/ 1626615 w 1626615"/>
                  <a:gd name="connsiteY7" fmla="*/ 141257 h 696742"/>
                  <a:gd name="connsiteX8" fmla="*/ 1568622 w 1626615"/>
                  <a:gd name="connsiteY8" fmla="*/ 141638 h 696742"/>
                  <a:gd name="connsiteX9" fmla="*/ 1568652 w 1626615"/>
                  <a:gd name="connsiteY9" fmla="*/ 0 h 696742"/>
                  <a:gd name="connsiteX0" fmla="*/ 0 w 1571298"/>
                  <a:gd name="connsiteY0" fmla="*/ 286313 h 849570"/>
                  <a:gd name="connsiteX1" fmla="*/ 1213834 w 1571298"/>
                  <a:gd name="connsiteY1" fmla="*/ 289771 h 849570"/>
                  <a:gd name="connsiteX2" fmla="*/ 1307332 w 1571298"/>
                  <a:gd name="connsiteY2" fmla="*/ 568581 h 849570"/>
                  <a:gd name="connsiteX3" fmla="*/ 1215657 w 1571298"/>
                  <a:gd name="connsiteY3" fmla="*/ 848377 h 849570"/>
                  <a:gd name="connsiteX4" fmla="*/ 900151 w 1571298"/>
                  <a:gd name="connsiteY4" fmla="*/ 849570 h 849570"/>
                  <a:gd name="connsiteX5" fmla="*/ 897756 w 1571298"/>
                  <a:gd name="connsiteY5" fmla="*/ 177919 h 849570"/>
                  <a:gd name="connsiteX6" fmla="*/ 1508472 w 1571298"/>
                  <a:gd name="connsiteY6" fmla="*/ 180112 h 849570"/>
                  <a:gd name="connsiteX7" fmla="*/ 1508525 w 1571298"/>
                  <a:gd name="connsiteY7" fmla="*/ 0 h 849570"/>
                  <a:gd name="connsiteX8" fmla="*/ 1568622 w 1571298"/>
                  <a:gd name="connsiteY8" fmla="*/ 294466 h 849570"/>
                  <a:gd name="connsiteX9" fmla="*/ 1568652 w 1571298"/>
                  <a:gd name="connsiteY9" fmla="*/ 152828 h 849570"/>
                  <a:gd name="connsiteX0" fmla="*/ 0 w 1568652"/>
                  <a:gd name="connsiteY0" fmla="*/ 286433 h 849690"/>
                  <a:gd name="connsiteX1" fmla="*/ 1213834 w 1568652"/>
                  <a:gd name="connsiteY1" fmla="*/ 289891 h 849690"/>
                  <a:gd name="connsiteX2" fmla="*/ 1307332 w 1568652"/>
                  <a:gd name="connsiteY2" fmla="*/ 568701 h 849690"/>
                  <a:gd name="connsiteX3" fmla="*/ 1215657 w 1568652"/>
                  <a:gd name="connsiteY3" fmla="*/ 848497 h 849690"/>
                  <a:gd name="connsiteX4" fmla="*/ 900151 w 1568652"/>
                  <a:gd name="connsiteY4" fmla="*/ 849690 h 849690"/>
                  <a:gd name="connsiteX5" fmla="*/ 897756 w 1568652"/>
                  <a:gd name="connsiteY5" fmla="*/ 178039 h 849690"/>
                  <a:gd name="connsiteX6" fmla="*/ 1508472 w 1568652"/>
                  <a:gd name="connsiteY6" fmla="*/ 180232 h 849690"/>
                  <a:gd name="connsiteX7" fmla="*/ 1508525 w 1568652"/>
                  <a:gd name="connsiteY7" fmla="*/ 120 h 849690"/>
                  <a:gd name="connsiteX8" fmla="*/ 1568652 w 1568652"/>
                  <a:gd name="connsiteY8" fmla="*/ 152948 h 84969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897756 w 1508638"/>
                  <a:gd name="connsiteY5" fmla="*/ 177919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1441 w 1508638"/>
                  <a:gd name="connsiteY5" fmla="*/ 176980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898677 w 1508638"/>
                  <a:gd name="connsiteY5" fmla="*/ 176980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898677 w 1508638"/>
                  <a:gd name="connsiteY5" fmla="*/ 176980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7889 w 1508638"/>
                  <a:gd name="connsiteY5" fmla="*/ 172284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7889 w 1508638"/>
                  <a:gd name="connsiteY5" fmla="*/ 172284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7889 w 1508638"/>
                  <a:gd name="connsiteY5" fmla="*/ 172284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1441 w 1508638"/>
                  <a:gd name="connsiteY5" fmla="*/ 180738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1441 w 1508638"/>
                  <a:gd name="connsiteY5" fmla="*/ 180738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1441 w 1508638"/>
                  <a:gd name="connsiteY5" fmla="*/ 180738 h 849570"/>
                  <a:gd name="connsiteX6" fmla="*/ 1508472 w 1508638"/>
                  <a:gd name="connsiteY6" fmla="*/ 180112 h 849570"/>
                  <a:gd name="connsiteX7" fmla="*/ 1508525 w 1508638"/>
                  <a:gd name="connsiteY7" fmla="*/ 0 h 849570"/>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7717"/>
                  <a:gd name="connsiteY0" fmla="*/ 290072 h 850509"/>
                  <a:gd name="connsiteX1" fmla="*/ 1212913 w 1507717"/>
                  <a:gd name="connsiteY1" fmla="*/ 289771 h 850509"/>
                  <a:gd name="connsiteX2" fmla="*/ 1306411 w 1507717"/>
                  <a:gd name="connsiteY2" fmla="*/ 568581 h 850509"/>
                  <a:gd name="connsiteX3" fmla="*/ 1214736 w 1507717"/>
                  <a:gd name="connsiteY3" fmla="*/ 848377 h 850509"/>
                  <a:gd name="connsiteX4" fmla="*/ 901072 w 1507717"/>
                  <a:gd name="connsiteY4" fmla="*/ 850509 h 850509"/>
                  <a:gd name="connsiteX5" fmla="*/ 900520 w 1507717"/>
                  <a:gd name="connsiteY5" fmla="*/ 180738 h 850509"/>
                  <a:gd name="connsiteX6" fmla="*/ 1507551 w 1507717"/>
                  <a:gd name="connsiteY6" fmla="*/ 180112 h 850509"/>
                  <a:gd name="connsiteX7" fmla="*/ 1507604 w 1507717"/>
                  <a:gd name="connsiteY7" fmla="*/ 0 h 850509"/>
                  <a:gd name="connsiteX0" fmla="*/ 0 w 1508638"/>
                  <a:gd name="connsiteY0" fmla="*/ 292890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9559"/>
                  <a:gd name="connsiteY0" fmla="*/ 291951 h 850509"/>
                  <a:gd name="connsiteX1" fmla="*/ 1214755 w 1509559"/>
                  <a:gd name="connsiteY1" fmla="*/ 289771 h 850509"/>
                  <a:gd name="connsiteX2" fmla="*/ 1308253 w 1509559"/>
                  <a:gd name="connsiteY2" fmla="*/ 568581 h 850509"/>
                  <a:gd name="connsiteX3" fmla="*/ 1216578 w 1509559"/>
                  <a:gd name="connsiteY3" fmla="*/ 848377 h 850509"/>
                  <a:gd name="connsiteX4" fmla="*/ 902914 w 1509559"/>
                  <a:gd name="connsiteY4" fmla="*/ 850509 h 850509"/>
                  <a:gd name="connsiteX5" fmla="*/ 902362 w 1509559"/>
                  <a:gd name="connsiteY5" fmla="*/ 180738 h 850509"/>
                  <a:gd name="connsiteX6" fmla="*/ 1509393 w 1509559"/>
                  <a:gd name="connsiteY6" fmla="*/ 180112 h 850509"/>
                  <a:gd name="connsiteX7" fmla="*/ 1509446 w 1509559"/>
                  <a:gd name="connsiteY7" fmla="*/ 0 h 850509"/>
                  <a:gd name="connsiteX0" fmla="*/ 0 w 1509446"/>
                  <a:gd name="connsiteY0" fmla="*/ 291951 h 850509"/>
                  <a:gd name="connsiteX1" fmla="*/ 1214755 w 1509446"/>
                  <a:gd name="connsiteY1" fmla="*/ 289771 h 850509"/>
                  <a:gd name="connsiteX2" fmla="*/ 1308253 w 1509446"/>
                  <a:gd name="connsiteY2" fmla="*/ 568581 h 850509"/>
                  <a:gd name="connsiteX3" fmla="*/ 1216578 w 1509446"/>
                  <a:gd name="connsiteY3" fmla="*/ 848377 h 850509"/>
                  <a:gd name="connsiteX4" fmla="*/ 902914 w 1509446"/>
                  <a:gd name="connsiteY4" fmla="*/ 850509 h 850509"/>
                  <a:gd name="connsiteX5" fmla="*/ 902362 w 1509446"/>
                  <a:gd name="connsiteY5" fmla="*/ 180738 h 850509"/>
                  <a:gd name="connsiteX6" fmla="*/ 1509393 w 1509446"/>
                  <a:gd name="connsiteY6" fmla="*/ 180112 h 850509"/>
                  <a:gd name="connsiteX7" fmla="*/ 1509446 w 1509446"/>
                  <a:gd name="connsiteY7" fmla="*/ 0 h 850509"/>
                  <a:gd name="connsiteX0" fmla="*/ 0 w 1507827"/>
                  <a:gd name="connsiteY0" fmla="*/ 286998 h 850509"/>
                  <a:gd name="connsiteX1" fmla="*/ 1213136 w 1507827"/>
                  <a:gd name="connsiteY1" fmla="*/ 289771 h 850509"/>
                  <a:gd name="connsiteX2" fmla="*/ 1306634 w 1507827"/>
                  <a:gd name="connsiteY2" fmla="*/ 568581 h 850509"/>
                  <a:gd name="connsiteX3" fmla="*/ 1214959 w 1507827"/>
                  <a:gd name="connsiteY3" fmla="*/ 848377 h 850509"/>
                  <a:gd name="connsiteX4" fmla="*/ 901295 w 1507827"/>
                  <a:gd name="connsiteY4" fmla="*/ 850509 h 850509"/>
                  <a:gd name="connsiteX5" fmla="*/ 900743 w 1507827"/>
                  <a:gd name="connsiteY5" fmla="*/ 180738 h 850509"/>
                  <a:gd name="connsiteX6" fmla="*/ 1507774 w 1507827"/>
                  <a:gd name="connsiteY6" fmla="*/ 180112 h 850509"/>
                  <a:gd name="connsiteX7" fmla="*/ 1507827 w 1507827"/>
                  <a:gd name="connsiteY7" fmla="*/ 0 h 850509"/>
                  <a:gd name="connsiteX0" fmla="*/ 0 w 1504589"/>
                  <a:gd name="connsiteY0" fmla="*/ 290301 h 850509"/>
                  <a:gd name="connsiteX1" fmla="*/ 1209898 w 1504589"/>
                  <a:gd name="connsiteY1" fmla="*/ 289771 h 850509"/>
                  <a:gd name="connsiteX2" fmla="*/ 1303396 w 1504589"/>
                  <a:gd name="connsiteY2" fmla="*/ 568581 h 850509"/>
                  <a:gd name="connsiteX3" fmla="*/ 1211721 w 1504589"/>
                  <a:gd name="connsiteY3" fmla="*/ 848377 h 850509"/>
                  <a:gd name="connsiteX4" fmla="*/ 898057 w 1504589"/>
                  <a:gd name="connsiteY4" fmla="*/ 850509 h 850509"/>
                  <a:gd name="connsiteX5" fmla="*/ 897505 w 1504589"/>
                  <a:gd name="connsiteY5" fmla="*/ 180738 h 850509"/>
                  <a:gd name="connsiteX6" fmla="*/ 1504536 w 1504589"/>
                  <a:gd name="connsiteY6" fmla="*/ 180112 h 850509"/>
                  <a:gd name="connsiteX7" fmla="*/ 1504589 w 1504589"/>
                  <a:gd name="connsiteY7" fmla="*/ 0 h 850509"/>
                  <a:gd name="connsiteX0" fmla="*/ 0 w 1502970"/>
                  <a:gd name="connsiteY0" fmla="*/ 287000 h 850509"/>
                  <a:gd name="connsiteX1" fmla="*/ 1208279 w 1502970"/>
                  <a:gd name="connsiteY1" fmla="*/ 289771 h 850509"/>
                  <a:gd name="connsiteX2" fmla="*/ 1301777 w 1502970"/>
                  <a:gd name="connsiteY2" fmla="*/ 568581 h 850509"/>
                  <a:gd name="connsiteX3" fmla="*/ 1210102 w 1502970"/>
                  <a:gd name="connsiteY3" fmla="*/ 848377 h 850509"/>
                  <a:gd name="connsiteX4" fmla="*/ 896438 w 1502970"/>
                  <a:gd name="connsiteY4" fmla="*/ 850509 h 850509"/>
                  <a:gd name="connsiteX5" fmla="*/ 895886 w 1502970"/>
                  <a:gd name="connsiteY5" fmla="*/ 180738 h 850509"/>
                  <a:gd name="connsiteX6" fmla="*/ 1502917 w 1502970"/>
                  <a:gd name="connsiteY6" fmla="*/ 180112 h 850509"/>
                  <a:gd name="connsiteX7" fmla="*/ 1502970 w 1502970"/>
                  <a:gd name="connsiteY7" fmla="*/ 0 h 850509"/>
                  <a:gd name="connsiteX0" fmla="*/ 0 w 1297367"/>
                  <a:gd name="connsiteY0" fmla="*/ 288651 h 850509"/>
                  <a:gd name="connsiteX1" fmla="*/ 1002676 w 1297367"/>
                  <a:gd name="connsiteY1" fmla="*/ 289771 h 850509"/>
                  <a:gd name="connsiteX2" fmla="*/ 1096174 w 1297367"/>
                  <a:gd name="connsiteY2" fmla="*/ 568581 h 850509"/>
                  <a:gd name="connsiteX3" fmla="*/ 1004499 w 1297367"/>
                  <a:gd name="connsiteY3" fmla="*/ 848377 h 850509"/>
                  <a:gd name="connsiteX4" fmla="*/ 690835 w 1297367"/>
                  <a:gd name="connsiteY4" fmla="*/ 850509 h 850509"/>
                  <a:gd name="connsiteX5" fmla="*/ 690283 w 1297367"/>
                  <a:gd name="connsiteY5" fmla="*/ 180738 h 850509"/>
                  <a:gd name="connsiteX6" fmla="*/ 1297314 w 1297367"/>
                  <a:gd name="connsiteY6" fmla="*/ 180112 h 850509"/>
                  <a:gd name="connsiteX7" fmla="*/ 1297367 w 1297367"/>
                  <a:gd name="connsiteY7" fmla="*/ 0 h 850509"/>
                  <a:gd name="connsiteX0" fmla="*/ 0 w 1297367"/>
                  <a:gd name="connsiteY0" fmla="*/ 288651 h 850509"/>
                  <a:gd name="connsiteX1" fmla="*/ 512749 w 1297367"/>
                  <a:gd name="connsiteY1" fmla="*/ 285154 h 850509"/>
                  <a:gd name="connsiteX2" fmla="*/ 1002676 w 1297367"/>
                  <a:gd name="connsiteY2" fmla="*/ 289771 h 850509"/>
                  <a:gd name="connsiteX3" fmla="*/ 1096174 w 1297367"/>
                  <a:gd name="connsiteY3" fmla="*/ 568581 h 850509"/>
                  <a:gd name="connsiteX4" fmla="*/ 1004499 w 1297367"/>
                  <a:gd name="connsiteY4" fmla="*/ 848377 h 850509"/>
                  <a:gd name="connsiteX5" fmla="*/ 690835 w 1297367"/>
                  <a:gd name="connsiteY5" fmla="*/ 850509 h 850509"/>
                  <a:gd name="connsiteX6" fmla="*/ 690283 w 1297367"/>
                  <a:gd name="connsiteY6" fmla="*/ 180738 h 850509"/>
                  <a:gd name="connsiteX7" fmla="*/ 1297314 w 1297367"/>
                  <a:gd name="connsiteY7" fmla="*/ 180112 h 850509"/>
                  <a:gd name="connsiteX8" fmla="*/ 1297367 w 1297367"/>
                  <a:gd name="connsiteY8" fmla="*/ 0 h 850509"/>
                  <a:gd name="connsiteX0" fmla="*/ 3744 w 784618"/>
                  <a:gd name="connsiteY0" fmla="*/ 1284702 h 1284702"/>
                  <a:gd name="connsiteX1" fmla="*/ 0 w 784618"/>
                  <a:gd name="connsiteY1" fmla="*/ 285154 h 1284702"/>
                  <a:gd name="connsiteX2" fmla="*/ 489927 w 784618"/>
                  <a:gd name="connsiteY2" fmla="*/ 289771 h 1284702"/>
                  <a:gd name="connsiteX3" fmla="*/ 583425 w 784618"/>
                  <a:gd name="connsiteY3" fmla="*/ 568581 h 1284702"/>
                  <a:gd name="connsiteX4" fmla="*/ 491750 w 784618"/>
                  <a:gd name="connsiteY4" fmla="*/ 848377 h 1284702"/>
                  <a:gd name="connsiteX5" fmla="*/ 178086 w 784618"/>
                  <a:gd name="connsiteY5" fmla="*/ 850509 h 1284702"/>
                  <a:gd name="connsiteX6" fmla="*/ 177534 w 784618"/>
                  <a:gd name="connsiteY6" fmla="*/ 180738 h 1284702"/>
                  <a:gd name="connsiteX7" fmla="*/ 784565 w 784618"/>
                  <a:gd name="connsiteY7" fmla="*/ 180112 h 1284702"/>
                  <a:gd name="connsiteX8" fmla="*/ 784618 w 784618"/>
                  <a:gd name="connsiteY8" fmla="*/ 0 h 1284702"/>
                  <a:gd name="connsiteX0" fmla="*/ 3744 w 784618"/>
                  <a:gd name="connsiteY0" fmla="*/ 1303784 h 1303784"/>
                  <a:gd name="connsiteX1" fmla="*/ 0 w 784618"/>
                  <a:gd name="connsiteY1" fmla="*/ 285154 h 1303784"/>
                  <a:gd name="connsiteX2" fmla="*/ 489927 w 784618"/>
                  <a:gd name="connsiteY2" fmla="*/ 289771 h 1303784"/>
                  <a:gd name="connsiteX3" fmla="*/ 583425 w 784618"/>
                  <a:gd name="connsiteY3" fmla="*/ 568581 h 1303784"/>
                  <a:gd name="connsiteX4" fmla="*/ 491750 w 784618"/>
                  <a:gd name="connsiteY4" fmla="*/ 848377 h 1303784"/>
                  <a:gd name="connsiteX5" fmla="*/ 178086 w 784618"/>
                  <a:gd name="connsiteY5" fmla="*/ 850509 h 1303784"/>
                  <a:gd name="connsiteX6" fmla="*/ 177534 w 784618"/>
                  <a:gd name="connsiteY6" fmla="*/ 180738 h 1303784"/>
                  <a:gd name="connsiteX7" fmla="*/ 784565 w 784618"/>
                  <a:gd name="connsiteY7" fmla="*/ 180112 h 1303784"/>
                  <a:gd name="connsiteX8" fmla="*/ 784618 w 784618"/>
                  <a:gd name="connsiteY8" fmla="*/ 0 h 1303784"/>
                  <a:gd name="connsiteX0" fmla="*/ 3744 w 784565"/>
                  <a:gd name="connsiteY0" fmla="*/ 1123672 h 1123672"/>
                  <a:gd name="connsiteX1" fmla="*/ 0 w 784565"/>
                  <a:gd name="connsiteY1" fmla="*/ 105042 h 1123672"/>
                  <a:gd name="connsiteX2" fmla="*/ 489927 w 784565"/>
                  <a:gd name="connsiteY2" fmla="*/ 109659 h 1123672"/>
                  <a:gd name="connsiteX3" fmla="*/ 583425 w 784565"/>
                  <a:gd name="connsiteY3" fmla="*/ 388469 h 1123672"/>
                  <a:gd name="connsiteX4" fmla="*/ 491750 w 784565"/>
                  <a:gd name="connsiteY4" fmla="*/ 668265 h 1123672"/>
                  <a:gd name="connsiteX5" fmla="*/ 178086 w 784565"/>
                  <a:gd name="connsiteY5" fmla="*/ 670397 h 1123672"/>
                  <a:gd name="connsiteX6" fmla="*/ 177534 w 784565"/>
                  <a:gd name="connsiteY6" fmla="*/ 626 h 1123672"/>
                  <a:gd name="connsiteX7" fmla="*/ 784565 w 784565"/>
                  <a:gd name="connsiteY7" fmla="*/ 0 h 1123672"/>
                  <a:gd name="connsiteX0" fmla="*/ 3744 w 583425"/>
                  <a:gd name="connsiteY0" fmla="*/ 4894164 h 4894164"/>
                  <a:gd name="connsiteX1" fmla="*/ 0 w 583425"/>
                  <a:gd name="connsiteY1" fmla="*/ 3875534 h 4894164"/>
                  <a:gd name="connsiteX2" fmla="*/ 489927 w 583425"/>
                  <a:gd name="connsiteY2" fmla="*/ 3880151 h 4894164"/>
                  <a:gd name="connsiteX3" fmla="*/ 583425 w 583425"/>
                  <a:gd name="connsiteY3" fmla="*/ 4158961 h 4894164"/>
                  <a:gd name="connsiteX4" fmla="*/ 491750 w 583425"/>
                  <a:gd name="connsiteY4" fmla="*/ 4438757 h 4894164"/>
                  <a:gd name="connsiteX5" fmla="*/ 178086 w 583425"/>
                  <a:gd name="connsiteY5" fmla="*/ 4440889 h 4894164"/>
                  <a:gd name="connsiteX6" fmla="*/ 177534 w 583425"/>
                  <a:gd name="connsiteY6" fmla="*/ 3771118 h 4894164"/>
                  <a:gd name="connsiteX7" fmla="*/ 174506 w 583425"/>
                  <a:gd name="connsiteY7" fmla="*/ 0 h 4894164"/>
                  <a:gd name="connsiteX0" fmla="*/ 3744 w 583425"/>
                  <a:gd name="connsiteY0" fmla="*/ 4894164 h 4894164"/>
                  <a:gd name="connsiteX1" fmla="*/ 0 w 583425"/>
                  <a:gd name="connsiteY1" fmla="*/ 3883441 h 4894164"/>
                  <a:gd name="connsiteX2" fmla="*/ 489927 w 583425"/>
                  <a:gd name="connsiteY2" fmla="*/ 3880151 h 4894164"/>
                  <a:gd name="connsiteX3" fmla="*/ 583425 w 583425"/>
                  <a:gd name="connsiteY3" fmla="*/ 4158961 h 4894164"/>
                  <a:gd name="connsiteX4" fmla="*/ 491750 w 583425"/>
                  <a:gd name="connsiteY4" fmla="*/ 4438757 h 4894164"/>
                  <a:gd name="connsiteX5" fmla="*/ 178086 w 583425"/>
                  <a:gd name="connsiteY5" fmla="*/ 4440889 h 4894164"/>
                  <a:gd name="connsiteX6" fmla="*/ 177534 w 583425"/>
                  <a:gd name="connsiteY6" fmla="*/ 3771118 h 4894164"/>
                  <a:gd name="connsiteX7" fmla="*/ 174506 w 583425"/>
                  <a:gd name="connsiteY7" fmla="*/ 0 h 4894164"/>
                  <a:gd name="connsiteX0" fmla="*/ 1158 w 580839"/>
                  <a:gd name="connsiteY0" fmla="*/ 4894164 h 4894164"/>
                  <a:gd name="connsiteX1" fmla="*/ 0 w 580839"/>
                  <a:gd name="connsiteY1" fmla="*/ 3878170 h 4894164"/>
                  <a:gd name="connsiteX2" fmla="*/ 487341 w 580839"/>
                  <a:gd name="connsiteY2" fmla="*/ 3880151 h 4894164"/>
                  <a:gd name="connsiteX3" fmla="*/ 580839 w 580839"/>
                  <a:gd name="connsiteY3" fmla="*/ 4158961 h 4894164"/>
                  <a:gd name="connsiteX4" fmla="*/ 489164 w 580839"/>
                  <a:gd name="connsiteY4" fmla="*/ 4438757 h 4894164"/>
                  <a:gd name="connsiteX5" fmla="*/ 175500 w 580839"/>
                  <a:gd name="connsiteY5" fmla="*/ 4440889 h 4894164"/>
                  <a:gd name="connsiteX6" fmla="*/ 174948 w 580839"/>
                  <a:gd name="connsiteY6" fmla="*/ 3771118 h 4894164"/>
                  <a:gd name="connsiteX7" fmla="*/ 171920 w 580839"/>
                  <a:gd name="connsiteY7" fmla="*/ 0 h 4894164"/>
                  <a:gd name="connsiteX0" fmla="*/ 1156 w 580837"/>
                  <a:gd name="connsiteY0" fmla="*/ 4894164 h 4894164"/>
                  <a:gd name="connsiteX1" fmla="*/ 0 w 580837"/>
                  <a:gd name="connsiteY1" fmla="*/ 3880808 h 4894164"/>
                  <a:gd name="connsiteX2" fmla="*/ 487339 w 580837"/>
                  <a:gd name="connsiteY2" fmla="*/ 3880151 h 4894164"/>
                  <a:gd name="connsiteX3" fmla="*/ 580837 w 580837"/>
                  <a:gd name="connsiteY3" fmla="*/ 4158961 h 4894164"/>
                  <a:gd name="connsiteX4" fmla="*/ 489162 w 580837"/>
                  <a:gd name="connsiteY4" fmla="*/ 4438757 h 4894164"/>
                  <a:gd name="connsiteX5" fmla="*/ 175498 w 580837"/>
                  <a:gd name="connsiteY5" fmla="*/ 4440889 h 4894164"/>
                  <a:gd name="connsiteX6" fmla="*/ 174946 w 580837"/>
                  <a:gd name="connsiteY6" fmla="*/ 3771118 h 4894164"/>
                  <a:gd name="connsiteX7" fmla="*/ 171918 w 580837"/>
                  <a:gd name="connsiteY7" fmla="*/ 0 h 4894164"/>
                  <a:gd name="connsiteX0" fmla="*/ 1156 w 580837"/>
                  <a:gd name="connsiteY0" fmla="*/ 7329561 h 7329561"/>
                  <a:gd name="connsiteX1" fmla="*/ 0 w 580837"/>
                  <a:gd name="connsiteY1" fmla="*/ 6316205 h 7329561"/>
                  <a:gd name="connsiteX2" fmla="*/ 487339 w 580837"/>
                  <a:gd name="connsiteY2" fmla="*/ 6315548 h 7329561"/>
                  <a:gd name="connsiteX3" fmla="*/ 580837 w 580837"/>
                  <a:gd name="connsiteY3" fmla="*/ 6594358 h 7329561"/>
                  <a:gd name="connsiteX4" fmla="*/ 489162 w 580837"/>
                  <a:gd name="connsiteY4" fmla="*/ 6874154 h 7329561"/>
                  <a:gd name="connsiteX5" fmla="*/ 175498 w 580837"/>
                  <a:gd name="connsiteY5" fmla="*/ 6876286 h 7329561"/>
                  <a:gd name="connsiteX6" fmla="*/ 174946 w 580837"/>
                  <a:gd name="connsiteY6" fmla="*/ 6206515 h 7329561"/>
                  <a:gd name="connsiteX7" fmla="*/ 174503 w 580837"/>
                  <a:gd name="connsiteY7" fmla="*/ 0 h 7329561"/>
                  <a:gd name="connsiteX0" fmla="*/ 1156 w 580837"/>
                  <a:gd name="connsiteY0" fmla="*/ 20215308 h 20215308"/>
                  <a:gd name="connsiteX1" fmla="*/ 0 w 580837"/>
                  <a:gd name="connsiteY1" fmla="*/ 19201952 h 20215308"/>
                  <a:gd name="connsiteX2" fmla="*/ 487339 w 580837"/>
                  <a:gd name="connsiteY2" fmla="*/ 19201295 h 20215308"/>
                  <a:gd name="connsiteX3" fmla="*/ 580837 w 580837"/>
                  <a:gd name="connsiteY3" fmla="*/ 19480105 h 20215308"/>
                  <a:gd name="connsiteX4" fmla="*/ 489162 w 580837"/>
                  <a:gd name="connsiteY4" fmla="*/ 19759901 h 20215308"/>
                  <a:gd name="connsiteX5" fmla="*/ 175498 w 580837"/>
                  <a:gd name="connsiteY5" fmla="*/ 19762033 h 20215308"/>
                  <a:gd name="connsiteX6" fmla="*/ 174946 w 580837"/>
                  <a:gd name="connsiteY6" fmla="*/ 19092262 h 20215308"/>
                  <a:gd name="connsiteX7" fmla="*/ 174503 w 580837"/>
                  <a:gd name="connsiteY7" fmla="*/ 0 h 20215308"/>
                  <a:gd name="connsiteX0" fmla="*/ 1156 w 580837"/>
                  <a:gd name="connsiteY0" fmla="*/ 20215308 h 20215308"/>
                  <a:gd name="connsiteX1" fmla="*/ 0 w 580837"/>
                  <a:gd name="connsiteY1" fmla="*/ 19201952 h 20215308"/>
                  <a:gd name="connsiteX2" fmla="*/ 487339 w 580837"/>
                  <a:gd name="connsiteY2" fmla="*/ 19201295 h 20215308"/>
                  <a:gd name="connsiteX3" fmla="*/ 580837 w 580837"/>
                  <a:gd name="connsiteY3" fmla="*/ 19480105 h 20215308"/>
                  <a:gd name="connsiteX4" fmla="*/ 489162 w 580837"/>
                  <a:gd name="connsiteY4" fmla="*/ 19759901 h 20215308"/>
                  <a:gd name="connsiteX5" fmla="*/ 175498 w 580837"/>
                  <a:gd name="connsiteY5" fmla="*/ 19762033 h 20215308"/>
                  <a:gd name="connsiteX6" fmla="*/ 174946 w 580837"/>
                  <a:gd name="connsiteY6" fmla="*/ 19092262 h 20215308"/>
                  <a:gd name="connsiteX7" fmla="*/ 174503 w 580837"/>
                  <a:gd name="connsiteY7" fmla="*/ 0 h 20215308"/>
                  <a:gd name="connsiteX0" fmla="*/ 1156 w 580837"/>
                  <a:gd name="connsiteY0" fmla="*/ 20215308 h 20215308"/>
                  <a:gd name="connsiteX1" fmla="*/ 0 w 580837"/>
                  <a:gd name="connsiteY1" fmla="*/ 19201952 h 20215308"/>
                  <a:gd name="connsiteX2" fmla="*/ 487339 w 580837"/>
                  <a:gd name="connsiteY2" fmla="*/ 19201295 h 20215308"/>
                  <a:gd name="connsiteX3" fmla="*/ 580837 w 580837"/>
                  <a:gd name="connsiteY3" fmla="*/ 19480105 h 20215308"/>
                  <a:gd name="connsiteX4" fmla="*/ 489162 w 580837"/>
                  <a:gd name="connsiteY4" fmla="*/ 19759901 h 20215308"/>
                  <a:gd name="connsiteX5" fmla="*/ 175498 w 580837"/>
                  <a:gd name="connsiteY5" fmla="*/ 19762033 h 20215308"/>
                  <a:gd name="connsiteX6" fmla="*/ 174946 w 580837"/>
                  <a:gd name="connsiteY6" fmla="*/ 19092262 h 20215308"/>
                  <a:gd name="connsiteX7" fmla="*/ 174503 w 580837"/>
                  <a:gd name="connsiteY7" fmla="*/ 0 h 20215308"/>
                  <a:gd name="connsiteX0" fmla="*/ 1156 w 580837"/>
                  <a:gd name="connsiteY0" fmla="*/ 21422754 h 21422754"/>
                  <a:gd name="connsiteX1" fmla="*/ 0 w 580837"/>
                  <a:gd name="connsiteY1" fmla="*/ 20409398 h 21422754"/>
                  <a:gd name="connsiteX2" fmla="*/ 487339 w 580837"/>
                  <a:gd name="connsiteY2" fmla="*/ 20408741 h 21422754"/>
                  <a:gd name="connsiteX3" fmla="*/ 580837 w 580837"/>
                  <a:gd name="connsiteY3" fmla="*/ 20687551 h 21422754"/>
                  <a:gd name="connsiteX4" fmla="*/ 489162 w 580837"/>
                  <a:gd name="connsiteY4" fmla="*/ 20967347 h 21422754"/>
                  <a:gd name="connsiteX5" fmla="*/ 175498 w 580837"/>
                  <a:gd name="connsiteY5" fmla="*/ 20969479 h 21422754"/>
                  <a:gd name="connsiteX6" fmla="*/ 174946 w 580837"/>
                  <a:gd name="connsiteY6" fmla="*/ 20299708 h 21422754"/>
                  <a:gd name="connsiteX7" fmla="*/ 174504 w 580837"/>
                  <a:gd name="connsiteY7" fmla="*/ 1 h 21422754"/>
                  <a:gd name="connsiteX0" fmla="*/ 1156 w 580837"/>
                  <a:gd name="connsiteY0" fmla="*/ 21422754 h 21422754"/>
                  <a:gd name="connsiteX1" fmla="*/ 0 w 580837"/>
                  <a:gd name="connsiteY1" fmla="*/ 20409398 h 21422754"/>
                  <a:gd name="connsiteX2" fmla="*/ 487339 w 580837"/>
                  <a:gd name="connsiteY2" fmla="*/ 20408741 h 21422754"/>
                  <a:gd name="connsiteX3" fmla="*/ 580837 w 580837"/>
                  <a:gd name="connsiteY3" fmla="*/ 20687551 h 21422754"/>
                  <a:gd name="connsiteX4" fmla="*/ 489162 w 580837"/>
                  <a:gd name="connsiteY4" fmla="*/ 20967347 h 21422754"/>
                  <a:gd name="connsiteX5" fmla="*/ 175498 w 580837"/>
                  <a:gd name="connsiteY5" fmla="*/ 20969479 h 21422754"/>
                  <a:gd name="connsiteX6" fmla="*/ 174946 w 580837"/>
                  <a:gd name="connsiteY6" fmla="*/ 20299708 h 21422754"/>
                  <a:gd name="connsiteX7" fmla="*/ 174504 w 580837"/>
                  <a:gd name="connsiteY7" fmla="*/ 1 h 21422754"/>
                  <a:gd name="connsiteX0" fmla="*/ 1156 w 580837"/>
                  <a:gd name="connsiteY0" fmla="*/ 21422754 h 21429455"/>
                  <a:gd name="connsiteX1" fmla="*/ 0 w 580837"/>
                  <a:gd name="connsiteY1" fmla="*/ 20409398 h 21429455"/>
                  <a:gd name="connsiteX2" fmla="*/ 487339 w 580837"/>
                  <a:gd name="connsiteY2" fmla="*/ 20408741 h 21429455"/>
                  <a:gd name="connsiteX3" fmla="*/ 580837 w 580837"/>
                  <a:gd name="connsiteY3" fmla="*/ 20687551 h 21429455"/>
                  <a:gd name="connsiteX4" fmla="*/ 489162 w 580837"/>
                  <a:gd name="connsiteY4" fmla="*/ 20967347 h 21429455"/>
                  <a:gd name="connsiteX5" fmla="*/ 175498 w 580837"/>
                  <a:gd name="connsiteY5" fmla="*/ 20969479 h 21429455"/>
                  <a:gd name="connsiteX6" fmla="*/ 174946 w 580837"/>
                  <a:gd name="connsiteY6" fmla="*/ 20299708 h 21429455"/>
                  <a:gd name="connsiteX7" fmla="*/ 174504 w 580837"/>
                  <a:gd name="connsiteY7" fmla="*/ 1 h 21429455"/>
                  <a:gd name="connsiteX0" fmla="*/ 1156 w 580837"/>
                  <a:gd name="connsiteY0" fmla="*/ 21536810 h 21542702"/>
                  <a:gd name="connsiteX1" fmla="*/ 0 w 580837"/>
                  <a:gd name="connsiteY1" fmla="*/ 20409398 h 21542702"/>
                  <a:gd name="connsiteX2" fmla="*/ 487339 w 580837"/>
                  <a:gd name="connsiteY2" fmla="*/ 20408741 h 21542702"/>
                  <a:gd name="connsiteX3" fmla="*/ 580837 w 580837"/>
                  <a:gd name="connsiteY3" fmla="*/ 20687551 h 21542702"/>
                  <a:gd name="connsiteX4" fmla="*/ 489162 w 580837"/>
                  <a:gd name="connsiteY4" fmla="*/ 20967347 h 21542702"/>
                  <a:gd name="connsiteX5" fmla="*/ 175498 w 580837"/>
                  <a:gd name="connsiteY5" fmla="*/ 20969479 h 21542702"/>
                  <a:gd name="connsiteX6" fmla="*/ 174946 w 580837"/>
                  <a:gd name="connsiteY6" fmla="*/ 20299708 h 21542702"/>
                  <a:gd name="connsiteX7" fmla="*/ 174504 w 580837"/>
                  <a:gd name="connsiteY7" fmla="*/ 1 h 21542702"/>
                  <a:gd name="connsiteX0" fmla="*/ 0 w 580837"/>
                  <a:gd name="connsiteY0" fmla="*/ 20409397 h 20969478"/>
                  <a:gd name="connsiteX1" fmla="*/ 487339 w 580837"/>
                  <a:gd name="connsiteY1" fmla="*/ 20408740 h 20969478"/>
                  <a:gd name="connsiteX2" fmla="*/ 580837 w 580837"/>
                  <a:gd name="connsiteY2" fmla="*/ 20687550 h 20969478"/>
                  <a:gd name="connsiteX3" fmla="*/ 489162 w 580837"/>
                  <a:gd name="connsiteY3" fmla="*/ 20967346 h 20969478"/>
                  <a:gd name="connsiteX4" fmla="*/ 175498 w 580837"/>
                  <a:gd name="connsiteY4" fmla="*/ 20969478 h 20969478"/>
                  <a:gd name="connsiteX5" fmla="*/ 174946 w 580837"/>
                  <a:gd name="connsiteY5" fmla="*/ 20299707 h 20969478"/>
                  <a:gd name="connsiteX6" fmla="*/ 174504 w 580837"/>
                  <a:gd name="connsiteY6" fmla="*/ 0 h 20969478"/>
                  <a:gd name="connsiteX0" fmla="*/ 0 w 884170"/>
                  <a:gd name="connsiteY0" fmla="*/ 20409397 h 20969478"/>
                  <a:gd name="connsiteX1" fmla="*/ 790672 w 884170"/>
                  <a:gd name="connsiteY1" fmla="*/ 20408740 h 20969478"/>
                  <a:gd name="connsiteX2" fmla="*/ 884170 w 884170"/>
                  <a:gd name="connsiteY2" fmla="*/ 20687550 h 20969478"/>
                  <a:gd name="connsiteX3" fmla="*/ 792495 w 884170"/>
                  <a:gd name="connsiteY3" fmla="*/ 20967346 h 20969478"/>
                  <a:gd name="connsiteX4" fmla="*/ 478831 w 884170"/>
                  <a:gd name="connsiteY4" fmla="*/ 20969478 h 20969478"/>
                  <a:gd name="connsiteX5" fmla="*/ 478279 w 884170"/>
                  <a:gd name="connsiteY5" fmla="*/ 20299707 h 20969478"/>
                  <a:gd name="connsiteX6" fmla="*/ 477837 w 884170"/>
                  <a:gd name="connsiteY6" fmla="*/ 0 h 20969478"/>
                  <a:gd name="connsiteX0" fmla="*/ 0 w 884170"/>
                  <a:gd name="connsiteY0" fmla="*/ 16890324 h 17450405"/>
                  <a:gd name="connsiteX1" fmla="*/ 790672 w 884170"/>
                  <a:gd name="connsiteY1" fmla="*/ 16889667 h 17450405"/>
                  <a:gd name="connsiteX2" fmla="*/ 884170 w 884170"/>
                  <a:gd name="connsiteY2" fmla="*/ 17168477 h 17450405"/>
                  <a:gd name="connsiteX3" fmla="*/ 792495 w 884170"/>
                  <a:gd name="connsiteY3" fmla="*/ 17448273 h 17450405"/>
                  <a:gd name="connsiteX4" fmla="*/ 478831 w 884170"/>
                  <a:gd name="connsiteY4" fmla="*/ 17450405 h 17450405"/>
                  <a:gd name="connsiteX5" fmla="*/ 478279 w 884170"/>
                  <a:gd name="connsiteY5" fmla="*/ 16780634 h 17450405"/>
                  <a:gd name="connsiteX6" fmla="*/ 473595 w 884170"/>
                  <a:gd name="connsiteY6" fmla="*/ 0 h 17450405"/>
                  <a:gd name="connsiteX0" fmla="*/ 0 w 884170"/>
                  <a:gd name="connsiteY0" fmla="*/ 13475070 h 14035151"/>
                  <a:gd name="connsiteX1" fmla="*/ 790672 w 884170"/>
                  <a:gd name="connsiteY1" fmla="*/ 13474413 h 14035151"/>
                  <a:gd name="connsiteX2" fmla="*/ 884170 w 884170"/>
                  <a:gd name="connsiteY2" fmla="*/ 13753223 h 14035151"/>
                  <a:gd name="connsiteX3" fmla="*/ 792495 w 884170"/>
                  <a:gd name="connsiteY3" fmla="*/ 14033019 h 14035151"/>
                  <a:gd name="connsiteX4" fmla="*/ 478831 w 884170"/>
                  <a:gd name="connsiteY4" fmla="*/ 14035151 h 14035151"/>
                  <a:gd name="connsiteX5" fmla="*/ 478279 w 884170"/>
                  <a:gd name="connsiteY5" fmla="*/ 13365380 h 14035151"/>
                  <a:gd name="connsiteX6" fmla="*/ 479959 w 884170"/>
                  <a:gd name="connsiteY6" fmla="*/ 0 h 14035151"/>
                  <a:gd name="connsiteX0" fmla="*/ 0 w 884170"/>
                  <a:gd name="connsiteY0" fmla="*/ 13475070 h 14035151"/>
                  <a:gd name="connsiteX1" fmla="*/ 790672 w 884170"/>
                  <a:gd name="connsiteY1" fmla="*/ 13474413 h 14035151"/>
                  <a:gd name="connsiteX2" fmla="*/ 884170 w 884170"/>
                  <a:gd name="connsiteY2" fmla="*/ 13753223 h 14035151"/>
                  <a:gd name="connsiteX3" fmla="*/ 792495 w 884170"/>
                  <a:gd name="connsiteY3" fmla="*/ 14033019 h 14035151"/>
                  <a:gd name="connsiteX4" fmla="*/ 478831 w 884170"/>
                  <a:gd name="connsiteY4" fmla="*/ 14035151 h 14035151"/>
                  <a:gd name="connsiteX5" fmla="*/ 478279 w 884170"/>
                  <a:gd name="connsiteY5" fmla="*/ 13365380 h 14035151"/>
                  <a:gd name="connsiteX6" fmla="*/ 479959 w 884170"/>
                  <a:gd name="connsiteY6" fmla="*/ 0 h 14035151"/>
                  <a:gd name="connsiteX0" fmla="*/ 0 w 884170"/>
                  <a:gd name="connsiteY0" fmla="*/ 10747626 h 11307707"/>
                  <a:gd name="connsiteX1" fmla="*/ 790672 w 884170"/>
                  <a:gd name="connsiteY1" fmla="*/ 10746969 h 11307707"/>
                  <a:gd name="connsiteX2" fmla="*/ 884170 w 884170"/>
                  <a:gd name="connsiteY2" fmla="*/ 11025779 h 11307707"/>
                  <a:gd name="connsiteX3" fmla="*/ 792495 w 884170"/>
                  <a:gd name="connsiteY3" fmla="*/ 11305575 h 11307707"/>
                  <a:gd name="connsiteX4" fmla="*/ 478831 w 884170"/>
                  <a:gd name="connsiteY4" fmla="*/ 11307707 h 11307707"/>
                  <a:gd name="connsiteX5" fmla="*/ 478279 w 884170"/>
                  <a:gd name="connsiteY5" fmla="*/ 10637936 h 11307707"/>
                  <a:gd name="connsiteX6" fmla="*/ 499050 w 884170"/>
                  <a:gd name="connsiteY6" fmla="*/ 0 h 11307707"/>
                  <a:gd name="connsiteX0" fmla="*/ 0 w 884170"/>
                  <a:gd name="connsiteY0" fmla="*/ 10747626 h 11307707"/>
                  <a:gd name="connsiteX1" fmla="*/ 790672 w 884170"/>
                  <a:gd name="connsiteY1" fmla="*/ 10746969 h 11307707"/>
                  <a:gd name="connsiteX2" fmla="*/ 884170 w 884170"/>
                  <a:gd name="connsiteY2" fmla="*/ 11025779 h 11307707"/>
                  <a:gd name="connsiteX3" fmla="*/ 792495 w 884170"/>
                  <a:gd name="connsiteY3" fmla="*/ 11305575 h 11307707"/>
                  <a:gd name="connsiteX4" fmla="*/ 478831 w 884170"/>
                  <a:gd name="connsiteY4" fmla="*/ 11307707 h 11307707"/>
                  <a:gd name="connsiteX5" fmla="*/ 478279 w 884170"/>
                  <a:gd name="connsiteY5" fmla="*/ 10637936 h 11307707"/>
                  <a:gd name="connsiteX6" fmla="*/ 499050 w 884170"/>
                  <a:gd name="connsiteY6" fmla="*/ 0 h 11307707"/>
                  <a:gd name="connsiteX0" fmla="*/ 0 w 884170"/>
                  <a:gd name="connsiteY0" fmla="*/ 10747626 h 11307707"/>
                  <a:gd name="connsiteX1" fmla="*/ 790672 w 884170"/>
                  <a:gd name="connsiteY1" fmla="*/ 10746969 h 11307707"/>
                  <a:gd name="connsiteX2" fmla="*/ 884170 w 884170"/>
                  <a:gd name="connsiteY2" fmla="*/ 11025779 h 11307707"/>
                  <a:gd name="connsiteX3" fmla="*/ 792495 w 884170"/>
                  <a:gd name="connsiteY3" fmla="*/ 11305575 h 11307707"/>
                  <a:gd name="connsiteX4" fmla="*/ 478831 w 884170"/>
                  <a:gd name="connsiteY4" fmla="*/ 11307707 h 11307707"/>
                  <a:gd name="connsiteX5" fmla="*/ 478279 w 884170"/>
                  <a:gd name="connsiteY5" fmla="*/ 10637936 h 11307707"/>
                  <a:gd name="connsiteX6" fmla="*/ 499050 w 884170"/>
                  <a:gd name="connsiteY6" fmla="*/ 0 h 11307707"/>
                  <a:gd name="connsiteX0" fmla="*/ 0 w 884170"/>
                  <a:gd name="connsiteY0" fmla="*/ 7483778 h 8043859"/>
                  <a:gd name="connsiteX1" fmla="*/ 790672 w 884170"/>
                  <a:gd name="connsiteY1" fmla="*/ 7483121 h 8043859"/>
                  <a:gd name="connsiteX2" fmla="*/ 884170 w 884170"/>
                  <a:gd name="connsiteY2" fmla="*/ 7761931 h 8043859"/>
                  <a:gd name="connsiteX3" fmla="*/ 792495 w 884170"/>
                  <a:gd name="connsiteY3" fmla="*/ 8041727 h 8043859"/>
                  <a:gd name="connsiteX4" fmla="*/ 478831 w 884170"/>
                  <a:gd name="connsiteY4" fmla="*/ 8043859 h 8043859"/>
                  <a:gd name="connsiteX5" fmla="*/ 478279 w 884170"/>
                  <a:gd name="connsiteY5" fmla="*/ 7374088 h 8043859"/>
                  <a:gd name="connsiteX6" fmla="*/ 528747 w 884170"/>
                  <a:gd name="connsiteY6" fmla="*/ 0 h 8043859"/>
                  <a:gd name="connsiteX0" fmla="*/ 0 w 884170"/>
                  <a:gd name="connsiteY0" fmla="*/ 4209115 h 4769196"/>
                  <a:gd name="connsiteX1" fmla="*/ 790672 w 884170"/>
                  <a:gd name="connsiteY1" fmla="*/ 4208458 h 4769196"/>
                  <a:gd name="connsiteX2" fmla="*/ 884170 w 884170"/>
                  <a:gd name="connsiteY2" fmla="*/ 4487268 h 4769196"/>
                  <a:gd name="connsiteX3" fmla="*/ 792495 w 884170"/>
                  <a:gd name="connsiteY3" fmla="*/ 4767064 h 4769196"/>
                  <a:gd name="connsiteX4" fmla="*/ 478831 w 884170"/>
                  <a:gd name="connsiteY4" fmla="*/ 4769196 h 4769196"/>
                  <a:gd name="connsiteX5" fmla="*/ 478279 w 884170"/>
                  <a:gd name="connsiteY5" fmla="*/ 4099425 h 4769196"/>
                  <a:gd name="connsiteX6" fmla="*/ 592384 w 884170"/>
                  <a:gd name="connsiteY6" fmla="*/ 0 h 4769196"/>
                  <a:gd name="connsiteX0" fmla="*/ 0 w 884170"/>
                  <a:gd name="connsiteY0" fmla="*/ 707344 h 1272545"/>
                  <a:gd name="connsiteX1" fmla="*/ 790672 w 884170"/>
                  <a:gd name="connsiteY1" fmla="*/ 706687 h 1272545"/>
                  <a:gd name="connsiteX2" fmla="*/ 884170 w 884170"/>
                  <a:gd name="connsiteY2" fmla="*/ 985497 h 1272545"/>
                  <a:gd name="connsiteX3" fmla="*/ 792495 w 884170"/>
                  <a:gd name="connsiteY3" fmla="*/ 1265293 h 1272545"/>
                  <a:gd name="connsiteX4" fmla="*/ 478831 w 884170"/>
                  <a:gd name="connsiteY4" fmla="*/ 1267425 h 1272545"/>
                  <a:gd name="connsiteX5" fmla="*/ 478279 w 884170"/>
                  <a:gd name="connsiteY5" fmla="*/ 597654 h 1272545"/>
                  <a:gd name="connsiteX6" fmla="*/ 634808 w 884170"/>
                  <a:gd name="connsiteY6" fmla="*/ 0 h 1272545"/>
                  <a:gd name="connsiteX0" fmla="*/ 0 w 884170"/>
                  <a:gd name="connsiteY0" fmla="*/ 109690 h 669771"/>
                  <a:gd name="connsiteX1" fmla="*/ 790672 w 884170"/>
                  <a:gd name="connsiteY1" fmla="*/ 109033 h 669771"/>
                  <a:gd name="connsiteX2" fmla="*/ 884170 w 884170"/>
                  <a:gd name="connsiteY2" fmla="*/ 387843 h 669771"/>
                  <a:gd name="connsiteX3" fmla="*/ 792495 w 884170"/>
                  <a:gd name="connsiteY3" fmla="*/ 667639 h 669771"/>
                  <a:gd name="connsiteX4" fmla="*/ 478831 w 884170"/>
                  <a:gd name="connsiteY4" fmla="*/ 669771 h 669771"/>
                  <a:gd name="connsiteX5" fmla="*/ 478279 w 884170"/>
                  <a:gd name="connsiteY5" fmla="*/ 0 h 669771"/>
                  <a:gd name="connsiteX0" fmla="*/ 0 w 884170"/>
                  <a:gd name="connsiteY0" fmla="*/ 160765 h 720846"/>
                  <a:gd name="connsiteX1" fmla="*/ 790672 w 884170"/>
                  <a:gd name="connsiteY1" fmla="*/ 160108 h 720846"/>
                  <a:gd name="connsiteX2" fmla="*/ 884170 w 884170"/>
                  <a:gd name="connsiteY2" fmla="*/ 438918 h 720846"/>
                  <a:gd name="connsiteX3" fmla="*/ 792495 w 884170"/>
                  <a:gd name="connsiteY3" fmla="*/ 718714 h 720846"/>
                  <a:gd name="connsiteX4" fmla="*/ 478831 w 884170"/>
                  <a:gd name="connsiteY4" fmla="*/ 720846 h 720846"/>
                  <a:gd name="connsiteX5" fmla="*/ 478279 w 884170"/>
                  <a:gd name="connsiteY5" fmla="*/ 51075 h 720846"/>
                  <a:gd name="connsiteX6" fmla="*/ 475150 w 884170"/>
                  <a:gd name="connsiteY6" fmla="*/ 46063 h 720846"/>
                  <a:gd name="connsiteX0" fmla="*/ 0 w 1635452"/>
                  <a:gd name="connsiteY0" fmla="*/ 158524 h 718605"/>
                  <a:gd name="connsiteX1" fmla="*/ 790672 w 1635452"/>
                  <a:gd name="connsiteY1" fmla="*/ 157867 h 718605"/>
                  <a:gd name="connsiteX2" fmla="*/ 884170 w 1635452"/>
                  <a:gd name="connsiteY2" fmla="*/ 436677 h 718605"/>
                  <a:gd name="connsiteX3" fmla="*/ 792495 w 1635452"/>
                  <a:gd name="connsiteY3" fmla="*/ 716473 h 718605"/>
                  <a:gd name="connsiteX4" fmla="*/ 478831 w 1635452"/>
                  <a:gd name="connsiteY4" fmla="*/ 718605 h 718605"/>
                  <a:gd name="connsiteX5" fmla="*/ 478279 w 1635452"/>
                  <a:gd name="connsiteY5" fmla="*/ 48834 h 718605"/>
                  <a:gd name="connsiteX6" fmla="*/ 1635452 w 1635452"/>
                  <a:gd name="connsiteY6" fmla="*/ 52474 h 718605"/>
                  <a:gd name="connsiteX0" fmla="*/ 0 w 884170"/>
                  <a:gd name="connsiteY0" fmla="*/ 109690 h 669771"/>
                  <a:gd name="connsiteX1" fmla="*/ 790672 w 884170"/>
                  <a:gd name="connsiteY1" fmla="*/ 109033 h 669771"/>
                  <a:gd name="connsiteX2" fmla="*/ 884170 w 884170"/>
                  <a:gd name="connsiteY2" fmla="*/ 387843 h 669771"/>
                  <a:gd name="connsiteX3" fmla="*/ 792495 w 884170"/>
                  <a:gd name="connsiteY3" fmla="*/ 667639 h 669771"/>
                  <a:gd name="connsiteX4" fmla="*/ 478831 w 884170"/>
                  <a:gd name="connsiteY4" fmla="*/ 669771 h 669771"/>
                  <a:gd name="connsiteX5" fmla="*/ 478279 w 884170"/>
                  <a:gd name="connsiteY5" fmla="*/ 0 h 669771"/>
                  <a:gd name="connsiteX0" fmla="*/ 0 w 884170"/>
                  <a:gd name="connsiteY0" fmla="*/ 109690 h 667639"/>
                  <a:gd name="connsiteX1" fmla="*/ 790672 w 884170"/>
                  <a:gd name="connsiteY1" fmla="*/ 109033 h 667639"/>
                  <a:gd name="connsiteX2" fmla="*/ 884170 w 884170"/>
                  <a:gd name="connsiteY2" fmla="*/ 387843 h 667639"/>
                  <a:gd name="connsiteX3" fmla="*/ 792495 w 884170"/>
                  <a:gd name="connsiteY3" fmla="*/ 667639 h 667639"/>
                  <a:gd name="connsiteX4" fmla="*/ 478831 w 884170"/>
                  <a:gd name="connsiteY4" fmla="*/ 667608 h 667639"/>
                  <a:gd name="connsiteX5" fmla="*/ 478279 w 884170"/>
                  <a:gd name="connsiteY5" fmla="*/ 0 h 667639"/>
                  <a:gd name="connsiteX0" fmla="*/ 0 w 884170"/>
                  <a:gd name="connsiteY0" fmla="*/ 158881 h 716830"/>
                  <a:gd name="connsiteX1" fmla="*/ 790672 w 884170"/>
                  <a:gd name="connsiteY1" fmla="*/ 158224 h 716830"/>
                  <a:gd name="connsiteX2" fmla="*/ 884170 w 884170"/>
                  <a:gd name="connsiteY2" fmla="*/ 437034 h 716830"/>
                  <a:gd name="connsiteX3" fmla="*/ 792495 w 884170"/>
                  <a:gd name="connsiteY3" fmla="*/ 716830 h 716830"/>
                  <a:gd name="connsiteX4" fmla="*/ 478831 w 884170"/>
                  <a:gd name="connsiteY4" fmla="*/ 716799 h 716830"/>
                  <a:gd name="connsiteX5" fmla="*/ 478279 w 884170"/>
                  <a:gd name="connsiteY5" fmla="*/ 49191 h 716830"/>
                  <a:gd name="connsiteX6" fmla="*/ 474915 w 884170"/>
                  <a:gd name="connsiteY6" fmla="*/ 50104 h 716830"/>
                  <a:gd name="connsiteX0" fmla="*/ 0 w 1628854"/>
                  <a:gd name="connsiteY0" fmla="*/ 169685 h 727634"/>
                  <a:gd name="connsiteX1" fmla="*/ 790672 w 1628854"/>
                  <a:gd name="connsiteY1" fmla="*/ 169028 h 727634"/>
                  <a:gd name="connsiteX2" fmla="*/ 884170 w 1628854"/>
                  <a:gd name="connsiteY2" fmla="*/ 447838 h 727634"/>
                  <a:gd name="connsiteX3" fmla="*/ 792495 w 1628854"/>
                  <a:gd name="connsiteY3" fmla="*/ 727634 h 727634"/>
                  <a:gd name="connsiteX4" fmla="*/ 478831 w 1628854"/>
                  <a:gd name="connsiteY4" fmla="*/ 727603 h 727634"/>
                  <a:gd name="connsiteX5" fmla="*/ 478279 w 1628854"/>
                  <a:gd name="connsiteY5" fmla="*/ 59995 h 727634"/>
                  <a:gd name="connsiteX6" fmla="*/ 1628854 w 1628854"/>
                  <a:gd name="connsiteY6" fmla="*/ 26301 h 727634"/>
                  <a:gd name="connsiteX0" fmla="*/ 0 w 1628854"/>
                  <a:gd name="connsiteY0" fmla="*/ 169685 h 727634"/>
                  <a:gd name="connsiteX1" fmla="*/ 790672 w 1628854"/>
                  <a:gd name="connsiteY1" fmla="*/ 169028 h 727634"/>
                  <a:gd name="connsiteX2" fmla="*/ 884170 w 1628854"/>
                  <a:gd name="connsiteY2" fmla="*/ 447838 h 727634"/>
                  <a:gd name="connsiteX3" fmla="*/ 792495 w 1628854"/>
                  <a:gd name="connsiteY3" fmla="*/ 727634 h 727634"/>
                  <a:gd name="connsiteX4" fmla="*/ 478831 w 1628854"/>
                  <a:gd name="connsiteY4" fmla="*/ 727603 h 727634"/>
                  <a:gd name="connsiteX5" fmla="*/ 478279 w 1628854"/>
                  <a:gd name="connsiteY5" fmla="*/ 59995 h 727634"/>
                  <a:gd name="connsiteX6" fmla="*/ 1628854 w 1628854"/>
                  <a:gd name="connsiteY6" fmla="*/ 26301 h 727634"/>
                  <a:gd name="connsiteX0" fmla="*/ 0 w 1628854"/>
                  <a:gd name="connsiteY0" fmla="*/ 169685 h 727634"/>
                  <a:gd name="connsiteX1" fmla="*/ 790672 w 1628854"/>
                  <a:gd name="connsiteY1" fmla="*/ 169028 h 727634"/>
                  <a:gd name="connsiteX2" fmla="*/ 884170 w 1628854"/>
                  <a:gd name="connsiteY2" fmla="*/ 447838 h 727634"/>
                  <a:gd name="connsiteX3" fmla="*/ 792495 w 1628854"/>
                  <a:gd name="connsiteY3" fmla="*/ 727634 h 727634"/>
                  <a:gd name="connsiteX4" fmla="*/ 478831 w 1628854"/>
                  <a:gd name="connsiteY4" fmla="*/ 727603 h 727634"/>
                  <a:gd name="connsiteX5" fmla="*/ 478279 w 1628854"/>
                  <a:gd name="connsiteY5" fmla="*/ 59995 h 727634"/>
                  <a:gd name="connsiteX6" fmla="*/ 1628854 w 1628854"/>
                  <a:gd name="connsiteY6" fmla="*/ 26301 h 727634"/>
                  <a:gd name="connsiteX0" fmla="*/ 0 w 1637339"/>
                  <a:gd name="connsiteY0" fmla="*/ 301277 h 859226"/>
                  <a:gd name="connsiteX1" fmla="*/ 790672 w 1637339"/>
                  <a:gd name="connsiteY1" fmla="*/ 300620 h 859226"/>
                  <a:gd name="connsiteX2" fmla="*/ 884170 w 1637339"/>
                  <a:gd name="connsiteY2" fmla="*/ 579430 h 859226"/>
                  <a:gd name="connsiteX3" fmla="*/ 792495 w 1637339"/>
                  <a:gd name="connsiteY3" fmla="*/ 859226 h 859226"/>
                  <a:gd name="connsiteX4" fmla="*/ 478831 w 1637339"/>
                  <a:gd name="connsiteY4" fmla="*/ 859195 h 859226"/>
                  <a:gd name="connsiteX5" fmla="*/ 478279 w 1637339"/>
                  <a:gd name="connsiteY5" fmla="*/ 191587 h 859226"/>
                  <a:gd name="connsiteX6" fmla="*/ 1637339 w 1637339"/>
                  <a:gd name="connsiteY6" fmla="*/ 0 h 859226"/>
                  <a:gd name="connsiteX0" fmla="*/ 0 w 1721986"/>
                  <a:gd name="connsiteY0" fmla="*/ 316105 h 874054"/>
                  <a:gd name="connsiteX1" fmla="*/ 790672 w 1721986"/>
                  <a:gd name="connsiteY1" fmla="*/ 315448 h 874054"/>
                  <a:gd name="connsiteX2" fmla="*/ 884170 w 1721986"/>
                  <a:gd name="connsiteY2" fmla="*/ 594258 h 874054"/>
                  <a:gd name="connsiteX3" fmla="*/ 792495 w 1721986"/>
                  <a:gd name="connsiteY3" fmla="*/ 874054 h 874054"/>
                  <a:gd name="connsiteX4" fmla="*/ 478831 w 1721986"/>
                  <a:gd name="connsiteY4" fmla="*/ 874023 h 874054"/>
                  <a:gd name="connsiteX5" fmla="*/ 478279 w 1721986"/>
                  <a:gd name="connsiteY5" fmla="*/ 206415 h 874054"/>
                  <a:gd name="connsiteX6" fmla="*/ 1637339 w 1721986"/>
                  <a:gd name="connsiteY6" fmla="*/ 14828 h 874054"/>
                  <a:gd name="connsiteX7" fmla="*/ 1633095 w 1721986"/>
                  <a:gd name="connsiteY7" fmla="*/ 12665 h 874054"/>
                  <a:gd name="connsiteX0" fmla="*/ 0 w 1723632"/>
                  <a:gd name="connsiteY0" fmla="*/ 774957 h 1332906"/>
                  <a:gd name="connsiteX1" fmla="*/ 790672 w 1723632"/>
                  <a:gd name="connsiteY1" fmla="*/ 774300 h 1332906"/>
                  <a:gd name="connsiteX2" fmla="*/ 884170 w 1723632"/>
                  <a:gd name="connsiteY2" fmla="*/ 1053110 h 1332906"/>
                  <a:gd name="connsiteX3" fmla="*/ 792495 w 1723632"/>
                  <a:gd name="connsiteY3" fmla="*/ 1332906 h 1332906"/>
                  <a:gd name="connsiteX4" fmla="*/ 478831 w 1723632"/>
                  <a:gd name="connsiteY4" fmla="*/ 1332875 h 1332906"/>
                  <a:gd name="connsiteX5" fmla="*/ 478279 w 1723632"/>
                  <a:gd name="connsiteY5" fmla="*/ 665267 h 1332906"/>
                  <a:gd name="connsiteX6" fmla="*/ 1637339 w 1723632"/>
                  <a:gd name="connsiteY6" fmla="*/ 473680 h 1332906"/>
                  <a:gd name="connsiteX7" fmla="*/ 1639459 w 1723632"/>
                  <a:gd name="connsiteY7" fmla="*/ 0 h 1332906"/>
                  <a:gd name="connsiteX0" fmla="*/ 0 w 1637339"/>
                  <a:gd name="connsiteY0" fmla="*/ 301278 h 859227"/>
                  <a:gd name="connsiteX1" fmla="*/ 790672 w 1637339"/>
                  <a:gd name="connsiteY1" fmla="*/ 300621 h 859227"/>
                  <a:gd name="connsiteX2" fmla="*/ 884170 w 1637339"/>
                  <a:gd name="connsiteY2" fmla="*/ 579431 h 859227"/>
                  <a:gd name="connsiteX3" fmla="*/ 792495 w 1637339"/>
                  <a:gd name="connsiteY3" fmla="*/ 859227 h 859227"/>
                  <a:gd name="connsiteX4" fmla="*/ 478831 w 1637339"/>
                  <a:gd name="connsiteY4" fmla="*/ 859196 h 859227"/>
                  <a:gd name="connsiteX5" fmla="*/ 478279 w 1637339"/>
                  <a:gd name="connsiteY5" fmla="*/ 191588 h 859227"/>
                  <a:gd name="connsiteX6" fmla="*/ 1637339 w 1637339"/>
                  <a:gd name="connsiteY6" fmla="*/ 1 h 859227"/>
                  <a:gd name="connsiteX0" fmla="*/ 0 w 884170"/>
                  <a:gd name="connsiteY0" fmla="*/ 109690 h 667639"/>
                  <a:gd name="connsiteX1" fmla="*/ 790672 w 884170"/>
                  <a:gd name="connsiteY1" fmla="*/ 109033 h 667639"/>
                  <a:gd name="connsiteX2" fmla="*/ 884170 w 884170"/>
                  <a:gd name="connsiteY2" fmla="*/ 387843 h 667639"/>
                  <a:gd name="connsiteX3" fmla="*/ 792495 w 884170"/>
                  <a:gd name="connsiteY3" fmla="*/ 667639 h 667639"/>
                  <a:gd name="connsiteX4" fmla="*/ 478831 w 884170"/>
                  <a:gd name="connsiteY4" fmla="*/ 667608 h 667639"/>
                  <a:gd name="connsiteX5" fmla="*/ 478279 w 884170"/>
                  <a:gd name="connsiteY5" fmla="*/ 0 h 667639"/>
                  <a:gd name="connsiteX0" fmla="*/ 0 w 884170"/>
                  <a:gd name="connsiteY0" fmla="*/ 109690 h 667639"/>
                  <a:gd name="connsiteX1" fmla="*/ 790672 w 884170"/>
                  <a:gd name="connsiteY1" fmla="*/ 109033 h 667639"/>
                  <a:gd name="connsiteX2" fmla="*/ 884170 w 884170"/>
                  <a:gd name="connsiteY2" fmla="*/ 387843 h 667639"/>
                  <a:gd name="connsiteX3" fmla="*/ 792495 w 884170"/>
                  <a:gd name="connsiteY3" fmla="*/ 667639 h 667639"/>
                  <a:gd name="connsiteX4" fmla="*/ 478831 w 884170"/>
                  <a:gd name="connsiteY4" fmla="*/ 667608 h 667639"/>
                  <a:gd name="connsiteX5" fmla="*/ 478279 w 884170"/>
                  <a:gd name="connsiteY5" fmla="*/ 0 h 667639"/>
                  <a:gd name="connsiteX0" fmla="*/ 0 w 896897"/>
                  <a:gd name="connsiteY0" fmla="*/ 107527 h 667639"/>
                  <a:gd name="connsiteX1" fmla="*/ 803399 w 896897"/>
                  <a:gd name="connsiteY1" fmla="*/ 109033 h 667639"/>
                  <a:gd name="connsiteX2" fmla="*/ 896897 w 896897"/>
                  <a:gd name="connsiteY2" fmla="*/ 387843 h 667639"/>
                  <a:gd name="connsiteX3" fmla="*/ 805222 w 896897"/>
                  <a:gd name="connsiteY3" fmla="*/ 667639 h 667639"/>
                  <a:gd name="connsiteX4" fmla="*/ 491558 w 896897"/>
                  <a:gd name="connsiteY4" fmla="*/ 667608 h 667639"/>
                  <a:gd name="connsiteX5" fmla="*/ 491006 w 896897"/>
                  <a:gd name="connsiteY5" fmla="*/ 0 h 667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96897" h="667639">
                    <a:moveTo>
                      <a:pt x="0" y="107527"/>
                    </a:moveTo>
                    <a:lnTo>
                      <a:pt x="803399" y="109033"/>
                    </a:lnTo>
                    <a:lnTo>
                      <a:pt x="896897" y="387843"/>
                    </a:lnTo>
                    <a:lnTo>
                      <a:pt x="805222" y="667639"/>
                    </a:lnTo>
                    <a:lnTo>
                      <a:pt x="491558" y="667608"/>
                    </a:lnTo>
                    <a:lnTo>
                      <a:pt x="491006" y="0"/>
                    </a:lnTo>
                  </a:path>
                </a:pathLst>
              </a:custGeom>
              <a:noFill/>
              <a:ln w="63500">
                <a:solidFill>
                  <a:srgbClr val="FFFFFF"/>
                </a:solidFill>
                <a:miter lim="800000"/>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fontAlgn="auto">
                  <a:spcBef>
                    <a:spcPts val="0"/>
                  </a:spcBef>
                  <a:spcAft>
                    <a:spcPts val="0"/>
                  </a:spcAft>
                  <a:defRPr/>
                </a:pPr>
                <a:endParaRPr lang="en-US">
                  <a:ln w="38100">
                    <a:solidFill>
                      <a:schemeClr val="tx1"/>
                    </a:solidFill>
                  </a:ln>
                </a:endParaRPr>
              </a:p>
            </p:txBody>
          </p:sp>
        </p:grpSp>
      </p:grpSp>
      <p:pic>
        <p:nvPicPr>
          <p:cNvPr id="18" name="Picture 11"/>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457200" y="6386513"/>
            <a:ext cx="1143000" cy="28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Text Placeholder 2"/>
          <p:cNvSpPr>
            <a:spLocks noGrp="1"/>
          </p:cNvSpPr>
          <p:nvPr>
            <p:ph type="body" idx="10"/>
          </p:nvPr>
        </p:nvSpPr>
        <p:spPr>
          <a:xfrm>
            <a:off x="3352800" y="2906714"/>
            <a:ext cx="5334000" cy="674686"/>
          </a:xfrm>
        </p:spPr>
        <p:txBody>
          <a:bodyPr/>
          <a:lstStyle>
            <a:lvl1pPr marL="0" indent="0">
              <a:buNone/>
              <a:defRPr sz="2400">
                <a:solidFill>
                  <a:schemeClr val="accent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9" name="Title 1"/>
          <p:cNvSpPr>
            <a:spLocks noGrp="1"/>
          </p:cNvSpPr>
          <p:nvPr>
            <p:ph type="title"/>
          </p:nvPr>
        </p:nvSpPr>
        <p:spPr>
          <a:xfrm>
            <a:off x="3352800" y="1777790"/>
            <a:ext cx="5334000" cy="982662"/>
          </a:xfrm>
        </p:spPr>
        <p:txBody>
          <a:bodyPr>
            <a:normAutofit/>
          </a:bodyPr>
          <a:lstStyle>
            <a:lvl1pPr algn="l">
              <a:defRPr sz="3200" b="1" cap="none">
                <a:solidFill>
                  <a:schemeClr val="bg1"/>
                </a:solidFill>
              </a:defRPr>
            </a:lvl1pPr>
          </a:lstStyle>
          <a:p>
            <a:r>
              <a:rPr lang="en-US" smtClean="0"/>
              <a:t>Click to edit Master title style</a:t>
            </a:r>
            <a:endParaRPr lang="en-US" dirty="0"/>
          </a:p>
        </p:txBody>
      </p:sp>
      <p:sp>
        <p:nvSpPr>
          <p:cNvPr id="11" name="Text Placeholder 2"/>
          <p:cNvSpPr>
            <a:spLocks noGrp="1"/>
          </p:cNvSpPr>
          <p:nvPr>
            <p:ph type="body" idx="12"/>
          </p:nvPr>
        </p:nvSpPr>
        <p:spPr>
          <a:xfrm>
            <a:off x="3333750" y="5021264"/>
            <a:ext cx="5334000" cy="341656"/>
          </a:xfrm>
        </p:spPr>
        <p:txBody>
          <a:bodyPr/>
          <a:lstStyle>
            <a:lvl1pPr marL="0" indent="0">
              <a:buNone/>
              <a:defRPr sz="1800">
                <a:solidFill>
                  <a:schemeClr val="bg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12" name="Text Placeholder 2"/>
          <p:cNvSpPr>
            <a:spLocks noGrp="1"/>
          </p:cNvSpPr>
          <p:nvPr>
            <p:ph type="body" idx="13"/>
          </p:nvPr>
        </p:nvSpPr>
        <p:spPr>
          <a:xfrm>
            <a:off x="3333750" y="5363819"/>
            <a:ext cx="5334000" cy="341656"/>
          </a:xfrm>
        </p:spPr>
        <p:txBody>
          <a:bodyPr/>
          <a:lstStyle>
            <a:lvl1pPr marL="0" indent="0">
              <a:buNone/>
              <a:defRPr sz="1600" i="1">
                <a:solidFill>
                  <a:schemeClr val="bg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Tree>
    <p:extLst>
      <p:ext uri="{BB962C8B-B14F-4D97-AF65-F5344CB8AC3E}">
        <p14:creationId xmlns:p14="http://schemas.microsoft.com/office/powerpoint/2010/main" val="177766737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option 2">
    <p:spTree>
      <p:nvGrpSpPr>
        <p:cNvPr id="1" name=""/>
        <p:cNvGrpSpPr/>
        <p:nvPr/>
      </p:nvGrpSpPr>
      <p:grpSpPr>
        <a:xfrm>
          <a:off x="0" y="0"/>
          <a:ext cx="0" cy="0"/>
          <a:chOff x="0" y="0"/>
          <a:chExt cx="0" cy="0"/>
        </a:xfrm>
      </p:grpSpPr>
      <p:grpSp>
        <p:nvGrpSpPr>
          <p:cNvPr id="10" name="Group 3"/>
          <p:cNvGrpSpPr>
            <a:grpSpLocks/>
          </p:cNvGrpSpPr>
          <p:nvPr userDrawn="1"/>
        </p:nvGrpSpPr>
        <p:grpSpPr bwMode="auto">
          <a:xfrm>
            <a:off x="7938" y="-22225"/>
            <a:ext cx="8618537" cy="5973763"/>
            <a:chOff x="0" y="-30510"/>
            <a:chExt cx="8617372" cy="5974110"/>
          </a:xfrm>
        </p:grpSpPr>
        <p:cxnSp>
          <p:nvCxnSpPr>
            <p:cNvPr id="11" name="Straight Connector 10"/>
            <p:cNvCxnSpPr/>
            <p:nvPr userDrawn="1"/>
          </p:nvCxnSpPr>
          <p:spPr>
            <a:xfrm>
              <a:off x="6288825" y="1709491"/>
              <a:ext cx="0" cy="4234109"/>
            </a:xfrm>
            <a:prstGeom prst="line">
              <a:avLst/>
            </a:prstGeom>
            <a:ln w="63500">
              <a:solidFill>
                <a:srgbClr val="0C2074"/>
              </a:solidFill>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userDrawn="1"/>
          </p:nvCxnSpPr>
          <p:spPr>
            <a:xfrm flipH="1">
              <a:off x="6271364" y="5911848"/>
              <a:ext cx="320632" cy="0"/>
            </a:xfrm>
            <a:prstGeom prst="line">
              <a:avLst/>
            </a:prstGeom>
            <a:ln w="63500">
              <a:solidFill>
                <a:srgbClr val="0C2074"/>
              </a:solidFill>
            </a:ln>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userDrawn="1"/>
          </p:nvCxnSpPr>
          <p:spPr>
            <a:xfrm rot="16200000" flipH="1">
              <a:off x="6408634" y="5774521"/>
              <a:ext cx="319107" cy="0"/>
            </a:xfrm>
            <a:prstGeom prst="line">
              <a:avLst/>
            </a:prstGeom>
            <a:ln w="63500">
              <a:solidFill>
                <a:srgbClr val="0C2074"/>
              </a:solidFill>
            </a:ln>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userDrawn="1"/>
          </p:nvCxnSpPr>
          <p:spPr>
            <a:xfrm flipH="1">
              <a:off x="0" y="5643545"/>
              <a:ext cx="6591996" cy="0"/>
            </a:xfrm>
            <a:prstGeom prst="line">
              <a:avLst/>
            </a:prstGeom>
            <a:ln w="63500">
              <a:solidFill>
                <a:srgbClr val="0C2074"/>
              </a:solidFill>
            </a:ln>
          </p:spPr>
          <p:style>
            <a:lnRef idx="1">
              <a:schemeClr val="accent1"/>
            </a:lnRef>
            <a:fillRef idx="0">
              <a:schemeClr val="accent1"/>
            </a:fillRef>
            <a:effectRef idx="0">
              <a:schemeClr val="accent1"/>
            </a:effectRef>
            <a:fontRef idx="minor">
              <a:schemeClr val="tx1"/>
            </a:fontRef>
          </p:style>
        </p:cxnSp>
        <p:sp>
          <p:nvSpPr>
            <p:cNvPr id="15" name="Right Arrow Callout 12"/>
            <p:cNvSpPr/>
            <p:nvPr userDrawn="1"/>
          </p:nvSpPr>
          <p:spPr>
            <a:xfrm rot="16200000" flipH="1">
              <a:off x="5830581" y="403924"/>
              <a:ext cx="3221225" cy="2352357"/>
            </a:xfrm>
            <a:custGeom>
              <a:avLst/>
              <a:gdLst>
                <a:gd name="connsiteX0" fmla="*/ 0 w 595311"/>
                <a:gd name="connsiteY0" fmla="*/ 0 h 990600"/>
                <a:gd name="connsiteX1" fmla="*/ 386815 w 595311"/>
                <a:gd name="connsiteY1" fmla="*/ 0 h 990600"/>
                <a:gd name="connsiteX2" fmla="*/ 386815 w 595311"/>
                <a:gd name="connsiteY2" fmla="*/ 420886 h 990600"/>
                <a:gd name="connsiteX3" fmla="*/ 446483 w 595311"/>
                <a:gd name="connsiteY3" fmla="*/ 420886 h 990600"/>
                <a:gd name="connsiteX4" fmla="*/ 446483 w 595311"/>
                <a:gd name="connsiteY4" fmla="*/ 346472 h 990600"/>
                <a:gd name="connsiteX5" fmla="*/ 595311 w 595311"/>
                <a:gd name="connsiteY5" fmla="*/ 495300 h 990600"/>
                <a:gd name="connsiteX6" fmla="*/ 446483 w 595311"/>
                <a:gd name="connsiteY6" fmla="*/ 644128 h 990600"/>
                <a:gd name="connsiteX7" fmla="*/ 446483 w 595311"/>
                <a:gd name="connsiteY7" fmla="*/ 569714 h 990600"/>
                <a:gd name="connsiteX8" fmla="*/ 386815 w 595311"/>
                <a:gd name="connsiteY8" fmla="*/ 569714 h 990600"/>
                <a:gd name="connsiteX9" fmla="*/ 386815 w 595311"/>
                <a:gd name="connsiteY9" fmla="*/ 990600 h 990600"/>
                <a:gd name="connsiteX10" fmla="*/ 0 w 595311"/>
                <a:gd name="connsiteY10" fmla="*/ 990600 h 990600"/>
                <a:gd name="connsiteX11" fmla="*/ 0 w 595311"/>
                <a:gd name="connsiteY11" fmla="*/ 0 h 99060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446483 w 595311"/>
                <a:gd name="connsiteY5" fmla="*/ 420886 h 1082040"/>
                <a:gd name="connsiteX6" fmla="*/ 446483 w 595311"/>
                <a:gd name="connsiteY6" fmla="*/ 346472 h 1082040"/>
                <a:gd name="connsiteX7" fmla="*/ 595311 w 595311"/>
                <a:gd name="connsiteY7" fmla="*/ 495300 h 1082040"/>
                <a:gd name="connsiteX8" fmla="*/ 446483 w 595311"/>
                <a:gd name="connsiteY8" fmla="*/ 644128 h 1082040"/>
                <a:gd name="connsiteX9" fmla="*/ 446483 w 595311"/>
                <a:gd name="connsiteY9" fmla="*/ 569714 h 1082040"/>
                <a:gd name="connsiteX10" fmla="*/ 386815 w 595311"/>
                <a:gd name="connsiteY10" fmla="*/ 569714 h 1082040"/>
                <a:gd name="connsiteX11" fmla="*/ 478255 w 595311"/>
                <a:gd name="connsiteY11"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446483 w 595311"/>
                <a:gd name="connsiteY5" fmla="*/ 420886 h 1082040"/>
                <a:gd name="connsiteX6" fmla="*/ 446483 w 595311"/>
                <a:gd name="connsiteY6" fmla="*/ 346472 h 1082040"/>
                <a:gd name="connsiteX7" fmla="*/ 595311 w 595311"/>
                <a:gd name="connsiteY7" fmla="*/ 495300 h 1082040"/>
                <a:gd name="connsiteX8" fmla="*/ 503636 w 595311"/>
                <a:gd name="connsiteY8" fmla="*/ 775096 h 1082040"/>
                <a:gd name="connsiteX9" fmla="*/ 446483 w 595311"/>
                <a:gd name="connsiteY9" fmla="*/ 569714 h 1082040"/>
                <a:gd name="connsiteX10" fmla="*/ 386815 w 595311"/>
                <a:gd name="connsiteY10" fmla="*/ 569714 h 1082040"/>
                <a:gd name="connsiteX11" fmla="*/ 478255 w 595311"/>
                <a:gd name="connsiteY11"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446483 w 595311"/>
                <a:gd name="connsiteY5" fmla="*/ 420886 h 1082040"/>
                <a:gd name="connsiteX6" fmla="*/ 503636 w 595311"/>
                <a:gd name="connsiteY6" fmla="*/ 217885 h 1082040"/>
                <a:gd name="connsiteX7" fmla="*/ 595311 w 595311"/>
                <a:gd name="connsiteY7" fmla="*/ 495300 h 1082040"/>
                <a:gd name="connsiteX8" fmla="*/ 503636 w 595311"/>
                <a:gd name="connsiteY8" fmla="*/ 775096 h 1082040"/>
                <a:gd name="connsiteX9" fmla="*/ 446483 w 595311"/>
                <a:gd name="connsiteY9" fmla="*/ 569714 h 1082040"/>
                <a:gd name="connsiteX10" fmla="*/ 386815 w 595311"/>
                <a:gd name="connsiteY10" fmla="*/ 569714 h 1082040"/>
                <a:gd name="connsiteX11" fmla="*/ 478255 w 595311"/>
                <a:gd name="connsiteY11"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503636 w 595311"/>
                <a:gd name="connsiteY5" fmla="*/ 217885 h 1082040"/>
                <a:gd name="connsiteX6" fmla="*/ 595311 w 595311"/>
                <a:gd name="connsiteY6" fmla="*/ 495300 h 1082040"/>
                <a:gd name="connsiteX7" fmla="*/ 503636 w 595311"/>
                <a:gd name="connsiteY7" fmla="*/ 775096 h 1082040"/>
                <a:gd name="connsiteX8" fmla="*/ 446483 w 595311"/>
                <a:gd name="connsiteY8" fmla="*/ 569714 h 1082040"/>
                <a:gd name="connsiteX9" fmla="*/ 386815 w 595311"/>
                <a:gd name="connsiteY9" fmla="*/ 569714 h 1082040"/>
                <a:gd name="connsiteX10" fmla="*/ 478255 w 595311"/>
                <a:gd name="connsiteY10"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503636 w 595311"/>
                <a:gd name="connsiteY5" fmla="*/ 217885 h 1082040"/>
                <a:gd name="connsiteX6" fmla="*/ 595311 w 595311"/>
                <a:gd name="connsiteY6" fmla="*/ 495300 h 1082040"/>
                <a:gd name="connsiteX7" fmla="*/ 503636 w 595311"/>
                <a:gd name="connsiteY7" fmla="*/ 775096 h 1082040"/>
                <a:gd name="connsiteX8" fmla="*/ 386815 w 595311"/>
                <a:gd name="connsiteY8" fmla="*/ 569714 h 1082040"/>
                <a:gd name="connsiteX9" fmla="*/ 478255 w 595311"/>
                <a:gd name="connsiteY9"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503636 w 595311"/>
                <a:gd name="connsiteY5" fmla="*/ 217885 h 1082040"/>
                <a:gd name="connsiteX6" fmla="*/ 595311 w 595311"/>
                <a:gd name="connsiteY6" fmla="*/ 495300 h 1082040"/>
                <a:gd name="connsiteX7" fmla="*/ 503636 w 595311"/>
                <a:gd name="connsiteY7" fmla="*/ 775096 h 1082040"/>
                <a:gd name="connsiteX8" fmla="*/ 184411 w 595311"/>
                <a:gd name="connsiteY8" fmla="*/ 772120 h 1082040"/>
                <a:gd name="connsiteX9" fmla="*/ 478255 w 595311"/>
                <a:gd name="connsiteY9" fmla="*/ 1082040 h 1082040"/>
                <a:gd name="connsiteX0" fmla="*/ 386815 w 595311"/>
                <a:gd name="connsiteY0" fmla="*/ 990600 h 990600"/>
                <a:gd name="connsiteX1" fmla="*/ 0 w 595311"/>
                <a:gd name="connsiteY1" fmla="*/ 990600 h 990600"/>
                <a:gd name="connsiteX2" fmla="*/ 0 w 595311"/>
                <a:gd name="connsiteY2" fmla="*/ 0 h 990600"/>
                <a:gd name="connsiteX3" fmla="*/ 386815 w 595311"/>
                <a:gd name="connsiteY3" fmla="*/ 0 h 990600"/>
                <a:gd name="connsiteX4" fmla="*/ 386815 w 595311"/>
                <a:gd name="connsiteY4" fmla="*/ 420886 h 990600"/>
                <a:gd name="connsiteX5" fmla="*/ 503636 w 595311"/>
                <a:gd name="connsiteY5" fmla="*/ 217885 h 990600"/>
                <a:gd name="connsiteX6" fmla="*/ 595311 w 595311"/>
                <a:gd name="connsiteY6" fmla="*/ 495300 h 990600"/>
                <a:gd name="connsiteX7" fmla="*/ 503636 w 595311"/>
                <a:gd name="connsiteY7" fmla="*/ 775096 h 990600"/>
                <a:gd name="connsiteX8" fmla="*/ 184411 w 595311"/>
                <a:gd name="connsiteY8" fmla="*/ 772120 h 990600"/>
                <a:gd name="connsiteX0" fmla="*/ 386815 w 595311"/>
                <a:gd name="connsiteY0" fmla="*/ 990600 h 990600"/>
                <a:gd name="connsiteX1" fmla="*/ 0 w 595311"/>
                <a:gd name="connsiteY1" fmla="*/ 990600 h 990600"/>
                <a:gd name="connsiteX2" fmla="*/ 0 w 595311"/>
                <a:gd name="connsiteY2" fmla="*/ 0 h 990600"/>
                <a:gd name="connsiteX3" fmla="*/ 386815 w 595311"/>
                <a:gd name="connsiteY3" fmla="*/ 0 h 990600"/>
                <a:gd name="connsiteX4" fmla="*/ 503636 w 595311"/>
                <a:gd name="connsiteY4" fmla="*/ 217885 h 990600"/>
                <a:gd name="connsiteX5" fmla="*/ 595311 w 595311"/>
                <a:gd name="connsiteY5" fmla="*/ 495300 h 990600"/>
                <a:gd name="connsiteX6" fmla="*/ 503636 w 595311"/>
                <a:gd name="connsiteY6" fmla="*/ 775096 h 990600"/>
                <a:gd name="connsiteX7" fmla="*/ 184411 w 595311"/>
                <a:gd name="connsiteY7" fmla="*/ 772120 h 990600"/>
                <a:gd name="connsiteX0" fmla="*/ 386815 w 595311"/>
                <a:gd name="connsiteY0" fmla="*/ 990600 h 990600"/>
                <a:gd name="connsiteX1" fmla="*/ 0 w 595311"/>
                <a:gd name="connsiteY1" fmla="*/ 990600 h 990600"/>
                <a:gd name="connsiteX2" fmla="*/ 2 w 595311"/>
                <a:gd name="connsiteY2" fmla="*/ 531019 h 990600"/>
                <a:gd name="connsiteX3" fmla="*/ 386815 w 595311"/>
                <a:gd name="connsiteY3" fmla="*/ 0 h 990600"/>
                <a:gd name="connsiteX4" fmla="*/ 503636 w 595311"/>
                <a:gd name="connsiteY4" fmla="*/ 217885 h 990600"/>
                <a:gd name="connsiteX5" fmla="*/ 595311 w 595311"/>
                <a:gd name="connsiteY5" fmla="*/ 495300 h 990600"/>
                <a:gd name="connsiteX6" fmla="*/ 503636 w 595311"/>
                <a:gd name="connsiteY6" fmla="*/ 775096 h 990600"/>
                <a:gd name="connsiteX7" fmla="*/ 184411 w 595311"/>
                <a:gd name="connsiteY7" fmla="*/ 772120 h 990600"/>
                <a:gd name="connsiteX0" fmla="*/ 388144 w 596640"/>
                <a:gd name="connsiteY0" fmla="*/ 773906 h 773906"/>
                <a:gd name="connsiteX1" fmla="*/ 1329 w 596640"/>
                <a:gd name="connsiteY1" fmla="*/ 773906 h 773906"/>
                <a:gd name="connsiteX2" fmla="*/ 1331 w 596640"/>
                <a:gd name="connsiteY2" fmla="*/ 314325 h 773906"/>
                <a:gd name="connsiteX3" fmla="*/ 0 w 596640"/>
                <a:gd name="connsiteY3" fmla="*/ 0 h 773906"/>
                <a:gd name="connsiteX4" fmla="*/ 504965 w 596640"/>
                <a:gd name="connsiteY4" fmla="*/ 1191 h 773906"/>
                <a:gd name="connsiteX5" fmla="*/ 596640 w 596640"/>
                <a:gd name="connsiteY5" fmla="*/ 278606 h 773906"/>
                <a:gd name="connsiteX6" fmla="*/ 504965 w 596640"/>
                <a:gd name="connsiteY6" fmla="*/ 558402 h 773906"/>
                <a:gd name="connsiteX7" fmla="*/ 185740 w 596640"/>
                <a:gd name="connsiteY7" fmla="*/ 555426 h 773906"/>
                <a:gd name="connsiteX0" fmla="*/ 389197 w 597693"/>
                <a:gd name="connsiteY0" fmla="*/ 773906 h 1840706"/>
                <a:gd name="connsiteX1" fmla="*/ 0 w 597693"/>
                <a:gd name="connsiteY1" fmla="*/ 1840706 h 1840706"/>
                <a:gd name="connsiteX2" fmla="*/ 2384 w 597693"/>
                <a:gd name="connsiteY2" fmla="*/ 314325 h 1840706"/>
                <a:gd name="connsiteX3" fmla="*/ 1053 w 597693"/>
                <a:gd name="connsiteY3" fmla="*/ 0 h 1840706"/>
                <a:gd name="connsiteX4" fmla="*/ 506018 w 597693"/>
                <a:gd name="connsiteY4" fmla="*/ 1191 h 1840706"/>
                <a:gd name="connsiteX5" fmla="*/ 597693 w 597693"/>
                <a:gd name="connsiteY5" fmla="*/ 278606 h 1840706"/>
                <a:gd name="connsiteX6" fmla="*/ 506018 w 597693"/>
                <a:gd name="connsiteY6" fmla="*/ 558402 h 1840706"/>
                <a:gd name="connsiteX7" fmla="*/ 186793 w 597693"/>
                <a:gd name="connsiteY7" fmla="*/ 555426 h 1840706"/>
                <a:gd name="connsiteX0" fmla="*/ 0 w 856194"/>
                <a:gd name="connsiteY0" fmla="*/ 1843087 h 1843087"/>
                <a:gd name="connsiteX1" fmla="*/ 258501 w 856194"/>
                <a:gd name="connsiteY1" fmla="*/ 1840706 h 1843087"/>
                <a:gd name="connsiteX2" fmla="*/ 260885 w 856194"/>
                <a:gd name="connsiteY2" fmla="*/ 314325 h 1843087"/>
                <a:gd name="connsiteX3" fmla="*/ 259554 w 856194"/>
                <a:gd name="connsiteY3" fmla="*/ 0 h 1843087"/>
                <a:gd name="connsiteX4" fmla="*/ 764519 w 856194"/>
                <a:gd name="connsiteY4" fmla="*/ 1191 h 1843087"/>
                <a:gd name="connsiteX5" fmla="*/ 856194 w 856194"/>
                <a:gd name="connsiteY5" fmla="*/ 278606 h 1843087"/>
                <a:gd name="connsiteX6" fmla="*/ 764519 w 856194"/>
                <a:gd name="connsiteY6" fmla="*/ 558402 h 1843087"/>
                <a:gd name="connsiteX7" fmla="*/ 445294 w 856194"/>
                <a:gd name="connsiteY7" fmla="*/ 555426 h 1843087"/>
                <a:gd name="connsiteX0" fmla="*/ 0 w 868098"/>
                <a:gd name="connsiteY0" fmla="*/ 1843087 h 1843087"/>
                <a:gd name="connsiteX1" fmla="*/ 270405 w 868098"/>
                <a:gd name="connsiteY1" fmla="*/ 1840706 h 1843087"/>
                <a:gd name="connsiteX2" fmla="*/ 272789 w 868098"/>
                <a:gd name="connsiteY2" fmla="*/ 314325 h 1843087"/>
                <a:gd name="connsiteX3" fmla="*/ 271458 w 868098"/>
                <a:gd name="connsiteY3" fmla="*/ 0 h 1843087"/>
                <a:gd name="connsiteX4" fmla="*/ 776423 w 868098"/>
                <a:gd name="connsiteY4" fmla="*/ 1191 h 1843087"/>
                <a:gd name="connsiteX5" fmla="*/ 868098 w 868098"/>
                <a:gd name="connsiteY5" fmla="*/ 278606 h 1843087"/>
                <a:gd name="connsiteX6" fmla="*/ 776423 w 868098"/>
                <a:gd name="connsiteY6" fmla="*/ 558402 h 1843087"/>
                <a:gd name="connsiteX7" fmla="*/ 457198 w 868098"/>
                <a:gd name="connsiteY7" fmla="*/ 555426 h 1843087"/>
                <a:gd name="connsiteX0" fmla="*/ 0 w 868098"/>
                <a:gd name="connsiteY0" fmla="*/ 1843087 h 1847850"/>
                <a:gd name="connsiteX1" fmla="*/ 272789 w 868098"/>
                <a:gd name="connsiteY1" fmla="*/ 1847850 h 1847850"/>
                <a:gd name="connsiteX2" fmla="*/ 272789 w 868098"/>
                <a:gd name="connsiteY2" fmla="*/ 314325 h 1847850"/>
                <a:gd name="connsiteX3" fmla="*/ 271458 w 868098"/>
                <a:gd name="connsiteY3" fmla="*/ 0 h 1847850"/>
                <a:gd name="connsiteX4" fmla="*/ 776423 w 868098"/>
                <a:gd name="connsiteY4" fmla="*/ 1191 h 1847850"/>
                <a:gd name="connsiteX5" fmla="*/ 868098 w 868098"/>
                <a:gd name="connsiteY5" fmla="*/ 278606 h 1847850"/>
                <a:gd name="connsiteX6" fmla="*/ 776423 w 868098"/>
                <a:gd name="connsiteY6" fmla="*/ 558402 h 1847850"/>
                <a:gd name="connsiteX7" fmla="*/ 457198 w 868098"/>
                <a:gd name="connsiteY7" fmla="*/ 555426 h 1847850"/>
                <a:gd name="connsiteX0" fmla="*/ 0 w 872861"/>
                <a:gd name="connsiteY0" fmla="*/ 1845468 h 1847850"/>
                <a:gd name="connsiteX1" fmla="*/ 277552 w 872861"/>
                <a:gd name="connsiteY1" fmla="*/ 1847850 h 1847850"/>
                <a:gd name="connsiteX2" fmla="*/ 277552 w 872861"/>
                <a:gd name="connsiteY2" fmla="*/ 314325 h 1847850"/>
                <a:gd name="connsiteX3" fmla="*/ 276221 w 872861"/>
                <a:gd name="connsiteY3" fmla="*/ 0 h 1847850"/>
                <a:gd name="connsiteX4" fmla="*/ 781186 w 872861"/>
                <a:gd name="connsiteY4" fmla="*/ 1191 h 1847850"/>
                <a:gd name="connsiteX5" fmla="*/ 872861 w 872861"/>
                <a:gd name="connsiteY5" fmla="*/ 278606 h 1847850"/>
                <a:gd name="connsiteX6" fmla="*/ 781186 w 872861"/>
                <a:gd name="connsiteY6" fmla="*/ 558402 h 1847850"/>
                <a:gd name="connsiteX7" fmla="*/ 461961 w 872861"/>
                <a:gd name="connsiteY7" fmla="*/ 555426 h 1847850"/>
                <a:gd name="connsiteX0" fmla="*/ 0 w 860952"/>
                <a:gd name="connsiteY0" fmla="*/ 1845468 h 1847850"/>
                <a:gd name="connsiteX1" fmla="*/ 265643 w 860952"/>
                <a:gd name="connsiteY1" fmla="*/ 1847850 h 1847850"/>
                <a:gd name="connsiteX2" fmla="*/ 265643 w 860952"/>
                <a:gd name="connsiteY2" fmla="*/ 314325 h 1847850"/>
                <a:gd name="connsiteX3" fmla="*/ 264312 w 860952"/>
                <a:gd name="connsiteY3" fmla="*/ 0 h 1847850"/>
                <a:gd name="connsiteX4" fmla="*/ 769277 w 860952"/>
                <a:gd name="connsiteY4" fmla="*/ 1191 h 1847850"/>
                <a:gd name="connsiteX5" fmla="*/ 860952 w 860952"/>
                <a:gd name="connsiteY5" fmla="*/ 278606 h 1847850"/>
                <a:gd name="connsiteX6" fmla="*/ 769277 w 860952"/>
                <a:gd name="connsiteY6" fmla="*/ 558402 h 1847850"/>
                <a:gd name="connsiteX7" fmla="*/ 450052 w 860952"/>
                <a:gd name="connsiteY7" fmla="*/ 555426 h 1847850"/>
                <a:gd name="connsiteX0" fmla="*/ 0 w 870477"/>
                <a:gd name="connsiteY0" fmla="*/ 1847849 h 1847850"/>
                <a:gd name="connsiteX1" fmla="*/ 275168 w 870477"/>
                <a:gd name="connsiteY1" fmla="*/ 1847850 h 1847850"/>
                <a:gd name="connsiteX2" fmla="*/ 275168 w 870477"/>
                <a:gd name="connsiteY2" fmla="*/ 314325 h 1847850"/>
                <a:gd name="connsiteX3" fmla="*/ 273837 w 870477"/>
                <a:gd name="connsiteY3" fmla="*/ 0 h 1847850"/>
                <a:gd name="connsiteX4" fmla="*/ 778802 w 870477"/>
                <a:gd name="connsiteY4" fmla="*/ 1191 h 1847850"/>
                <a:gd name="connsiteX5" fmla="*/ 870477 w 870477"/>
                <a:gd name="connsiteY5" fmla="*/ 278606 h 1847850"/>
                <a:gd name="connsiteX6" fmla="*/ 778802 w 870477"/>
                <a:gd name="connsiteY6" fmla="*/ 558402 h 1847850"/>
                <a:gd name="connsiteX7" fmla="*/ 459577 w 870477"/>
                <a:gd name="connsiteY7" fmla="*/ 555426 h 1847850"/>
                <a:gd name="connsiteX0" fmla="*/ 0 w 870477"/>
                <a:gd name="connsiteY0" fmla="*/ 1847849 h 1847850"/>
                <a:gd name="connsiteX1" fmla="*/ 275168 w 870477"/>
                <a:gd name="connsiteY1" fmla="*/ 1847850 h 1847850"/>
                <a:gd name="connsiteX2" fmla="*/ 275168 w 870477"/>
                <a:gd name="connsiteY2" fmla="*/ 314325 h 1847850"/>
                <a:gd name="connsiteX3" fmla="*/ 273837 w 870477"/>
                <a:gd name="connsiteY3" fmla="*/ 0 h 1847850"/>
                <a:gd name="connsiteX4" fmla="*/ 778802 w 870477"/>
                <a:gd name="connsiteY4" fmla="*/ 1191 h 1847850"/>
                <a:gd name="connsiteX5" fmla="*/ 870477 w 870477"/>
                <a:gd name="connsiteY5" fmla="*/ 278606 h 1847850"/>
                <a:gd name="connsiteX6" fmla="*/ 778802 w 870477"/>
                <a:gd name="connsiteY6" fmla="*/ 558402 h 1847850"/>
                <a:gd name="connsiteX7" fmla="*/ 459577 w 870477"/>
                <a:gd name="connsiteY7" fmla="*/ 555426 h 1847850"/>
                <a:gd name="connsiteX8" fmla="*/ 458523 w 870477"/>
                <a:gd name="connsiteY8" fmla="*/ 559595 h 1847850"/>
                <a:gd name="connsiteX0" fmla="*/ 0 w 870477"/>
                <a:gd name="connsiteY0" fmla="*/ 2166939 h 2166940"/>
                <a:gd name="connsiteX1" fmla="*/ 275168 w 870477"/>
                <a:gd name="connsiteY1" fmla="*/ 2166940 h 2166940"/>
                <a:gd name="connsiteX2" fmla="*/ 275168 w 870477"/>
                <a:gd name="connsiteY2" fmla="*/ 633415 h 2166940"/>
                <a:gd name="connsiteX3" fmla="*/ 273837 w 870477"/>
                <a:gd name="connsiteY3" fmla="*/ 319090 h 2166940"/>
                <a:gd name="connsiteX4" fmla="*/ 778802 w 870477"/>
                <a:gd name="connsiteY4" fmla="*/ 320281 h 2166940"/>
                <a:gd name="connsiteX5" fmla="*/ 870477 w 870477"/>
                <a:gd name="connsiteY5" fmla="*/ 597696 h 2166940"/>
                <a:gd name="connsiteX6" fmla="*/ 778802 w 870477"/>
                <a:gd name="connsiteY6" fmla="*/ 877492 h 2166940"/>
                <a:gd name="connsiteX7" fmla="*/ 459577 w 870477"/>
                <a:gd name="connsiteY7" fmla="*/ 874516 h 2166940"/>
                <a:gd name="connsiteX8" fmla="*/ 460904 w 870477"/>
                <a:gd name="connsiteY8" fmla="*/ 0 h 2166940"/>
                <a:gd name="connsiteX0" fmla="*/ 0 w 870477"/>
                <a:gd name="connsiteY0" fmla="*/ 2166939 h 2166940"/>
                <a:gd name="connsiteX1" fmla="*/ 275168 w 870477"/>
                <a:gd name="connsiteY1" fmla="*/ 2166940 h 2166940"/>
                <a:gd name="connsiteX2" fmla="*/ 275168 w 870477"/>
                <a:gd name="connsiteY2" fmla="*/ 633415 h 2166940"/>
                <a:gd name="connsiteX3" fmla="*/ 273837 w 870477"/>
                <a:gd name="connsiteY3" fmla="*/ 319090 h 2166940"/>
                <a:gd name="connsiteX4" fmla="*/ 778802 w 870477"/>
                <a:gd name="connsiteY4" fmla="*/ 320281 h 2166940"/>
                <a:gd name="connsiteX5" fmla="*/ 870477 w 870477"/>
                <a:gd name="connsiteY5" fmla="*/ 597696 h 2166940"/>
                <a:gd name="connsiteX6" fmla="*/ 778802 w 870477"/>
                <a:gd name="connsiteY6" fmla="*/ 877492 h 2166940"/>
                <a:gd name="connsiteX7" fmla="*/ 459577 w 870477"/>
                <a:gd name="connsiteY7" fmla="*/ 874516 h 2166940"/>
                <a:gd name="connsiteX8" fmla="*/ 460904 w 870477"/>
                <a:gd name="connsiteY8" fmla="*/ 0 h 2166940"/>
                <a:gd name="connsiteX0" fmla="*/ 0 w 870477"/>
                <a:gd name="connsiteY0" fmla="*/ 2162180 h 2162181"/>
                <a:gd name="connsiteX1" fmla="*/ 275168 w 870477"/>
                <a:gd name="connsiteY1" fmla="*/ 2162181 h 2162181"/>
                <a:gd name="connsiteX2" fmla="*/ 275168 w 870477"/>
                <a:gd name="connsiteY2" fmla="*/ 628656 h 2162181"/>
                <a:gd name="connsiteX3" fmla="*/ 273837 w 870477"/>
                <a:gd name="connsiteY3" fmla="*/ 314331 h 2162181"/>
                <a:gd name="connsiteX4" fmla="*/ 778802 w 870477"/>
                <a:gd name="connsiteY4" fmla="*/ 315522 h 2162181"/>
                <a:gd name="connsiteX5" fmla="*/ 870477 w 870477"/>
                <a:gd name="connsiteY5" fmla="*/ 592937 h 2162181"/>
                <a:gd name="connsiteX6" fmla="*/ 778802 w 870477"/>
                <a:gd name="connsiteY6" fmla="*/ 872733 h 2162181"/>
                <a:gd name="connsiteX7" fmla="*/ 459577 w 870477"/>
                <a:gd name="connsiteY7" fmla="*/ 869757 h 2162181"/>
                <a:gd name="connsiteX8" fmla="*/ 458523 w 870477"/>
                <a:gd name="connsiteY8" fmla="*/ 1 h 2162181"/>
                <a:gd name="connsiteX0" fmla="*/ 0 w 870477"/>
                <a:gd name="connsiteY0" fmla="*/ 2166941 h 2166942"/>
                <a:gd name="connsiteX1" fmla="*/ 275168 w 870477"/>
                <a:gd name="connsiteY1" fmla="*/ 2166942 h 2166942"/>
                <a:gd name="connsiteX2" fmla="*/ 275168 w 870477"/>
                <a:gd name="connsiteY2" fmla="*/ 633417 h 2166942"/>
                <a:gd name="connsiteX3" fmla="*/ 273837 w 870477"/>
                <a:gd name="connsiteY3" fmla="*/ 319092 h 2166942"/>
                <a:gd name="connsiteX4" fmla="*/ 778802 w 870477"/>
                <a:gd name="connsiteY4" fmla="*/ 320283 h 2166942"/>
                <a:gd name="connsiteX5" fmla="*/ 870477 w 870477"/>
                <a:gd name="connsiteY5" fmla="*/ 597698 h 2166942"/>
                <a:gd name="connsiteX6" fmla="*/ 778802 w 870477"/>
                <a:gd name="connsiteY6" fmla="*/ 877494 h 2166942"/>
                <a:gd name="connsiteX7" fmla="*/ 459577 w 870477"/>
                <a:gd name="connsiteY7" fmla="*/ 874518 h 2166942"/>
                <a:gd name="connsiteX8" fmla="*/ 456142 w 870477"/>
                <a:gd name="connsiteY8" fmla="*/ 0 h 2166942"/>
                <a:gd name="connsiteX0" fmla="*/ 0 w 870477"/>
                <a:gd name="connsiteY0" fmla="*/ 2166943 h 2166944"/>
                <a:gd name="connsiteX1" fmla="*/ 275168 w 870477"/>
                <a:gd name="connsiteY1" fmla="*/ 2166944 h 2166944"/>
                <a:gd name="connsiteX2" fmla="*/ 275168 w 870477"/>
                <a:gd name="connsiteY2" fmla="*/ 633419 h 2166944"/>
                <a:gd name="connsiteX3" fmla="*/ 273837 w 870477"/>
                <a:gd name="connsiteY3" fmla="*/ 319094 h 2166944"/>
                <a:gd name="connsiteX4" fmla="*/ 778802 w 870477"/>
                <a:gd name="connsiteY4" fmla="*/ 320285 h 2166944"/>
                <a:gd name="connsiteX5" fmla="*/ 870477 w 870477"/>
                <a:gd name="connsiteY5" fmla="*/ 597700 h 2166944"/>
                <a:gd name="connsiteX6" fmla="*/ 778802 w 870477"/>
                <a:gd name="connsiteY6" fmla="*/ 877496 h 2166944"/>
                <a:gd name="connsiteX7" fmla="*/ 459577 w 870477"/>
                <a:gd name="connsiteY7" fmla="*/ 874520 h 2166944"/>
                <a:gd name="connsiteX8" fmla="*/ 460905 w 870477"/>
                <a:gd name="connsiteY8" fmla="*/ 0 h 2166944"/>
                <a:gd name="connsiteX0" fmla="*/ 0 w 870477"/>
                <a:gd name="connsiteY0" fmla="*/ 2169326 h 2169327"/>
                <a:gd name="connsiteX1" fmla="*/ 275168 w 870477"/>
                <a:gd name="connsiteY1" fmla="*/ 2169327 h 2169327"/>
                <a:gd name="connsiteX2" fmla="*/ 275168 w 870477"/>
                <a:gd name="connsiteY2" fmla="*/ 635802 h 2169327"/>
                <a:gd name="connsiteX3" fmla="*/ 273837 w 870477"/>
                <a:gd name="connsiteY3" fmla="*/ 321477 h 2169327"/>
                <a:gd name="connsiteX4" fmla="*/ 778802 w 870477"/>
                <a:gd name="connsiteY4" fmla="*/ 322668 h 2169327"/>
                <a:gd name="connsiteX5" fmla="*/ 870477 w 870477"/>
                <a:gd name="connsiteY5" fmla="*/ 600083 h 2169327"/>
                <a:gd name="connsiteX6" fmla="*/ 778802 w 870477"/>
                <a:gd name="connsiteY6" fmla="*/ 879879 h 2169327"/>
                <a:gd name="connsiteX7" fmla="*/ 459577 w 870477"/>
                <a:gd name="connsiteY7" fmla="*/ 876903 h 2169327"/>
                <a:gd name="connsiteX8" fmla="*/ 456142 w 870477"/>
                <a:gd name="connsiteY8" fmla="*/ 0 h 216932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59577 w 870477"/>
                <a:gd name="connsiteY7" fmla="*/ 874523 h 2166947"/>
                <a:gd name="connsiteX8" fmla="*/ 458523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59577 w 870477"/>
                <a:gd name="connsiteY7" fmla="*/ 874523 h 2166947"/>
                <a:gd name="connsiteX8" fmla="*/ 458523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519108 w 870477"/>
                <a:gd name="connsiteY7" fmla="*/ 869760 h 2166947"/>
                <a:gd name="connsiteX8" fmla="*/ 458523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4339 w 870477"/>
                <a:gd name="connsiteY7" fmla="*/ 879285 h 2166947"/>
                <a:gd name="connsiteX8" fmla="*/ 458523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4339 w 870477"/>
                <a:gd name="connsiteY7" fmla="*/ 879285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57196 w 870477"/>
                <a:gd name="connsiteY7" fmla="*/ 879285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59577 w 870477"/>
                <a:gd name="connsiteY7" fmla="*/ 884047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6721 w 870477"/>
                <a:gd name="connsiteY7" fmla="*/ 876904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1959 w 870477"/>
                <a:gd name="connsiteY7" fmla="*/ 876904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388140 w 870477"/>
                <a:gd name="connsiteY7" fmla="*/ 874523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560917 w 870477"/>
                <a:gd name="connsiteY7" fmla="*/ 876311 h 2166947"/>
                <a:gd name="connsiteX8" fmla="*/ 388140 w 870477"/>
                <a:gd name="connsiteY8" fmla="*/ 874523 h 2166947"/>
                <a:gd name="connsiteX9" fmla="*/ 463286 w 870477"/>
                <a:gd name="connsiteY9"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8049 w 870477"/>
                <a:gd name="connsiteY7" fmla="*/ 878692 h 2166947"/>
                <a:gd name="connsiteX8" fmla="*/ 388140 w 870477"/>
                <a:gd name="connsiteY8" fmla="*/ 874523 h 2166947"/>
                <a:gd name="connsiteX9" fmla="*/ 463286 w 870477"/>
                <a:gd name="connsiteY9" fmla="*/ 1 h 2166947"/>
                <a:gd name="connsiteX0" fmla="*/ 0 w 870477"/>
                <a:gd name="connsiteY0" fmla="*/ 1847849 h 1847850"/>
                <a:gd name="connsiteX1" fmla="*/ 275168 w 870477"/>
                <a:gd name="connsiteY1" fmla="*/ 1847850 h 1847850"/>
                <a:gd name="connsiteX2" fmla="*/ 275168 w 870477"/>
                <a:gd name="connsiteY2" fmla="*/ 314325 h 1847850"/>
                <a:gd name="connsiteX3" fmla="*/ 273837 w 870477"/>
                <a:gd name="connsiteY3" fmla="*/ 0 h 1847850"/>
                <a:gd name="connsiteX4" fmla="*/ 778802 w 870477"/>
                <a:gd name="connsiteY4" fmla="*/ 1191 h 1847850"/>
                <a:gd name="connsiteX5" fmla="*/ 870477 w 870477"/>
                <a:gd name="connsiteY5" fmla="*/ 278606 h 1847850"/>
                <a:gd name="connsiteX6" fmla="*/ 778802 w 870477"/>
                <a:gd name="connsiteY6" fmla="*/ 558402 h 1847850"/>
                <a:gd name="connsiteX7" fmla="*/ 468049 w 870477"/>
                <a:gd name="connsiteY7" fmla="*/ 559595 h 1847850"/>
                <a:gd name="connsiteX8" fmla="*/ 388140 w 870477"/>
                <a:gd name="connsiteY8" fmla="*/ 555426 h 1847850"/>
                <a:gd name="connsiteX0" fmla="*/ 0 w 870477"/>
                <a:gd name="connsiteY0" fmla="*/ 2163965 h 2163966"/>
                <a:gd name="connsiteX1" fmla="*/ 275168 w 870477"/>
                <a:gd name="connsiteY1" fmla="*/ 2163966 h 2163966"/>
                <a:gd name="connsiteX2" fmla="*/ 275168 w 870477"/>
                <a:gd name="connsiteY2" fmla="*/ 630441 h 2163966"/>
                <a:gd name="connsiteX3" fmla="*/ 273837 w 870477"/>
                <a:gd name="connsiteY3" fmla="*/ 316116 h 2163966"/>
                <a:gd name="connsiteX4" fmla="*/ 778802 w 870477"/>
                <a:gd name="connsiteY4" fmla="*/ 317307 h 2163966"/>
                <a:gd name="connsiteX5" fmla="*/ 870477 w 870477"/>
                <a:gd name="connsiteY5" fmla="*/ 594722 h 2163966"/>
                <a:gd name="connsiteX6" fmla="*/ 778802 w 870477"/>
                <a:gd name="connsiteY6" fmla="*/ 874518 h 2163966"/>
                <a:gd name="connsiteX7" fmla="*/ 468049 w 870477"/>
                <a:gd name="connsiteY7" fmla="*/ 875711 h 2163966"/>
                <a:gd name="connsiteX8" fmla="*/ 464340 w 870477"/>
                <a:gd name="connsiteY8" fmla="*/ 0 h 2163966"/>
                <a:gd name="connsiteX0" fmla="*/ 0 w 870477"/>
                <a:gd name="connsiteY0" fmla="*/ 2163965 h 2163966"/>
                <a:gd name="connsiteX1" fmla="*/ 275168 w 870477"/>
                <a:gd name="connsiteY1" fmla="*/ 2163966 h 2163966"/>
                <a:gd name="connsiteX2" fmla="*/ 275168 w 870477"/>
                <a:gd name="connsiteY2" fmla="*/ 630441 h 2163966"/>
                <a:gd name="connsiteX3" fmla="*/ 273837 w 870477"/>
                <a:gd name="connsiteY3" fmla="*/ 316116 h 2163966"/>
                <a:gd name="connsiteX4" fmla="*/ 778802 w 870477"/>
                <a:gd name="connsiteY4" fmla="*/ 317307 h 2163966"/>
                <a:gd name="connsiteX5" fmla="*/ 870477 w 870477"/>
                <a:gd name="connsiteY5" fmla="*/ 594722 h 2163966"/>
                <a:gd name="connsiteX6" fmla="*/ 778802 w 870477"/>
                <a:gd name="connsiteY6" fmla="*/ 874518 h 2163966"/>
                <a:gd name="connsiteX7" fmla="*/ 463290 w 870477"/>
                <a:gd name="connsiteY7" fmla="*/ 870949 h 2163966"/>
                <a:gd name="connsiteX8" fmla="*/ 464340 w 870477"/>
                <a:gd name="connsiteY8" fmla="*/ 0 h 2163966"/>
                <a:gd name="connsiteX0" fmla="*/ 0 w 870477"/>
                <a:gd name="connsiteY0" fmla="*/ 2163965 h 2163966"/>
                <a:gd name="connsiteX1" fmla="*/ 275168 w 870477"/>
                <a:gd name="connsiteY1" fmla="*/ 2163966 h 2163966"/>
                <a:gd name="connsiteX2" fmla="*/ 275168 w 870477"/>
                <a:gd name="connsiteY2" fmla="*/ 630441 h 2163966"/>
                <a:gd name="connsiteX3" fmla="*/ 273837 w 870477"/>
                <a:gd name="connsiteY3" fmla="*/ 316116 h 2163966"/>
                <a:gd name="connsiteX4" fmla="*/ 778802 w 870477"/>
                <a:gd name="connsiteY4" fmla="*/ 317307 h 2163966"/>
                <a:gd name="connsiteX5" fmla="*/ 870477 w 870477"/>
                <a:gd name="connsiteY5" fmla="*/ 594722 h 2163966"/>
                <a:gd name="connsiteX6" fmla="*/ 778802 w 870477"/>
                <a:gd name="connsiteY6" fmla="*/ 874518 h 2163966"/>
                <a:gd name="connsiteX7" fmla="*/ 463293 w 870477"/>
                <a:gd name="connsiteY7" fmla="*/ 878093 h 2163966"/>
                <a:gd name="connsiteX8" fmla="*/ 464340 w 870477"/>
                <a:gd name="connsiteY8" fmla="*/ 0 h 2163966"/>
                <a:gd name="connsiteX0" fmla="*/ 0 w 870477"/>
                <a:gd name="connsiteY0" fmla="*/ 2163965 h 2163966"/>
                <a:gd name="connsiteX1" fmla="*/ 275168 w 870477"/>
                <a:gd name="connsiteY1" fmla="*/ 2163966 h 2163966"/>
                <a:gd name="connsiteX2" fmla="*/ 275168 w 870477"/>
                <a:gd name="connsiteY2" fmla="*/ 630441 h 2163966"/>
                <a:gd name="connsiteX3" fmla="*/ 273837 w 870477"/>
                <a:gd name="connsiteY3" fmla="*/ 316116 h 2163966"/>
                <a:gd name="connsiteX4" fmla="*/ 778802 w 870477"/>
                <a:gd name="connsiteY4" fmla="*/ 317307 h 2163966"/>
                <a:gd name="connsiteX5" fmla="*/ 870477 w 870477"/>
                <a:gd name="connsiteY5" fmla="*/ 594722 h 2163966"/>
                <a:gd name="connsiteX6" fmla="*/ 778802 w 870477"/>
                <a:gd name="connsiteY6" fmla="*/ 874518 h 2163966"/>
                <a:gd name="connsiteX7" fmla="*/ 463296 w 870477"/>
                <a:gd name="connsiteY7" fmla="*/ 875711 h 2163966"/>
                <a:gd name="connsiteX8" fmla="*/ 464340 w 870477"/>
                <a:gd name="connsiteY8" fmla="*/ 0 h 2163966"/>
                <a:gd name="connsiteX0" fmla="*/ 0 w 870477"/>
                <a:gd name="connsiteY0" fmla="*/ 1937126 h 1937127"/>
                <a:gd name="connsiteX1" fmla="*/ 275168 w 870477"/>
                <a:gd name="connsiteY1" fmla="*/ 1937127 h 1937127"/>
                <a:gd name="connsiteX2" fmla="*/ 275168 w 870477"/>
                <a:gd name="connsiteY2" fmla="*/ 403602 h 1937127"/>
                <a:gd name="connsiteX3" fmla="*/ 273837 w 870477"/>
                <a:gd name="connsiteY3" fmla="*/ 89277 h 1937127"/>
                <a:gd name="connsiteX4" fmla="*/ 778802 w 870477"/>
                <a:gd name="connsiteY4" fmla="*/ 90468 h 1937127"/>
                <a:gd name="connsiteX5" fmla="*/ 870477 w 870477"/>
                <a:gd name="connsiteY5" fmla="*/ 367883 h 1937127"/>
                <a:gd name="connsiteX6" fmla="*/ 778802 w 870477"/>
                <a:gd name="connsiteY6" fmla="*/ 647679 h 1937127"/>
                <a:gd name="connsiteX7" fmla="*/ 463296 w 870477"/>
                <a:gd name="connsiteY7" fmla="*/ 648872 h 1937127"/>
                <a:gd name="connsiteX8" fmla="*/ 465556 w 870477"/>
                <a:gd name="connsiteY8" fmla="*/ 0 h 1937127"/>
                <a:gd name="connsiteX0" fmla="*/ 0 w 870477"/>
                <a:gd name="connsiteY0" fmla="*/ 1934647 h 1934648"/>
                <a:gd name="connsiteX1" fmla="*/ 275168 w 870477"/>
                <a:gd name="connsiteY1" fmla="*/ 1934648 h 1934648"/>
                <a:gd name="connsiteX2" fmla="*/ 275168 w 870477"/>
                <a:gd name="connsiteY2" fmla="*/ 401123 h 1934648"/>
                <a:gd name="connsiteX3" fmla="*/ 273837 w 870477"/>
                <a:gd name="connsiteY3" fmla="*/ 86798 h 1934648"/>
                <a:gd name="connsiteX4" fmla="*/ 778802 w 870477"/>
                <a:gd name="connsiteY4" fmla="*/ 87989 h 1934648"/>
                <a:gd name="connsiteX5" fmla="*/ 870477 w 870477"/>
                <a:gd name="connsiteY5" fmla="*/ 365404 h 1934648"/>
                <a:gd name="connsiteX6" fmla="*/ 778802 w 870477"/>
                <a:gd name="connsiteY6" fmla="*/ 645200 h 1934648"/>
                <a:gd name="connsiteX7" fmla="*/ 463296 w 870477"/>
                <a:gd name="connsiteY7" fmla="*/ 646393 h 1934648"/>
                <a:gd name="connsiteX8" fmla="*/ 461909 w 870477"/>
                <a:gd name="connsiteY8" fmla="*/ 0 h 1934648"/>
                <a:gd name="connsiteX0" fmla="*/ 0 w 870477"/>
                <a:gd name="connsiteY0" fmla="*/ 1934647 h 1934647"/>
                <a:gd name="connsiteX1" fmla="*/ 276991 w 870477"/>
                <a:gd name="connsiteY1" fmla="*/ 597782 h 1934647"/>
                <a:gd name="connsiteX2" fmla="*/ 275168 w 870477"/>
                <a:gd name="connsiteY2" fmla="*/ 401123 h 1934647"/>
                <a:gd name="connsiteX3" fmla="*/ 273837 w 870477"/>
                <a:gd name="connsiteY3" fmla="*/ 86798 h 1934647"/>
                <a:gd name="connsiteX4" fmla="*/ 778802 w 870477"/>
                <a:gd name="connsiteY4" fmla="*/ 87989 h 1934647"/>
                <a:gd name="connsiteX5" fmla="*/ 870477 w 870477"/>
                <a:gd name="connsiteY5" fmla="*/ 365404 h 1934647"/>
                <a:gd name="connsiteX6" fmla="*/ 778802 w 870477"/>
                <a:gd name="connsiteY6" fmla="*/ 645200 h 1934647"/>
                <a:gd name="connsiteX7" fmla="*/ 463296 w 870477"/>
                <a:gd name="connsiteY7" fmla="*/ 646393 h 1934647"/>
                <a:gd name="connsiteX8" fmla="*/ 461909 w 870477"/>
                <a:gd name="connsiteY8" fmla="*/ 0 h 1934647"/>
                <a:gd name="connsiteX0" fmla="*/ 0 w 813949"/>
                <a:gd name="connsiteY0" fmla="*/ 64152 h 646393"/>
                <a:gd name="connsiteX1" fmla="*/ 220463 w 813949"/>
                <a:gd name="connsiteY1" fmla="*/ 597782 h 646393"/>
                <a:gd name="connsiteX2" fmla="*/ 218640 w 813949"/>
                <a:gd name="connsiteY2" fmla="*/ 401123 h 646393"/>
                <a:gd name="connsiteX3" fmla="*/ 217309 w 813949"/>
                <a:gd name="connsiteY3" fmla="*/ 86798 h 646393"/>
                <a:gd name="connsiteX4" fmla="*/ 722274 w 813949"/>
                <a:gd name="connsiteY4" fmla="*/ 87989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4152 h 646393"/>
                <a:gd name="connsiteX1" fmla="*/ 220463 w 813949"/>
                <a:gd name="connsiteY1" fmla="*/ 597782 h 646393"/>
                <a:gd name="connsiteX2" fmla="*/ 218640 w 813949"/>
                <a:gd name="connsiteY2" fmla="*/ 401123 h 646393"/>
                <a:gd name="connsiteX3" fmla="*/ 278852 w 813949"/>
                <a:gd name="connsiteY3" fmla="*/ 85404 h 646393"/>
                <a:gd name="connsiteX4" fmla="*/ 722274 w 813949"/>
                <a:gd name="connsiteY4" fmla="*/ 87989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4152 h 646393"/>
                <a:gd name="connsiteX1" fmla="*/ 220463 w 813949"/>
                <a:gd name="connsiteY1" fmla="*/ 597782 h 646393"/>
                <a:gd name="connsiteX2" fmla="*/ 278815 w 813949"/>
                <a:gd name="connsiteY2" fmla="*/ 202638 h 646393"/>
                <a:gd name="connsiteX3" fmla="*/ 278852 w 813949"/>
                <a:gd name="connsiteY3" fmla="*/ 85404 h 646393"/>
                <a:gd name="connsiteX4" fmla="*/ 722274 w 813949"/>
                <a:gd name="connsiteY4" fmla="*/ 87989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4152 h 646393"/>
                <a:gd name="connsiteX1" fmla="*/ 220463 w 813949"/>
                <a:gd name="connsiteY1" fmla="*/ 597782 h 646393"/>
                <a:gd name="connsiteX2" fmla="*/ 278815 w 813949"/>
                <a:gd name="connsiteY2" fmla="*/ 202638 h 646393"/>
                <a:gd name="connsiteX3" fmla="*/ 278396 w 813949"/>
                <a:gd name="connsiteY3" fmla="*/ 86334 h 646393"/>
                <a:gd name="connsiteX4" fmla="*/ 722274 w 813949"/>
                <a:gd name="connsiteY4" fmla="*/ 87989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4152 h 646393"/>
                <a:gd name="connsiteX1" fmla="*/ 220463 w 813949"/>
                <a:gd name="connsiteY1" fmla="*/ 597782 h 646393"/>
                <a:gd name="connsiteX2" fmla="*/ 278815 w 813949"/>
                <a:gd name="connsiteY2" fmla="*/ 202638 h 646393"/>
                <a:gd name="connsiteX3" fmla="*/ 278396 w 813949"/>
                <a:gd name="connsiteY3" fmla="*/ 86334 h 646393"/>
                <a:gd name="connsiteX4" fmla="*/ 720451 w 813949"/>
                <a:gd name="connsiteY4" fmla="*/ 86594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6476 h 648717"/>
                <a:gd name="connsiteX1" fmla="*/ 220463 w 813949"/>
                <a:gd name="connsiteY1" fmla="*/ 600106 h 648717"/>
                <a:gd name="connsiteX2" fmla="*/ 278815 w 813949"/>
                <a:gd name="connsiteY2" fmla="*/ 204962 h 648717"/>
                <a:gd name="connsiteX3" fmla="*/ 278396 w 813949"/>
                <a:gd name="connsiteY3" fmla="*/ 88658 h 648717"/>
                <a:gd name="connsiteX4" fmla="*/ 720451 w 813949"/>
                <a:gd name="connsiteY4" fmla="*/ 88918 h 648717"/>
                <a:gd name="connsiteX5" fmla="*/ 813949 w 813949"/>
                <a:gd name="connsiteY5" fmla="*/ 367728 h 648717"/>
                <a:gd name="connsiteX6" fmla="*/ 722274 w 813949"/>
                <a:gd name="connsiteY6" fmla="*/ 647524 h 648717"/>
                <a:gd name="connsiteX7" fmla="*/ 406768 w 813949"/>
                <a:gd name="connsiteY7" fmla="*/ 648717 h 648717"/>
                <a:gd name="connsiteX8" fmla="*/ 406749 w 813949"/>
                <a:gd name="connsiteY8" fmla="*/ 0 h 648717"/>
                <a:gd name="connsiteX0" fmla="*/ 0 w 813949"/>
                <a:gd name="connsiteY0" fmla="*/ 66476 h 648717"/>
                <a:gd name="connsiteX1" fmla="*/ 220463 w 813949"/>
                <a:gd name="connsiteY1" fmla="*/ 600106 h 648717"/>
                <a:gd name="connsiteX2" fmla="*/ 278815 w 813949"/>
                <a:gd name="connsiteY2" fmla="*/ 204962 h 648717"/>
                <a:gd name="connsiteX3" fmla="*/ 278396 w 813949"/>
                <a:gd name="connsiteY3" fmla="*/ 88658 h 648717"/>
                <a:gd name="connsiteX4" fmla="*/ 720451 w 813949"/>
                <a:gd name="connsiteY4" fmla="*/ 88918 h 648717"/>
                <a:gd name="connsiteX5" fmla="*/ 813949 w 813949"/>
                <a:gd name="connsiteY5" fmla="*/ 367728 h 648717"/>
                <a:gd name="connsiteX6" fmla="*/ 722274 w 813949"/>
                <a:gd name="connsiteY6" fmla="*/ 647524 h 648717"/>
                <a:gd name="connsiteX7" fmla="*/ 406768 w 813949"/>
                <a:gd name="connsiteY7" fmla="*/ 648717 h 648717"/>
                <a:gd name="connsiteX8" fmla="*/ 405381 w 813949"/>
                <a:gd name="connsiteY8" fmla="*/ 0 h 648717"/>
                <a:gd name="connsiteX0" fmla="*/ 0 w 813949"/>
                <a:gd name="connsiteY0" fmla="*/ 66011 h 648252"/>
                <a:gd name="connsiteX1" fmla="*/ 220463 w 813949"/>
                <a:gd name="connsiteY1" fmla="*/ 599641 h 648252"/>
                <a:gd name="connsiteX2" fmla="*/ 278815 w 813949"/>
                <a:gd name="connsiteY2" fmla="*/ 204497 h 648252"/>
                <a:gd name="connsiteX3" fmla="*/ 278396 w 813949"/>
                <a:gd name="connsiteY3" fmla="*/ 88193 h 648252"/>
                <a:gd name="connsiteX4" fmla="*/ 720451 w 813949"/>
                <a:gd name="connsiteY4" fmla="*/ 88453 h 648252"/>
                <a:gd name="connsiteX5" fmla="*/ 813949 w 813949"/>
                <a:gd name="connsiteY5" fmla="*/ 367263 h 648252"/>
                <a:gd name="connsiteX6" fmla="*/ 722274 w 813949"/>
                <a:gd name="connsiteY6" fmla="*/ 647059 h 648252"/>
                <a:gd name="connsiteX7" fmla="*/ 406768 w 813949"/>
                <a:gd name="connsiteY7" fmla="*/ 648252 h 648252"/>
                <a:gd name="connsiteX8" fmla="*/ 406749 w 813949"/>
                <a:gd name="connsiteY8" fmla="*/ 0 h 648252"/>
                <a:gd name="connsiteX0" fmla="*/ 0 w 813949"/>
                <a:gd name="connsiteY0" fmla="*/ 66011 h 648252"/>
                <a:gd name="connsiteX1" fmla="*/ 336558 w 813949"/>
                <a:gd name="connsiteY1" fmla="*/ 208560 h 648252"/>
                <a:gd name="connsiteX2" fmla="*/ 278815 w 813949"/>
                <a:gd name="connsiteY2" fmla="*/ 204497 h 648252"/>
                <a:gd name="connsiteX3" fmla="*/ 278396 w 813949"/>
                <a:gd name="connsiteY3" fmla="*/ 88193 h 648252"/>
                <a:gd name="connsiteX4" fmla="*/ 720451 w 813949"/>
                <a:gd name="connsiteY4" fmla="*/ 88453 h 648252"/>
                <a:gd name="connsiteX5" fmla="*/ 813949 w 813949"/>
                <a:gd name="connsiteY5" fmla="*/ 367263 h 648252"/>
                <a:gd name="connsiteX6" fmla="*/ 722274 w 813949"/>
                <a:gd name="connsiteY6" fmla="*/ 647059 h 648252"/>
                <a:gd name="connsiteX7" fmla="*/ 406768 w 813949"/>
                <a:gd name="connsiteY7" fmla="*/ 648252 h 648252"/>
                <a:gd name="connsiteX8" fmla="*/ 406749 w 813949"/>
                <a:gd name="connsiteY8" fmla="*/ 0 h 648252"/>
                <a:gd name="connsiteX0" fmla="*/ 0 w 684482"/>
                <a:gd name="connsiteY0" fmla="*/ 142244 h 648252"/>
                <a:gd name="connsiteX1" fmla="*/ 207091 w 684482"/>
                <a:gd name="connsiteY1" fmla="*/ 208560 h 648252"/>
                <a:gd name="connsiteX2" fmla="*/ 149348 w 684482"/>
                <a:gd name="connsiteY2" fmla="*/ 204497 h 648252"/>
                <a:gd name="connsiteX3" fmla="*/ 148929 w 684482"/>
                <a:gd name="connsiteY3" fmla="*/ 88193 h 648252"/>
                <a:gd name="connsiteX4" fmla="*/ 590984 w 684482"/>
                <a:gd name="connsiteY4" fmla="*/ 88453 h 648252"/>
                <a:gd name="connsiteX5" fmla="*/ 684482 w 684482"/>
                <a:gd name="connsiteY5" fmla="*/ 367263 h 648252"/>
                <a:gd name="connsiteX6" fmla="*/ 592807 w 684482"/>
                <a:gd name="connsiteY6" fmla="*/ 647059 h 648252"/>
                <a:gd name="connsiteX7" fmla="*/ 277301 w 684482"/>
                <a:gd name="connsiteY7" fmla="*/ 648252 h 648252"/>
                <a:gd name="connsiteX8" fmla="*/ 277282 w 684482"/>
                <a:gd name="connsiteY8" fmla="*/ 0 h 648252"/>
                <a:gd name="connsiteX0" fmla="*/ 0 w 684482"/>
                <a:gd name="connsiteY0" fmla="*/ 142244 h 648252"/>
                <a:gd name="connsiteX1" fmla="*/ 208459 w 684482"/>
                <a:gd name="connsiteY1" fmla="*/ 207165 h 648252"/>
                <a:gd name="connsiteX2" fmla="*/ 149348 w 684482"/>
                <a:gd name="connsiteY2" fmla="*/ 204497 h 648252"/>
                <a:gd name="connsiteX3" fmla="*/ 148929 w 684482"/>
                <a:gd name="connsiteY3" fmla="*/ 88193 h 648252"/>
                <a:gd name="connsiteX4" fmla="*/ 590984 w 684482"/>
                <a:gd name="connsiteY4" fmla="*/ 88453 h 648252"/>
                <a:gd name="connsiteX5" fmla="*/ 684482 w 684482"/>
                <a:gd name="connsiteY5" fmla="*/ 367263 h 648252"/>
                <a:gd name="connsiteX6" fmla="*/ 592807 w 684482"/>
                <a:gd name="connsiteY6" fmla="*/ 647059 h 648252"/>
                <a:gd name="connsiteX7" fmla="*/ 277301 w 684482"/>
                <a:gd name="connsiteY7" fmla="*/ 648252 h 648252"/>
                <a:gd name="connsiteX8" fmla="*/ 277282 w 684482"/>
                <a:gd name="connsiteY8" fmla="*/ 0 h 648252"/>
                <a:gd name="connsiteX0" fmla="*/ 0 w 684482"/>
                <a:gd name="connsiteY0" fmla="*/ 142244 h 648252"/>
                <a:gd name="connsiteX1" fmla="*/ 208459 w 684482"/>
                <a:gd name="connsiteY1" fmla="*/ 207165 h 648252"/>
                <a:gd name="connsiteX2" fmla="*/ 149348 w 684482"/>
                <a:gd name="connsiteY2" fmla="*/ 204497 h 648252"/>
                <a:gd name="connsiteX3" fmla="*/ 148929 w 684482"/>
                <a:gd name="connsiteY3" fmla="*/ 88193 h 648252"/>
                <a:gd name="connsiteX4" fmla="*/ 590984 w 684482"/>
                <a:gd name="connsiteY4" fmla="*/ 88453 h 648252"/>
                <a:gd name="connsiteX5" fmla="*/ 684482 w 684482"/>
                <a:gd name="connsiteY5" fmla="*/ 367263 h 648252"/>
                <a:gd name="connsiteX6" fmla="*/ 592807 w 684482"/>
                <a:gd name="connsiteY6" fmla="*/ 647059 h 648252"/>
                <a:gd name="connsiteX7" fmla="*/ 277301 w 684482"/>
                <a:gd name="connsiteY7" fmla="*/ 648252 h 648252"/>
                <a:gd name="connsiteX8" fmla="*/ 277282 w 684482"/>
                <a:gd name="connsiteY8" fmla="*/ 0 h 648252"/>
                <a:gd name="connsiteX0" fmla="*/ 0 w 684482"/>
                <a:gd name="connsiteY0" fmla="*/ 142244 h 648252"/>
                <a:gd name="connsiteX1" fmla="*/ 208459 w 684482"/>
                <a:gd name="connsiteY1" fmla="*/ 207165 h 648252"/>
                <a:gd name="connsiteX2" fmla="*/ 149348 w 684482"/>
                <a:gd name="connsiteY2" fmla="*/ 204497 h 648252"/>
                <a:gd name="connsiteX3" fmla="*/ 148929 w 684482"/>
                <a:gd name="connsiteY3" fmla="*/ 88193 h 648252"/>
                <a:gd name="connsiteX4" fmla="*/ 590984 w 684482"/>
                <a:gd name="connsiteY4" fmla="*/ 88453 h 648252"/>
                <a:gd name="connsiteX5" fmla="*/ 684482 w 684482"/>
                <a:gd name="connsiteY5" fmla="*/ 367263 h 648252"/>
                <a:gd name="connsiteX6" fmla="*/ 592807 w 684482"/>
                <a:gd name="connsiteY6" fmla="*/ 647059 h 648252"/>
                <a:gd name="connsiteX7" fmla="*/ 277301 w 684482"/>
                <a:gd name="connsiteY7" fmla="*/ 648252 h 648252"/>
                <a:gd name="connsiteX8" fmla="*/ 277282 w 684482"/>
                <a:gd name="connsiteY8" fmla="*/ 0 h 648252"/>
                <a:gd name="connsiteX0" fmla="*/ 0 w 684482"/>
                <a:gd name="connsiteY0" fmla="*/ 142244 h 648252"/>
                <a:gd name="connsiteX1" fmla="*/ 109475 w 684482"/>
                <a:gd name="connsiteY1" fmla="*/ 176579 h 648252"/>
                <a:gd name="connsiteX2" fmla="*/ 208459 w 684482"/>
                <a:gd name="connsiteY2" fmla="*/ 207165 h 648252"/>
                <a:gd name="connsiteX3" fmla="*/ 149348 w 684482"/>
                <a:gd name="connsiteY3" fmla="*/ 204497 h 648252"/>
                <a:gd name="connsiteX4" fmla="*/ 148929 w 684482"/>
                <a:gd name="connsiteY4" fmla="*/ 88193 h 648252"/>
                <a:gd name="connsiteX5" fmla="*/ 590984 w 684482"/>
                <a:gd name="connsiteY5" fmla="*/ 88453 h 648252"/>
                <a:gd name="connsiteX6" fmla="*/ 684482 w 684482"/>
                <a:gd name="connsiteY6" fmla="*/ 367263 h 648252"/>
                <a:gd name="connsiteX7" fmla="*/ 592807 w 684482"/>
                <a:gd name="connsiteY7" fmla="*/ 647059 h 648252"/>
                <a:gd name="connsiteX8" fmla="*/ 277301 w 684482"/>
                <a:gd name="connsiteY8" fmla="*/ 648252 h 648252"/>
                <a:gd name="connsiteX9" fmla="*/ 277282 w 684482"/>
                <a:gd name="connsiteY9" fmla="*/ 0 h 648252"/>
                <a:gd name="connsiteX0" fmla="*/ 0 w 684482"/>
                <a:gd name="connsiteY0" fmla="*/ 142244 h 648252"/>
                <a:gd name="connsiteX1" fmla="*/ 207944 w 684482"/>
                <a:gd name="connsiteY1" fmla="*/ 140787 h 648252"/>
                <a:gd name="connsiteX2" fmla="*/ 208459 w 684482"/>
                <a:gd name="connsiteY2" fmla="*/ 207165 h 648252"/>
                <a:gd name="connsiteX3" fmla="*/ 149348 w 684482"/>
                <a:gd name="connsiteY3" fmla="*/ 204497 h 648252"/>
                <a:gd name="connsiteX4" fmla="*/ 148929 w 684482"/>
                <a:gd name="connsiteY4" fmla="*/ 88193 h 648252"/>
                <a:gd name="connsiteX5" fmla="*/ 590984 w 684482"/>
                <a:gd name="connsiteY5" fmla="*/ 88453 h 648252"/>
                <a:gd name="connsiteX6" fmla="*/ 684482 w 684482"/>
                <a:gd name="connsiteY6" fmla="*/ 367263 h 648252"/>
                <a:gd name="connsiteX7" fmla="*/ 592807 w 684482"/>
                <a:gd name="connsiteY7" fmla="*/ 647059 h 648252"/>
                <a:gd name="connsiteX8" fmla="*/ 277301 w 684482"/>
                <a:gd name="connsiteY8" fmla="*/ 648252 h 648252"/>
                <a:gd name="connsiteX9" fmla="*/ 277282 w 684482"/>
                <a:gd name="connsiteY9" fmla="*/ 0 h 648252"/>
                <a:gd name="connsiteX0" fmla="*/ 0 w 701349"/>
                <a:gd name="connsiteY0" fmla="*/ 140850 h 648252"/>
                <a:gd name="connsiteX1" fmla="*/ 224811 w 701349"/>
                <a:gd name="connsiteY1" fmla="*/ 140787 h 648252"/>
                <a:gd name="connsiteX2" fmla="*/ 225326 w 701349"/>
                <a:gd name="connsiteY2" fmla="*/ 207165 h 648252"/>
                <a:gd name="connsiteX3" fmla="*/ 166215 w 701349"/>
                <a:gd name="connsiteY3" fmla="*/ 204497 h 648252"/>
                <a:gd name="connsiteX4" fmla="*/ 165796 w 701349"/>
                <a:gd name="connsiteY4" fmla="*/ 88193 h 648252"/>
                <a:gd name="connsiteX5" fmla="*/ 607851 w 701349"/>
                <a:gd name="connsiteY5" fmla="*/ 88453 h 648252"/>
                <a:gd name="connsiteX6" fmla="*/ 701349 w 701349"/>
                <a:gd name="connsiteY6" fmla="*/ 367263 h 648252"/>
                <a:gd name="connsiteX7" fmla="*/ 609674 w 701349"/>
                <a:gd name="connsiteY7" fmla="*/ 647059 h 648252"/>
                <a:gd name="connsiteX8" fmla="*/ 294168 w 701349"/>
                <a:gd name="connsiteY8" fmla="*/ 648252 h 648252"/>
                <a:gd name="connsiteX9" fmla="*/ 294149 w 701349"/>
                <a:gd name="connsiteY9" fmla="*/ 0 h 648252"/>
                <a:gd name="connsiteX0" fmla="*/ 0 w 703172"/>
                <a:gd name="connsiteY0" fmla="*/ 140385 h 648252"/>
                <a:gd name="connsiteX1" fmla="*/ 226634 w 703172"/>
                <a:gd name="connsiteY1" fmla="*/ 140787 h 648252"/>
                <a:gd name="connsiteX2" fmla="*/ 227149 w 703172"/>
                <a:gd name="connsiteY2" fmla="*/ 207165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168038 w 703172"/>
                <a:gd name="connsiteY2" fmla="*/ 204497 h 648252"/>
                <a:gd name="connsiteX3" fmla="*/ 167619 w 703172"/>
                <a:gd name="connsiteY3" fmla="*/ 88193 h 648252"/>
                <a:gd name="connsiteX4" fmla="*/ 609674 w 703172"/>
                <a:gd name="connsiteY4" fmla="*/ 88453 h 648252"/>
                <a:gd name="connsiteX5" fmla="*/ 703172 w 703172"/>
                <a:gd name="connsiteY5" fmla="*/ 367263 h 648252"/>
                <a:gd name="connsiteX6" fmla="*/ 611497 w 703172"/>
                <a:gd name="connsiteY6" fmla="*/ 647059 h 648252"/>
                <a:gd name="connsiteX7" fmla="*/ 295991 w 703172"/>
                <a:gd name="connsiteY7" fmla="*/ 648252 h 648252"/>
                <a:gd name="connsiteX8" fmla="*/ 295972 w 703172"/>
                <a:gd name="connsiteY8" fmla="*/ 0 h 648252"/>
                <a:gd name="connsiteX0" fmla="*/ 0 w 703172"/>
                <a:gd name="connsiteY0" fmla="*/ 140385 h 648252"/>
                <a:gd name="connsiteX1" fmla="*/ 226634 w 703172"/>
                <a:gd name="connsiteY1" fmla="*/ 140787 h 648252"/>
                <a:gd name="connsiteX2" fmla="*/ 204296 w 703172"/>
                <a:gd name="connsiteY2" fmla="*/ 186805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3539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3539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3539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7090 w 703172"/>
                <a:gd name="connsiteY2" fmla="*/ 204934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7090 w 703172"/>
                <a:gd name="connsiteY2" fmla="*/ 204934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03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03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178 w 703172"/>
                <a:gd name="connsiteY2" fmla="*/ 20539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7546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126 w 703172"/>
                <a:gd name="connsiteY3" fmla="*/ 20635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126 w 703172"/>
                <a:gd name="connsiteY3" fmla="*/ 20542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7188 w 703172"/>
                <a:gd name="connsiteY9" fmla="*/ 0 h 648252"/>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6214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6670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85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8075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2437 h 650304"/>
                <a:gd name="connsiteX1" fmla="*/ 226634 w 703172"/>
                <a:gd name="connsiteY1" fmla="*/ 142839 h 650304"/>
                <a:gd name="connsiteX2" fmla="*/ 226634 w 703172"/>
                <a:gd name="connsiteY2" fmla="*/ 206986 h 650304"/>
                <a:gd name="connsiteX3" fmla="*/ 168038 w 703172"/>
                <a:gd name="connsiteY3" fmla="*/ 206549 h 650304"/>
                <a:gd name="connsiteX4" fmla="*/ 167619 w 703172"/>
                <a:gd name="connsiteY4" fmla="*/ 90245 h 650304"/>
                <a:gd name="connsiteX5" fmla="*/ 609674 w 703172"/>
                <a:gd name="connsiteY5" fmla="*/ 90505 h 650304"/>
                <a:gd name="connsiteX6" fmla="*/ 703172 w 703172"/>
                <a:gd name="connsiteY6" fmla="*/ 369315 h 650304"/>
                <a:gd name="connsiteX7" fmla="*/ 611497 w 703172"/>
                <a:gd name="connsiteY7" fmla="*/ 649111 h 650304"/>
                <a:gd name="connsiteX8" fmla="*/ 295991 w 703172"/>
                <a:gd name="connsiteY8" fmla="*/ 650304 h 650304"/>
                <a:gd name="connsiteX9" fmla="*/ 295036 w 703172"/>
                <a:gd name="connsiteY9" fmla="*/ 0 h 650304"/>
                <a:gd name="connsiteX0" fmla="*/ 0 w 703172"/>
                <a:gd name="connsiteY0" fmla="*/ 143677 h 651544"/>
                <a:gd name="connsiteX1" fmla="*/ 226634 w 703172"/>
                <a:gd name="connsiteY1" fmla="*/ 144079 h 651544"/>
                <a:gd name="connsiteX2" fmla="*/ 226634 w 703172"/>
                <a:gd name="connsiteY2" fmla="*/ 208226 h 651544"/>
                <a:gd name="connsiteX3" fmla="*/ 168038 w 703172"/>
                <a:gd name="connsiteY3" fmla="*/ 207789 h 651544"/>
                <a:gd name="connsiteX4" fmla="*/ 167619 w 703172"/>
                <a:gd name="connsiteY4" fmla="*/ 91485 h 651544"/>
                <a:gd name="connsiteX5" fmla="*/ 609674 w 703172"/>
                <a:gd name="connsiteY5" fmla="*/ 91745 h 651544"/>
                <a:gd name="connsiteX6" fmla="*/ 703172 w 703172"/>
                <a:gd name="connsiteY6" fmla="*/ 370555 h 651544"/>
                <a:gd name="connsiteX7" fmla="*/ 611497 w 703172"/>
                <a:gd name="connsiteY7" fmla="*/ 650351 h 651544"/>
                <a:gd name="connsiteX8" fmla="*/ 295991 w 703172"/>
                <a:gd name="connsiteY8" fmla="*/ 651544 h 651544"/>
                <a:gd name="connsiteX9" fmla="*/ 295644 w 703172"/>
                <a:gd name="connsiteY9" fmla="*/ 0 h 651544"/>
                <a:gd name="connsiteX0" fmla="*/ 0 w 703172"/>
                <a:gd name="connsiteY0" fmla="*/ 137882 h 645749"/>
                <a:gd name="connsiteX1" fmla="*/ 226634 w 703172"/>
                <a:gd name="connsiteY1" fmla="*/ 138284 h 645749"/>
                <a:gd name="connsiteX2" fmla="*/ 226634 w 703172"/>
                <a:gd name="connsiteY2" fmla="*/ 202431 h 645749"/>
                <a:gd name="connsiteX3" fmla="*/ 168038 w 703172"/>
                <a:gd name="connsiteY3" fmla="*/ 201994 h 645749"/>
                <a:gd name="connsiteX4" fmla="*/ 167619 w 703172"/>
                <a:gd name="connsiteY4" fmla="*/ 85690 h 645749"/>
                <a:gd name="connsiteX5" fmla="*/ 609674 w 703172"/>
                <a:gd name="connsiteY5" fmla="*/ 85950 h 645749"/>
                <a:gd name="connsiteX6" fmla="*/ 703172 w 703172"/>
                <a:gd name="connsiteY6" fmla="*/ 364760 h 645749"/>
                <a:gd name="connsiteX7" fmla="*/ 611497 w 703172"/>
                <a:gd name="connsiteY7" fmla="*/ 644556 h 645749"/>
                <a:gd name="connsiteX8" fmla="*/ 295991 w 703172"/>
                <a:gd name="connsiteY8" fmla="*/ 645749 h 645749"/>
                <a:gd name="connsiteX9" fmla="*/ 296781 w 703172"/>
                <a:gd name="connsiteY9" fmla="*/ 0 h 645749"/>
                <a:gd name="connsiteX0" fmla="*/ 0 w 703172"/>
                <a:gd name="connsiteY0" fmla="*/ 140977 h 648844"/>
                <a:gd name="connsiteX1" fmla="*/ 226634 w 703172"/>
                <a:gd name="connsiteY1" fmla="*/ 141379 h 648844"/>
                <a:gd name="connsiteX2" fmla="*/ 226634 w 703172"/>
                <a:gd name="connsiteY2" fmla="*/ 205526 h 648844"/>
                <a:gd name="connsiteX3" fmla="*/ 168038 w 703172"/>
                <a:gd name="connsiteY3" fmla="*/ 205089 h 648844"/>
                <a:gd name="connsiteX4" fmla="*/ 167619 w 703172"/>
                <a:gd name="connsiteY4" fmla="*/ 88785 h 648844"/>
                <a:gd name="connsiteX5" fmla="*/ 609674 w 703172"/>
                <a:gd name="connsiteY5" fmla="*/ 89045 h 648844"/>
                <a:gd name="connsiteX6" fmla="*/ 703172 w 703172"/>
                <a:gd name="connsiteY6" fmla="*/ 367855 h 648844"/>
                <a:gd name="connsiteX7" fmla="*/ 611497 w 703172"/>
                <a:gd name="connsiteY7" fmla="*/ 647651 h 648844"/>
                <a:gd name="connsiteX8" fmla="*/ 295991 w 703172"/>
                <a:gd name="connsiteY8" fmla="*/ 648844 h 648844"/>
                <a:gd name="connsiteX9" fmla="*/ 295770 w 703172"/>
                <a:gd name="connsiteY9" fmla="*/ 0 h 648844"/>
                <a:gd name="connsiteX0" fmla="*/ 59015 w 535553"/>
                <a:gd name="connsiteY0" fmla="*/ 141379 h 648844"/>
                <a:gd name="connsiteX1" fmla="*/ 59015 w 535553"/>
                <a:gd name="connsiteY1" fmla="*/ 205526 h 648844"/>
                <a:gd name="connsiteX2" fmla="*/ 419 w 535553"/>
                <a:gd name="connsiteY2" fmla="*/ 205089 h 648844"/>
                <a:gd name="connsiteX3" fmla="*/ 0 w 535553"/>
                <a:gd name="connsiteY3" fmla="*/ 88785 h 648844"/>
                <a:gd name="connsiteX4" fmla="*/ 442055 w 535553"/>
                <a:gd name="connsiteY4" fmla="*/ 89045 h 648844"/>
                <a:gd name="connsiteX5" fmla="*/ 535553 w 535553"/>
                <a:gd name="connsiteY5" fmla="*/ 367855 h 648844"/>
                <a:gd name="connsiteX6" fmla="*/ 443878 w 535553"/>
                <a:gd name="connsiteY6" fmla="*/ 647651 h 648844"/>
                <a:gd name="connsiteX7" fmla="*/ 128372 w 535553"/>
                <a:gd name="connsiteY7" fmla="*/ 648844 h 648844"/>
                <a:gd name="connsiteX8" fmla="*/ 128151 w 535553"/>
                <a:gd name="connsiteY8" fmla="*/ 0 h 648844"/>
                <a:gd name="connsiteX0" fmla="*/ 59015 w 535553"/>
                <a:gd name="connsiteY0" fmla="*/ 205526 h 648844"/>
                <a:gd name="connsiteX1" fmla="*/ 419 w 535553"/>
                <a:gd name="connsiteY1" fmla="*/ 205089 h 648844"/>
                <a:gd name="connsiteX2" fmla="*/ 0 w 535553"/>
                <a:gd name="connsiteY2" fmla="*/ 88785 h 648844"/>
                <a:gd name="connsiteX3" fmla="*/ 442055 w 535553"/>
                <a:gd name="connsiteY3" fmla="*/ 89045 h 648844"/>
                <a:gd name="connsiteX4" fmla="*/ 535553 w 535553"/>
                <a:gd name="connsiteY4" fmla="*/ 367855 h 648844"/>
                <a:gd name="connsiteX5" fmla="*/ 443878 w 535553"/>
                <a:gd name="connsiteY5" fmla="*/ 647651 h 648844"/>
                <a:gd name="connsiteX6" fmla="*/ 128372 w 535553"/>
                <a:gd name="connsiteY6" fmla="*/ 648844 h 648844"/>
                <a:gd name="connsiteX7" fmla="*/ 128151 w 535553"/>
                <a:gd name="connsiteY7" fmla="*/ 0 h 648844"/>
                <a:gd name="connsiteX0" fmla="*/ 419 w 535553"/>
                <a:gd name="connsiteY0" fmla="*/ 205089 h 648844"/>
                <a:gd name="connsiteX1" fmla="*/ 0 w 535553"/>
                <a:gd name="connsiteY1" fmla="*/ 88785 h 648844"/>
                <a:gd name="connsiteX2" fmla="*/ 442055 w 535553"/>
                <a:gd name="connsiteY2" fmla="*/ 89045 h 648844"/>
                <a:gd name="connsiteX3" fmla="*/ 535553 w 535553"/>
                <a:gd name="connsiteY3" fmla="*/ 367855 h 648844"/>
                <a:gd name="connsiteX4" fmla="*/ 443878 w 535553"/>
                <a:gd name="connsiteY4" fmla="*/ 647651 h 648844"/>
                <a:gd name="connsiteX5" fmla="*/ 128372 w 535553"/>
                <a:gd name="connsiteY5" fmla="*/ 648844 h 648844"/>
                <a:gd name="connsiteX6" fmla="*/ 128151 w 535553"/>
                <a:gd name="connsiteY6" fmla="*/ 0 h 648844"/>
                <a:gd name="connsiteX0" fmla="*/ 0 w 535553"/>
                <a:gd name="connsiteY0" fmla="*/ 88785 h 648844"/>
                <a:gd name="connsiteX1" fmla="*/ 442055 w 535553"/>
                <a:gd name="connsiteY1" fmla="*/ 89045 h 648844"/>
                <a:gd name="connsiteX2" fmla="*/ 535553 w 535553"/>
                <a:gd name="connsiteY2" fmla="*/ 367855 h 648844"/>
                <a:gd name="connsiteX3" fmla="*/ 443878 w 535553"/>
                <a:gd name="connsiteY3" fmla="*/ 647651 h 648844"/>
                <a:gd name="connsiteX4" fmla="*/ 128372 w 535553"/>
                <a:gd name="connsiteY4" fmla="*/ 648844 h 648844"/>
                <a:gd name="connsiteX5" fmla="*/ 128151 w 535553"/>
                <a:gd name="connsiteY5" fmla="*/ 0 h 648844"/>
                <a:gd name="connsiteX0" fmla="*/ 0 w 646478"/>
                <a:gd name="connsiteY0" fmla="*/ 87901 h 648844"/>
                <a:gd name="connsiteX1" fmla="*/ 552980 w 646478"/>
                <a:gd name="connsiteY1" fmla="*/ 89045 h 648844"/>
                <a:gd name="connsiteX2" fmla="*/ 646478 w 646478"/>
                <a:gd name="connsiteY2" fmla="*/ 367855 h 648844"/>
                <a:gd name="connsiteX3" fmla="*/ 554803 w 646478"/>
                <a:gd name="connsiteY3" fmla="*/ 647651 h 648844"/>
                <a:gd name="connsiteX4" fmla="*/ 239297 w 646478"/>
                <a:gd name="connsiteY4" fmla="*/ 648844 h 648844"/>
                <a:gd name="connsiteX5" fmla="*/ 239076 w 646478"/>
                <a:gd name="connsiteY5" fmla="*/ 0 h 648844"/>
                <a:gd name="connsiteX0" fmla="*/ 0 w 646478"/>
                <a:gd name="connsiteY0" fmla="*/ 115043 h 675986"/>
                <a:gd name="connsiteX1" fmla="*/ 552980 w 646478"/>
                <a:gd name="connsiteY1" fmla="*/ 116187 h 675986"/>
                <a:gd name="connsiteX2" fmla="*/ 646478 w 646478"/>
                <a:gd name="connsiteY2" fmla="*/ 394997 h 675986"/>
                <a:gd name="connsiteX3" fmla="*/ 554803 w 646478"/>
                <a:gd name="connsiteY3" fmla="*/ 674793 h 675986"/>
                <a:gd name="connsiteX4" fmla="*/ 239297 w 646478"/>
                <a:gd name="connsiteY4" fmla="*/ 675986 h 675986"/>
                <a:gd name="connsiteX5" fmla="*/ 239173 w 646478"/>
                <a:gd name="connsiteY5" fmla="*/ 55279 h 675986"/>
                <a:gd name="connsiteX6" fmla="*/ 239076 w 646478"/>
                <a:gd name="connsiteY6" fmla="*/ 27142 h 675986"/>
                <a:gd name="connsiteX0" fmla="*/ 0 w 646478"/>
                <a:gd name="connsiteY0" fmla="*/ 115043 h 675986"/>
                <a:gd name="connsiteX1" fmla="*/ 552980 w 646478"/>
                <a:gd name="connsiteY1" fmla="*/ 116187 h 675986"/>
                <a:gd name="connsiteX2" fmla="*/ 646478 w 646478"/>
                <a:gd name="connsiteY2" fmla="*/ 394997 h 675986"/>
                <a:gd name="connsiteX3" fmla="*/ 554803 w 646478"/>
                <a:gd name="connsiteY3" fmla="*/ 674793 h 675986"/>
                <a:gd name="connsiteX4" fmla="*/ 239297 w 646478"/>
                <a:gd name="connsiteY4" fmla="*/ 675986 h 675986"/>
                <a:gd name="connsiteX5" fmla="*/ 239173 w 646478"/>
                <a:gd name="connsiteY5" fmla="*/ 55279 h 675986"/>
                <a:gd name="connsiteX6" fmla="*/ 239076 w 646478"/>
                <a:gd name="connsiteY6" fmla="*/ 27142 h 675986"/>
                <a:gd name="connsiteX0" fmla="*/ 0 w 646478"/>
                <a:gd name="connsiteY0" fmla="*/ 115043 h 675986"/>
                <a:gd name="connsiteX1" fmla="*/ 552980 w 646478"/>
                <a:gd name="connsiteY1" fmla="*/ 116187 h 675986"/>
                <a:gd name="connsiteX2" fmla="*/ 646478 w 646478"/>
                <a:gd name="connsiteY2" fmla="*/ 394997 h 675986"/>
                <a:gd name="connsiteX3" fmla="*/ 554803 w 646478"/>
                <a:gd name="connsiteY3" fmla="*/ 674793 h 675986"/>
                <a:gd name="connsiteX4" fmla="*/ 239297 w 646478"/>
                <a:gd name="connsiteY4" fmla="*/ 675986 h 675986"/>
                <a:gd name="connsiteX5" fmla="*/ 239173 w 646478"/>
                <a:gd name="connsiteY5" fmla="*/ 55279 h 675986"/>
                <a:gd name="connsiteX6" fmla="*/ 239076 w 646478"/>
                <a:gd name="connsiteY6" fmla="*/ 27142 h 675986"/>
                <a:gd name="connsiteX0" fmla="*/ 0 w 646478"/>
                <a:gd name="connsiteY0" fmla="*/ 115043 h 675986"/>
                <a:gd name="connsiteX1" fmla="*/ 552980 w 646478"/>
                <a:gd name="connsiteY1" fmla="*/ 116187 h 675986"/>
                <a:gd name="connsiteX2" fmla="*/ 646478 w 646478"/>
                <a:gd name="connsiteY2" fmla="*/ 394997 h 675986"/>
                <a:gd name="connsiteX3" fmla="*/ 554803 w 646478"/>
                <a:gd name="connsiteY3" fmla="*/ 674793 h 675986"/>
                <a:gd name="connsiteX4" fmla="*/ 239297 w 646478"/>
                <a:gd name="connsiteY4" fmla="*/ 675986 h 675986"/>
                <a:gd name="connsiteX5" fmla="*/ 239173 w 646478"/>
                <a:gd name="connsiteY5" fmla="*/ 55279 h 675986"/>
                <a:gd name="connsiteX6" fmla="*/ 239076 w 646478"/>
                <a:gd name="connsiteY6" fmla="*/ 27142 h 675986"/>
                <a:gd name="connsiteX0" fmla="*/ 0 w 963608"/>
                <a:gd name="connsiteY0" fmla="*/ 107020 h 667963"/>
                <a:gd name="connsiteX1" fmla="*/ 552980 w 963608"/>
                <a:gd name="connsiteY1" fmla="*/ 108164 h 667963"/>
                <a:gd name="connsiteX2" fmla="*/ 646478 w 963608"/>
                <a:gd name="connsiteY2" fmla="*/ 386974 h 667963"/>
                <a:gd name="connsiteX3" fmla="*/ 554803 w 963608"/>
                <a:gd name="connsiteY3" fmla="*/ 666770 h 667963"/>
                <a:gd name="connsiteX4" fmla="*/ 239297 w 963608"/>
                <a:gd name="connsiteY4" fmla="*/ 667963 h 667963"/>
                <a:gd name="connsiteX5" fmla="*/ 239173 w 963608"/>
                <a:gd name="connsiteY5" fmla="*/ 47256 h 667963"/>
                <a:gd name="connsiteX6" fmla="*/ 963608 w 963608"/>
                <a:gd name="connsiteY6" fmla="*/ 46389 h 667963"/>
                <a:gd name="connsiteX0" fmla="*/ 0 w 963608"/>
                <a:gd name="connsiteY0" fmla="*/ 60631 h 621574"/>
                <a:gd name="connsiteX1" fmla="*/ 552980 w 963608"/>
                <a:gd name="connsiteY1" fmla="*/ 61775 h 621574"/>
                <a:gd name="connsiteX2" fmla="*/ 646478 w 963608"/>
                <a:gd name="connsiteY2" fmla="*/ 340585 h 621574"/>
                <a:gd name="connsiteX3" fmla="*/ 554803 w 963608"/>
                <a:gd name="connsiteY3" fmla="*/ 620381 h 621574"/>
                <a:gd name="connsiteX4" fmla="*/ 239297 w 963608"/>
                <a:gd name="connsiteY4" fmla="*/ 621574 h 621574"/>
                <a:gd name="connsiteX5" fmla="*/ 239173 w 963608"/>
                <a:gd name="connsiteY5" fmla="*/ 867 h 621574"/>
                <a:gd name="connsiteX6" fmla="*/ 963608 w 963608"/>
                <a:gd name="connsiteY6" fmla="*/ 0 h 621574"/>
                <a:gd name="connsiteX0" fmla="*/ 0 w 963608"/>
                <a:gd name="connsiteY0" fmla="*/ 60631 h 621574"/>
                <a:gd name="connsiteX1" fmla="*/ 552980 w 963608"/>
                <a:gd name="connsiteY1" fmla="*/ 61775 h 621574"/>
                <a:gd name="connsiteX2" fmla="*/ 646478 w 963608"/>
                <a:gd name="connsiteY2" fmla="*/ 340585 h 621574"/>
                <a:gd name="connsiteX3" fmla="*/ 554803 w 963608"/>
                <a:gd name="connsiteY3" fmla="*/ 620381 h 621574"/>
                <a:gd name="connsiteX4" fmla="*/ 239297 w 963608"/>
                <a:gd name="connsiteY4" fmla="*/ 621574 h 621574"/>
                <a:gd name="connsiteX5" fmla="*/ 239173 w 963608"/>
                <a:gd name="connsiteY5" fmla="*/ 867 h 621574"/>
                <a:gd name="connsiteX6" fmla="*/ 963608 w 963608"/>
                <a:gd name="connsiteY6" fmla="*/ 0 h 621574"/>
                <a:gd name="connsiteX0" fmla="*/ 0 w 1017378"/>
                <a:gd name="connsiteY0" fmla="*/ 61293 h 622236"/>
                <a:gd name="connsiteX1" fmla="*/ 552980 w 1017378"/>
                <a:gd name="connsiteY1" fmla="*/ 62437 h 622236"/>
                <a:gd name="connsiteX2" fmla="*/ 646478 w 1017378"/>
                <a:gd name="connsiteY2" fmla="*/ 341247 h 622236"/>
                <a:gd name="connsiteX3" fmla="*/ 554803 w 1017378"/>
                <a:gd name="connsiteY3" fmla="*/ 621043 h 622236"/>
                <a:gd name="connsiteX4" fmla="*/ 239297 w 1017378"/>
                <a:gd name="connsiteY4" fmla="*/ 622236 h 622236"/>
                <a:gd name="connsiteX5" fmla="*/ 239173 w 1017378"/>
                <a:gd name="connsiteY5" fmla="*/ 1529 h 622236"/>
                <a:gd name="connsiteX6" fmla="*/ 963608 w 1017378"/>
                <a:gd name="connsiteY6" fmla="*/ 662 h 622236"/>
                <a:gd name="connsiteX7" fmla="*/ 963986 w 1017378"/>
                <a:gd name="connsiteY7" fmla="*/ 0 h 622236"/>
                <a:gd name="connsiteX0" fmla="*/ 0 w 1017951"/>
                <a:gd name="connsiteY0" fmla="*/ 61293 h 622236"/>
                <a:gd name="connsiteX1" fmla="*/ 552980 w 1017951"/>
                <a:gd name="connsiteY1" fmla="*/ 62437 h 622236"/>
                <a:gd name="connsiteX2" fmla="*/ 646478 w 1017951"/>
                <a:gd name="connsiteY2" fmla="*/ 341247 h 622236"/>
                <a:gd name="connsiteX3" fmla="*/ 554803 w 1017951"/>
                <a:gd name="connsiteY3" fmla="*/ 621043 h 622236"/>
                <a:gd name="connsiteX4" fmla="*/ 239297 w 1017951"/>
                <a:gd name="connsiteY4" fmla="*/ 622236 h 622236"/>
                <a:gd name="connsiteX5" fmla="*/ 239173 w 1017951"/>
                <a:gd name="connsiteY5" fmla="*/ 1529 h 622236"/>
                <a:gd name="connsiteX6" fmla="*/ 963608 w 1017951"/>
                <a:gd name="connsiteY6" fmla="*/ 662 h 622236"/>
                <a:gd name="connsiteX7" fmla="*/ 951098 w 1017951"/>
                <a:gd name="connsiteY7" fmla="*/ 135789 h 622236"/>
                <a:gd name="connsiteX8" fmla="*/ 963986 w 1017951"/>
                <a:gd name="connsiteY8" fmla="*/ 0 h 622236"/>
                <a:gd name="connsiteX0" fmla="*/ 0 w 1017951"/>
                <a:gd name="connsiteY0" fmla="*/ 61293 h 622236"/>
                <a:gd name="connsiteX1" fmla="*/ 552980 w 1017951"/>
                <a:gd name="connsiteY1" fmla="*/ 62437 h 622236"/>
                <a:gd name="connsiteX2" fmla="*/ 646478 w 1017951"/>
                <a:gd name="connsiteY2" fmla="*/ 341247 h 622236"/>
                <a:gd name="connsiteX3" fmla="*/ 554803 w 1017951"/>
                <a:gd name="connsiteY3" fmla="*/ 621043 h 622236"/>
                <a:gd name="connsiteX4" fmla="*/ 239297 w 1017951"/>
                <a:gd name="connsiteY4" fmla="*/ 622236 h 622236"/>
                <a:gd name="connsiteX5" fmla="*/ 239173 w 1017951"/>
                <a:gd name="connsiteY5" fmla="*/ 1529 h 622236"/>
                <a:gd name="connsiteX6" fmla="*/ 963608 w 1017951"/>
                <a:gd name="connsiteY6" fmla="*/ 662 h 622236"/>
                <a:gd name="connsiteX7" fmla="*/ 951098 w 1017951"/>
                <a:gd name="connsiteY7" fmla="*/ 135789 h 622236"/>
                <a:gd name="connsiteX8" fmla="*/ 966134 w 1017951"/>
                <a:gd name="connsiteY8" fmla="*/ 77750 h 622236"/>
                <a:gd name="connsiteX9" fmla="*/ 963986 w 1017951"/>
                <a:gd name="connsiteY9" fmla="*/ 0 h 622236"/>
                <a:gd name="connsiteX0" fmla="*/ 0 w 1017951"/>
                <a:gd name="connsiteY0" fmla="*/ 61293 h 622236"/>
                <a:gd name="connsiteX1" fmla="*/ 552980 w 1017951"/>
                <a:gd name="connsiteY1" fmla="*/ 62437 h 622236"/>
                <a:gd name="connsiteX2" fmla="*/ 646478 w 1017951"/>
                <a:gd name="connsiteY2" fmla="*/ 341247 h 622236"/>
                <a:gd name="connsiteX3" fmla="*/ 554803 w 1017951"/>
                <a:gd name="connsiteY3" fmla="*/ 621043 h 622236"/>
                <a:gd name="connsiteX4" fmla="*/ 239297 w 1017951"/>
                <a:gd name="connsiteY4" fmla="*/ 622236 h 622236"/>
                <a:gd name="connsiteX5" fmla="*/ 239173 w 1017951"/>
                <a:gd name="connsiteY5" fmla="*/ 1529 h 622236"/>
                <a:gd name="connsiteX6" fmla="*/ 963608 w 1017951"/>
                <a:gd name="connsiteY6" fmla="*/ 662 h 622236"/>
                <a:gd name="connsiteX7" fmla="*/ 951098 w 1017951"/>
                <a:gd name="connsiteY7" fmla="*/ 135789 h 622236"/>
                <a:gd name="connsiteX8" fmla="*/ 866257 w 1017951"/>
                <a:gd name="connsiteY8" fmla="*/ 165356 h 622236"/>
                <a:gd name="connsiteX9" fmla="*/ 963986 w 1017951"/>
                <a:gd name="connsiteY9" fmla="*/ 0 h 622236"/>
                <a:gd name="connsiteX0" fmla="*/ 0 w 1017951"/>
                <a:gd name="connsiteY0" fmla="*/ 60632 h 621575"/>
                <a:gd name="connsiteX1" fmla="*/ 552980 w 1017951"/>
                <a:gd name="connsiteY1" fmla="*/ 61776 h 621575"/>
                <a:gd name="connsiteX2" fmla="*/ 646478 w 1017951"/>
                <a:gd name="connsiteY2" fmla="*/ 340586 h 621575"/>
                <a:gd name="connsiteX3" fmla="*/ 554803 w 1017951"/>
                <a:gd name="connsiteY3" fmla="*/ 620382 h 621575"/>
                <a:gd name="connsiteX4" fmla="*/ 239297 w 1017951"/>
                <a:gd name="connsiteY4" fmla="*/ 621575 h 621575"/>
                <a:gd name="connsiteX5" fmla="*/ 239173 w 1017951"/>
                <a:gd name="connsiteY5" fmla="*/ 868 h 621575"/>
                <a:gd name="connsiteX6" fmla="*/ 963608 w 1017951"/>
                <a:gd name="connsiteY6" fmla="*/ 1 h 621575"/>
                <a:gd name="connsiteX7" fmla="*/ 951098 w 1017951"/>
                <a:gd name="connsiteY7" fmla="*/ 135128 h 621575"/>
                <a:gd name="connsiteX8" fmla="*/ 866257 w 1017951"/>
                <a:gd name="connsiteY8" fmla="*/ 164695 h 621575"/>
                <a:gd name="connsiteX9" fmla="*/ 844778 w 1017951"/>
                <a:gd name="connsiteY9" fmla="*/ 94610 h 621575"/>
                <a:gd name="connsiteX0" fmla="*/ 0 w 1021401"/>
                <a:gd name="connsiteY0" fmla="*/ 60632 h 621575"/>
                <a:gd name="connsiteX1" fmla="*/ 552980 w 1021401"/>
                <a:gd name="connsiteY1" fmla="*/ 61776 h 621575"/>
                <a:gd name="connsiteX2" fmla="*/ 646478 w 1021401"/>
                <a:gd name="connsiteY2" fmla="*/ 340586 h 621575"/>
                <a:gd name="connsiteX3" fmla="*/ 554803 w 1021401"/>
                <a:gd name="connsiteY3" fmla="*/ 620382 h 621575"/>
                <a:gd name="connsiteX4" fmla="*/ 239297 w 1021401"/>
                <a:gd name="connsiteY4" fmla="*/ 621575 h 621575"/>
                <a:gd name="connsiteX5" fmla="*/ 239173 w 1021401"/>
                <a:gd name="connsiteY5" fmla="*/ 868 h 621575"/>
                <a:gd name="connsiteX6" fmla="*/ 963608 w 1021401"/>
                <a:gd name="connsiteY6" fmla="*/ 1 h 621575"/>
                <a:gd name="connsiteX7" fmla="*/ 965060 w 1021401"/>
                <a:gd name="connsiteY7" fmla="*/ 63948 h 621575"/>
                <a:gd name="connsiteX8" fmla="*/ 866257 w 1021401"/>
                <a:gd name="connsiteY8" fmla="*/ 164695 h 621575"/>
                <a:gd name="connsiteX9" fmla="*/ 844778 w 1021401"/>
                <a:gd name="connsiteY9" fmla="*/ 94610 h 621575"/>
                <a:gd name="connsiteX0" fmla="*/ 0 w 1021401"/>
                <a:gd name="connsiteY0" fmla="*/ 60632 h 621575"/>
                <a:gd name="connsiteX1" fmla="*/ 552980 w 1021401"/>
                <a:gd name="connsiteY1" fmla="*/ 61776 h 621575"/>
                <a:gd name="connsiteX2" fmla="*/ 646478 w 1021401"/>
                <a:gd name="connsiteY2" fmla="*/ 340586 h 621575"/>
                <a:gd name="connsiteX3" fmla="*/ 554803 w 1021401"/>
                <a:gd name="connsiteY3" fmla="*/ 620382 h 621575"/>
                <a:gd name="connsiteX4" fmla="*/ 239297 w 1021401"/>
                <a:gd name="connsiteY4" fmla="*/ 621575 h 621575"/>
                <a:gd name="connsiteX5" fmla="*/ 239173 w 1021401"/>
                <a:gd name="connsiteY5" fmla="*/ 868 h 621575"/>
                <a:gd name="connsiteX6" fmla="*/ 963608 w 1021401"/>
                <a:gd name="connsiteY6" fmla="*/ 1 h 621575"/>
                <a:gd name="connsiteX7" fmla="*/ 965060 w 1021401"/>
                <a:gd name="connsiteY7" fmla="*/ 63948 h 621575"/>
                <a:gd name="connsiteX8" fmla="*/ 907067 w 1021401"/>
                <a:gd name="connsiteY8" fmla="*/ 65043 h 621575"/>
                <a:gd name="connsiteX9" fmla="*/ 844778 w 1021401"/>
                <a:gd name="connsiteY9" fmla="*/ 94610 h 621575"/>
                <a:gd name="connsiteX0" fmla="*/ 0 w 1021401"/>
                <a:gd name="connsiteY0" fmla="*/ 134663 h 695606"/>
                <a:gd name="connsiteX1" fmla="*/ 552980 w 1021401"/>
                <a:gd name="connsiteY1" fmla="*/ 135807 h 695606"/>
                <a:gd name="connsiteX2" fmla="*/ 646478 w 1021401"/>
                <a:gd name="connsiteY2" fmla="*/ 414617 h 695606"/>
                <a:gd name="connsiteX3" fmla="*/ 554803 w 1021401"/>
                <a:gd name="connsiteY3" fmla="*/ 694413 h 695606"/>
                <a:gd name="connsiteX4" fmla="*/ 239297 w 1021401"/>
                <a:gd name="connsiteY4" fmla="*/ 695606 h 695606"/>
                <a:gd name="connsiteX5" fmla="*/ 239173 w 1021401"/>
                <a:gd name="connsiteY5" fmla="*/ 74899 h 695606"/>
                <a:gd name="connsiteX6" fmla="*/ 963608 w 1021401"/>
                <a:gd name="connsiteY6" fmla="*/ 74032 h 695606"/>
                <a:gd name="connsiteX7" fmla="*/ 965060 w 1021401"/>
                <a:gd name="connsiteY7" fmla="*/ 137979 h 695606"/>
                <a:gd name="connsiteX8" fmla="*/ 907067 w 1021401"/>
                <a:gd name="connsiteY8" fmla="*/ 139074 h 695606"/>
                <a:gd name="connsiteX9" fmla="*/ 905993 w 1021401"/>
                <a:gd name="connsiteY9" fmla="*/ 0 h 695606"/>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7979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7979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7979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7979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8693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8693 h 694511"/>
                <a:gd name="connsiteX9" fmla="*/ 907067 w 1021401"/>
                <a:gd name="connsiteY9" fmla="*/ 0 h 694511"/>
                <a:gd name="connsiteX0" fmla="*/ 0 w 1021585"/>
                <a:gd name="connsiteY0" fmla="*/ 133568 h 694511"/>
                <a:gd name="connsiteX1" fmla="*/ 552980 w 1021585"/>
                <a:gd name="connsiteY1" fmla="*/ 134712 h 694511"/>
                <a:gd name="connsiteX2" fmla="*/ 646478 w 1021585"/>
                <a:gd name="connsiteY2" fmla="*/ 413522 h 694511"/>
                <a:gd name="connsiteX3" fmla="*/ 554803 w 1021585"/>
                <a:gd name="connsiteY3" fmla="*/ 693318 h 694511"/>
                <a:gd name="connsiteX4" fmla="*/ 239297 w 1021585"/>
                <a:gd name="connsiteY4" fmla="*/ 694511 h 694511"/>
                <a:gd name="connsiteX5" fmla="*/ 239173 w 1021585"/>
                <a:gd name="connsiteY5" fmla="*/ 73804 h 694511"/>
                <a:gd name="connsiteX6" fmla="*/ 963608 w 1021585"/>
                <a:gd name="connsiteY6" fmla="*/ 72937 h 694511"/>
                <a:gd name="connsiteX7" fmla="*/ 965760 w 1021585"/>
                <a:gd name="connsiteY7" fmla="*/ 146166 h 694511"/>
                <a:gd name="connsiteX8" fmla="*/ 907067 w 1021585"/>
                <a:gd name="connsiteY8" fmla="*/ 138693 h 694511"/>
                <a:gd name="connsiteX9" fmla="*/ 907067 w 1021585"/>
                <a:gd name="connsiteY9" fmla="*/ 0 h 694511"/>
                <a:gd name="connsiteX0" fmla="*/ 0 w 1021771"/>
                <a:gd name="connsiteY0" fmla="*/ 133568 h 694511"/>
                <a:gd name="connsiteX1" fmla="*/ 552980 w 1021771"/>
                <a:gd name="connsiteY1" fmla="*/ 134712 h 694511"/>
                <a:gd name="connsiteX2" fmla="*/ 646478 w 1021771"/>
                <a:gd name="connsiteY2" fmla="*/ 413522 h 694511"/>
                <a:gd name="connsiteX3" fmla="*/ 554803 w 1021771"/>
                <a:gd name="connsiteY3" fmla="*/ 693318 h 694511"/>
                <a:gd name="connsiteX4" fmla="*/ 239297 w 1021771"/>
                <a:gd name="connsiteY4" fmla="*/ 694511 h 694511"/>
                <a:gd name="connsiteX5" fmla="*/ 239173 w 1021771"/>
                <a:gd name="connsiteY5" fmla="*/ 73804 h 694511"/>
                <a:gd name="connsiteX6" fmla="*/ 963608 w 1021771"/>
                <a:gd name="connsiteY6" fmla="*/ 72937 h 694511"/>
                <a:gd name="connsiteX7" fmla="*/ 966461 w 1021771"/>
                <a:gd name="connsiteY7" fmla="*/ 136884 h 694511"/>
                <a:gd name="connsiteX8" fmla="*/ 907067 w 1021771"/>
                <a:gd name="connsiteY8" fmla="*/ 138693 h 694511"/>
                <a:gd name="connsiteX9" fmla="*/ 907067 w 1021771"/>
                <a:gd name="connsiteY9" fmla="*/ 0 h 694511"/>
                <a:gd name="connsiteX0" fmla="*/ 0 w 966461"/>
                <a:gd name="connsiteY0" fmla="*/ 133568 h 694511"/>
                <a:gd name="connsiteX1" fmla="*/ 552980 w 966461"/>
                <a:gd name="connsiteY1" fmla="*/ 134712 h 694511"/>
                <a:gd name="connsiteX2" fmla="*/ 646478 w 966461"/>
                <a:gd name="connsiteY2" fmla="*/ 413522 h 694511"/>
                <a:gd name="connsiteX3" fmla="*/ 554803 w 966461"/>
                <a:gd name="connsiteY3" fmla="*/ 693318 h 694511"/>
                <a:gd name="connsiteX4" fmla="*/ 239297 w 966461"/>
                <a:gd name="connsiteY4" fmla="*/ 694511 h 694511"/>
                <a:gd name="connsiteX5" fmla="*/ 239173 w 966461"/>
                <a:gd name="connsiteY5" fmla="*/ 73804 h 694511"/>
                <a:gd name="connsiteX6" fmla="*/ 963608 w 966461"/>
                <a:gd name="connsiteY6" fmla="*/ 72937 h 694511"/>
                <a:gd name="connsiteX7" fmla="*/ 966461 w 966461"/>
                <a:gd name="connsiteY7" fmla="*/ 136884 h 694511"/>
                <a:gd name="connsiteX8" fmla="*/ 907067 w 966461"/>
                <a:gd name="connsiteY8" fmla="*/ 138693 h 694511"/>
                <a:gd name="connsiteX9" fmla="*/ 907067 w 966461"/>
                <a:gd name="connsiteY9" fmla="*/ 0 h 694511"/>
                <a:gd name="connsiteX0" fmla="*/ 0 w 967328"/>
                <a:gd name="connsiteY0" fmla="*/ 133568 h 694511"/>
                <a:gd name="connsiteX1" fmla="*/ 552980 w 967328"/>
                <a:gd name="connsiteY1" fmla="*/ 134712 h 694511"/>
                <a:gd name="connsiteX2" fmla="*/ 646478 w 967328"/>
                <a:gd name="connsiteY2" fmla="*/ 413522 h 694511"/>
                <a:gd name="connsiteX3" fmla="*/ 554803 w 967328"/>
                <a:gd name="connsiteY3" fmla="*/ 693318 h 694511"/>
                <a:gd name="connsiteX4" fmla="*/ 239297 w 967328"/>
                <a:gd name="connsiteY4" fmla="*/ 694511 h 694511"/>
                <a:gd name="connsiteX5" fmla="*/ 239173 w 967328"/>
                <a:gd name="connsiteY5" fmla="*/ 73804 h 694511"/>
                <a:gd name="connsiteX6" fmla="*/ 965709 w 967328"/>
                <a:gd name="connsiteY6" fmla="*/ 72937 h 694511"/>
                <a:gd name="connsiteX7" fmla="*/ 966461 w 967328"/>
                <a:gd name="connsiteY7" fmla="*/ 136884 h 694511"/>
                <a:gd name="connsiteX8" fmla="*/ 907067 w 967328"/>
                <a:gd name="connsiteY8" fmla="*/ 138693 h 694511"/>
                <a:gd name="connsiteX9" fmla="*/ 907067 w 967328"/>
                <a:gd name="connsiteY9" fmla="*/ 0 h 694511"/>
                <a:gd name="connsiteX0" fmla="*/ 0 w 966461"/>
                <a:gd name="connsiteY0" fmla="*/ 133568 h 694511"/>
                <a:gd name="connsiteX1" fmla="*/ 552980 w 966461"/>
                <a:gd name="connsiteY1" fmla="*/ 134712 h 694511"/>
                <a:gd name="connsiteX2" fmla="*/ 646478 w 966461"/>
                <a:gd name="connsiteY2" fmla="*/ 413522 h 694511"/>
                <a:gd name="connsiteX3" fmla="*/ 554803 w 966461"/>
                <a:gd name="connsiteY3" fmla="*/ 693318 h 694511"/>
                <a:gd name="connsiteX4" fmla="*/ 239297 w 966461"/>
                <a:gd name="connsiteY4" fmla="*/ 694511 h 694511"/>
                <a:gd name="connsiteX5" fmla="*/ 239173 w 966461"/>
                <a:gd name="connsiteY5" fmla="*/ 73804 h 694511"/>
                <a:gd name="connsiteX6" fmla="*/ 965709 w 966461"/>
                <a:gd name="connsiteY6" fmla="*/ 72937 h 694511"/>
                <a:gd name="connsiteX7" fmla="*/ 966461 w 966461"/>
                <a:gd name="connsiteY7" fmla="*/ 136884 h 694511"/>
                <a:gd name="connsiteX8" fmla="*/ 907067 w 966461"/>
                <a:gd name="connsiteY8" fmla="*/ 138693 h 694511"/>
                <a:gd name="connsiteX9" fmla="*/ 907067 w 966461"/>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7067 w 965875"/>
                <a:gd name="connsiteY8" fmla="*/ 138693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6367 w 965875"/>
                <a:gd name="connsiteY8" fmla="*/ 15511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2866 w 965875"/>
                <a:gd name="connsiteY8" fmla="*/ 157257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7768 w 965875"/>
                <a:gd name="connsiteY8" fmla="*/ 139407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3681 h 694511"/>
                <a:gd name="connsiteX7" fmla="*/ 965761 w 965875"/>
                <a:gd name="connsiteY7" fmla="*/ 139026 h 694511"/>
                <a:gd name="connsiteX8" fmla="*/ 907768 w 965875"/>
                <a:gd name="connsiteY8" fmla="*/ 139407 h 694511"/>
                <a:gd name="connsiteX9" fmla="*/ 907067 w 965875"/>
                <a:gd name="connsiteY9" fmla="*/ 0 h 694511"/>
                <a:gd name="connsiteX0" fmla="*/ 0 w 965875"/>
                <a:gd name="connsiteY0" fmla="*/ 132824 h 693767"/>
                <a:gd name="connsiteX1" fmla="*/ 552980 w 965875"/>
                <a:gd name="connsiteY1" fmla="*/ 133968 h 693767"/>
                <a:gd name="connsiteX2" fmla="*/ 646478 w 965875"/>
                <a:gd name="connsiteY2" fmla="*/ 412778 h 693767"/>
                <a:gd name="connsiteX3" fmla="*/ 554803 w 965875"/>
                <a:gd name="connsiteY3" fmla="*/ 692574 h 693767"/>
                <a:gd name="connsiteX4" fmla="*/ 239297 w 965875"/>
                <a:gd name="connsiteY4" fmla="*/ 693767 h 693767"/>
                <a:gd name="connsiteX5" fmla="*/ 239173 w 965875"/>
                <a:gd name="connsiteY5" fmla="*/ 73060 h 693767"/>
                <a:gd name="connsiteX6" fmla="*/ 965709 w 965875"/>
                <a:gd name="connsiteY6" fmla="*/ 72937 h 693767"/>
                <a:gd name="connsiteX7" fmla="*/ 965761 w 965875"/>
                <a:gd name="connsiteY7" fmla="*/ 138282 h 693767"/>
                <a:gd name="connsiteX8" fmla="*/ 907768 w 965875"/>
                <a:gd name="connsiteY8" fmla="*/ 138663 h 693767"/>
                <a:gd name="connsiteX9" fmla="*/ 908527 w 965875"/>
                <a:gd name="connsiteY9" fmla="*/ 0 h 693767"/>
                <a:gd name="connsiteX0" fmla="*/ 0 w 965875"/>
                <a:gd name="connsiteY0" fmla="*/ 135799 h 696742"/>
                <a:gd name="connsiteX1" fmla="*/ 552980 w 965875"/>
                <a:gd name="connsiteY1" fmla="*/ 136943 h 696742"/>
                <a:gd name="connsiteX2" fmla="*/ 646478 w 965875"/>
                <a:gd name="connsiteY2" fmla="*/ 415753 h 696742"/>
                <a:gd name="connsiteX3" fmla="*/ 554803 w 965875"/>
                <a:gd name="connsiteY3" fmla="*/ 695549 h 696742"/>
                <a:gd name="connsiteX4" fmla="*/ 239297 w 965875"/>
                <a:gd name="connsiteY4" fmla="*/ 696742 h 696742"/>
                <a:gd name="connsiteX5" fmla="*/ 239173 w 965875"/>
                <a:gd name="connsiteY5" fmla="*/ 76035 h 696742"/>
                <a:gd name="connsiteX6" fmla="*/ 965709 w 965875"/>
                <a:gd name="connsiteY6" fmla="*/ 75912 h 696742"/>
                <a:gd name="connsiteX7" fmla="*/ 965761 w 965875"/>
                <a:gd name="connsiteY7" fmla="*/ 141257 h 696742"/>
                <a:gd name="connsiteX8" fmla="*/ 907768 w 965875"/>
                <a:gd name="connsiteY8" fmla="*/ 141638 h 696742"/>
                <a:gd name="connsiteX9" fmla="*/ 907798 w 965875"/>
                <a:gd name="connsiteY9" fmla="*/ 0 h 696742"/>
                <a:gd name="connsiteX0" fmla="*/ 0 w 1626729"/>
                <a:gd name="connsiteY0" fmla="*/ 133485 h 696742"/>
                <a:gd name="connsiteX1" fmla="*/ 1213834 w 1626729"/>
                <a:gd name="connsiteY1" fmla="*/ 136943 h 696742"/>
                <a:gd name="connsiteX2" fmla="*/ 1307332 w 1626729"/>
                <a:gd name="connsiteY2" fmla="*/ 415753 h 696742"/>
                <a:gd name="connsiteX3" fmla="*/ 1215657 w 1626729"/>
                <a:gd name="connsiteY3" fmla="*/ 695549 h 696742"/>
                <a:gd name="connsiteX4" fmla="*/ 900151 w 1626729"/>
                <a:gd name="connsiteY4" fmla="*/ 696742 h 696742"/>
                <a:gd name="connsiteX5" fmla="*/ 900027 w 1626729"/>
                <a:gd name="connsiteY5" fmla="*/ 76035 h 696742"/>
                <a:gd name="connsiteX6" fmla="*/ 1626563 w 1626729"/>
                <a:gd name="connsiteY6" fmla="*/ 75912 h 696742"/>
                <a:gd name="connsiteX7" fmla="*/ 1626615 w 1626729"/>
                <a:gd name="connsiteY7" fmla="*/ 141257 h 696742"/>
                <a:gd name="connsiteX8" fmla="*/ 1568622 w 1626729"/>
                <a:gd name="connsiteY8" fmla="*/ 141638 h 696742"/>
                <a:gd name="connsiteX9" fmla="*/ 1568652 w 1626729"/>
                <a:gd name="connsiteY9" fmla="*/ 0 h 696742"/>
                <a:gd name="connsiteX0" fmla="*/ 0 w 1626729"/>
                <a:gd name="connsiteY0" fmla="*/ 133485 h 696742"/>
                <a:gd name="connsiteX1" fmla="*/ 1213834 w 1626729"/>
                <a:gd name="connsiteY1" fmla="*/ 136943 h 696742"/>
                <a:gd name="connsiteX2" fmla="*/ 1307332 w 1626729"/>
                <a:gd name="connsiteY2" fmla="*/ 415753 h 696742"/>
                <a:gd name="connsiteX3" fmla="*/ 1215657 w 1626729"/>
                <a:gd name="connsiteY3" fmla="*/ 695549 h 696742"/>
                <a:gd name="connsiteX4" fmla="*/ 900151 w 1626729"/>
                <a:gd name="connsiteY4" fmla="*/ 696742 h 696742"/>
                <a:gd name="connsiteX5" fmla="*/ 897756 w 1626729"/>
                <a:gd name="connsiteY5" fmla="*/ 27407 h 696742"/>
                <a:gd name="connsiteX6" fmla="*/ 1626563 w 1626729"/>
                <a:gd name="connsiteY6" fmla="*/ 75912 h 696742"/>
                <a:gd name="connsiteX7" fmla="*/ 1626615 w 1626729"/>
                <a:gd name="connsiteY7" fmla="*/ 141257 h 696742"/>
                <a:gd name="connsiteX8" fmla="*/ 1568622 w 1626729"/>
                <a:gd name="connsiteY8" fmla="*/ 141638 h 696742"/>
                <a:gd name="connsiteX9" fmla="*/ 1568652 w 1626729"/>
                <a:gd name="connsiteY9" fmla="*/ 0 h 696742"/>
                <a:gd name="connsiteX0" fmla="*/ 0 w 1626729"/>
                <a:gd name="connsiteY0" fmla="*/ 133485 h 696742"/>
                <a:gd name="connsiteX1" fmla="*/ 1213834 w 1626729"/>
                <a:gd name="connsiteY1" fmla="*/ 136943 h 696742"/>
                <a:gd name="connsiteX2" fmla="*/ 1307332 w 1626729"/>
                <a:gd name="connsiteY2" fmla="*/ 415753 h 696742"/>
                <a:gd name="connsiteX3" fmla="*/ 1215657 w 1626729"/>
                <a:gd name="connsiteY3" fmla="*/ 695549 h 696742"/>
                <a:gd name="connsiteX4" fmla="*/ 900151 w 1626729"/>
                <a:gd name="connsiteY4" fmla="*/ 696742 h 696742"/>
                <a:gd name="connsiteX5" fmla="*/ 902298 w 1626729"/>
                <a:gd name="connsiteY5" fmla="*/ 25091 h 696742"/>
                <a:gd name="connsiteX6" fmla="*/ 1626563 w 1626729"/>
                <a:gd name="connsiteY6" fmla="*/ 75912 h 696742"/>
                <a:gd name="connsiteX7" fmla="*/ 1626615 w 1626729"/>
                <a:gd name="connsiteY7" fmla="*/ 141257 h 696742"/>
                <a:gd name="connsiteX8" fmla="*/ 1568622 w 1626729"/>
                <a:gd name="connsiteY8" fmla="*/ 141638 h 696742"/>
                <a:gd name="connsiteX9" fmla="*/ 1568652 w 1626729"/>
                <a:gd name="connsiteY9" fmla="*/ 0 h 696742"/>
                <a:gd name="connsiteX0" fmla="*/ 0 w 1626729"/>
                <a:gd name="connsiteY0" fmla="*/ 133485 h 696742"/>
                <a:gd name="connsiteX1" fmla="*/ 1213834 w 1626729"/>
                <a:gd name="connsiteY1" fmla="*/ 136943 h 696742"/>
                <a:gd name="connsiteX2" fmla="*/ 1307332 w 1626729"/>
                <a:gd name="connsiteY2" fmla="*/ 415753 h 696742"/>
                <a:gd name="connsiteX3" fmla="*/ 1215657 w 1626729"/>
                <a:gd name="connsiteY3" fmla="*/ 695549 h 696742"/>
                <a:gd name="connsiteX4" fmla="*/ 900151 w 1626729"/>
                <a:gd name="connsiteY4" fmla="*/ 696742 h 696742"/>
                <a:gd name="connsiteX5" fmla="*/ 897756 w 1626729"/>
                <a:gd name="connsiteY5" fmla="*/ 25091 h 696742"/>
                <a:gd name="connsiteX6" fmla="*/ 1626563 w 1626729"/>
                <a:gd name="connsiteY6" fmla="*/ 75912 h 696742"/>
                <a:gd name="connsiteX7" fmla="*/ 1626615 w 1626729"/>
                <a:gd name="connsiteY7" fmla="*/ 141257 h 696742"/>
                <a:gd name="connsiteX8" fmla="*/ 1568622 w 1626729"/>
                <a:gd name="connsiteY8" fmla="*/ 141638 h 696742"/>
                <a:gd name="connsiteX9" fmla="*/ 1568652 w 1626729"/>
                <a:gd name="connsiteY9" fmla="*/ 0 h 696742"/>
                <a:gd name="connsiteX0" fmla="*/ 0 w 1626615"/>
                <a:gd name="connsiteY0" fmla="*/ 133485 h 696742"/>
                <a:gd name="connsiteX1" fmla="*/ 1213834 w 1626615"/>
                <a:gd name="connsiteY1" fmla="*/ 136943 h 696742"/>
                <a:gd name="connsiteX2" fmla="*/ 1307332 w 1626615"/>
                <a:gd name="connsiteY2" fmla="*/ 415753 h 696742"/>
                <a:gd name="connsiteX3" fmla="*/ 1215657 w 1626615"/>
                <a:gd name="connsiteY3" fmla="*/ 695549 h 696742"/>
                <a:gd name="connsiteX4" fmla="*/ 900151 w 1626615"/>
                <a:gd name="connsiteY4" fmla="*/ 696742 h 696742"/>
                <a:gd name="connsiteX5" fmla="*/ 897756 w 1626615"/>
                <a:gd name="connsiteY5" fmla="*/ 25091 h 696742"/>
                <a:gd name="connsiteX6" fmla="*/ 1508472 w 1626615"/>
                <a:gd name="connsiteY6" fmla="*/ 27284 h 696742"/>
                <a:gd name="connsiteX7" fmla="*/ 1626615 w 1626615"/>
                <a:gd name="connsiteY7" fmla="*/ 141257 h 696742"/>
                <a:gd name="connsiteX8" fmla="*/ 1568622 w 1626615"/>
                <a:gd name="connsiteY8" fmla="*/ 141638 h 696742"/>
                <a:gd name="connsiteX9" fmla="*/ 1568652 w 1626615"/>
                <a:gd name="connsiteY9" fmla="*/ 0 h 696742"/>
                <a:gd name="connsiteX0" fmla="*/ 0 w 1571298"/>
                <a:gd name="connsiteY0" fmla="*/ 286313 h 849570"/>
                <a:gd name="connsiteX1" fmla="*/ 1213834 w 1571298"/>
                <a:gd name="connsiteY1" fmla="*/ 289771 h 849570"/>
                <a:gd name="connsiteX2" fmla="*/ 1307332 w 1571298"/>
                <a:gd name="connsiteY2" fmla="*/ 568581 h 849570"/>
                <a:gd name="connsiteX3" fmla="*/ 1215657 w 1571298"/>
                <a:gd name="connsiteY3" fmla="*/ 848377 h 849570"/>
                <a:gd name="connsiteX4" fmla="*/ 900151 w 1571298"/>
                <a:gd name="connsiteY4" fmla="*/ 849570 h 849570"/>
                <a:gd name="connsiteX5" fmla="*/ 897756 w 1571298"/>
                <a:gd name="connsiteY5" fmla="*/ 177919 h 849570"/>
                <a:gd name="connsiteX6" fmla="*/ 1508472 w 1571298"/>
                <a:gd name="connsiteY6" fmla="*/ 180112 h 849570"/>
                <a:gd name="connsiteX7" fmla="*/ 1508525 w 1571298"/>
                <a:gd name="connsiteY7" fmla="*/ 0 h 849570"/>
                <a:gd name="connsiteX8" fmla="*/ 1568622 w 1571298"/>
                <a:gd name="connsiteY8" fmla="*/ 294466 h 849570"/>
                <a:gd name="connsiteX9" fmla="*/ 1568652 w 1571298"/>
                <a:gd name="connsiteY9" fmla="*/ 152828 h 849570"/>
                <a:gd name="connsiteX0" fmla="*/ 0 w 1568652"/>
                <a:gd name="connsiteY0" fmla="*/ 286433 h 849690"/>
                <a:gd name="connsiteX1" fmla="*/ 1213834 w 1568652"/>
                <a:gd name="connsiteY1" fmla="*/ 289891 h 849690"/>
                <a:gd name="connsiteX2" fmla="*/ 1307332 w 1568652"/>
                <a:gd name="connsiteY2" fmla="*/ 568701 h 849690"/>
                <a:gd name="connsiteX3" fmla="*/ 1215657 w 1568652"/>
                <a:gd name="connsiteY3" fmla="*/ 848497 h 849690"/>
                <a:gd name="connsiteX4" fmla="*/ 900151 w 1568652"/>
                <a:gd name="connsiteY4" fmla="*/ 849690 h 849690"/>
                <a:gd name="connsiteX5" fmla="*/ 897756 w 1568652"/>
                <a:gd name="connsiteY5" fmla="*/ 178039 h 849690"/>
                <a:gd name="connsiteX6" fmla="*/ 1508472 w 1568652"/>
                <a:gd name="connsiteY6" fmla="*/ 180232 h 849690"/>
                <a:gd name="connsiteX7" fmla="*/ 1508525 w 1568652"/>
                <a:gd name="connsiteY7" fmla="*/ 120 h 849690"/>
                <a:gd name="connsiteX8" fmla="*/ 1568652 w 1568652"/>
                <a:gd name="connsiteY8" fmla="*/ 152948 h 84969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897756 w 1508638"/>
                <a:gd name="connsiteY5" fmla="*/ 177919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1441 w 1508638"/>
                <a:gd name="connsiteY5" fmla="*/ 176980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898677 w 1508638"/>
                <a:gd name="connsiteY5" fmla="*/ 176980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898677 w 1508638"/>
                <a:gd name="connsiteY5" fmla="*/ 176980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7889 w 1508638"/>
                <a:gd name="connsiteY5" fmla="*/ 172284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7889 w 1508638"/>
                <a:gd name="connsiteY5" fmla="*/ 172284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7889 w 1508638"/>
                <a:gd name="connsiteY5" fmla="*/ 172284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1441 w 1508638"/>
                <a:gd name="connsiteY5" fmla="*/ 180738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1441 w 1508638"/>
                <a:gd name="connsiteY5" fmla="*/ 180738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1441 w 1508638"/>
                <a:gd name="connsiteY5" fmla="*/ 180738 h 849570"/>
                <a:gd name="connsiteX6" fmla="*/ 1508472 w 1508638"/>
                <a:gd name="connsiteY6" fmla="*/ 180112 h 849570"/>
                <a:gd name="connsiteX7" fmla="*/ 1508525 w 1508638"/>
                <a:gd name="connsiteY7" fmla="*/ 0 h 849570"/>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7717"/>
                <a:gd name="connsiteY0" fmla="*/ 290072 h 850509"/>
                <a:gd name="connsiteX1" fmla="*/ 1212913 w 1507717"/>
                <a:gd name="connsiteY1" fmla="*/ 289771 h 850509"/>
                <a:gd name="connsiteX2" fmla="*/ 1306411 w 1507717"/>
                <a:gd name="connsiteY2" fmla="*/ 568581 h 850509"/>
                <a:gd name="connsiteX3" fmla="*/ 1214736 w 1507717"/>
                <a:gd name="connsiteY3" fmla="*/ 848377 h 850509"/>
                <a:gd name="connsiteX4" fmla="*/ 901072 w 1507717"/>
                <a:gd name="connsiteY4" fmla="*/ 850509 h 850509"/>
                <a:gd name="connsiteX5" fmla="*/ 900520 w 1507717"/>
                <a:gd name="connsiteY5" fmla="*/ 180738 h 850509"/>
                <a:gd name="connsiteX6" fmla="*/ 1507551 w 1507717"/>
                <a:gd name="connsiteY6" fmla="*/ 180112 h 850509"/>
                <a:gd name="connsiteX7" fmla="*/ 1507604 w 1507717"/>
                <a:gd name="connsiteY7" fmla="*/ 0 h 850509"/>
                <a:gd name="connsiteX0" fmla="*/ 0 w 1508638"/>
                <a:gd name="connsiteY0" fmla="*/ 292890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9559"/>
                <a:gd name="connsiteY0" fmla="*/ 291951 h 850509"/>
                <a:gd name="connsiteX1" fmla="*/ 1214755 w 1509559"/>
                <a:gd name="connsiteY1" fmla="*/ 289771 h 850509"/>
                <a:gd name="connsiteX2" fmla="*/ 1308253 w 1509559"/>
                <a:gd name="connsiteY2" fmla="*/ 568581 h 850509"/>
                <a:gd name="connsiteX3" fmla="*/ 1216578 w 1509559"/>
                <a:gd name="connsiteY3" fmla="*/ 848377 h 850509"/>
                <a:gd name="connsiteX4" fmla="*/ 902914 w 1509559"/>
                <a:gd name="connsiteY4" fmla="*/ 850509 h 850509"/>
                <a:gd name="connsiteX5" fmla="*/ 902362 w 1509559"/>
                <a:gd name="connsiteY5" fmla="*/ 180738 h 850509"/>
                <a:gd name="connsiteX6" fmla="*/ 1509393 w 1509559"/>
                <a:gd name="connsiteY6" fmla="*/ 180112 h 850509"/>
                <a:gd name="connsiteX7" fmla="*/ 1509446 w 1509559"/>
                <a:gd name="connsiteY7" fmla="*/ 0 h 850509"/>
                <a:gd name="connsiteX0" fmla="*/ 0 w 1509446"/>
                <a:gd name="connsiteY0" fmla="*/ 291951 h 850509"/>
                <a:gd name="connsiteX1" fmla="*/ 1214755 w 1509446"/>
                <a:gd name="connsiteY1" fmla="*/ 289771 h 850509"/>
                <a:gd name="connsiteX2" fmla="*/ 1308253 w 1509446"/>
                <a:gd name="connsiteY2" fmla="*/ 568581 h 850509"/>
                <a:gd name="connsiteX3" fmla="*/ 1216578 w 1509446"/>
                <a:gd name="connsiteY3" fmla="*/ 848377 h 850509"/>
                <a:gd name="connsiteX4" fmla="*/ 902914 w 1509446"/>
                <a:gd name="connsiteY4" fmla="*/ 850509 h 850509"/>
                <a:gd name="connsiteX5" fmla="*/ 902362 w 1509446"/>
                <a:gd name="connsiteY5" fmla="*/ 180738 h 850509"/>
                <a:gd name="connsiteX6" fmla="*/ 1509393 w 1509446"/>
                <a:gd name="connsiteY6" fmla="*/ 180112 h 850509"/>
                <a:gd name="connsiteX7" fmla="*/ 1509446 w 1509446"/>
                <a:gd name="connsiteY7" fmla="*/ 0 h 850509"/>
                <a:gd name="connsiteX0" fmla="*/ 0 w 1507827"/>
                <a:gd name="connsiteY0" fmla="*/ 286998 h 850509"/>
                <a:gd name="connsiteX1" fmla="*/ 1213136 w 1507827"/>
                <a:gd name="connsiteY1" fmla="*/ 289771 h 850509"/>
                <a:gd name="connsiteX2" fmla="*/ 1306634 w 1507827"/>
                <a:gd name="connsiteY2" fmla="*/ 568581 h 850509"/>
                <a:gd name="connsiteX3" fmla="*/ 1214959 w 1507827"/>
                <a:gd name="connsiteY3" fmla="*/ 848377 h 850509"/>
                <a:gd name="connsiteX4" fmla="*/ 901295 w 1507827"/>
                <a:gd name="connsiteY4" fmla="*/ 850509 h 850509"/>
                <a:gd name="connsiteX5" fmla="*/ 900743 w 1507827"/>
                <a:gd name="connsiteY5" fmla="*/ 180738 h 850509"/>
                <a:gd name="connsiteX6" fmla="*/ 1507774 w 1507827"/>
                <a:gd name="connsiteY6" fmla="*/ 180112 h 850509"/>
                <a:gd name="connsiteX7" fmla="*/ 1507827 w 1507827"/>
                <a:gd name="connsiteY7" fmla="*/ 0 h 850509"/>
                <a:gd name="connsiteX0" fmla="*/ 0 w 1504589"/>
                <a:gd name="connsiteY0" fmla="*/ 290301 h 850509"/>
                <a:gd name="connsiteX1" fmla="*/ 1209898 w 1504589"/>
                <a:gd name="connsiteY1" fmla="*/ 289771 h 850509"/>
                <a:gd name="connsiteX2" fmla="*/ 1303396 w 1504589"/>
                <a:gd name="connsiteY2" fmla="*/ 568581 h 850509"/>
                <a:gd name="connsiteX3" fmla="*/ 1211721 w 1504589"/>
                <a:gd name="connsiteY3" fmla="*/ 848377 h 850509"/>
                <a:gd name="connsiteX4" fmla="*/ 898057 w 1504589"/>
                <a:gd name="connsiteY4" fmla="*/ 850509 h 850509"/>
                <a:gd name="connsiteX5" fmla="*/ 897505 w 1504589"/>
                <a:gd name="connsiteY5" fmla="*/ 180738 h 850509"/>
                <a:gd name="connsiteX6" fmla="*/ 1504536 w 1504589"/>
                <a:gd name="connsiteY6" fmla="*/ 180112 h 850509"/>
                <a:gd name="connsiteX7" fmla="*/ 1504589 w 1504589"/>
                <a:gd name="connsiteY7" fmla="*/ 0 h 850509"/>
                <a:gd name="connsiteX0" fmla="*/ 0 w 1502970"/>
                <a:gd name="connsiteY0" fmla="*/ 287000 h 850509"/>
                <a:gd name="connsiteX1" fmla="*/ 1208279 w 1502970"/>
                <a:gd name="connsiteY1" fmla="*/ 289771 h 850509"/>
                <a:gd name="connsiteX2" fmla="*/ 1301777 w 1502970"/>
                <a:gd name="connsiteY2" fmla="*/ 568581 h 850509"/>
                <a:gd name="connsiteX3" fmla="*/ 1210102 w 1502970"/>
                <a:gd name="connsiteY3" fmla="*/ 848377 h 850509"/>
                <a:gd name="connsiteX4" fmla="*/ 896438 w 1502970"/>
                <a:gd name="connsiteY4" fmla="*/ 850509 h 850509"/>
                <a:gd name="connsiteX5" fmla="*/ 895886 w 1502970"/>
                <a:gd name="connsiteY5" fmla="*/ 180738 h 850509"/>
                <a:gd name="connsiteX6" fmla="*/ 1502917 w 1502970"/>
                <a:gd name="connsiteY6" fmla="*/ 180112 h 850509"/>
                <a:gd name="connsiteX7" fmla="*/ 1502970 w 1502970"/>
                <a:gd name="connsiteY7" fmla="*/ 0 h 850509"/>
                <a:gd name="connsiteX0" fmla="*/ 0 w 1297367"/>
                <a:gd name="connsiteY0" fmla="*/ 288651 h 850509"/>
                <a:gd name="connsiteX1" fmla="*/ 1002676 w 1297367"/>
                <a:gd name="connsiteY1" fmla="*/ 289771 h 850509"/>
                <a:gd name="connsiteX2" fmla="*/ 1096174 w 1297367"/>
                <a:gd name="connsiteY2" fmla="*/ 568581 h 850509"/>
                <a:gd name="connsiteX3" fmla="*/ 1004499 w 1297367"/>
                <a:gd name="connsiteY3" fmla="*/ 848377 h 850509"/>
                <a:gd name="connsiteX4" fmla="*/ 690835 w 1297367"/>
                <a:gd name="connsiteY4" fmla="*/ 850509 h 850509"/>
                <a:gd name="connsiteX5" fmla="*/ 690283 w 1297367"/>
                <a:gd name="connsiteY5" fmla="*/ 180738 h 850509"/>
                <a:gd name="connsiteX6" fmla="*/ 1297314 w 1297367"/>
                <a:gd name="connsiteY6" fmla="*/ 180112 h 850509"/>
                <a:gd name="connsiteX7" fmla="*/ 1297367 w 1297367"/>
                <a:gd name="connsiteY7" fmla="*/ 0 h 850509"/>
                <a:gd name="connsiteX0" fmla="*/ 0 w 1297367"/>
                <a:gd name="connsiteY0" fmla="*/ 288651 h 850509"/>
                <a:gd name="connsiteX1" fmla="*/ 512749 w 1297367"/>
                <a:gd name="connsiteY1" fmla="*/ 285154 h 850509"/>
                <a:gd name="connsiteX2" fmla="*/ 1002676 w 1297367"/>
                <a:gd name="connsiteY2" fmla="*/ 289771 h 850509"/>
                <a:gd name="connsiteX3" fmla="*/ 1096174 w 1297367"/>
                <a:gd name="connsiteY3" fmla="*/ 568581 h 850509"/>
                <a:gd name="connsiteX4" fmla="*/ 1004499 w 1297367"/>
                <a:gd name="connsiteY4" fmla="*/ 848377 h 850509"/>
                <a:gd name="connsiteX5" fmla="*/ 690835 w 1297367"/>
                <a:gd name="connsiteY5" fmla="*/ 850509 h 850509"/>
                <a:gd name="connsiteX6" fmla="*/ 690283 w 1297367"/>
                <a:gd name="connsiteY6" fmla="*/ 180738 h 850509"/>
                <a:gd name="connsiteX7" fmla="*/ 1297314 w 1297367"/>
                <a:gd name="connsiteY7" fmla="*/ 180112 h 850509"/>
                <a:gd name="connsiteX8" fmla="*/ 1297367 w 1297367"/>
                <a:gd name="connsiteY8" fmla="*/ 0 h 850509"/>
                <a:gd name="connsiteX0" fmla="*/ 3744 w 784618"/>
                <a:gd name="connsiteY0" fmla="*/ 1284702 h 1284702"/>
                <a:gd name="connsiteX1" fmla="*/ 0 w 784618"/>
                <a:gd name="connsiteY1" fmla="*/ 285154 h 1284702"/>
                <a:gd name="connsiteX2" fmla="*/ 489927 w 784618"/>
                <a:gd name="connsiteY2" fmla="*/ 289771 h 1284702"/>
                <a:gd name="connsiteX3" fmla="*/ 583425 w 784618"/>
                <a:gd name="connsiteY3" fmla="*/ 568581 h 1284702"/>
                <a:gd name="connsiteX4" fmla="*/ 491750 w 784618"/>
                <a:gd name="connsiteY4" fmla="*/ 848377 h 1284702"/>
                <a:gd name="connsiteX5" fmla="*/ 178086 w 784618"/>
                <a:gd name="connsiteY5" fmla="*/ 850509 h 1284702"/>
                <a:gd name="connsiteX6" fmla="*/ 177534 w 784618"/>
                <a:gd name="connsiteY6" fmla="*/ 180738 h 1284702"/>
                <a:gd name="connsiteX7" fmla="*/ 784565 w 784618"/>
                <a:gd name="connsiteY7" fmla="*/ 180112 h 1284702"/>
                <a:gd name="connsiteX8" fmla="*/ 784618 w 784618"/>
                <a:gd name="connsiteY8" fmla="*/ 0 h 1284702"/>
                <a:gd name="connsiteX0" fmla="*/ 3744 w 784618"/>
                <a:gd name="connsiteY0" fmla="*/ 1303784 h 1303784"/>
                <a:gd name="connsiteX1" fmla="*/ 0 w 784618"/>
                <a:gd name="connsiteY1" fmla="*/ 285154 h 1303784"/>
                <a:gd name="connsiteX2" fmla="*/ 489927 w 784618"/>
                <a:gd name="connsiteY2" fmla="*/ 289771 h 1303784"/>
                <a:gd name="connsiteX3" fmla="*/ 583425 w 784618"/>
                <a:gd name="connsiteY3" fmla="*/ 568581 h 1303784"/>
                <a:gd name="connsiteX4" fmla="*/ 491750 w 784618"/>
                <a:gd name="connsiteY4" fmla="*/ 848377 h 1303784"/>
                <a:gd name="connsiteX5" fmla="*/ 178086 w 784618"/>
                <a:gd name="connsiteY5" fmla="*/ 850509 h 1303784"/>
                <a:gd name="connsiteX6" fmla="*/ 177534 w 784618"/>
                <a:gd name="connsiteY6" fmla="*/ 180738 h 1303784"/>
                <a:gd name="connsiteX7" fmla="*/ 784565 w 784618"/>
                <a:gd name="connsiteY7" fmla="*/ 180112 h 1303784"/>
                <a:gd name="connsiteX8" fmla="*/ 784618 w 784618"/>
                <a:gd name="connsiteY8" fmla="*/ 0 h 1303784"/>
                <a:gd name="connsiteX0" fmla="*/ 3744 w 784565"/>
                <a:gd name="connsiteY0" fmla="*/ 1123672 h 1123672"/>
                <a:gd name="connsiteX1" fmla="*/ 0 w 784565"/>
                <a:gd name="connsiteY1" fmla="*/ 105042 h 1123672"/>
                <a:gd name="connsiteX2" fmla="*/ 489927 w 784565"/>
                <a:gd name="connsiteY2" fmla="*/ 109659 h 1123672"/>
                <a:gd name="connsiteX3" fmla="*/ 583425 w 784565"/>
                <a:gd name="connsiteY3" fmla="*/ 388469 h 1123672"/>
                <a:gd name="connsiteX4" fmla="*/ 491750 w 784565"/>
                <a:gd name="connsiteY4" fmla="*/ 668265 h 1123672"/>
                <a:gd name="connsiteX5" fmla="*/ 178086 w 784565"/>
                <a:gd name="connsiteY5" fmla="*/ 670397 h 1123672"/>
                <a:gd name="connsiteX6" fmla="*/ 177534 w 784565"/>
                <a:gd name="connsiteY6" fmla="*/ 626 h 1123672"/>
                <a:gd name="connsiteX7" fmla="*/ 784565 w 784565"/>
                <a:gd name="connsiteY7" fmla="*/ 0 h 1123672"/>
                <a:gd name="connsiteX0" fmla="*/ 3744 w 583425"/>
                <a:gd name="connsiteY0" fmla="*/ 4894164 h 4894164"/>
                <a:gd name="connsiteX1" fmla="*/ 0 w 583425"/>
                <a:gd name="connsiteY1" fmla="*/ 3875534 h 4894164"/>
                <a:gd name="connsiteX2" fmla="*/ 489927 w 583425"/>
                <a:gd name="connsiteY2" fmla="*/ 3880151 h 4894164"/>
                <a:gd name="connsiteX3" fmla="*/ 583425 w 583425"/>
                <a:gd name="connsiteY3" fmla="*/ 4158961 h 4894164"/>
                <a:gd name="connsiteX4" fmla="*/ 491750 w 583425"/>
                <a:gd name="connsiteY4" fmla="*/ 4438757 h 4894164"/>
                <a:gd name="connsiteX5" fmla="*/ 178086 w 583425"/>
                <a:gd name="connsiteY5" fmla="*/ 4440889 h 4894164"/>
                <a:gd name="connsiteX6" fmla="*/ 177534 w 583425"/>
                <a:gd name="connsiteY6" fmla="*/ 3771118 h 4894164"/>
                <a:gd name="connsiteX7" fmla="*/ 174506 w 583425"/>
                <a:gd name="connsiteY7" fmla="*/ 0 h 4894164"/>
                <a:gd name="connsiteX0" fmla="*/ 3744 w 583425"/>
                <a:gd name="connsiteY0" fmla="*/ 4894164 h 4894164"/>
                <a:gd name="connsiteX1" fmla="*/ 0 w 583425"/>
                <a:gd name="connsiteY1" fmla="*/ 3883441 h 4894164"/>
                <a:gd name="connsiteX2" fmla="*/ 489927 w 583425"/>
                <a:gd name="connsiteY2" fmla="*/ 3880151 h 4894164"/>
                <a:gd name="connsiteX3" fmla="*/ 583425 w 583425"/>
                <a:gd name="connsiteY3" fmla="*/ 4158961 h 4894164"/>
                <a:gd name="connsiteX4" fmla="*/ 491750 w 583425"/>
                <a:gd name="connsiteY4" fmla="*/ 4438757 h 4894164"/>
                <a:gd name="connsiteX5" fmla="*/ 178086 w 583425"/>
                <a:gd name="connsiteY5" fmla="*/ 4440889 h 4894164"/>
                <a:gd name="connsiteX6" fmla="*/ 177534 w 583425"/>
                <a:gd name="connsiteY6" fmla="*/ 3771118 h 4894164"/>
                <a:gd name="connsiteX7" fmla="*/ 174506 w 583425"/>
                <a:gd name="connsiteY7" fmla="*/ 0 h 4894164"/>
                <a:gd name="connsiteX0" fmla="*/ 1158 w 580839"/>
                <a:gd name="connsiteY0" fmla="*/ 4894164 h 4894164"/>
                <a:gd name="connsiteX1" fmla="*/ 0 w 580839"/>
                <a:gd name="connsiteY1" fmla="*/ 3878170 h 4894164"/>
                <a:gd name="connsiteX2" fmla="*/ 487341 w 580839"/>
                <a:gd name="connsiteY2" fmla="*/ 3880151 h 4894164"/>
                <a:gd name="connsiteX3" fmla="*/ 580839 w 580839"/>
                <a:gd name="connsiteY3" fmla="*/ 4158961 h 4894164"/>
                <a:gd name="connsiteX4" fmla="*/ 489164 w 580839"/>
                <a:gd name="connsiteY4" fmla="*/ 4438757 h 4894164"/>
                <a:gd name="connsiteX5" fmla="*/ 175500 w 580839"/>
                <a:gd name="connsiteY5" fmla="*/ 4440889 h 4894164"/>
                <a:gd name="connsiteX6" fmla="*/ 174948 w 580839"/>
                <a:gd name="connsiteY6" fmla="*/ 3771118 h 4894164"/>
                <a:gd name="connsiteX7" fmla="*/ 171920 w 580839"/>
                <a:gd name="connsiteY7" fmla="*/ 0 h 4894164"/>
                <a:gd name="connsiteX0" fmla="*/ 1156 w 580837"/>
                <a:gd name="connsiteY0" fmla="*/ 4894164 h 4894164"/>
                <a:gd name="connsiteX1" fmla="*/ 0 w 580837"/>
                <a:gd name="connsiteY1" fmla="*/ 3880808 h 4894164"/>
                <a:gd name="connsiteX2" fmla="*/ 487339 w 580837"/>
                <a:gd name="connsiteY2" fmla="*/ 3880151 h 4894164"/>
                <a:gd name="connsiteX3" fmla="*/ 580837 w 580837"/>
                <a:gd name="connsiteY3" fmla="*/ 4158961 h 4894164"/>
                <a:gd name="connsiteX4" fmla="*/ 489162 w 580837"/>
                <a:gd name="connsiteY4" fmla="*/ 4438757 h 4894164"/>
                <a:gd name="connsiteX5" fmla="*/ 175498 w 580837"/>
                <a:gd name="connsiteY5" fmla="*/ 4440889 h 4894164"/>
                <a:gd name="connsiteX6" fmla="*/ 174946 w 580837"/>
                <a:gd name="connsiteY6" fmla="*/ 3771118 h 4894164"/>
                <a:gd name="connsiteX7" fmla="*/ 171918 w 580837"/>
                <a:gd name="connsiteY7" fmla="*/ 0 h 4894164"/>
                <a:gd name="connsiteX0" fmla="*/ 1156 w 580837"/>
                <a:gd name="connsiteY0" fmla="*/ 7329561 h 7329561"/>
                <a:gd name="connsiteX1" fmla="*/ 0 w 580837"/>
                <a:gd name="connsiteY1" fmla="*/ 6316205 h 7329561"/>
                <a:gd name="connsiteX2" fmla="*/ 487339 w 580837"/>
                <a:gd name="connsiteY2" fmla="*/ 6315548 h 7329561"/>
                <a:gd name="connsiteX3" fmla="*/ 580837 w 580837"/>
                <a:gd name="connsiteY3" fmla="*/ 6594358 h 7329561"/>
                <a:gd name="connsiteX4" fmla="*/ 489162 w 580837"/>
                <a:gd name="connsiteY4" fmla="*/ 6874154 h 7329561"/>
                <a:gd name="connsiteX5" fmla="*/ 175498 w 580837"/>
                <a:gd name="connsiteY5" fmla="*/ 6876286 h 7329561"/>
                <a:gd name="connsiteX6" fmla="*/ 174946 w 580837"/>
                <a:gd name="connsiteY6" fmla="*/ 6206515 h 7329561"/>
                <a:gd name="connsiteX7" fmla="*/ 174503 w 580837"/>
                <a:gd name="connsiteY7" fmla="*/ 0 h 7329561"/>
                <a:gd name="connsiteX0" fmla="*/ 1156 w 580837"/>
                <a:gd name="connsiteY0" fmla="*/ 20215308 h 20215308"/>
                <a:gd name="connsiteX1" fmla="*/ 0 w 580837"/>
                <a:gd name="connsiteY1" fmla="*/ 19201952 h 20215308"/>
                <a:gd name="connsiteX2" fmla="*/ 487339 w 580837"/>
                <a:gd name="connsiteY2" fmla="*/ 19201295 h 20215308"/>
                <a:gd name="connsiteX3" fmla="*/ 580837 w 580837"/>
                <a:gd name="connsiteY3" fmla="*/ 19480105 h 20215308"/>
                <a:gd name="connsiteX4" fmla="*/ 489162 w 580837"/>
                <a:gd name="connsiteY4" fmla="*/ 19759901 h 20215308"/>
                <a:gd name="connsiteX5" fmla="*/ 175498 w 580837"/>
                <a:gd name="connsiteY5" fmla="*/ 19762033 h 20215308"/>
                <a:gd name="connsiteX6" fmla="*/ 174946 w 580837"/>
                <a:gd name="connsiteY6" fmla="*/ 19092262 h 20215308"/>
                <a:gd name="connsiteX7" fmla="*/ 174503 w 580837"/>
                <a:gd name="connsiteY7" fmla="*/ 0 h 20215308"/>
                <a:gd name="connsiteX0" fmla="*/ 1156 w 580837"/>
                <a:gd name="connsiteY0" fmla="*/ 20215308 h 20215308"/>
                <a:gd name="connsiteX1" fmla="*/ 0 w 580837"/>
                <a:gd name="connsiteY1" fmla="*/ 19201952 h 20215308"/>
                <a:gd name="connsiteX2" fmla="*/ 487339 w 580837"/>
                <a:gd name="connsiteY2" fmla="*/ 19201295 h 20215308"/>
                <a:gd name="connsiteX3" fmla="*/ 580837 w 580837"/>
                <a:gd name="connsiteY3" fmla="*/ 19480105 h 20215308"/>
                <a:gd name="connsiteX4" fmla="*/ 489162 w 580837"/>
                <a:gd name="connsiteY4" fmla="*/ 19759901 h 20215308"/>
                <a:gd name="connsiteX5" fmla="*/ 175498 w 580837"/>
                <a:gd name="connsiteY5" fmla="*/ 19762033 h 20215308"/>
                <a:gd name="connsiteX6" fmla="*/ 174946 w 580837"/>
                <a:gd name="connsiteY6" fmla="*/ 19092262 h 20215308"/>
                <a:gd name="connsiteX7" fmla="*/ 174503 w 580837"/>
                <a:gd name="connsiteY7" fmla="*/ 0 h 20215308"/>
                <a:gd name="connsiteX0" fmla="*/ 1156 w 580837"/>
                <a:gd name="connsiteY0" fmla="*/ 20215308 h 20215308"/>
                <a:gd name="connsiteX1" fmla="*/ 0 w 580837"/>
                <a:gd name="connsiteY1" fmla="*/ 19201952 h 20215308"/>
                <a:gd name="connsiteX2" fmla="*/ 487339 w 580837"/>
                <a:gd name="connsiteY2" fmla="*/ 19201295 h 20215308"/>
                <a:gd name="connsiteX3" fmla="*/ 580837 w 580837"/>
                <a:gd name="connsiteY3" fmla="*/ 19480105 h 20215308"/>
                <a:gd name="connsiteX4" fmla="*/ 489162 w 580837"/>
                <a:gd name="connsiteY4" fmla="*/ 19759901 h 20215308"/>
                <a:gd name="connsiteX5" fmla="*/ 175498 w 580837"/>
                <a:gd name="connsiteY5" fmla="*/ 19762033 h 20215308"/>
                <a:gd name="connsiteX6" fmla="*/ 174946 w 580837"/>
                <a:gd name="connsiteY6" fmla="*/ 19092262 h 20215308"/>
                <a:gd name="connsiteX7" fmla="*/ 174503 w 580837"/>
                <a:gd name="connsiteY7" fmla="*/ 0 h 20215308"/>
                <a:gd name="connsiteX0" fmla="*/ 1156 w 580837"/>
                <a:gd name="connsiteY0" fmla="*/ 21422754 h 21422754"/>
                <a:gd name="connsiteX1" fmla="*/ 0 w 580837"/>
                <a:gd name="connsiteY1" fmla="*/ 20409398 h 21422754"/>
                <a:gd name="connsiteX2" fmla="*/ 487339 w 580837"/>
                <a:gd name="connsiteY2" fmla="*/ 20408741 h 21422754"/>
                <a:gd name="connsiteX3" fmla="*/ 580837 w 580837"/>
                <a:gd name="connsiteY3" fmla="*/ 20687551 h 21422754"/>
                <a:gd name="connsiteX4" fmla="*/ 489162 w 580837"/>
                <a:gd name="connsiteY4" fmla="*/ 20967347 h 21422754"/>
                <a:gd name="connsiteX5" fmla="*/ 175498 w 580837"/>
                <a:gd name="connsiteY5" fmla="*/ 20969479 h 21422754"/>
                <a:gd name="connsiteX6" fmla="*/ 174946 w 580837"/>
                <a:gd name="connsiteY6" fmla="*/ 20299708 h 21422754"/>
                <a:gd name="connsiteX7" fmla="*/ 174504 w 580837"/>
                <a:gd name="connsiteY7" fmla="*/ 1 h 21422754"/>
                <a:gd name="connsiteX0" fmla="*/ 1156 w 580837"/>
                <a:gd name="connsiteY0" fmla="*/ 21422754 h 21422754"/>
                <a:gd name="connsiteX1" fmla="*/ 0 w 580837"/>
                <a:gd name="connsiteY1" fmla="*/ 20409398 h 21422754"/>
                <a:gd name="connsiteX2" fmla="*/ 487339 w 580837"/>
                <a:gd name="connsiteY2" fmla="*/ 20408741 h 21422754"/>
                <a:gd name="connsiteX3" fmla="*/ 580837 w 580837"/>
                <a:gd name="connsiteY3" fmla="*/ 20687551 h 21422754"/>
                <a:gd name="connsiteX4" fmla="*/ 489162 w 580837"/>
                <a:gd name="connsiteY4" fmla="*/ 20967347 h 21422754"/>
                <a:gd name="connsiteX5" fmla="*/ 175498 w 580837"/>
                <a:gd name="connsiteY5" fmla="*/ 20969479 h 21422754"/>
                <a:gd name="connsiteX6" fmla="*/ 174946 w 580837"/>
                <a:gd name="connsiteY6" fmla="*/ 20299708 h 21422754"/>
                <a:gd name="connsiteX7" fmla="*/ 174504 w 580837"/>
                <a:gd name="connsiteY7" fmla="*/ 1 h 21422754"/>
                <a:gd name="connsiteX0" fmla="*/ 1156 w 580837"/>
                <a:gd name="connsiteY0" fmla="*/ 21422754 h 21429455"/>
                <a:gd name="connsiteX1" fmla="*/ 0 w 580837"/>
                <a:gd name="connsiteY1" fmla="*/ 20409398 h 21429455"/>
                <a:gd name="connsiteX2" fmla="*/ 487339 w 580837"/>
                <a:gd name="connsiteY2" fmla="*/ 20408741 h 21429455"/>
                <a:gd name="connsiteX3" fmla="*/ 580837 w 580837"/>
                <a:gd name="connsiteY3" fmla="*/ 20687551 h 21429455"/>
                <a:gd name="connsiteX4" fmla="*/ 489162 w 580837"/>
                <a:gd name="connsiteY4" fmla="*/ 20967347 h 21429455"/>
                <a:gd name="connsiteX5" fmla="*/ 175498 w 580837"/>
                <a:gd name="connsiteY5" fmla="*/ 20969479 h 21429455"/>
                <a:gd name="connsiteX6" fmla="*/ 174946 w 580837"/>
                <a:gd name="connsiteY6" fmla="*/ 20299708 h 21429455"/>
                <a:gd name="connsiteX7" fmla="*/ 174504 w 580837"/>
                <a:gd name="connsiteY7" fmla="*/ 1 h 21429455"/>
                <a:gd name="connsiteX0" fmla="*/ 1156 w 580837"/>
                <a:gd name="connsiteY0" fmla="*/ 21536810 h 21542702"/>
                <a:gd name="connsiteX1" fmla="*/ 0 w 580837"/>
                <a:gd name="connsiteY1" fmla="*/ 20409398 h 21542702"/>
                <a:gd name="connsiteX2" fmla="*/ 487339 w 580837"/>
                <a:gd name="connsiteY2" fmla="*/ 20408741 h 21542702"/>
                <a:gd name="connsiteX3" fmla="*/ 580837 w 580837"/>
                <a:gd name="connsiteY3" fmla="*/ 20687551 h 21542702"/>
                <a:gd name="connsiteX4" fmla="*/ 489162 w 580837"/>
                <a:gd name="connsiteY4" fmla="*/ 20967347 h 21542702"/>
                <a:gd name="connsiteX5" fmla="*/ 175498 w 580837"/>
                <a:gd name="connsiteY5" fmla="*/ 20969479 h 21542702"/>
                <a:gd name="connsiteX6" fmla="*/ 174946 w 580837"/>
                <a:gd name="connsiteY6" fmla="*/ 20299708 h 21542702"/>
                <a:gd name="connsiteX7" fmla="*/ 174504 w 580837"/>
                <a:gd name="connsiteY7" fmla="*/ 1 h 21542702"/>
                <a:gd name="connsiteX0" fmla="*/ 0 w 580837"/>
                <a:gd name="connsiteY0" fmla="*/ 20409397 h 20969478"/>
                <a:gd name="connsiteX1" fmla="*/ 487339 w 580837"/>
                <a:gd name="connsiteY1" fmla="*/ 20408740 h 20969478"/>
                <a:gd name="connsiteX2" fmla="*/ 580837 w 580837"/>
                <a:gd name="connsiteY2" fmla="*/ 20687550 h 20969478"/>
                <a:gd name="connsiteX3" fmla="*/ 489162 w 580837"/>
                <a:gd name="connsiteY3" fmla="*/ 20967346 h 20969478"/>
                <a:gd name="connsiteX4" fmla="*/ 175498 w 580837"/>
                <a:gd name="connsiteY4" fmla="*/ 20969478 h 20969478"/>
                <a:gd name="connsiteX5" fmla="*/ 174946 w 580837"/>
                <a:gd name="connsiteY5" fmla="*/ 20299707 h 20969478"/>
                <a:gd name="connsiteX6" fmla="*/ 174504 w 580837"/>
                <a:gd name="connsiteY6" fmla="*/ 0 h 20969478"/>
                <a:gd name="connsiteX0" fmla="*/ 0 w 884170"/>
                <a:gd name="connsiteY0" fmla="*/ 20409397 h 20969478"/>
                <a:gd name="connsiteX1" fmla="*/ 790672 w 884170"/>
                <a:gd name="connsiteY1" fmla="*/ 20408740 h 20969478"/>
                <a:gd name="connsiteX2" fmla="*/ 884170 w 884170"/>
                <a:gd name="connsiteY2" fmla="*/ 20687550 h 20969478"/>
                <a:gd name="connsiteX3" fmla="*/ 792495 w 884170"/>
                <a:gd name="connsiteY3" fmla="*/ 20967346 h 20969478"/>
                <a:gd name="connsiteX4" fmla="*/ 478831 w 884170"/>
                <a:gd name="connsiteY4" fmla="*/ 20969478 h 20969478"/>
                <a:gd name="connsiteX5" fmla="*/ 478279 w 884170"/>
                <a:gd name="connsiteY5" fmla="*/ 20299707 h 20969478"/>
                <a:gd name="connsiteX6" fmla="*/ 477837 w 884170"/>
                <a:gd name="connsiteY6" fmla="*/ 0 h 20969478"/>
                <a:gd name="connsiteX0" fmla="*/ 0 w 884170"/>
                <a:gd name="connsiteY0" fmla="*/ 16890324 h 17450405"/>
                <a:gd name="connsiteX1" fmla="*/ 790672 w 884170"/>
                <a:gd name="connsiteY1" fmla="*/ 16889667 h 17450405"/>
                <a:gd name="connsiteX2" fmla="*/ 884170 w 884170"/>
                <a:gd name="connsiteY2" fmla="*/ 17168477 h 17450405"/>
                <a:gd name="connsiteX3" fmla="*/ 792495 w 884170"/>
                <a:gd name="connsiteY3" fmla="*/ 17448273 h 17450405"/>
                <a:gd name="connsiteX4" fmla="*/ 478831 w 884170"/>
                <a:gd name="connsiteY4" fmla="*/ 17450405 h 17450405"/>
                <a:gd name="connsiteX5" fmla="*/ 478279 w 884170"/>
                <a:gd name="connsiteY5" fmla="*/ 16780634 h 17450405"/>
                <a:gd name="connsiteX6" fmla="*/ 473595 w 884170"/>
                <a:gd name="connsiteY6" fmla="*/ 0 h 17450405"/>
                <a:gd name="connsiteX0" fmla="*/ 0 w 884170"/>
                <a:gd name="connsiteY0" fmla="*/ 13475070 h 14035151"/>
                <a:gd name="connsiteX1" fmla="*/ 790672 w 884170"/>
                <a:gd name="connsiteY1" fmla="*/ 13474413 h 14035151"/>
                <a:gd name="connsiteX2" fmla="*/ 884170 w 884170"/>
                <a:gd name="connsiteY2" fmla="*/ 13753223 h 14035151"/>
                <a:gd name="connsiteX3" fmla="*/ 792495 w 884170"/>
                <a:gd name="connsiteY3" fmla="*/ 14033019 h 14035151"/>
                <a:gd name="connsiteX4" fmla="*/ 478831 w 884170"/>
                <a:gd name="connsiteY4" fmla="*/ 14035151 h 14035151"/>
                <a:gd name="connsiteX5" fmla="*/ 478279 w 884170"/>
                <a:gd name="connsiteY5" fmla="*/ 13365380 h 14035151"/>
                <a:gd name="connsiteX6" fmla="*/ 479959 w 884170"/>
                <a:gd name="connsiteY6" fmla="*/ 0 h 14035151"/>
                <a:gd name="connsiteX0" fmla="*/ 0 w 884170"/>
                <a:gd name="connsiteY0" fmla="*/ 13475070 h 14035151"/>
                <a:gd name="connsiteX1" fmla="*/ 790672 w 884170"/>
                <a:gd name="connsiteY1" fmla="*/ 13474413 h 14035151"/>
                <a:gd name="connsiteX2" fmla="*/ 884170 w 884170"/>
                <a:gd name="connsiteY2" fmla="*/ 13753223 h 14035151"/>
                <a:gd name="connsiteX3" fmla="*/ 792495 w 884170"/>
                <a:gd name="connsiteY3" fmla="*/ 14033019 h 14035151"/>
                <a:gd name="connsiteX4" fmla="*/ 478831 w 884170"/>
                <a:gd name="connsiteY4" fmla="*/ 14035151 h 14035151"/>
                <a:gd name="connsiteX5" fmla="*/ 478279 w 884170"/>
                <a:gd name="connsiteY5" fmla="*/ 13365380 h 14035151"/>
                <a:gd name="connsiteX6" fmla="*/ 479959 w 884170"/>
                <a:gd name="connsiteY6" fmla="*/ 0 h 14035151"/>
                <a:gd name="connsiteX0" fmla="*/ 0 w 884170"/>
                <a:gd name="connsiteY0" fmla="*/ 10747626 h 11307707"/>
                <a:gd name="connsiteX1" fmla="*/ 790672 w 884170"/>
                <a:gd name="connsiteY1" fmla="*/ 10746969 h 11307707"/>
                <a:gd name="connsiteX2" fmla="*/ 884170 w 884170"/>
                <a:gd name="connsiteY2" fmla="*/ 11025779 h 11307707"/>
                <a:gd name="connsiteX3" fmla="*/ 792495 w 884170"/>
                <a:gd name="connsiteY3" fmla="*/ 11305575 h 11307707"/>
                <a:gd name="connsiteX4" fmla="*/ 478831 w 884170"/>
                <a:gd name="connsiteY4" fmla="*/ 11307707 h 11307707"/>
                <a:gd name="connsiteX5" fmla="*/ 478279 w 884170"/>
                <a:gd name="connsiteY5" fmla="*/ 10637936 h 11307707"/>
                <a:gd name="connsiteX6" fmla="*/ 499050 w 884170"/>
                <a:gd name="connsiteY6" fmla="*/ 0 h 11307707"/>
                <a:gd name="connsiteX0" fmla="*/ 0 w 884170"/>
                <a:gd name="connsiteY0" fmla="*/ 10747626 h 11307707"/>
                <a:gd name="connsiteX1" fmla="*/ 790672 w 884170"/>
                <a:gd name="connsiteY1" fmla="*/ 10746969 h 11307707"/>
                <a:gd name="connsiteX2" fmla="*/ 884170 w 884170"/>
                <a:gd name="connsiteY2" fmla="*/ 11025779 h 11307707"/>
                <a:gd name="connsiteX3" fmla="*/ 792495 w 884170"/>
                <a:gd name="connsiteY3" fmla="*/ 11305575 h 11307707"/>
                <a:gd name="connsiteX4" fmla="*/ 478831 w 884170"/>
                <a:gd name="connsiteY4" fmla="*/ 11307707 h 11307707"/>
                <a:gd name="connsiteX5" fmla="*/ 478279 w 884170"/>
                <a:gd name="connsiteY5" fmla="*/ 10637936 h 11307707"/>
                <a:gd name="connsiteX6" fmla="*/ 499050 w 884170"/>
                <a:gd name="connsiteY6" fmla="*/ 0 h 11307707"/>
                <a:gd name="connsiteX0" fmla="*/ 0 w 884170"/>
                <a:gd name="connsiteY0" fmla="*/ 10747626 h 11307707"/>
                <a:gd name="connsiteX1" fmla="*/ 790672 w 884170"/>
                <a:gd name="connsiteY1" fmla="*/ 10746969 h 11307707"/>
                <a:gd name="connsiteX2" fmla="*/ 884170 w 884170"/>
                <a:gd name="connsiteY2" fmla="*/ 11025779 h 11307707"/>
                <a:gd name="connsiteX3" fmla="*/ 792495 w 884170"/>
                <a:gd name="connsiteY3" fmla="*/ 11305575 h 11307707"/>
                <a:gd name="connsiteX4" fmla="*/ 478831 w 884170"/>
                <a:gd name="connsiteY4" fmla="*/ 11307707 h 11307707"/>
                <a:gd name="connsiteX5" fmla="*/ 478279 w 884170"/>
                <a:gd name="connsiteY5" fmla="*/ 10637936 h 11307707"/>
                <a:gd name="connsiteX6" fmla="*/ 499050 w 884170"/>
                <a:gd name="connsiteY6" fmla="*/ 0 h 11307707"/>
                <a:gd name="connsiteX0" fmla="*/ 0 w 884170"/>
                <a:gd name="connsiteY0" fmla="*/ 7483778 h 8043859"/>
                <a:gd name="connsiteX1" fmla="*/ 790672 w 884170"/>
                <a:gd name="connsiteY1" fmla="*/ 7483121 h 8043859"/>
                <a:gd name="connsiteX2" fmla="*/ 884170 w 884170"/>
                <a:gd name="connsiteY2" fmla="*/ 7761931 h 8043859"/>
                <a:gd name="connsiteX3" fmla="*/ 792495 w 884170"/>
                <a:gd name="connsiteY3" fmla="*/ 8041727 h 8043859"/>
                <a:gd name="connsiteX4" fmla="*/ 478831 w 884170"/>
                <a:gd name="connsiteY4" fmla="*/ 8043859 h 8043859"/>
                <a:gd name="connsiteX5" fmla="*/ 478279 w 884170"/>
                <a:gd name="connsiteY5" fmla="*/ 7374088 h 8043859"/>
                <a:gd name="connsiteX6" fmla="*/ 528747 w 884170"/>
                <a:gd name="connsiteY6" fmla="*/ 0 h 8043859"/>
                <a:gd name="connsiteX0" fmla="*/ 0 w 884170"/>
                <a:gd name="connsiteY0" fmla="*/ 4209115 h 4769196"/>
                <a:gd name="connsiteX1" fmla="*/ 790672 w 884170"/>
                <a:gd name="connsiteY1" fmla="*/ 4208458 h 4769196"/>
                <a:gd name="connsiteX2" fmla="*/ 884170 w 884170"/>
                <a:gd name="connsiteY2" fmla="*/ 4487268 h 4769196"/>
                <a:gd name="connsiteX3" fmla="*/ 792495 w 884170"/>
                <a:gd name="connsiteY3" fmla="*/ 4767064 h 4769196"/>
                <a:gd name="connsiteX4" fmla="*/ 478831 w 884170"/>
                <a:gd name="connsiteY4" fmla="*/ 4769196 h 4769196"/>
                <a:gd name="connsiteX5" fmla="*/ 478279 w 884170"/>
                <a:gd name="connsiteY5" fmla="*/ 4099425 h 4769196"/>
                <a:gd name="connsiteX6" fmla="*/ 592384 w 884170"/>
                <a:gd name="connsiteY6" fmla="*/ 0 h 4769196"/>
                <a:gd name="connsiteX0" fmla="*/ 0 w 884170"/>
                <a:gd name="connsiteY0" fmla="*/ 707344 h 1272545"/>
                <a:gd name="connsiteX1" fmla="*/ 790672 w 884170"/>
                <a:gd name="connsiteY1" fmla="*/ 706687 h 1272545"/>
                <a:gd name="connsiteX2" fmla="*/ 884170 w 884170"/>
                <a:gd name="connsiteY2" fmla="*/ 985497 h 1272545"/>
                <a:gd name="connsiteX3" fmla="*/ 792495 w 884170"/>
                <a:gd name="connsiteY3" fmla="*/ 1265293 h 1272545"/>
                <a:gd name="connsiteX4" fmla="*/ 478831 w 884170"/>
                <a:gd name="connsiteY4" fmla="*/ 1267425 h 1272545"/>
                <a:gd name="connsiteX5" fmla="*/ 478279 w 884170"/>
                <a:gd name="connsiteY5" fmla="*/ 597654 h 1272545"/>
                <a:gd name="connsiteX6" fmla="*/ 634808 w 884170"/>
                <a:gd name="connsiteY6" fmla="*/ 0 h 1272545"/>
                <a:gd name="connsiteX0" fmla="*/ 0 w 884170"/>
                <a:gd name="connsiteY0" fmla="*/ 109690 h 669771"/>
                <a:gd name="connsiteX1" fmla="*/ 790672 w 884170"/>
                <a:gd name="connsiteY1" fmla="*/ 109033 h 669771"/>
                <a:gd name="connsiteX2" fmla="*/ 884170 w 884170"/>
                <a:gd name="connsiteY2" fmla="*/ 387843 h 669771"/>
                <a:gd name="connsiteX3" fmla="*/ 792495 w 884170"/>
                <a:gd name="connsiteY3" fmla="*/ 667639 h 669771"/>
                <a:gd name="connsiteX4" fmla="*/ 478831 w 884170"/>
                <a:gd name="connsiteY4" fmla="*/ 669771 h 669771"/>
                <a:gd name="connsiteX5" fmla="*/ 478279 w 884170"/>
                <a:gd name="connsiteY5" fmla="*/ 0 h 669771"/>
                <a:gd name="connsiteX0" fmla="*/ 0 w 884170"/>
                <a:gd name="connsiteY0" fmla="*/ 160765 h 720846"/>
                <a:gd name="connsiteX1" fmla="*/ 790672 w 884170"/>
                <a:gd name="connsiteY1" fmla="*/ 160108 h 720846"/>
                <a:gd name="connsiteX2" fmla="*/ 884170 w 884170"/>
                <a:gd name="connsiteY2" fmla="*/ 438918 h 720846"/>
                <a:gd name="connsiteX3" fmla="*/ 792495 w 884170"/>
                <a:gd name="connsiteY3" fmla="*/ 718714 h 720846"/>
                <a:gd name="connsiteX4" fmla="*/ 478831 w 884170"/>
                <a:gd name="connsiteY4" fmla="*/ 720846 h 720846"/>
                <a:gd name="connsiteX5" fmla="*/ 478279 w 884170"/>
                <a:gd name="connsiteY5" fmla="*/ 51075 h 720846"/>
                <a:gd name="connsiteX6" fmla="*/ 475150 w 884170"/>
                <a:gd name="connsiteY6" fmla="*/ 46063 h 720846"/>
                <a:gd name="connsiteX0" fmla="*/ 0 w 1635452"/>
                <a:gd name="connsiteY0" fmla="*/ 158524 h 718605"/>
                <a:gd name="connsiteX1" fmla="*/ 790672 w 1635452"/>
                <a:gd name="connsiteY1" fmla="*/ 157867 h 718605"/>
                <a:gd name="connsiteX2" fmla="*/ 884170 w 1635452"/>
                <a:gd name="connsiteY2" fmla="*/ 436677 h 718605"/>
                <a:gd name="connsiteX3" fmla="*/ 792495 w 1635452"/>
                <a:gd name="connsiteY3" fmla="*/ 716473 h 718605"/>
                <a:gd name="connsiteX4" fmla="*/ 478831 w 1635452"/>
                <a:gd name="connsiteY4" fmla="*/ 718605 h 718605"/>
                <a:gd name="connsiteX5" fmla="*/ 478279 w 1635452"/>
                <a:gd name="connsiteY5" fmla="*/ 48834 h 718605"/>
                <a:gd name="connsiteX6" fmla="*/ 1635452 w 1635452"/>
                <a:gd name="connsiteY6" fmla="*/ 52474 h 718605"/>
                <a:gd name="connsiteX0" fmla="*/ 0 w 884170"/>
                <a:gd name="connsiteY0" fmla="*/ 109690 h 669771"/>
                <a:gd name="connsiteX1" fmla="*/ 790672 w 884170"/>
                <a:gd name="connsiteY1" fmla="*/ 109033 h 669771"/>
                <a:gd name="connsiteX2" fmla="*/ 884170 w 884170"/>
                <a:gd name="connsiteY2" fmla="*/ 387843 h 669771"/>
                <a:gd name="connsiteX3" fmla="*/ 792495 w 884170"/>
                <a:gd name="connsiteY3" fmla="*/ 667639 h 669771"/>
                <a:gd name="connsiteX4" fmla="*/ 478831 w 884170"/>
                <a:gd name="connsiteY4" fmla="*/ 669771 h 669771"/>
                <a:gd name="connsiteX5" fmla="*/ 478279 w 884170"/>
                <a:gd name="connsiteY5" fmla="*/ 0 h 669771"/>
                <a:gd name="connsiteX0" fmla="*/ 0 w 884170"/>
                <a:gd name="connsiteY0" fmla="*/ 109690 h 667639"/>
                <a:gd name="connsiteX1" fmla="*/ 790672 w 884170"/>
                <a:gd name="connsiteY1" fmla="*/ 109033 h 667639"/>
                <a:gd name="connsiteX2" fmla="*/ 884170 w 884170"/>
                <a:gd name="connsiteY2" fmla="*/ 387843 h 667639"/>
                <a:gd name="connsiteX3" fmla="*/ 792495 w 884170"/>
                <a:gd name="connsiteY3" fmla="*/ 667639 h 667639"/>
                <a:gd name="connsiteX4" fmla="*/ 478831 w 884170"/>
                <a:gd name="connsiteY4" fmla="*/ 667608 h 667639"/>
                <a:gd name="connsiteX5" fmla="*/ 478279 w 884170"/>
                <a:gd name="connsiteY5" fmla="*/ 0 h 667639"/>
                <a:gd name="connsiteX0" fmla="*/ 0 w 884170"/>
                <a:gd name="connsiteY0" fmla="*/ 158881 h 716830"/>
                <a:gd name="connsiteX1" fmla="*/ 790672 w 884170"/>
                <a:gd name="connsiteY1" fmla="*/ 158224 h 716830"/>
                <a:gd name="connsiteX2" fmla="*/ 884170 w 884170"/>
                <a:gd name="connsiteY2" fmla="*/ 437034 h 716830"/>
                <a:gd name="connsiteX3" fmla="*/ 792495 w 884170"/>
                <a:gd name="connsiteY3" fmla="*/ 716830 h 716830"/>
                <a:gd name="connsiteX4" fmla="*/ 478831 w 884170"/>
                <a:gd name="connsiteY4" fmla="*/ 716799 h 716830"/>
                <a:gd name="connsiteX5" fmla="*/ 478279 w 884170"/>
                <a:gd name="connsiteY5" fmla="*/ 49191 h 716830"/>
                <a:gd name="connsiteX6" fmla="*/ 474915 w 884170"/>
                <a:gd name="connsiteY6" fmla="*/ 50104 h 716830"/>
                <a:gd name="connsiteX0" fmla="*/ 0 w 1628854"/>
                <a:gd name="connsiteY0" fmla="*/ 169685 h 727634"/>
                <a:gd name="connsiteX1" fmla="*/ 790672 w 1628854"/>
                <a:gd name="connsiteY1" fmla="*/ 169028 h 727634"/>
                <a:gd name="connsiteX2" fmla="*/ 884170 w 1628854"/>
                <a:gd name="connsiteY2" fmla="*/ 447838 h 727634"/>
                <a:gd name="connsiteX3" fmla="*/ 792495 w 1628854"/>
                <a:gd name="connsiteY3" fmla="*/ 727634 h 727634"/>
                <a:gd name="connsiteX4" fmla="*/ 478831 w 1628854"/>
                <a:gd name="connsiteY4" fmla="*/ 727603 h 727634"/>
                <a:gd name="connsiteX5" fmla="*/ 478279 w 1628854"/>
                <a:gd name="connsiteY5" fmla="*/ 59995 h 727634"/>
                <a:gd name="connsiteX6" fmla="*/ 1628854 w 1628854"/>
                <a:gd name="connsiteY6" fmla="*/ 26301 h 727634"/>
                <a:gd name="connsiteX0" fmla="*/ 0 w 1628854"/>
                <a:gd name="connsiteY0" fmla="*/ 169685 h 727634"/>
                <a:gd name="connsiteX1" fmla="*/ 790672 w 1628854"/>
                <a:gd name="connsiteY1" fmla="*/ 169028 h 727634"/>
                <a:gd name="connsiteX2" fmla="*/ 884170 w 1628854"/>
                <a:gd name="connsiteY2" fmla="*/ 447838 h 727634"/>
                <a:gd name="connsiteX3" fmla="*/ 792495 w 1628854"/>
                <a:gd name="connsiteY3" fmla="*/ 727634 h 727634"/>
                <a:gd name="connsiteX4" fmla="*/ 478831 w 1628854"/>
                <a:gd name="connsiteY4" fmla="*/ 727603 h 727634"/>
                <a:gd name="connsiteX5" fmla="*/ 478279 w 1628854"/>
                <a:gd name="connsiteY5" fmla="*/ 59995 h 727634"/>
                <a:gd name="connsiteX6" fmla="*/ 1628854 w 1628854"/>
                <a:gd name="connsiteY6" fmla="*/ 26301 h 727634"/>
                <a:gd name="connsiteX0" fmla="*/ 0 w 1628854"/>
                <a:gd name="connsiteY0" fmla="*/ 169685 h 727634"/>
                <a:gd name="connsiteX1" fmla="*/ 790672 w 1628854"/>
                <a:gd name="connsiteY1" fmla="*/ 169028 h 727634"/>
                <a:gd name="connsiteX2" fmla="*/ 884170 w 1628854"/>
                <a:gd name="connsiteY2" fmla="*/ 447838 h 727634"/>
                <a:gd name="connsiteX3" fmla="*/ 792495 w 1628854"/>
                <a:gd name="connsiteY3" fmla="*/ 727634 h 727634"/>
                <a:gd name="connsiteX4" fmla="*/ 478831 w 1628854"/>
                <a:gd name="connsiteY4" fmla="*/ 727603 h 727634"/>
                <a:gd name="connsiteX5" fmla="*/ 478279 w 1628854"/>
                <a:gd name="connsiteY5" fmla="*/ 59995 h 727634"/>
                <a:gd name="connsiteX6" fmla="*/ 1628854 w 1628854"/>
                <a:gd name="connsiteY6" fmla="*/ 26301 h 727634"/>
                <a:gd name="connsiteX0" fmla="*/ 0 w 1637339"/>
                <a:gd name="connsiteY0" fmla="*/ 301277 h 859226"/>
                <a:gd name="connsiteX1" fmla="*/ 790672 w 1637339"/>
                <a:gd name="connsiteY1" fmla="*/ 300620 h 859226"/>
                <a:gd name="connsiteX2" fmla="*/ 884170 w 1637339"/>
                <a:gd name="connsiteY2" fmla="*/ 579430 h 859226"/>
                <a:gd name="connsiteX3" fmla="*/ 792495 w 1637339"/>
                <a:gd name="connsiteY3" fmla="*/ 859226 h 859226"/>
                <a:gd name="connsiteX4" fmla="*/ 478831 w 1637339"/>
                <a:gd name="connsiteY4" fmla="*/ 859195 h 859226"/>
                <a:gd name="connsiteX5" fmla="*/ 478279 w 1637339"/>
                <a:gd name="connsiteY5" fmla="*/ 191587 h 859226"/>
                <a:gd name="connsiteX6" fmla="*/ 1637339 w 1637339"/>
                <a:gd name="connsiteY6" fmla="*/ 0 h 859226"/>
                <a:gd name="connsiteX0" fmla="*/ 0 w 1721986"/>
                <a:gd name="connsiteY0" fmla="*/ 316105 h 874054"/>
                <a:gd name="connsiteX1" fmla="*/ 790672 w 1721986"/>
                <a:gd name="connsiteY1" fmla="*/ 315448 h 874054"/>
                <a:gd name="connsiteX2" fmla="*/ 884170 w 1721986"/>
                <a:gd name="connsiteY2" fmla="*/ 594258 h 874054"/>
                <a:gd name="connsiteX3" fmla="*/ 792495 w 1721986"/>
                <a:gd name="connsiteY3" fmla="*/ 874054 h 874054"/>
                <a:gd name="connsiteX4" fmla="*/ 478831 w 1721986"/>
                <a:gd name="connsiteY4" fmla="*/ 874023 h 874054"/>
                <a:gd name="connsiteX5" fmla="*/ 478279 w 1721986"/>
                <a:gd name="connsiteY5" fmla="*/ 206415 h 874054"/>
                <a:gd name="connsiteX6" fmla="*/ 1637339 w 1721986"/>
                <a:gd name="connsiteY6" fmla="*/ 14828 h 874054"/>
                <a:gd name="connsiteX7" fmla="*/ 1633095 w 1721986"/>
                <a:gd name="connsiteY7" fmla="*/ 12665 h 874054"/>
                <a:gd name="connsiteX0" fmla="*/ 0 w 1723632"/>
                <a:gd name="connsiteY0" fmla="*/ 774957 h 1332906"/>
                <a:gd name="connsiteX1" fmla="*/ 790672 w 1723632"/>
                <a:gd name="connsiteY1" fmla="*/ 774300 h 1332906"/>
                <a:gd name="connsiteX2" fmla="*/ 884170 w 1723632"/>
                <a:gd name="connsiteY2" fmla="*/ 1053110 h 1332906"/>
                <a:gd name="connsiteX3" fmla="*/ 792495 w 1723632"/>
                <a:gd name="connsiteY3" fmla="*/ 1332906 h 1332906"/>
                <a:gd name="connsiteX4" fmla="*/ 478831 w 1723632"/>
                <a:gd name="connsiteY4" fmla="*/ 1332875 h 1332906"/>
                <a:gd name="connsiteX5" fmla="*/ 478279 w 1723632"/>
                <a:gd name="connsiteY5" fmla="*/ 665267 h 1332906"/>
                <a:gd name="connsiteX6" fmla="*/ 1637339 w 1723632"/>
                <a:gd name="connsiteY6" fmla="*/ 473680 h 1332906"/>
                <a:gd name="connsiteX7" fmla="*/ 1639459 w 1723632"/>
                <a:gd name="connsiteY7" fmla="*/ 0 h 1332906"/>
                <a:gd name="connsiteX0" fmla="*/ 0 w 1637339"/>
                <a:gd name="connsiteY0" fmla="*/ 301278 h 859227"/>
                <a:gd name="connsiteX1" fmla="*/ 790672 w 1637339"/>
                <a:gd name="connsiteY1" fmla="*/ 300621 h 859227"/>
                <a:gd name="connsiteX2" fmla="*/ 884170 w 1637339"/>
                <a:gd name="connsiteY2" fmla="*/ 579431 h 859227"/>
                <a:gd name="connsiteX3" fmla="*/ 792495 w 1637339"/>
                <a:gd name="connsiteY3" fmla="*/ 859227 h 859227"/>
                <a:gd name="connsiteX4" fmla="*/ 478831 w 1637339"/>
                <a:gd name="connsiteY4" fmla="*/ 859196 h 859227"/>
                <a:gd name="connsiteX5" fmla="*/ 478279 w 1637339"/>
                <a:gd name="connsiteY5" fmla="*/ 191588 h 859227"/>
                <a:gd name="connsiteX6" fmla="*/ 1637339 w 1637339"/>
                <a:gd name="connsiteY6" fmla="*/ 1 h 859227"/>
                <a:gd name="connsiteX0" fmla="*/ 0 w 884170"/>
                <a:gd name="connsiteY0" fmla="*/ 109690 h 667639"/>
                <a:gd name="connsiteX1" fmla="*/ 790672 w 884170"/>
                <a:gd name="connsiteY1" fmla="*/ 109033 h 667639"/>
                <a:gd name="connsiteX2" fmla="*/ 884170 w 884170"/>
                <a:gd name="connsiteY2" fmla="*/ 387843 h 667639"/>
                <a:gd name="connsiteX3" fmla="*/ 792495 w 884170"/>
                <a:gd name="connsiteY3" fmla="*/ 667639 h 667639"/>
                <a:gd name="connsiteX4" fmla="*/ 478831 w 884170"/>
                <a:gd name="connsiteY4" fmla="*/ 667608 h 667639"/>
                <a:gd name="connsiteX5" fmla="*/ 478279 w 884170"/>
                <a:gd name="connsiteY5" fmla="*/ 0 h 667639"/>
                <a:gd name="connsiteX0" fmla="*/ 0 w 884170"/>
                <a:gd name="connsiteY0" fmla="*/ 109690 h 667639"/>
                <a:gd name="connsiteX1" fmla="*/ 790672 w 884170"/>
                <a:gd name="connsiteY1" fmla="*/ 109033 h 667639"/>
                <a:gd name="connsiteX2" fmla="*/ 884170 w 884170"/>
                <a:gd name="connsiteY2" fmla="*/ 387843 h 667639"/>
                <a:gd name="connsiteX3" fmla="*/ 792495 w 884170"/>
                <a:gd name="connsiteY3" fmla="*/ 667639 h 667639"/>
                <a:gd name="connsiteX4" fmla="*/ 478831 w 884170"/>
                <a:gd name="connsiteY4" fmla="*/ 667608 h 667639"/>
                <a:gd name="connsiteX5" fmla="*/ 478279 w 884170"/>
                <a:gd name="connsiteY5" fmla="*/ 0 h 667639"/>
                <a:gd name="connsiteX0" fmla="*/ 0 w 896897"/>
                <a:gd name="connsiteY0" fmla="*/ 107527 h 667639"/>
                <a:gd name="connsiteX1" fmla="*/ 803399 w 896897"/>
                <a:gd name="connsiteY1" fmla="*/ 109033 h 667639"/>
                <a:gd name="connsiteX2" fmla="*/ 896897 w 896897"/>
                <a:gd name="connsiteY2" fmla="*/ 387843 h 667639"/>
                <a:gd name="connsiteX3" fmla="*/ 805222 w 896897"/>
                <a:gd name="connsiteY3" fmla="*/ 667639 h 667639"/>
                <a:gd name="connsiteX4" fmla="*/ 491558 w 896897"/>
                <a:gd name="connsiteY4" fmla="*/ 667608 h 667639"/>
                <a:gd name="connsiteX5" fmla="*/ 491006 w 896897"/>
                <a:gd name="connsiteY5" fmla="*/ 0 h 667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96897" h="667639">
                  <a:moveTo>
                    <a:pt x="0" y="107527"/>
                  </a:moveTo>
                  <a:lnTo>
                    <a:pt x="803399" y="109033"/>
                  </a:lnTo>
                  <a:lnTo>
                    <a:pt x="896897" y="387843"/>
                  </a:lnTo>
                  <a:lnTo>
                    <a:pt x="805222" y="667639"/>
                  </a:lnTo>
                  <a:lnTo>
                    <a:pt x="491558" y="667608"/>
                  </a:lnTo>
                  <a:lnTo>
                    <a:pt x="491006" y="0"/>
                  </a:lnTo>
                </a:path>
              </a:pathLst>
            </a:custGeom>
            <a:noFill/>
            <a:ln w="63500">
              <a:solidFill>
                <a:srgbClr val="0C2074"/>
              </a:solidFill>
              <a:miter lim="800000"/>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ln w="38100">
                  <a:solidFill>
                    <a:schemeClr val="tx1"/>
                  </a:solidFill>
                </a:ln>
              </a:endParaRPr>
            </a:p>
          </p:txBody>
        </p:sp>
      </p:grpSp>
      <p:pic>
        <p:nvPicPr>
          <p:cNvPr id="16" name="Picture 9"/>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457200" y="6386513"/>
            <a:ext cx="1143000" cy="28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itle 1"/>
          <p:cNvSpPr>
            <a:spLocks noGrp="1"/>
          </p:cNvSpPr>
          <p:nvPr>
            <p:ph type="title"/>
          </p:nvPr>
        </p:nvSpPr>
        <p:spPr>
          <a:xfrm>
            <a:off x="457200" y="968828"/>
            <a:ext cx="5659438" cy="1362075"/>
          </a:xfrm>
        </p:spPr>
        <p:txBody>
          <a:bodyPr>
            <a:normAutofit/>
          </a:bodyPr>
          <a:lstStyle>
            <a:lvl1pPr algn="l">
              <a:defRPr sz="3600" b="1" cap="none"/>
            </a:lvl1pPr>
          </a:lstStyle>
          <a:p>
            <a:r>
              <a:rPr lang="en-US" smtClean="0"/>
              <a:t>Click to edit Master title style</a:t>
            </a:r>
            <a:endParaRPr lang="en-US" dirty="0"/>
          </a:p>
        </p:txBody>
      </p:sp>
      <p:sp>
        <p:nvSpPr>
          <p:cNvPr id="7" name="Text Placeholder 2"/>
          <p:cNvSpPr>
            <a:spLocks noGrp="1"/>
          </p:cNvSpPr>
          <p:nvPr>
            <p:ph type="body" idx="1"/>
          </p:nvPr>
        </p:nvSpPr>
        <p:spPr>
          <a:xfrm>
            <a:off x="457200" y="2601914"/>
            <a:ext cx="5659438" cy="674686"/>
          </a:xfrm>
        </p:spPr>
        <p:txBody>
          <a:bodyPr/>
          <a:lstStyle>
            <a:lvl1pPr marL="0" indent="0">
              <a:buNone/>
              <a:defRPr sz="2400">
                <a:solidFill>
                  <a:schemeClr val="accent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8" name="Text Placeholder 2"/>
          <p:cNvSpPr>
            <a:spLocks noGrp="1"/>
          </p:cNvSpPr>
          <p:nvPr>
            <p:ph type="body" idx="12"/>
          </p:nvPr>
        </p:nvSpPr>
        <p:spPr>
          <a:xfrm>
            <a:off x="400050" y="4800600"/>
            <a:ext cx="5334000" cy="341656"/>
          </a:xfrm>
        </p:spPr>
        <p:txBody>
          <a:bodyPr/>
          <a:lstStyle>
            <a:lvl1pPr marL="0" indent="0">
              <a:buNone/>
              <a:defRPr sz="1800">
                <a:solidFill>
                  <a:schemeClr val="accent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9" name="Text Placeholder 2"/>
          <p:cNvSpPr>
            <a:spLocks noGrp="1"/>
          </p:cNvSpPr>
          <p:nvPr>
            <p:ph type="body" idx="13"/>
          </p:nvPr>
        </p:nvSpPr>
        <p:spPr>
          <a:xfrm>
            <a:off x="400050" y="5143155"/>
            <a:ext cx="5334000" cy="341656"/>
          </a:xfrm>
        </p:spPr>
        <p:txBody>
          <a:bodyPr/>
          <a:lstStyle>
            <a:lvl1pPr marL="0" indent="0">
              <a:buNone/>
              <a:defRPr sz="1600" i="1">
                <a:solidFill>
                  <a:schemeClr val="accent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Tree>
    <p:extLst>
      <p:ext uri="{BB962C8B-B14F-4D97-AF65-F5344CB8AC3E}">
        <p14:creationId xmlns:p14="http://schemas.microsoft.com/office/powerpoint/2010/main" val="146300733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w/photo">
    <p:spTree>
      <p:nvGrpSpPr>
        <p:cNvPr id="1" name=""/>
        <p:cNvGrpSpPr/>
        <p:nvPr/>
      </p:nvGrpSpPr>
      <p:grpSpPr>
        <a:xfrm>
          <a:off x="0" y="0"/>
          <a:ext cx="0" cy="0"/>
          <a:chOff x="0" y="0"/>
          <a:chExt cx="0" cy="0"/>
        </a:xfrm>
      </p:grpSpPr>
      <p:sp>
        <p:nvSpPr>
          <p:cNvPr id="5" name="Right Arrow Callout 12"/>
          <p:cNvSpPr/>
          <p:nvPr userDrawn="1"/>
        </p:nvSpPr>
        <p:spPr>
          <a:xfrm rot="16200000" flipH="1">
            <a:off x="1726406" y="-1770857"/>
            <a:ext cx="5178426" cy="8704263"/>
          </a:xfrm>
          <a:custGeom>
            <a:avLst/>
            <a:gdLst>
              <a:gd name="connsiteX0" fmla="*/ 0 w 595311"/>
              <a:gd name="connsiteY0" fmla="*/ 0 h 990600"/>
              <a:gd name="connsiteX1" fmla="*/ 386815 w 595311"/>
              <a:gd name="connsiteY1" fmla="*/ 0 h 990600"/>
              <a:gd name="connsiteX2" fmla="*/ 386815 w 595311"/>
              <a:gd name="connsiteY2" fmla="*/ 420886 h 990600"/>
              <a:gd name="connsiteX3" fmla="*/ 446483 w 595311"/>
              <a:gd name="connsiteY3" fmla="*/ 420886 h 990600"/>
              <a:gd name="connsiteX4" fmla="*/ 446483 w 595311"/>
              <a:gd name="connsiteY4" fmla="*/ 346472 h 990600"/>
              <a:gd name="connsiteX5" fmla="*/ 595311 w 595311"/>
              <a:gd name="connsiteY5" fmla="*/ 495300 h 990600"/>
              <a:gd name="connsiteX6" fmla="*/ 446483 w 595311"/>
              <a:gd name="connsiteY6" fmla="*/ 644128 h 990600"/>
              <a:gd name="connsiteX7" fmla="*/ 446483 w 595311"/>
              <a:gd name="connsiteY7" fmla="*/ 569714 h 990600"/>
              <a:gd name="connsiteX8" fmla="*/ 386815 w 595311"/>
              <a:gd name="connsiteY8" fmla="*/ 569714 h 990600"/>
              <a:gd name="connsiteX9" fmla="*/ 386815 w 595311"/>
              <a:gd name="connsiteY9" fmla="*/ 990600 h 990600"/>
              <a:gd name="connsiteX10" fmla="*/ 0 w 595311"/>
              <a:gd name="connsiteY10" fmla="*/ 990600 h 990600"/>
              <a:gd name="connsiteX11" fmla="*/ 0 w 595311"/>
              <a:gd name="connsiteY11" fmla="*/ 0 h 99060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446483 w 595311"/>
              <a:gd name="connsiteY5" fmla="*/ 420886 h 1082040"/>
              <a:gd name="connsiteX6" fmla="*/ 446483 w 595311"/>
              <a:gd name="connsiteY6" fmla="*/ 346472 h 1082040"/>
              <a:gd name="connsiteX7" fmla="*/ 595311 w 595311"/>
              <a:gd name="connsiteY7" fmla="*/ 495300 h 1082040"/>
              <a:gd name="connsiteX8" fmla="*/ 446483 w 595311"/>
              <a:gd name="connsiteY8" fmla="*/ 644128 h 1082040"/>
              <a:gd name="connsiteX9" fmla="*/ 446483 w 595311"/>
              <a:gd name="connsiteY9" fmla="*/ 569714 h 1082040"/>
              <a:gd name="connsiteX10" fmla="*/ 386815 w 595311"/>
              <a:gd name="connsiteY10" fmla="*/ 569714 h 1082040"/>
              <a:gd name="connsiteX11" fmla="*/ 478255 w 595311"/>
              <a:gd name="connsiteY11"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446483 w 595311"/>
              <a:gd name="connsiteY5" fmla="*/ 420886 h 1082040"/>
              <a:gd name="connsiteX6" fmla="*/ 446483 w 595311"/>
              <a:gd name="connsiteY6" fmla="*/ 346472 h 1082040"/>
              <a:gd name="connsiteX7" fmla="*/ 595311 w 595311"/>
              <a:gd name="connsiteY7" fmla="*/ 495300 h 1082040"/>
              <a:gd name="connsiteX8" fmla="*/ 503636 w 595311"/>
              <a:gd name="connsiteY8" fmla="*/ 775096 h 1082040"/>
              <a:gd name="connsiteX9" fmla="*/ 446483 w 595311"/>
              <a:gd name="connsiteY9" fmla="*/ 569714 h 1082040"/>
              <a:gd name="connsiteX10" fmla="*/ 386815 w 595311"/>
              <a:gd name="connsiteY10" fmla="*/ 569714 h 1082040"/>
              <a:gd name="connsiteX11" fmla="*/ 478255 w 595311"/>
              <a:gd name="connsiteY11"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446483 w 595311"/>
              <a:gd name="connsiteY5" fmla="*/ 420886 h 1082040"/>
              <a:gd name="connsiteX6" fmla="*/ 503636 w 595311"/>
              <a:gd name="connsiteY6" fmla="*/ 217885 h 1082040"/>
              <a:gd name="connsiteX7" fmla="*/ 595311 w 595311"/>
              <a:gd name="connsiteY7" fmla="*/ 495300 h 1082040"/>
              <a:gd name="connsiteX8" fmla="*/ 503636 w 595311"/>
              <a:gd name="connsiteY8" fmla="*/ 775096 h 1082040"/>
              <a:gd name="connsiteX9" fmla="*/ 446483 w 595311"/>
              <a:gd name="connsiteY9" fmla="*/ 569714 h 1082040"/>
              <a:gd name="connsiteX10" fmla="*/ 386815 w 595311"/>
              <a:gd name="connsiteY10" fmla="*/ 569714 h 1082040"/>
              <a:gd name="connsiteX11" fmla="*/ 478255 w 595311"/>
              <a:gd name="connsiteY11"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503636 w 595311"/>
              <a:gd name="connsiteY5" fmla="*/ 217885 h 1082040"/>
              <a:gd name="connsiteX6" fmla="*/ 595311 w 595311"/>
              <a:gd name="connsiteY6" fmla="*/ 495300 h 1082040"/>
              <a:gd name="connsiteX7" fmla="*/ 503636 w 595311"/>
              <a:gd name="connsiteY7" fmla="*/ 775096 h 1082040"/>
              <a:gd name="connsiteX8" fmla="*/ 446483 w 595311"/>
              <a:gd name="connsiteY8" fmla="*/ 569714 h 1082040"/>
              <a:gd name="connsiteX9" fmla="*/ 386815 w 595311"/>
              <a:gd name="connsiteY9" fmla="*/ 569714 h 1082040"/>
              <a:gd name="connsiteX10" fmla="*/ 478255 w 595311"/>
              <a:gd name="connsiteY10"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503636 w 595311"/>
              <a:gd name="connsiteY5" fmla="*/ 217885 h 1082040"/>
              <a:gd name="connsiteX6" fmla="*/ 595311 w 595311"/>
              <a:gd name="connsiteY6" fmla="*/ 495300 h 1082040"/>
              <a:gd name="connsiteX7" fmla="*/ 503636 w 595311"/>
              <a:gd name="connsiteY7" fmla="*/ 775096 h 1082040"/>
              <a:gd name="connsiteX8" fmla="*/ 386815 w 595311"/>
              <a:gd name="connsiteY8" fmla="*/ 569714 h 1082040"/>
              <a:gd name="connsiteX9" fmla="*/ 478255 w 595311"/>
              <a:gd name="connsiteY9"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503636 w 595311"/>
              <a:gd name="connsiteY5" fmla="*/ 217885 h 1082040"/>
              <a:gd name="connsiteX6" fmla="*/ 595311 w 595311"/>
              <a:gd name="connsiteY6" fmla="*/ 495300 h 1082040"/>
              <a:gd name="connsiteX7" fmla="*/ 503636 w 595311"/>
              <a:gd name="connsiteY7" fmla="*/ 775096 h 1082040"/>
              <a:gd name="connsiteX8" fmla="*/ 184411 w 595311"/>
              <a:gd name="connsiteY8" fmla="*/ 772120 h 1082040"/>
              <a:gd name="connsiteX9" fmla="*/ 478255 w 595311"/>
              <a:gd name="connsiteY9" fmla="*/ 1082040 h 1082040"/>
              <a:gd name="connsiteX0" fmla="*/ 386815 w 595311"/>
              <a:gd name="connsiteY0" fmla="*/ 990600 h 990600"/>
              <a:gd name="connsiteX1" fmla="*/ 0 w 595311"/>
              <a:gd name="connsiteY1" fmla="*/ 990600 h 990600"/>
              <a:gd name="connsiteX2" fmla="*/ 0 w 595311"/>
              <a:gd name="connsiteY2" fmla="*/ 0 h 990600"/>
              <a:gd name="connsiteX3" fmla="*/ 386815 w 595311"/>
              <a:gd name="connsiteY3" fmla="*/ 0 h 990600"/>
              <a:gd name="connsiteX4" fmla="*/ 386815 w 595311"/>
              <a:gd name="connsiteY4" fmla="*/ 420886 h 990600"/>
              <a:gd name="connsiteX5" fmla="*/ 503636 w 595311"/>
              <a:gd name="connsiteY5" fmla="*/ 217885 h 990600"/>
              <a:gd name="connsiteX6" fmla="*/ 595311 w 595311"/>
              <a:gd name="connsiteY6" fmla="*/ 495300 h 990600"/>
              <a:gd name="connsiteX7" fmla="*/ 503636 w 595311"/>
              <a:gd name="connsiteY7" fmla="*/ 775096 h 990600"/>
              <a:gd name="connsiteX8" fmla="*/ 184411 w 595311"/>
              <a:gd name="connsiteY8" fmla="*/ 772120 h 990600"/>
              <a:gd name="connsiteX0" fmla="*/ 386815 w 595311"/>
              <a:gd name="connsiteY0" fmla="*/ 990600 h 990600"/>
              <a:gd name="connsiteX1" fmla="*/ 0 w 595311"/>
              <a:gd name="connsiteY1" fmla="*/ 990600 h 990600"/>
              <a:gd name="connsiteX2" fmla="*/ 0 w 595311"/>
              <a:gd name="connsiteY2" fmla="*/ 0 h 990600"/>
              <a:gd name="connsiteX3" fmla="*/ 386815 w 595311"/>
              <a:gd name="connsiteY3" fmla="*/ 0 h 990600"/>
              <a:gd name="connsiteX4" fmla="*/ 503636 w 595311"/>
              <a:gd name="connsiteY4" fmla="*/ 217885 h 990600"/>
              <a:gd name="connsiteX5" fmla="*/ 595311 w 595311"/>
              <a:gd name="connsiteY5" fmla="*/ 495300 h 990600"/>
              <a:gd name="connsiteX6" fmla="*/ 503636 w 595311"/>
              <a:gd name="connsiteY6" fmla="*/ 775096 h 990600"/>
              <a:gd name="connsiteX7" fmla="*/ 184411 w 595311"/>
              <a:gd name="connsiteY7" fmla="*/ 772120 h 990600"/>
              <a:gd name="connsiteX0" fmla="*/ 386815 w 595311"/>
              <a:gd name="connsiteY0" fmla="*/ 990600 h 990600"/>
              <a:gd name="connsiteX1" fmla="*/ 0 w 595311"/>
              <a:gd name="connsiteY1" fmla="*/ 990600 h 990600"/>
              <a:gd name="connsiteX2" fmla="*/ 2 w 595311"/>
              <a:gd name="connsiteY2" fmla="*/ 531019 h 990600"/>
              <a:gd name="connsiteX3" fmla="*/ 386815 w 595311"/>
              <a:gd name="connsiteY3" fmla="*/ 0 h 990600"/>
              <a:gd name="connsiteX4" fmla="*/ 503636 w 595311"/>
              <a:gd name="connsiteY4" fmla="*/ 217885 h 990600"/>
              <a:gd name="connsiteX5" fmla="*/ 595311 w 595311"/>
              <a:gd name="connsiteY5" fmla="*/ 495300 h 990600"/>
              <a:gd name="connsiteX6" fmla="*/ 503636 w 595311"/>
              <a:gd name="connsiteY6" fmla="*/ 775096 h 990600"/>
              <a:gd name="connsiteX7" fmla="*/ 184411 w 595311"/>
              <a:gd name="connsiteY7" fmla="*/ 772120 h 990600"/>
              <a:gd name="connsiteX0" fmla="*/ 388144 w 596640"/>
              <a:gd name="connsiteY0" fmla="*/ 773906 h 773906"/>
              <a:gd name="connsiteX1" fmla="*/ 1329 w 596640"/>
              <a:gd name="connsiteY1" fmla="*/ 773906 h 773906"/>
              <a:gd name="connsiteX2" fmla="*/ 1331 w 596640"/>
              <a:gd name="connsiteY2" fmla="*/ 314325 h 773906"/>
              <a:gd name="connsiteX3" fmla="*/ 0 w 596640"/>
              <a:gd name="connsiteY3" fmla="*/ 0 h 773906"/>
              <a:gd name="connsiteX4" fmla="*/ 504965 w 596640"/>
              <a:gd name="connsiteY4" fmla="*/ 1191 h 773906"/>
              <a:gd name="connsiteX5" fmla="*/ 596640 w 596640"/>
              <a:gd name="connsiteY5" fmla="*/ 278606 h 773906"/>
              <a:gd name="connsiteX6" fmla="*/ 504965 w 596640"/>
              <a:gd name="connsiteY6" fmla="*/ 558402 h 773906"/>
              <a:gd name="connsiteX7" fmla="*/ 185740 w 596640"/>
              <a:gd name="connsiteY7" fmla="*/ 555426 h 773906"/>
              <a:gd name="connsiteX0" fmla="*/ 389197 w 597693"/>
              <a:gd name="connsiteY0" fmla="*/ 773906 h 1840706"/>
              <a:gd name="connsiteX1" fmla="*/ 0 w 597693"/>
              <a:gd name="connsiteY1" fmla="*/ 1840706 h 1840706"/>
              <a:gd name="connsiteX2" fmla="*/ 2384 w 597693"/>
              <a:gd name="connsiteY2" fmla="*/ 314325 h 1840706"/>
              <a:gd name="connsiteX3" fmla="*/ 1053 w 597693"/>
              <a:gd name="connsiteY3" fmla="*/ 0 h 1840706"/>
              <a:gd name="connsiteX4" fmla="*/ 506018 w 597693"/>
              <a:gd name="connsiteY4" fmla="*/ 1191 h 1840706"/>
              <a:gd name="connsiteX5" fmla="*/ 597693 w 597693"/>
              <a:gd name="connsiteY5" fmla="*/ 278606 h 1840706"/>
              <a:gd name="connsiteX6" fmla="*/ 506018 w 597693"/>
              <a:gd name="connsiteY6" fmla="*/ 558402 h 1840706"/>
              <a:gd name="connsiteX7" fmla="*/ 186793 w 597693"/>
              <a:gd name="connsiteY7" fmla="*/ 555426 h 1840706"/>
              <a:gd name="connsiteX0" fmla="*/ 0 w 856194"/>
              <a:gd name="connsiteY0" fmla="*/ 1843087 h 1843087"/>
              <a:gd name="connsiteX1" fmla="*/ 258501 w 856194"/>
              <a:gd name="connsiteY1" fmla="*/ 1840706 h 1843087"/>
              <a:gd name="connsiteX2" fmla="*/ 260885 w 856194"/>
              <a:gd name="connsiteY2" fmla="*/ 314325 h 1843087"/>
              <a:gd name="connsiteX3" fmla="*/ 259554 w 856194"/>
              <a:gd name="connsiteY3" fmla="*/ 0 h 1843087"/>
              <a:gd name="connsiteX4" fmla="*/ 764519 w 856194"/>
              <a:gd name="connsiteY4" fmla="*/ 1191 h 1843087"/>
              <a:gd name="connsiteX5" fmla="*/ 856194 w 856194"/>
              <a:gd name="connsiteY5" fmla="*/ 278606 h 1843087"/>
              <a:gd name="connsiteX6" fmla="*/ 764519 w 856194"/>
              <a:gd name="connsiteY6" fmla="*/ 558402 h 1843087"/>
              <a:gd name="connsiteX7" fmla="*/ 445294 w 856194"/>
              <a:gd name="connsiteY7" fmla="*/ 555426 h 1843087"/>
              <a:gd name="connsiteX0" fmla="*/ 0 w 868098"/>
              <a:gd name="connsiteY0" fmla="*/ 1843087 h 1843087"/>
              <a:gd name="connsiteX1" fmla="*/ 270405 w 868098"/>
              <a:gd name="connsiteY1" fmla="*/ 1840706 h 1843087"/>
              <a:gd name="connsiteX2" fmla="*/ 272789 w 868098"/>
              <a:gd name="connsiteY2" fmla="*/ 314325 h 1843087"/>
              <a:gd name="connsiteX3" fmla="*/ 271458 w 868098"/>
              <a:gd name="connsiteY3" fmla="*/ 0 h 1843087"/>
              <a:gd name="connsiteX4" fmla="*/ 776423 w 868098"/>
              <a:gd name="connsiteY4" fmla="*/ 1191 h 1843087"/>
              <a:gd name="connsiteX5" fmla="*/ 868098 w 868098"/>
              <a:gd name="connsiteY5" fmla="*/ 278606 h 1843087"/>
              <a:gd name="connsiteX6" fmla="*/ 776423 w 868098"/>
              <a:gd name="connsiteY6" fmla="*/ 558402 h 1843087"/>
              <a:gd name="connsiteX7" fmla="*/ 457198 w 868098"/>
              <a:gd name="connsiteY7" fmla="*/ 555426 h 1843087"/>
              <a:gd name="connsiteX0" fmla="*/ 0 w 868098"/>
              <a:gd name="connsiteY0" fmla="*/ 1843087 h 1847850"/>
              <a:gd name="connsiteX1" fmla="*/ 272789 w 868098"/>
              <a:gd name="connsiteY1" fmla="*/ 1847850 h 1847850"/>
              <a:gd name="connsiteX2" fmla="*/ 272789 w 868098"/>
              <a:gd name="connsiteY2" fmla="*/ 314325 h 1847850"/>
              <a:gd name="connsiteX3" fmla="*/ 271458 w 868098"/>
              <a:gd name="connsiteY3" fmla="*/ 0 h 1847850"/>
              <a:gd name="connsiteX4" fmla="*/ 776423 w 868098"/>
              <a:gd name="connsiteY4" fmla="*/ 1191 h 1847850"/>
              <a:gd name="connsiteX5" fmla="*/ 868098 w 868098"/>
              <a:gd name="connsiteY5" fmla="*/ 278606 h 1847850"/>
              <a:gd name="connsiteX6" fmla="*/ 776423 w 868098"/>
              <a:gd name="connsiteY6" fmla="*/ 558402 h 1847850"/>
              <a:gd name="connsiteX7" fmla="*/ 457198 w 868098"/>
              <a:gd name="connsiteY7" fmla="*/ 555426 h 1847850"/>
              <a:gd name="connsiteX0" fmla="*/ 0 w 872861"/>
              <a:gd name="connsiteY0" fmla="*/ 1845468 h 1847850"/>
              <a:gd name="connsiteX1" fmla="*/ 277552 w 872861"/>
              <a:gd name="connsiteY1" fmla="*/ 1847850 h 1847850"/>
              <a:gd name="connsiteX2" fmla="*/ 277552 w 872861"/>
              <a:gd name="connsiteY2" fmla="*/ 314325 h 1847850"/>
              <a:gd name="connsiteX3" fmla="*/ 276221 w 872861"/>
              <a:gd name="connsiteY3" fmla="*/ 0 h 1847850"/>
              <a:gd name="connsiteX4" fmla="*/ 781186 w 872861"/>
              <a:gd name="connsiteY4" fmla="*/ 1191 h 1847850"/>
              <a:gd name="connsiteX5" fmla="*/ 872861 w 872861"/>
              <a:gd name="connsiteY5" fmla="*/ 278606 h 1847850"/>
              <a:gd name="connsiteX6" fmla="*/ 781186 w 872861"/>
              <a:gd name="connsiteY6" fmla="*/ 558402 h 1847850"/>
              <a:gd name="connsiteX7" fmla="*/ 461961 w 872861"/>
              <a:gd name="connsiteY7" fmla="*/ 555426 h 1847850"/>
              <a:gd name="connsiteX0" fmla="*/ 0 w 860952"/>
              <a:gd name="connsiteY0" fmla="*/ 1845468 h 1847850"/>
              <a:gd name="connsiteX1" fmla="*/ 265643 w 860952"/>
              <a:gd name="connsiteY1" fmla="*/ 1847850 h 1847850"/>
              <a:gd name="connsiteX2" fmla="*/ 265643 w 860952"/>
              <a:gd name="connsiteY2" fmla="*/ 314325 h 1847850"/>
              <a:gd name="connsiteX3" fmla="*/ 264312 w 860952"/>
              <a:gd name="connsiteY3" fmla="*/ 0 h 1847850"/>
              <a:gd name="connsiteX4" fmla="*/ 769277 w 860952"/>
              <a:gd name="connsiteY4" fmla="*/ 1191 h 1847850"/>
              <a:gd name="connsiteX5" fmla="*/ 860952 w 860952"/>
              <a:gd name="connsiteY5" fmla="*/ 278606 h 1847850"/>
              <a:gd name="connsiteX6" fmla="*/ 769277 w 860952"/>
              <a:gd name="connsiteY6" fmla="*/ 558402 h 1847850"/>
              <a:gd name="connsiteX7" fmla="*/ 450052 w 860952"/>
              <a:gd name="connsiteY7" fmla="*/ 555426 h 1847850"/>
              <a:gd name="connsiteX0" fmla="*/ 0 w 870477"/>
              <a:gd name="connsiteY0" fmla="*/ 1847849 h 1847850"/>
              <a:gd name="connsiteX1" fmla="*/ 275168 w 870477"/>
              <a:gd name="connsiteY1" fmla="*/ 1847850 h 1847850"/>
              <a:gd name="connsiteX2" fmla="*/ 275168 w 870477"/>
              <a:gd name="connsiteY2" fmla="*/ 314325 h 1847850"/>
              <a:gd name="connsiteX3" fmla="*/ 273837 w 870477"/>
              <a:gd name="connsiteY3" fmla="*/ 0 h 1847850"/>
              <a:gd name="connsiteX4" fmla="*/ 778802 w 870477"/>
              <a:gd name="connsiteY4" fmla="*/ 1191 h 1847850"/>
              <a:gd name="connsiteX5" fmla="*/ 870477 w 870477"/>
              <a:gd name="connsiteY5" fmla="*/ 278606 h 1847850"/>
              <a:gd name="connsiteX6" fmla="*/ 778802 w 870477"/>
              <a:gd name="connsiteY6" fmla="*/ 558402 h 1847850"/>
              <a:gd name="connsiteX7" fmla="*/ 459577 w 870477"/>
              <a:gd name="connsiteY7" fmla="*/ 555426 h 1847850"/>
              <a:gd name="connsiteX0" fmla="*/ 0 w 870477"/>
              <a:gd name="connsiteY0" fmla="*/ 1847849 h 1847850"/>
              <a:gd name="connsiteX1" fmla="*/ 275168 w 870477"/>
              <a:gd name="connsiteY1" fmla="*/ 1847850 h 1847850"/>
              <a:gd name="connsiteX2" fmla="*/ 275168 w 870477"/>
              <a:gd name="connsiteY2" fmla="*/ 314325 h 1847850"/>
              <a:gd name="connsiteX3" fmla="*/ 273837 w 870477"/>
              <a:gd name="connsiteY3" fmla="*/ 0 h 1847850"/>
              <a:gd name="connsiteX4" fmla="*/ 778802 w 870477"/>
              <a:gd name="connsiteY4" fmla="*/ 1191 h 1847850"/>
              <a:gd name="connsiteX5" fmla="*/ 870477 w 870477"/>
              <a:gd name="connsiteY5" fmla="*/ 278606 h 1847850"/>
              <a:gd name="connsiteX6" fmla="*/ 778802 w 870477"/>
              <a:gd name="connsiteY6" fmla="*/ 558402 h 1847850"/>
              <a:gd name="connsiteX7" fmla="*/ 459577 w 870477"/>
              <a:gd name="connsiteY7" fmla="*/ 555426 h 1847850"/>
              <a:gd name="connsiteX8" fmla="*/ 458523 w 870477"/>
              <a:gd name="connsiteY8" fmla="*/ 559595 h 1847850"/>
              <a:gd name="connsiteX0" fmla="*/ 0 w 870477"/>
              <a:gd name="connsiteY0" fmla="*/ 2166939 h 2166940"/>
              <a:gd name="connsiteX1" fmla="*/ 275168 w 870477"/>
              <a:gd name="connsiteY1" fmla="*/ 2166940 h 2166940"/>
              <a:gd name="connsiteX2" fmla="*/ 275168 w 870477"/>
              <a:gd name="connsiteY2" fmla="*/ 633415 h 2166940"/>
              <a:gd name="connsiteX3" fmla="*/ 273837 w 870477"/>
              <a:gd name="connsiteY3" fmla="*/ 319090 h 2166940"/>
              <a:gd name="connsiteX4" fmla="*/ 778802 w 870477"/>
              <a:gd name="connsiteY4" fmla="*/ 320281 h 2166940"/>
              <a:gd name="connsiteX5" fmla="*/ 870477 w 870477"/>
              <a:gd name="connsiteY5" fmla="*/ 597696 h 2166940"/>
              <a:gd name="connsiteX6" fmla="*/ 778802 w 870477"/>
              <a:gd name="connsiteY6" fmla="*/ 877492 h 2166940"/>
              <a:gd name="connsiteX7" fmla="*/ 459577 w 870477"/>
              <a:gd name="connsiteY7" fmla="*/ 874516 h 2166940"/>
              <a:gd name="connsiteX8" fmla="*/ 460904 w 870477"/>
              <a:gd name="connsiteY8" fmla="*/ 0 h 2166940"/>
              <a:gd name="connsiteX0" fmla="*/ 0 w 870477"/>
              <a:gd name="connsiteY0" fmla="*/ 2166939 h 2166940"/>
              <a:gd name="connsiteX1" fmla="*/ 275168 w 870477"/>
              <a:gd name="connsiteY1" fmla="*/ 2166940 h 2166940"/>
              <a:gd name="connsiteX2" fmla="*/ 275168 w 870477"/>
              <a:gd name="connsiteY2" fmla="*/ 633415 h 2166940"/>
              <a:gd name="connsiteX3" fmla="*/ 273837 w 870477"/>
              <a:gd name="connsiteY3" fmla="*/ 319090 h 2166940"/>
              <a:gd name="connsiteX4" fmla="*/ 778802 w 870477"/>
              <a:gd name="connsiteY4" fmla="*/ 320281 h 2166940"/>
              <a:gd name="connsiteX5" fmla="*/ 870477 w 870477"/>
              <a:gd name="connsiteY5" fmla="*/ 597696 h 2166940"/>
              <a:gd name="connsiteX6" fmla="*/ 778802 w 870477"/>
              <a:gd name="connsiteY6" fmla="*/ 877492 h 2166940"/>
              <a:gd name="connsiteX7" fmla="*/ 459577 w 870477"/>
              <a:gd name="connsiteY7" fmla="*/ 874516 h 2166940"/>
              <a:gd name="connsiteX8" fmla="*/ 460904 w 870477"/>
              <a:gd name="connsiteY8" fmla="*/ 0 h 2166940"/>
              <a:gd name="connsiteX0" fmla="*/ 0 w 870477"/>
              <a:gd name="connsiteY0" fmla="*/ 2162180 h 2162181"/>
              <a:gd name="connsiteX1" fmla="*/ 275168 w 870477"/>
              <a:gd name="connsiteY1" fmla="*/ 2162181 h 2162181"/>
              <a:gd name="connsiteX2" fmla="*/ 275168 w 870477"/>
              <a:gd name="connsiteY2" fmla="*/ 628656 h 2162181"/>
              <a:gd name="connsiteX3" fmla="*/ 273837 w 870477"/>
              <a:gd name="connsiteY3" fmla="*/ 314331 h 2162181"/>
              <a:gd name="connsiteX4" fmla="*/ 778802 w 870477"/>
              <a:gd name="connsiteY4" fmla="*/ 315522 h 2162181"/>
              <a:gd name="connsiteX5" fmla="*/ 870477 w 870477"/>
              <a:gd name="connsiteY5" fmla="*/ 592937 h 2162181"/>
              <a:gd name="connsiteX6" fmla="*/ 778802 w 870477"/>
              <a:gd name="connsiteY6" fmla="*/ 872733 h 2162181"/>
              <a:gd name="connsiteX7" fmla="*/ 459577 w 870477"/>
              <a:gd name="connsiteY7" fmla="*/ 869757 h 2162181"/>
              <a:gd name="connsiteX8" fmla="*/ 458523 w 870477"/>
              <a:gd name="connsiteY8" fmla="*/ 1 h 2162181"/>
              <a:gd name="connsiteX0" fmla="*/ 0 w 870477"/>
              <a:gd name="connsiteY0" fmla="*/ 2166941 h 2166942"/>
              <a:gd name="connsiteX1" fmla="*/ 275168 w 870477"/>
              <a:gd name="connsiteY1" fmla="*/ 2166942 h 2166942"/>
              <a:gd name="connsiteX2" fmla="*/ 275168 w 870477"/>
              <a:gd name="connsiteY2" fmla="*/ 633417 h 2166942"/>
              <a:gd name="connsiteX3" fmla="*/ 273837 w 870477"/>
              <a:gd name="connsiteY3" fmla="*/ 319092 h 2166942"/>
              <a:gd name="connsiteX4" fmla="*/ 778802 w 870477"/>
              <a:gd name="connsiteY4" fmla="*/ 320283 h 2166942"/>
              <a:gd name="connsiteX5" fmla="*/ 870477 w 870477"/>
              <a:gd name="connsiteY5" fmla="*/ 597698 h 2166942"/>
              <a:gd name="connsiteX6" fmla="*/ 778802 w 870477"/>
              <a:gd name="connsiteY6" fmla="*/ 877494 h 2166942"/>
              <a:gd name="connsiteX7" fmla="*/ 459577 w 870477"/>
              <a:gd name="connsiteY7" fmla="*/ 874518 h 2166942"/>
              <a:gd name="connsiteX8" fmla="*/ 456142 w 870477"/>
              <a:gd name="connsiteY8" fmla="*/ 0 h 2166942"/>
              <a:gd name="connsiteX0" fmla="*/ 0 w 870477"/>
              <a:gd name="connsiteY0" fmla="*/ 2166943 h 2166944"/>
              <a:gd name="connsiteX1" fmla="*/ 275168 w 870477"/>
              <a:gd name="connsiteY1" fmla="*/ 2166944 h 2166944"/>
              <a:gd name="connsiteX2" fmla="*/ 275168 w 870477"/>
              <a:gd name="connsiteY2" fmla="*/ 633419 h 2166944"/>
              <a:gd name="connsiteX3" fmla="*/ 273837 w 870477"/>
              <a:gd name="connsiteY3" fmla="*/ 319094 h 2166944"/>
              <a:gd name="connsiteX4" fmla="*/ 778802 w 870477"/>
              <a:gd name="connsiteY4" fmla="*/ 320285 h 2166944"/>
              <a:gd name="connsiteX5" fmla="*/ 870477 w 870477"/>
              <a:gd name="connsiteY5" fmla="*/ 597700 h 2166944"/>
              <a:gd name="connsiteX6" fmla="*/ 778802 w 870477"/>
              <a:gd name="connsiteY6" fmla="*/ 877496 h 2166944"/>
              <a:gd name="connsiteX7" fmla="*/ 459577 w 870477"/>
              <a:gd name="connsiteY7" fmla="*/ 874520 h 2166944"/>
              <a:gd name="connsiteX8" fmla="*/ 460905 w 870477"/>
              <a:gd name="connsiteY8" fmla="*/ 0 h 2166944"/>
              <a:gd name="connsiteX0" fmla="*/ 0 w 870477"/>
              <a:gd name="connsiteY0" fmla="*/ 2169326 h 2169327"/>
              <a:gd name="connsiteX1" fmla="*/ 275168 w 870477"/>
              <a:gd name="connsiteY1" fmla="*/ 2169327 h 2169327"/>
              <a:gd name="connsiteX2" fmla="*/ 275168 w 870477"/>
              <a:gd name="connsiteY2" fmla="*/ 635802 h 2169327"/>
              <a:gd name="connsiteX3" fmla="*/ 273837 w 870477"/>
              <a:gd name="connsiteY3" fmla="*/ 321477 h 2169327"/>
              <a:gd name="connsiteX4" fmla="*/ 778802 w 870477"/>
              <a:gd name="connsiteY4" fmla="*/ 322668 h 2169327"/>
              <a:gd name="connsiteX5" fmla="*/ 870477 w 870477"/>
              <a:gd name="connsiteY5" fmla="*/ 600083 h 2169327"/>
              <a:gd name="connsiteX6" fmla="*/ 778802 w 870477"/>
              <a:gd name="connsiteY6" fmla="*/ 879879 h 2169327"/>
              <a:gd name="connsiteX7" fmla="*/ 459577 w 870477"/>
              <a:gd name="connsiteY7" fmla="*/ 876903 h 2169327"/>
              <a:gd name="connsiteX8" fmla="*/ 456142 w 870477"/>
              <a:gd name="connsiteY8" fmla="*/ 0 h 216932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59577 w 870477"/>
              <a:gd name="connsiteY7" fmla="*/ 874523 h 2166947"/>
              <a:gd name="connsiteX8" fmla="*/ 458523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59577 w 870477"/>
              <a:gd name="connsiteY7" fmla="*/ 874523 h 2166947"/>
              <a:gd name="connsiteX8" fmla="*/ 458523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519108 w 870477"/>
              <a:gd name="connsiteY7" fmla="*/ 869760 h 2166947"/>
              <a:gd name="connsiteX8" fmla="*/ 458523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4339 w 870477"/>
              <a:gd name="connsiteY7" fmla="*/ 879285 h 2166947"/>
              <a:gd name="connsiteX8" fmla="*/ 458523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4339 w 870477"/>
              <a:gd name="connsiteY7" fmla="*/ 879285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57196 w 870477"/>
              <a:gd name="connsiteY7" fmla="*/ 879285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59577 w 870477"/>
              <a:gd name="connsiteY7" fmla="*/ 884047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6721 w 870477"/>
              <a:gd name="connsiteY7" fmla="*/ 876904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1959 w 870477"/>
              <a:gd name="connsiteY7" fmla="*/ 876904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388140 w 870477"/>
              <a:gd name="connsiteY7" fmla="*/ 874523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560917 w 870477"/>
              <a:gd name="connsiteY7" fmla="*/ 876311 h 2166947"/>
              <a:gd name="connsiteX8" fmla="*/ 388140 w 870477"/>
              <a:gd name="connsiteY8" fmla="*/ 874523 h 2166947"/>
              <a:gd name="connsiteX9" fmla="*/ 463286 w 870477"/>
              <a:gd name="connsiteY9"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8049 w 870477"/>
              <a:gd name="connsiteY7" fmla="*/ 878692 h 2166947"/>
              <a:gd name="connsiteX8" fmla="*/ 388140 w 870477"/>
              <a:gd name="connsiteY8" fmla="*/ 874523 h 2166947"/>
              <a:gd name="connsiteX9" fmla="*/ 463286 w 870477"/>
              <a:gd name="connsiteY9" fmla="*/ 1 h 2166947"/>
              <a:gd name="connsiteX0" fmla="*/ 0 w 870477"/>
              <a:gd name="connsiteY0" fmla="*/ 1847849 h 1847850"/>
              <a:gd name="connsiteX1" fmla="*/ 275168 w 870477"/>
              <a:gd name="connsiteY1" fmla="*/ 1847850 h 1847850"/>
              <a:gd name="connsiteX2" fmla="*/ 275168 w 870477"/>
              <a:gd name="connsiteY2" fmla="*/ 314325 h 1847850"/>
              <a:gd name="connsiteX3" fmla="*/ 273837 w 870477"/>
              <a:gd name="connsiteY3" fmla="*/ 0 h 1847850"/>
              <a:gd name="connsiteX4" fmla="*/ 778802 w 870477"/>
              <a:gd name="connsiteY4" fmla="*/ 1191 h 1847850"/>
              <a:gd name="connsiteX5" fmla="*/ 870477 w 870477"/>
              <a:gd name="connsiteY5" fmla="*/ 278606 h 1847850"/>
              <a:gd name="connsiteX6" fmla="*/ 778802 w 870477"/>
              <a:gd name="connsiteY6" fmla="*/ 558402 h 1847850"/>
              <a:gd name="connsiteX7" fmla="*/ 468049 w 870477"/>
              <a:gd name="connsiteY7" fmla="*/ 559595 h 1847850"/>
              <a:gd name="connsiteX8" fmla="*/ 388140 w 870477"/>
              <a:gd name="connsiteY8" fmla="*/ 555426 h 1847850"/>
              <a:gd name="connsiteX0" fmla="*/ 0 w 870477"/>
              <a:gd name="connsiteY0" fmla="*/ 2163965 h 2163966"/>
              <a:gd name="connsiteX1" fmla="*/ 275168 w 870477"/>
              <a:gd name="connsiteY1" fmla="*/ 2163966 h 2163966"/>
              <a:gd name="connsiteX2" fmla="*/ 275168 w 870477"/>
              <a:gd name="connsiteY2" fmla="*/ 630441 h 2163966"/>
              <a:gd name="connsiteX3" fmla="*/ 273837 w 870477"/>
              <a:gd name="connsiteY3" fmla="*/ 316116 h 2163966"/>
              <a:gd name="connsiteX4" fmla="*/ 778802 w 870477"/>
              <a:gd name="connsiteY4" fmla="*/ 317307 h 2163966"/>
              <a:gd name="connsiteX5" fmla="*/ 870477 w 870477"/>
              <a:gd name="connsiteY5" fmla="*/ 594722 h 2163966"/>
              <a:gd name="connsiteX6" fmla="*/ 778802 w 870477"/>
              <a:gd name="connsiteY6" fmla="*/ 874518 h 2163966"/>
              <a:gd name="connsiteX7" fmla="*/ 468049 w 870477"/>
              <a:gd name="connsiteY7" fmla="*/ 875711 h 2163966"/>
              <a:gd name="connsiteX8" fmla="*/ 464340 w 870477"/>
              <a:gd name="connsiteY8" fmla="*/ 0 h 2163966"/>
              <a:gd name="connsiteX0" fmla="*/ 0 w 870477"/>
              <a:gd name="connsiteY0" fmla="*/ 2163965 h 2163966"/>
              <a:gd name="connsiteX1" fmla="*/ 275168 w 870477"/>
              <a:gd name="connsiteY1" fmla="*/ 2163966 h 2163966"/>
              <a:gd name="connsiteX2" fmla="*/ 275168 w 870477"/>
              <a:gd name="connsiteY2" fmla="*/ 630441 h 2163966"/>
              <a:gd name="connsiteX3" fmla="*/ 273837 w 870477"/>
              <a:gd name="connsiteY3" fmla="*/ 316116 h 2163966"/>
              <a:gd name="connsiteX4" fmla="*/ 778802 w 870477"/>
              <a:gd name="connsiteY4" fmla="*/ 317307 h 2163966"/>
              <a:gd name="connsiteX5" fmla="*/ 870477 w 870477"/>
              <a:gd name="connsiteY5" fmla="*/ 594722 h 2163966"/>
              <a:gd name="connsiteX6" fmla="*/ 778802 w 870477"/>
              <a:gd name="connsiteY6" fmla="*/ 874518 h 2163966"/>
              <a:gd name="connsiteX7" fmla="*/ 463290 w 870477"/>
              <a:gd name="connsiteY7" fmla="*/ 870949 h 2163966"/>
              <a:gd name="connsiteX8" fmla="*/ 464340 w 870477"/>
              <a:gd name="connsiteY8" fmla="*/ 0 h 2163966"/>
              <a:gd name="connsiteX0" fmla="*/ 0 w 870477"/>
              <a:gd name="connsiteY0" fmla="*/ 2163965 h 2163966"/>
              <a:gd name="connsiteX1" fmla="*/ 275168 w 870477"/>
              <a:gd name="connsiteY1" fmla="*/ 2163966 h 2163966"/>
              <a:gd name="connsiteX2" fmla="*/ 275168 w 870477"/>
              <a:gd name="connsiteY2" fmla="*/ 630441 h 2163966"/>
              <a:gd name="connsiteX3" fmla="*/ 273837 w 870477"/>
              <a:gd name="connsiteY3" fmla="*/ 316116 h 2163966"/>
              <a:gd name="connsiteX4" fmla="*/ 778802 w 870477"/>
              <a:gd name="connsiteY4" fmla="*/ 317307 h 2163966"/>
              <a:gd name="connsiteX5" fmla="*/ 870477 w 870477"/>
              <a:gd name="connsiteY5" fmla="*/ 594722 h 2163966"/>
              <a:gd name="connsiteX6" fmla="*/ 778802 w 870477"/>
              <a:gd name="connsiteY6" fmla="*/ 874518 h 2163966"/>
              <a:gd name="connsiteX7" fmla="*/ 463293 w 870477"/>
              <a:gd name="connsiteY7" fmla="*/ 878093 h 2163966"/>
              <a:gd name="connsiteX8" fmla="*/ 464340 w 870477"/>
              <a:gd name="connsiteY8" fmla="*/ 0 h 2163966"/>
              <a:gd name="connsiteX0" fmla="*/ 0 w 870477"/>
              <a:gd name="connsiteY0" fmla="*/ 2163965 h 2163966"/>
              <a:gd name="connsiteX1" fmla="*/ 275168 w 870477"/>
              <a:gd name="connsiteY1" fmla="*/ 2163966 h 2163966"/>
              <a:gd name="connsiteX2" fmla="*/ 275168 w 870477"/>
              <a:gd name="connsiteY2" fmla="*/ 630441 h 2163966"/>
              <a:gd name="connsiteX3" fmla="*/ 273837 w 870477"/>
              <a:gd name="connsiteY3" fmla="*/ 316116 h 2163966"/>
              <a:gd name="connsiteX4" fmla="*/ 778802 w 870477"/>
              <a:gd name="connsiteY4" fmla="*/ 317307 h 2163966"/>
              <a:gd name="connsiteX5" fmla="*/ 870477 w 870477"/>
              <a:gd name="connsiteY5" fmla="*/ 594722 h 2163966"/>
              <a:gd name="connsiteX6" fmla="*/ 778802 w 870477"/>
              <a:gd name="connsiteY6" fmla="*/ 874518 h 2163966"/>
              <a:gd name="connsiteX7" fmla="*/ 463296 w 870477"/>
              <a:gd name="connsiteY7" fmla="*/ 875711 h 2163966"/>
              <a:gd name="connsiteX8" fmla="*/ 464340 w 870477"/>
              <a:gd name="connsiteY8" fmla="*/ 0 h 2163966"/>
              <a:gd name="connsiteX0" fmla="*/ 0 w 870477"/>
              <a:gd name="connsiteY0" fmla="*/ 1937126 h 1937127"/>
              <a:gd name="connsiteX1" fmla="*/ 275168 w 870477"/>
              <a:gd name="connsiteY1" fmla="*/ 1937127 h 1937127"/>
              <a:gd name="connsiteX2" fmla="*/ 275168 w 870477"/>
              <a:gd name="connsiteY2" fmla="*/ 403602 h 1937127"/>
              <a:gd name="connsiteX3" fmla="*/ 273837 w 870477"/>
              <a:gd name="connsiteY3" fmla="*/ 89277 h 1937127"/>
              <a:gd name="connsiteX4" fmla="*/ 778802 w 870477"/>
              <a:gd name="connsiteY4" fmla="*/ 90468 h 1937127"/>
              <a:gd name="connsiteX5" fmla="*/ 870477 w 870477"/>
              <a:gd name="connsiteY5" fmla="*/ 367883 h 1937127"/>
              <a:gd name="connsiteX6" fmla="*/ 778802 w 870477"/>
              <a:gd name="connsiteY6" fmla="*/ 647679 h 1937127"/>
              <a:gd name="connsiteX7" fmla="*/ 463296 w 870477"/>
              <a:gd name="connsiteY7" fmla="*/ 648872 h 1937127"/>
              <a:gd name="connsiteX8" fmla="*/ 465556 w 870477"/>
              <a:gd name="connsiteY8" fmla="*/ 0 h 1937127"/>
              <a:gd name="connsiteX0" fmla="*/ 0 w 870477"/>
              <a:gd name="connsiteY0" fmla="*/ 1934647 h 1934648"/>
              <a:gd name="connsiteX1" fmla="*/ 275168 w 870477"/>
              <a:gd name="connsiteY1" fmla="*/ 1934648 h 1934648"/>
              <a:gd name="connsiteX2" fmla="*/ 275168 w 870477"/>
              <a:gd name="connsiteY2" fmla="*/ 401123 h 1934648"/>
              <a:gd name="connsiteX3" fmla="*/ 273837 w 870477"/>
              <a:gd name="connsiteY3" fmla="*/ 86798 h 1934648"/>
              <a:gd name="connsiteX4" fmla="*/ 778802 w 870477"/>
              <a:gd name="connsiteY4" fmla="*/ 87989 h 1934648"/>
              <a:gd name="connsiteX5" fmla="*/ 870477 w 870477"/>
              <a:gd name="connsiteY5" fmla="*/ 365404 h 1934648"/>
              <a:gd name="connsiteX6" fmla="*/ 778802 w 870477"/>
              <a:gd name="connsiteY6" fmla="*/ 645200 h 1934648"/>
              <a:gd name="connsiteX7" fmla="*/ 463296 w 870477"/>
              <a:gd name="connsiteY7" fmla="*/ 646393 h 1934648"/>
              <a:gd name="connsiteX8" fmla="*/ 461909 w 870477"/>
              <a:gd name="connsiteY8" fmla="*/ 0 h 1934648"/>
              <a:gd name="connsiteX0" fmla="*/ 0 w 870477"/>
              <a:gd name="connsiteY0" fmla="*/ 1934647 h 1934647"/>
              <a:gd name="connsiteX1" fmla="*/ 276991 w 870477"/>
              <a:gd name="connsiteY1" fmla="*/ 597782 h 1934647"/>
              <a:gd name="connsiteX2" fmla="*/ 275168 w 870477"/>
              <a:gd name="connsiteY2" fmla="*/ 401123 h 1934647"/>
              <a:gd name="connsiteX3" fmla="*/ 273837 w 870477"/>
              <a:gd name="connsiteY3" fmla="*/ 86798 h 1934647"/>
              <a:gd name="connsiteX4" fmla="*/ 778802 w 870477"/>
              <a:gd name="connsiteY4" fmla="*/ 87989 h 1934647"/>
              <a:gd name="connsiteX5" fmla="*/ 870477 w 870477"/>
              <a:gd name="connsiteY5" fmla="*/ 365404 h 1934647"/>
              <a:gd name="connsiteX6" fmla="*/ 778802 w 870477"/>
              <a:gd name="connsiteY6" fmla="*/ 645200 h 1934647"/>
              <a:gd name="connsiteX7" fmla="*/ 463296 w 870477"/>
              <a:gd name="connsiteY7" fmla="*/ 646393 h 1934647"/>
              <a:gd name="connsiteX8" fmla="*/ 461909 w 870477"/>
              <a:gd name="connsiteY8" fmla="*/ 0 h 1934647"/>
              <a:gd name="connsiteX0" fmla="*/ 0 w 813949"/>
              <a:gd name="connsiteY0" fmla="*/ 64152 h 646393"/>
              <a:gd name="connsiteX1" fmla="*/ 220463 w 813949"/>
              <a:gd name="connsiteY1" fmla="*/ 597782 h 646393"/>
              <a:gd name="connsiteX2" fmla="*/ 218640 w 813949"/>
              <a:gd name="connsiteY2" fmla="*/ 401123 h 646393"/>
              <a:gd name="connsiteX3" fmla="*/ 217309 w 813949"/>
              <a:gd name="connsiteY3" fmla="*/ 86798 h 646393"/>
              <a:gd name="connsiteX4" fmla="*/ 722274 w 813949"/>
              <a:gd name="connsiteY4" fmla="*/ 87989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4152 h 646393"/>
              <a:gd name="connsiteX1" fmla="*/ 220463 w 813949"/>
              <a:gd name="connsiteY1" fmla="*/ 597782 h 646393"/>
              <a:gd name="connsiteX2" fmla="*/ 218640 w 813949"/>
              <a:gd name="connsiteY2" fmla="*/ 401123 h 646393"/>
              <a:gd name="connsiteX3" fmla="*/ 278852 w 813949"/>
              <a:gd name="connsiteY3" fmla="*/ 85404 h 646393"/>
              <a:gd name="connsiteX4" fmla="*/ 722274 w 813949"/>
              <a:gd name="connsiteY4" fmla="*/ 87989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4152 h 646393"/>
              <a:gd name="connsiteX1" fmla="*/ 220463 w 813949"/>
              <a:gd name="connsiteY1" fmla="*/ 597782 h 646393"/>
              <a:gd name="connsiteX2" fmla="*/ 278815 w 813949"/>
              <a:gd name="connsiteY2" fmla="*/ 202638 h 646393"/>
              <a:gd name="connsiteX3" fmla="*/ 278852 w 813949"/>
              <a:gd name="connsiteY3" fmla="*/ 85404 h 646393"/>
              <a:gd name="connsiteX4" fmla="*/ 722274 w 813949"/>
              <a:gd name="connsiteY4" fmla="*/ 87989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4152 h 646393"/>
              <a:gd name="connsiteX1" fmla="*/ 220463 w 813949"/>
              <a:gd name="connsiteY1" fmla="*/ 597782 h 646393"/>
              <a:gd name="connsiteX2" fmla="*/ 278815 w 813949"/>
              <a:gd name="connsiteY2" fmla="*/ 202638 h 646393"/>
              <a:gd name="connsiteX3" fmla="*/ 278396 w 813949"/>
              <a:gd name="connsiteY3" fmla="*/ 86334 h 646393"/>
              <a:gd name="connsiteX4" fmla="*/ 722274 w 813949"/>
              <a:gd name="connsiteY4" fmla="*/ 87989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4152 h 646393"/>
              <a:gd name="connsiteX1" fmla="*/ 220463 w 813949"/>
              <a:gd name="connsiteY1" fmla="*/ 597782 h 646393"/>
              <a:gd name="connsiteX2" fmla="*/ 278815 w 813949"/>
              <a:gd name="connsiteY2" fmla="*/ 202638 h 646393"/>
              <a:gd name="connsiteX3" fmla="*/ 278396 w 813949"/>
              <a:gd name="connsiteY3" fmla="*/ 86334 h 646393"/>
              <a:gd name="connsiteX4" fmla="*/ 720451 w 813949"/>
              <a:gd name="connsiteY4" fmla="*/ 86594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6476 h 648717"/>
              <a:gd name="connsiteX1" fmla="*/ 220463 w 813949"/>
              <a:gd name="connsiteY1" fmla="*/ 600106 h 648717"/>
              <a:gd name="connsiteX2" fmla="*/ 278815 w 813949"/>
              <a:gd name="connsiteY2" fmla="*/ 204962 h 648717"/>
              <a:gd name="connsiteX3" fmla="*/ 278396 w 813949"/>
              <a:gd name="connsiteY3" fmla="*/ 88658 h 648717"/>
              <a:gd name="connsiteX4" fmla="*/ 720451 w 813949"/>
              <a:gd name="connsiteY4" fmla="*/ 88918 h 648717"/>
              <a:gd name="connsiteX5" fmla="*/ 813949 w 813949"/>
              <a:gd name="connsiteY5" fmla="*/ 367728 h 648717"/>
              <a:gd name="connsiteX6" fmla="*/ 722274 w 813949"/>
              <a:gd name="connsiteY6" fmla="*/ 647524 h 648717"/>
              <a:gd name="connsiteX7" fmla="*/ 406768 w 813949"/>
              <a:gd name="connsiteY7" fmla="*/ 648717 h 648717"/>
              <a:gd name="connsiteX8" fmla="*/ 406749 w 813949"/>
              <a:gd name="connsiteY8" fmla="*/ 0 h 648717"/>
              <a:gd name="connsiteX0" fmla="*/ 0 w 813949"/>
              <a:gd name="connsiteY0" fmla="*/ 66476 h 648717"/>
              <a:gd name="connsiteX1" fmla="*/ 220463 w 813949"/>
              <a:gd name="connsiteY1" fmla="*/ 600106 h 648717"/>
              <a:gd name="connsiteX2" fmla="*/ 278815 w 813949"/>
              <a:gd name="connsiteY2" fmla="*/ 204962 h 648717"/>
              <a:gd name="connsiteX3" fmla="*/ 278396 w 813949"/>
              <a:gd name="connsiteY3" fmla="*/ 88658 h 648717"/>
              <a:gd name="connsiteX4" fmla="*/ 720451 w 813949"/>
              <a:gd name="connsiteY4" fmla="*/ 88918 h 648717"/>
              <a:gd name="connsiteX5" fmla="*/ 813949 w 813949"/>
              <a:gd name="connsiteY5" fmla="*/ 367728 h 648717"/>
              <a:gd name="connsiteX6" fmla="*/ 722274 w 813949"/>
              <a:gd name="connsiteY6" fmla="*/ 647524 h 648717"/>
              <a:gd name="connsiteX7" fmla="*/ 406768 w 813949"/>
              <a:gd name="connsiteY7" fmla="*/ 648717 h 648717"/>
              <a:gd name="connsiteX8" fmla="*/ 405381 w 813949"/>
              <a:gd name="connsiteY8" fmla="*/ 0 h 648717"/>
              <a:gd name="connsiteX0" fmla="*/ 0 w 813949"/>
              <a:gd name="connsiteY0" fmla="*/ 66011 h 648252"/>
              <a:gd name="connsiteX1" fmla="*/ 220463 w 813949"/>
              <a:gd name="connsiteY1" fmla="*/ 599641 h 648252"/>
              <a:gd name="connsiteX2" fmla="*/ 278815 w 813949"/>
              <a:gd name="connsiteY2" fmla="*/ 204497 h 648252"/>
              <a:gd name="connsiteX3" fmla="*/ 278396 w 813949"/>
              <a:gd name="connsiteY3" fmla="*/ 88193 h 648252"/>
              <a:gd name="connsiteX4" fmla="*/ 720451 w 813949"/>
              <a:gd name="connsiteY4" fmla="*/ 88453 h 648252"/>
              <a:gd name="connsiteX5" fmla="*/ 813949 w 813949"/>
              <a:gd name="connsiteY5" fmla="*/ 367263 h 648252"/>
              <a:gd name="connsiteX6" fmla="*/ 722274 w 813949"/>
              <a:gd name="connsiteY6" fmla="*/ 647059 h 648252"/>
              <a:gd name="connsiteX7" fmla="*/ 406768 w 813949"/>
              <a:gd name="connsiteY7" fmla="*/ 648252 h 648252"/>
              <a:gd name="connsiteX8" fmla="*/ 406749 w 813949"/>
              <a:gd name="connsiteY8" fmla="*/ 0 h 648252"/>
              <a:gd name="connsiteX0" fmla="*/ 0 w 813949"/>
              <a:gd name="connsiteY0" fmla="*/ 66011 h 648252"/>
              <a:gd name="connsiteX1" fmla="*/ 336558 w 813949"/>
              <a:gd name="connsiteY1" fmla="*/ 208560 h 648252"/>
              <a:gd name="connsiteX2" fmla="*/ 278815 w 813949"/>
              <a:gd name="connsiteY2" fmla="*/ 204497 h 648252"/>
              <a:gd name="connsiteX3" fmla="*/ 278396 w 813949"/>
              <a:gd name="connsiteY3" fmla="*/ 88193 h 648252"/>
              <a:gd name="connsiteX4" fmla="*/ 720451 w 813949"/>
              <a:gd name="connsiteY4" fmla="*/ 88453 h 648252"/>
              <a:gd name="connsiteX5" fmla="*/ 813949 w 813949"/>
              <a:gd name="connsiteY5" fmla="*/ 367263 h 648252"/>
              <a:gd name="connsiteX6" fmla="*/ 722274 w 813949"/>
              <a:gd name="connsiteY6" fmla="*/ 647059 h 648252"/>
              <a:gd name="connsiteX7" fmla="*/ 406768 w 813949"/>
              <a:gd name="connsiteY7" fmla="*/ 648252 h 648252"/>
              <a:gd name="connsiteX8" fmla="*/ 406749 w 813949"/>
              <a:gd name="connsiteY8" fmla="*/ 0 h 648252"/>
              <a:gd name="connsiteX0" fmla="*/ 0 w 684482"/>
              <a:gd name="connsiteY0" fmla="*/ 142244 h 648252"/>
              <a:gd name="connsiteX1" fmla="*/ 207091 w 684482"/>
              <a:gd name="connsiteY1" fmla="*/ 208560 h 648252"/>
              <a:gd name="connsiteX2" fmla="*/ 149348 w 684482"/>
              <a:gd name="connsiteY2" fmla="*/ 204497 h 648252"/>
              <a:gd name="connsiteX3" fmla="*/ 148929 w 684482"/>
              <a:gd name="connsiteY3" fmla="*/ 88193 h 648252"/>
              <a:gd name="connsiteX4" fmla="*/ 590984 w 684482"/>
              <a:gd name="connsiteY4" fmla="*/ 88453 h 648252"/>
              <a:gd name="connsiteX5" fmla="*/ 684482 w 684482"/>
              <a:gd name="connsiteY5" fmla="*/ 367263 h 648252"/>
              <a:gd name="connsiteX6" fmla="*/ 592807 w 684482"/>
              <a:gd name="connsiteY6" fmla="*/ 647059 h 648252"/>
              <a:gd name="connsiteX7" fmla="*/ 277301 w 684482"/>
              <a:gd name="connsiteY7" fmla="*/ 648252 h 648252"/>
              <a:gd name="connsiteX8" fmla="*/ 277282 w 684482"/>
              <a:gd name="connsiteY8" fmla="*/ 0 h 648252"/>
              <a:gd name="connsiteX0" fmla="*/ 0 w 684482"/>
              <a:gd name="connsiteY0" fmla="*/ 142244 h 648252"/>
              <a:gd name="connsiteX1" fmla="*/ 208459 w 684482"/>
              <a:gd name="connsiteY1" fmla="*/ 207165 h 648252"/>
              <a:gd name="connsiteX2" fmla="*/ 149348 w 684482"/>
              <a:gd name="connsiteY2" fmla="*/ 204497 h 648252"/>
              <a:gd name="connsiteX3" fmla="*/ 148929 w 684482"/>
              <a:gd name="connsiteY3" fmla="*/ 88193 h 648252"/>
              <a:gd name="connsiteX4" fmla="*/ 590984 w 684482"/>
              <a:gd name="connsiteY4" fmla="*/ 88453 h 648252"/>
              <a:gd name="connsiteX5" fmla="*/ 684482 w 684482"/>
              <a:gd name="connsiteY5" fmla="*/ 367263 h 648252"/>
              <a:gd name="connsiteX6" fmla="*/ 592807 w 684482"/>
              <a:gd name="connsiteY6" fmla="*/ 647059 h 648252"/>
              <a:gd name="connsiteX7" fmla="*/ 277301 w 684482"/>
              <a:gd name="connsiteY7" fmla="*/ 648252 h 648252"/>
              <a:gd name="connsiteX8" fmla="*/ 277282 w 684482"/>
              <a:gd name="connsiteY8" fmla="*/ 0 h 648252"/>
              <a:gd name="connsiteX0" fmla="*/ 0 w 684482"/>
              <a:gd name="connsiteY0" fmla="*/ 142244 h 648252"/>
              <a:gd name="connsiteX1" fmla="*/ 208459 w 684482"/>
              <a:gd name="connsiteY1" fmla="*/ 207165 h 648252"/>
              <a:gd name="connsiteX2" fmla="*/ 149348 w 684482"/>
              <a:gd name="connsiteY2" fmla="*/ 204497 h 648252"/>
              <a:gd name="connsiteX3" fmla="*/ 148929 w 684482"/>
              <a:gd name="connsiteY3" fmla="*/ 88193 h 648252"/>
              <a:gd name="connsiteX4" fmla="*/ 590984 w 684482"/>
              <a:gd name="connsiteY4" fmla="*/ 88453 h 648252"/>
              <a:gd name="connsiteX5" fmla="*/ 684482 w 684482"/>
              <a:gd name="connsiteY5" fmla="*/ 367263 h 648252"/>
              <a:gd name="connsiteX6" fmla="*/ 592807 w 684482"/>
              <a:gd name="connsiteY6" fmla="*/ 647059 h 648252"/>
              <a:gd name="connsiteX7" fmla="*/ 277301 w 684482"/>
              <a:gd name="connsiteY7" fmla="*/ 648252 h 648252"/>
              <a:gd name="connsiteX8" fmla="*/ 277282 w 684482"/>
              <a:gd name="connsiteY8" fmla="*/ 0 h 648252"/>
              <a:gd name="connsiteX0" fmla="*/ 0 w 684482"/>
              <a:gd name="connsiteY0" fmla="*/ 142244 h 648252"/>
              <a:gd name="connsiteX1" fmla="*/ 208459 w 684482"/>
              <a:gd name="connsiteY1" fmla="*/ 207165 h 648252"/>
              <a:gd name="connsiteX2" fmla="*/ 149348 w 684482"/>
              <a:gd name="connsiteY2" fmla="*/ 204497 h 648252"/>
              <a:gd name="connsiteX3" fmla="*/ 148929 w 684482"/>
              <a:gd name="connsiteY3" fmla="*/ 88193 h 648252"/>
              <a:gd name="connsiteX4" fmla="*/ 590984 w 684482"/>
              <a:gd name="connsiteY4" fmla="*/ 88453 h 648252"/>
              <a:gd name="connsiteX5" fmla="*/ 684482 w 684482"/>
              <a:gd name="connsiteY5" fmla="*/ 367263 h 648252"/>
              <a:gd name="connsiteX6" fmla="*/ 592807 w 684482"/>
              <a:gd name="connsiteY6" fmla="*/ 647059 h 648252"/>
              <a:gd name="connsiteX7" fmla="*/ 277301 w 684482"/>
              <a:gd name="connsiteY7" fmla="*/ 648252 h 648252"/>
              <a:gd name="connsiteX8" fmla="*/ 277282 w 684482"/>
              <a:gd name="connsiteY8" fmla="*/ 0 h 648252"/>
              <a:gd name="connsiteX0" fmla="*/ 0 w 684482"/>
              <a:gd name="connsiteY0" fmla="*/ 142244 h 648252"/>
              <a:gd name="connsiteX1" fmla="*/ 109475 w 684482"/>
              <a:gd name="connsiteY1" fmla="*/ 176579 h 648252"/>
              <a:gd name="connsiteX2" fmla="*/ 208459 w 684482"/>
              <a:gd name="connsiteY2" fmla="*/ 207165 h 648252"/>
              <a:gd name="connsiteX3" fmla="*/ 149348 w 684482"/>
              <a:gd name="connsiteY3" fmla="*/ 204497 h 648252"/>
              <a:gd name="connsiteX4" fmla="*/ 148929 w 684482"/>
              <a:gd name="connsiteY4" fmla="*/ 88193 h 648252"/>
              <a:gd name="connsiteX5" fmla="*/ 590984 w 684482"/>
              <a:gd name="connsiteY5" fmla="*/ 88453 h 648252"/>
              <a:gd name="connsiteX6" fmla="*/ 684482 w 684482"/>
              <a:gd name="connsiteY6" fmla="*/ 367263 h 648252"/>
              <a:gd name="connsiteX7" fmla="*/ 592807 w 684482"/>
              <a:gd name="connsiteY7" fmla="*/ 647059 h 648252"/>
              <a:gd name="connsiteX8" fmla="*/ 277301 w 684482"/>
              <a:gd name="connsiteY8" fmla="*/ 648252 h 648252"/>
              <a:gd name="connsiteX9" fmla="*/ 277282 w 684482"/>
              <a:gd name="connsiteY9" fmla="*/ 0 h 648252"/>
              <a:gd name="connsiteX0" fmla="*/ 0 w 684482"/>
              <a:gd name="connsiteY0" fmla="*/ 142244 h 648252"/>
              <a:gd name="connsiteX1" fmla="*/ 207944 w 684482"/>
              <a:gd name="connsiteY1" fmla="*/ 140787 h 648252"/>
              <a:gd name="connsiteX2" fmla="*/ 208459 w 684482"/>
              <a:gd name="connsiteY2" fmla="*/ 207165 h 648252"/>
              <a:gd name="connsiteX3" fmla="*/ 149348 w 684482"/>
              <a:gd name="connsiteY3" fmla="*/ 204497 h 648252"/>
              <a:gd name="connsiteX4" fmla="*/ 148929 w 684482"/>
              <a:gd name="connsiteY4" fmla="*/ 88193 h 648252"/>
              <a:gd name="connsiteX5" fmla="*/ 590984 w 684482"/>
              <a:gd name="connsiteY5" fmla="*/ 88453 h 648252"/>
              <a:gd name="connsiteX6" fmla="*/ 684482 w 684482"/>
              <a:gd name="connsiteY6" fmla="*/ 367263 h 648252"/>
              <a:gd name="connsiteX7" fmla="*/ 592807 w 684482"/>
              <a:gd name="connsiteY7" fmla="*/ 647059 h 648252"/>
              <a:gd name="connsiteX8" fmla="*/ 277301 w 684482"/>
              <a:gd name="connsiteY8" fmla="*/ 648252 h 648252"/>
              <a:gd name="connsiteX9" fmla="*/ 277282 w 684482"/>
              <a:gd name="connsiteY9" fmla="*/ 0 h 648252"/>
              <a:gd name="connsiteX0" fmla="*/ 0 w 701349"/>
              <a:gd name="connsiteY0" fmla="*/ 140850 h 648252"/>
              <a:gd name="connsiteX1" fmla="*/ 224811 w 701349"/>
              <a:gd name="connsiteY1" fmla="*/ 140787 h 648252"/>
              <a:gd name="connsiteX2" fmla="*/ 225326 w 701349"/>
              <a:gd name="connsiteY2" fmla="*/ 207165 h 648252"/>
              <a:gd name="connsiteX3" fmla="*/ 166215 w 701349"/>
              <a:gd name="connsiteY3" fmla="*/ 204497 h 648252"/>
              <a:gd name="connsiteX4" fmla="*/ 165796 w 701349"/>
              <a:gd name="connsiteY4" fmla="*/ 88193 h 648252"/>
              <a:gd name="connsiteX5" fmla="*/ 607851 w 701349"/>
              <a:gd name="connsiteY5" fmla="*/ 88453 h 648252"/>
              <a:gd name="connsiteX6" fmla="*/ 701349 w 701349"/>
              <a:gd name="connsiteY6" fmla="*/ 367263 h 648252"/>
              <a:gd name="connsiteX7" fmla="*/ 609674 w 701349"/>
              <a:gd name="connsiteY7" fmla="*/ 647059 h 648252"/>
              <a:gd name="connsiteX8" fmla="*/ 294168 w 701349"/>
              <a:gd name="connsiteY8" fmla="*/ 648252 h 648252"/>
              <a:gd name="connsiteX9" fmla="*/ 294149 w 701349"/>
              <a:gd name="connsiteY9" fmla="*/ 0 h 648252"/>
              <a:gd name="connsiteX0" fmla="*/ 0 w 703172"/>
              <a:gd name="connsiteY0" fmla="*/ 140385 h 648252"/>
              <a:gd name="connsiteX1" fmla="*/ 226634 w 703172"/>
              <a:gd name="connsiteY1" fmla="*/ 140787 h 648252"/>
              <a:gd name="connsiteX2" fmla="*/ 227149 w 703172"/>
              <a:gd name="connsiteY2" fmla="*/ 207165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168038 w 703172"/>
              <a:gd name="connsiteY2" fmla="*/ 204497 h 648252"/>
              <a:gd name="connsiteX3" fmla="*/ 167619 w 703172"/>
              <a:gd name="connsiteY3" fmla="*/ 88193 h 648252"/>
              <a:gd name="connsiteX4" fmla="*/ 609674 w 703172"/>
              <a:gd name="connsiteY4" fmla="*/ 88453 h 648252"/>
              <a:gd name="connsiteX5" fmla="*/ 703172 w 703172"/>
              <a:gd name="connsiteY5" fmla="*/ 367263 h 648252"/>
              <a:gd name="connsiteX6" fmla="*/ 611497 w 703172"/>
              <a:gd name="connsiteY6" fmla="*/ 647059 h 648252"/>
              <a:gd name="connsiteX7" fmla="*/ 295991 w 703172"/>
              <a:gd name="connsiteY7" fmla="*/ 648252 h 648252"/>
              <a:gd name="connsiteX8" fmla="*/ 295972 w 703172"/>
              <a:gd name="connsiteY8" fmla="*/ 0 h 648252"/>
              <a:gd name="connsiteX0" fmla="*/ 0 w 703172"/>
              <a:gd name="connsiteY0" fmla="*/ 140385 h 648252"/>
              <a:gd name="connsiteX1" fmla="*/ 226634 w 703172"/>
              <a:gd name="connsiteY1" fmla="*/ 140787 h 648252"/>
              <a:gd name="connsiteX2" fmla="*/ 204296 w 703172"/>
              <a:gd name="connsiteY2" fmla="*/ 186805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3539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3539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3539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7090 w 703172"/>
              <a:gd name="connsiteY2" fmla="*/ 204934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7090 w 703172"/>
              <a:gd name="connsiteY2" fmla="*/ 204934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03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03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178 w 703172"/>
              <a:gd name="connsiteY2" fmla="*/ 20539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7546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126 w 703172"/>
              <a:gd name="connsiteY3" fmla="*/ 20635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126 w 703172"/>
              <a:gd name="connsiteY3" fmla="*/ 20542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7188 w 703172"/>
              <a:gd name="connsiteY9" fmla="*/ 0 h 648252"/>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6214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6670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85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8075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2437 h 650304"/>
              <a:gd name="connsiteX1" fmla="*/ 226634 w 703172"/>
              <a:gd name="connsiteY1" fmla="*/ 142839 h 650304"/>
              <a:gd name="connsiteX2" fmla="*/ 226634 w 703172"/>
              <a:gd name="connsiteY2" fmla="*/ 206986 h 650304"/>
              <a:gd name="connsiteX3" fmla="*/ 168038 w 703172"/>
              <a:gd name="connsiteY3" fmla="*/ 206549 h 650304"/>
              <a:gd name="connsiteX4" fmla="*/ 167619 w 703172"/>
              <a:gd name="connsiteY4" fmla="*/ 90245 h 650304"/>
              <a:gd name="connsiteX5" fmla="*/ 609674 w 703172"/>
              <a:gd name="connsiteY5" fmla="*/ 90505 h 650304"/>
              <a:gd name="connsiteX6" fmla="*/ 703172 w 703172"/>
              <a:gd name="connsiteY6" fmla="*/ 369315 h 650304"/>
              <a:gd name="connsiteX7" fmla="*/ 611497 w 703172"/>
              <a:gd name="connsiteY7" fmla="*/ 649111 h 650304"/>
              <a:gd name="connsiteX8" fmla="*/ 295991 w 703172"/>
              <a:gd name="connsiteY8" fmla="*/ 650304 h 650304"/>
              <a:gd name="connsiteX9" fmla="*/ 295036 w 703172"/>
              <a:gd name="connsiteY9" fmla="*/ 0 h 650304"/>
              <a:gd name="connsiteX0" fmla="*/ 0 w 703172"/>
              <a:gd name="connsiteY0" fmla="*/ 143677 h 651544"/>
              <a:gd name="connsiteX1" fmla="*/ 226634 w 703172"/>
              <a:gd name="connsiteY1" fmla="*/ 144079 h 651544"/>
              <a:gd name="connsiteX2" fmla="*/ 226634 w 703172"/>
              <a:gd name="connsiteY2" fmla="*/ 208226 h 651544"/>
              <a:gd name="connsiteX3" fmla="*/ 168038 w 703172"/>
              <a:gd name="connsiteY3" fmla="*/ 207789 h 651544"/>
              <a:gd name="connsiteX4" fmla="*/ 167619 w 703172"/>
              <a:gd name="connsiteY4" fmla="*/ 91485 h 651544"/>
              <a:gd name="connsiteX5" fmla="*/ 609674 w 703172"/>
              <a:gd name="connsiteY5" fmla="*/ 91745 h 651544"/>
              <a:gd name="connsiteX6" fmla="*/ 703172 w 703172"/>
              <a:gd name="connsiteY6" fmla="*/ 370555 h 651544"/>
              <a:gd name="connsiteX7" fmla="*/ 611497 w 703172"/>
              <a:gd name="connsiteY7" fmla="*/ 650351 h 651544"/>
              <a:gd name="connsiteX8" fmla="*/ 295991 w 703172"/>
              <a:gd name="connsiteY8" fmla="*/ 651544 h 651544"/>
              <a:gd name="connsiteX9" fmla="*/ 295644 w 703172"/>
              <a:gd name="connsiteY9" fmla="*/ 0 h 651544"/>
              <a:gd name="connsiteX0" fmla="*/ 0 w 703172"/>
              <a:gd name="connsiteY0" fmla="*/ 137882 h 645749"/>
              <a:gd name="connsiteX1" fmla="*/ 226634 w 703172"/>
              <a:gd name="connsiteY1" fmla="*/ 138284 h 645749"/>
              <a:gd name="connsiteX2" fmla="*/ 226634 w 703172"/>
              <a:gd name="connsiteY2" fmla="*/ 202431 h 645749"/>
              <a:gd name="connsiteX3" fmla="*/ 168038 w 703172"/>
              <a:gd name="connsiteY3" fmla="*/ 201994 h 645749"/>
              <a:gd name="connsiteX4" fmla="*/ 167619 w 703172"/>
              <a:gd name="connsiteY4" fmla="*/ 85690 h 645749"/>
              <a:gd name="connsiteX5" fmla="*/ 609674 w 703172"/>
              <a:gd name="connsiteY5" fmla="*/ 85950 h 645749"/>
              <a:gd name="connsiteX6" fmla="*/ 703172 w 703172"/>
              <a:gd name="connsiteY6" fmla="*/ 364760 h 645749"/>
              <a:gd name="connsiteX7" fmla="*/ 611497 w 703172"/>
              <a:gd name="connsiteY7" fmla="*/ 644556 h 645749"/>
              <a:gd name="connsiteX8" fmla="*/ 295991 w 703172"/>
              <a:gd name="connsiteY8" fmla="*/ 645749 h 645749"/>
              <a:gd name="connsiteX9" fmla="*/ 296781 w 703172"/>
              <a:gd name="connsiteY9" fmla="*/ 0 h 645749"/>
              <a:gd name="connsiteX0" fmla="*/ 0 w 703172"/>
              <a:gd name="connsiteY0" fmla="*/ 140977 h 648844"/>
              <a:gd name="connsiteX1" fmla="*/ 226634 w 703172"/>
              <a:gd name="connsiteY1" fmla="*/ 141379 h 648844"/>
              <a:gd name="connsiteX2" fmla="*/ 226634 w 703172"/>
              <a:gd name="connsiteY2" fmla="*/ 205526 h 648844"/>
              <a:gd name="connsiteX3" fmla="*/ 168038 w 703172"/>
              <a:gd name="connsiteY3" fmla="*/ 205089 h 648844"/>
              <a:gd name="connsiteX4" fmla="*/ 167619 w 703172"/>
              <a:gd name="connsiteY4" fmla="*/ 88785 h 648844"/>
              <a:gd name="connsiteX5" fmla="*/ 609674 w 703172"/>
              <a:gd name="connsiteY5" fmla="*/ 89045 h 648844"/>
              <a:gd name="connsiteX6" fmla="*/ 703172 w 703172"/>
              <a:gd name="connsiteY6" fmla="*/ 367855 h 648844"/>
              <a:gd name="connsiteX7" fmla="*/ 611497 w 703172"/>
              <a:gd name="connsiteY7" fmla="*/ 647651 h 648844"/>
              <a:gd name="connsiteX8" fmla="*/ 295991 w 703172"/>
              <a:gd name="connsiteY8" fmla="*/ 648844 h 648844"/>
              <a:gd name="connsiteX9" fmla="*/ 295770 w 703172"/>
              <a:gd name="connsiteY9" fmla="*/ 0 h 648844"/>
              <a:gd name="connsiteX0" fmla="*/ 59015 w 535553"/>
              <a:gd name="connsiteY0" fmla="*/ 141379 h 648844"/>
              <a:gd name="connsiteX1" fmla="*/ 59015 w 535553"/>
              <a:gd name="connsiteY1" fmla="*/ 205526 h 648844"/>
              <a:gd name="connsiteX2" fmla="*/ 419 w 535553"/>
              <a:gd name="connsiteY2" fmla="*/ 205089 h 648844"/>
              <a:gd name="connsiteX3" fmla="*/ 0 w 535553"/>
              <a:gd name="connsiteY3" fmla="*/ 88785 h 648844"/>
              <a:gd name="connsiteX4" fmla="*/ 442055 w 535553"/>
              <a:gd name="connsiteY4" fmla="*/ 89045 h 648844"/>
              <a:gd name="connsiteX5" fmla="*/ 535553 w 535553"/>
              <a:gd name="connsiteY5" fmla="*/ 367855 h 648844"/>
              <a:gd name="connsiteX6" fmla="*/ 443878 w 535553"/>
              <a:gd name="connsiteY6" fmla="*/ 647651 h 648844"/>
              <a:gd name="connsiteX7" fmla="*/ 128372 w 535553"/>
              <a:gd name="connsiteY7" fmla="*/ 648844 h 648844"/>
              <a:gd name="connsiteX8" fmla="*/ 128151 w 535553"/>
              <a:gd name="connsiteY8" fmla="*/ 0 h 648844"/>
              <a:gd name="connsiteX0" fmla="*/ 59015 w 535553"/>
              <a:gd name="connsiteY0" fmla="*/ 205526 h 648844"/>
              <a:gd name="connsiteX1" fmla="*/ 419 w 535553"/>
              <a:gd name="connsiteY1" fmla="*/ 205089 h 648844"/>
              <a:gd name="connsiteX2" fmla="*/ 0 w 535553"/>
              <a:gd name="connsiteY2" fmla="*/ 88785 h 648844"/>
              <a:gd name="connsiteX3" fmla="*/ 442055 w 535553"/>
              <a:gd name="connsiteY3" fmla="*/ 89045 h 648844"/>
              <a:gd name="connsiteX4" fmla="*/ 535553 w 535553"/>
              <a:gd name="connsiteY4" fmla="*/ 367855 h 648844"/>
              <a:gd name="connsiteX5" fmla="*/ 443878 w 535553"/>
              <a:gd name="connsiteY5" fmla="*/ 647651 h 648844"/>
              <a:gd name="connsiteX6" fmla="*/ 128372 w 535553"/>
              <a:gd name="connsiteY6" fmla="*/ 648844 h 648844"/>
              <a:gd name="connsiteX7" fmla="*/ 128151 w 535553"/>
              <a:gd name="connsiteY7" fmla="*/ 0 h 648844"/>
              <a:gd name="connsiteX0" fmla="*/ 419 w 535553"/>
              <a:gd name="connsiteY0" fmla="*/ 205089 h 648844"/>
              <a:gd name="connsiteX1" fmla="*/ 0 w 535553"/>
              <a:gd name="connsiteY1" fmla="*/ 88785 h 648844"/>
              <a:gd name="connsiteX2" fmla="*/ 442055 w 535553"/>
              <a:gd name="connsiteY2" fmla="*/ 89045 h 648844"/>
              <a:gd name="connsiteX3" fmla="*/ 535553 w 535553"/>
              <a:gd name="connsiteY3" fmla="*/ 367855 h 648844"/>
              <a:gd name="connsiteX4" fmla="*/ 443878 w 535553"/>
              <a:gd name="connsiteY4" fmla="*/ 647651 h 648844"/>
              <a:gd name="connsiteX5" fmla="*/ 128372 w 535553"/>
              <a:gd name="connsiteY5" fmla="*/ 648844 h 648844"/>
              <a:gd name="connsiteX6" fmla="*/ 128151 w 535553"/>
              <a:gd name="connsiteY6" fmla="*/ 0 h 648844"/>
              <a:gd name="connsiteX0" fmla="*/ 0 w 535553"/>
              <a:gd name="connsiteY0" fmla="*/ 88785 h 648844"/>
              <a:gd name="connsiteX1" fmla="*/ 442055 w 535553"/>
              <a:gd name="connsiteY1" fmla="*/ 89045 h 648844"/>
              <a:gd name="connsiteX2" fmla="*/ 535553 w 535553"/>
              <a:gd name="connsiteY2" fmla="*/ 367855 h 648844"/>
              <a:gd name="connsiteX3" fmla="*/ 443878 w 535553"/>
              <a:gd name="connsiteY3" fmla="*/ 647651 h 648844"/>
              <a:gd name="connsiteX4" fmla="*/ 128372 w 535553"/>
              <a:gd name="connsiteY4" fmla="*/ 648844 h 648844"/>
              <a:gd name="connsiteX5" fmla="*/ 128151 w 535553"/>
              <a:gd name="connsiteY5" fmla="*/ 0 h 648844"/>
              <a:gd name="connsiteX0" fmla="*/ 0 w 646478"/>
              <a:gd name="connsiteY0" fmla="*/ 87901 h 648844"/>
              <a:gd name="connsiteX1" fmla="*/ 552980 w 646478"/>
              <a:gd name="connsiteY1" fmla="*/ 89045 h 648844"/>
              <a:gd name="connsiteX2" fmla="*/ 646478 w 646478"/>
              <a:gd name="connsiteY2" fmla="*/ 367855 h 648844"/>
              <a:gd name="connsiteX3" fmla="*/ 554803 w 646478"/>
              <a:gd name="connsiteY3" fmla="*/ 647651 h 648844"/>
              <a:gd name="connsiteX4" fmla="*/ 239297 w 646478"/>
              <a:gd name="connsiteY4" fmla="*/ 648844 h 648844"/>
              <a:gd name="connsiteX5" fmla="*/ 239076 w 646478"/>
              <a:gd name="connsiteY5" fmla="*/ 0 h 648844"/>
              <a:gd name="connsiteX0" fmla="*/ 0 w 646478"/>
              <a:gd name="connsiteY0" fmla="*/ 115043 h 675986"/>
              <a:gd name="connsiteX1" fmla="*/ 552980 w 646478"/>
              <a:gd name="connsiteY1" fmla="*/ 116187 h 675986"/>
              <a:gd name="connsiteX2" fmla="*/ 646478 w 646478"/>
              <a:gd name="connsiteY2" fmla="*/ 394997 h 675986"/>
              <a:gd name="connsiteX3" fmla="*/ 554803 w 646478"/>
              <a:gd name="connsiteY3" fmla="*/ 674793 h 675986"/>
              <a:gd name="connsiteX4" fmla="*/ 239297 w 646478"/>
              <a:gd name="connsiteY4" fmla="*/ 675986 h 675986"/>
              <a:gd name="connsiteX5" fmla="*/ 239173 w 646478"/>
              <a:gd name="connsiteY5" fmla="*/ 55279 h 675986"/>
              <a:gd name="connsiteX6" fmla="*/ 239076 w 646478"/>
              <a:gd name="connsiteY6" fmla="*/ 27142 h 675986"/>
              <a:gd name="connsiteX0" fmla="*/ 0 w 646478"/>
              <a:gd name="connsiteY0" fmla="*/ 115043 h 675986"/>
              <a:gd name="connsiteX1" fmla="*/ 552980 w 646478"/>
              <a:gd name="connsiteY1" fmla="*/ 116187 h 675986"/>
              <a:gd name="connsiteX2" fmla="*/ 646478 w 646478"/>
              <a:gd name="connsiteY2" fmla="*/ 394997 h 675986"/>
              <a:gd name="connsiteX3" fmla="*/ 554803 w 646478"/>
              <a:gd name="connsiteY3" fmla="*/ 674793 h 675986"/>
              <a:gd name="connsiteX4" fmla="*/ 239297 w 646478"/>
              <a:gd name="connsiteY4" fmla="*/ 675986 h 675986"/>
              <a:gd name="connsiteX5" fmla="*/ 239173 w 646478"/>
              <a:gd name="connsiteY5" fmla="*/ 55279 h 675986"/>
              <a:gd name="connsiteX6" fmla="*/ 239076 w 646478"/>
              <a:gd name="connsiteY6" fmla="*/ 27142 h 675986"/>
              <a:gd name="connsiteX0" fmla="*/ 0 w 646478"/>
              <a:gd name="connsiteY0" fmla="*/ 115043 h 675986"/>
              <a:gd name="connsiteX1" fmla="*/ 552980 w 646478"/>
              <a:gd name="connsiteY1" fmla="*/ 116187 h 675986"/>
              <a:gd name="connsiteX2" fmla="*/ 646478 w 646478"/>
              <a:gd name="connsiteY2" fmla="*/ 394997 h 675986"/>
              <a:gd name="connsiteX3" fmla="*/ 554803 w 646478"/>
              <a:gd name="connsiteY3" fmla="*/ 674793 h 675986"/>
              <a:gd name="connsiteX4" fmla="*/ 239297 w 646478"/>
              <a:gd name="connsiteY4" fmla="*/ 675986 h 675986"/>
              <a:gd name="connsiteX5" fmla="*/ 239173 w 646478"/>
              <a:gd name="connsiteY5" fmla="*/ 55279 h 675986"/>
              <a:gd name="connsiteX6" fmla="*/ 239076 w 646478"/>
              <a:gd name="connsiteY6" fmla="*/ 27142 h 675986"/>
              <a:gd name="connsiteX0" fmla="*/ 0 w 646478"/>
              <a:gd name="connsiteY0" fmla="*/ 115043 h 675986"/>
              <a:gd name="connsiteX1" fmla="*/ 552980 w 646478"/>
              <a:gd name="connsiteY1" fmla="*/ 116187 h 675986"/>
              <a:gd name="connsiteX2" fmla="*/ 646478 w 646478"/>
              <a:gd name="connsiteY2" fmla="*/ 394997 h 675986"/>
              <a:gd name="connsiteX3" fmla="*/ 554803 w 646478"/>
              <a:gd name="connsiteY3" fmla="*/ 674793 h 675986"/>
              <a:gd name="connsiteX4" fmla="*/ 239297 w 646478"/>
              <a:gd name="connsiteY4" fmla="*/ 675986 h 675986"/>
              <a:gd name="connsiteX5" fmla="*/ 239173 w 646478"/>
              <a:gd name="connsiteY5" fmla="*/ 55279 h 675986"/>
              <a:gd name="connsiteX6" fmla="*/ 239076 w 646478"/>
              <a:gd name="connsiteY6" fmla="*/ 27142 h 675986"/>
              <a:gd name="connsiteX0" fmla="*/ 0 w 963608"/>
              <a:gd name="connsiteY0" fmla="*/ 107020 h 667963"/>
              <a:gd name="connsiteX1" fmla="*/ 552980 w 963608"/>
              <a:gd name="connsiteY1" fmla="*/ 108164 h 667963"/>
              <a:gd name="connsiteX2" fmla="*/ 646478 w 963608"/>
              <a:gd name="connsiteY2" fmla="*/ 386974 h 667963"/>
              <a:gd name="connsiteX3" fmla="*/ 554803 w 963608"/>
              <a:gd name="connsiteY3" fmla="*/ 666770 h 667963"/>
              <a:gd name="connsiteX4" fmla="*/ 239297 w 963608"/>
              <a:gd name="connsiteY4" fmla="*/ 667963 h 667963"/>
              <a:gd name="connsiteX5" fmla="*/ 239173 w 963608"/>
              <a:gd name="connsiteY5" fmla="*/ 47256 h 667963"/>
              <a:gd name="connsiteX6" fmla="*/ 963608 w 963608"/>
              <a:gd name="connsiteY6" fmla="*/ 46389 h 667963"/>
              <a:gd name="connsiteX0" fmla="*/ 0 w 963608"/>
              <a:gd name="connsiteY0" fmla="*/ 60631 h 621574"/>
              <a:gd name="connsiteX1" fmla="*/ 552980 w 963608"/>
              <a:gd name="connsiteY1" fmla="*/ 61775 h 621574"/>
              <a:gd name="connsiteX2" fmla="*/ 646478 w 963608"/>
              <a:gd name="connsiteY2" fmla="*/ 340585 h 621574"/>
              <a:gd name="connsiteX3" fmla="*/ 554803 w 963608"/>
              <a:gd name="connsiteY3" fmla="*/ 620381 h 621574"/>
              <a:gd name="connsiteX4" fmla="*/ 239297 w 963608"/>
              <a:gd name="connsiteY4" fmla="*/ 621574 h 621574"/>
              <a:gd name="connsiteX5" fmla="*/ 239173 w 963608"/>
              <a:gd name="connsiteY5" fmla="*/ 867 h 621574"/>
              <a:gd name="connsiteX6" fmla="*/ 963608 w 963608"/>
              <a:gd name="connsiteY6" fmla="*/ 0 h 621574"/>
              <a:gd name="connsiteX0" fmla="*/ 0 w 963608"/>
              <a:gd name="connsiteY0" fmla="*/ 60631 h 621574"/>
              <a:gd name="connsiteX1" fmla="*/ 552980 w 963608"/>
              <a:gd name="connsiteY1" fmla="*/ 61775 h 621574"/>
              <a:gd name="connsiteX2" fmla="*/ 646478 w 963608"/>
              <a:gd name="connsiteY2" fmla="*/ 340585 h 621574"/>
              <a:gd name="connsiteX3" fmla="*/ 554803 w 963608"/>
              <a:gd name="connsiteY3" fmla="*/ 620381 h 621574"/>
              <a:gd name="connsiteX4" fmla="*/ 239297 w 963608"/>
              <a:gd name="connsiteY4" fmla="*/ 621574 h 621574"/>
              <a:gd name="connsiteX5" fmla="*/ 239173 w 963608"/>
              <a:gd name="connsiteY5" fmla="*/ 867 h 621574"/>
              <a:gd name="connsiteX6" fmla="*/ 963608 w 963608"/>
              <a:gd name="connsiteY6" fmla="*/ 0 h 621574"/>
              <a:gd name="connsiteX0" fmla="*/ 0 w 1017378"/>
              <a:gd name="connsiteY0" fmla="*/ 61293 h 622236"/>
              <a:gd name="connsiteX1" fmla="*/ 552980 w 1017378"/>
              <a:gd name="connsiteY1" fmla="*/ 62437 h 622236"/>
              <a:gd name="connsiteX2" fmla="*/ 646478 w 1017378"/>
              <a:gd name="connsiteY2" fmla="*/ 341247 h 622236"/>
              <a:gd name="connsiteX3" fmla="*/ 554803 w 1017378"/>
              <a:gd name="connsiteY3" fmla="*/ 621043 h 622236"/>
              <a:gd name="connsiteX4" fmla="*/ 239297 w 1017378"/>
              <a:gd name="connsiteY4" fmla="*/ 622236 h 622236"/>
              <a:gd name="connsiteX5" fmla="*/ 239173 w 1017378"/>
              <a:gd name="connsiteY5" fmla="*/ 1529 h 622236"/>
              <a:gd name="connsiteX6" fmla="*/ 963608 w 1017378"/>
              <a:gd name="connsiteY6" fmla="*/ 662 h 622236"/>
              <a:gd name="connsiteX7" fmla="*/ 963986 w 1017378"/>
              <a:gd name="connsiteY7" fmla="*/ 0 h 622236"/>
              <a:gd name="connsiteX0" fmla="*/ 0 w 1017951"/>
              <a:gd name="connsiteY0" fmla="*/ 61293 h 622236"/>
              <a:gd name="connsiteX1" fmla="*/ 552980 w 1017951"/>
              <a:gd name="connsiteY1" fmla="*/ 62437 h 622236"/>
              <a:gd name="connsiteX2" fmla="*/ 646478 w 1017951"/>
              <a:gd name="connsiteY2" fmla="*/ 341247 h 622236"/>
              <a:gd name="connsiteX3" fmla="*/ 554803 w 1017951"/>
              <a:gd name="connsiteY3" fmla="*/ 621043 h 622236"/>
              <a:gd name="connsiteX4" fmla="*/ 239297 w 1017951"/>
              <a:gd name="connsiteY4" fmla="*/ 622236 h 622236"/>
              <a:gd name="connsiteX5" fmla="*/ 239173 w 1017951"/>
              <a:gd name="connsiteY5" fmla="*/ 1529 h 622236"/>
              <a:gd name="connsiteX6" fmla="*/ 963608 w 1017951"/>
              <a:gd name="connsiteY6" fmla="*/ 662 h 622236"/>
              <a:gd name="connsiteX7" fmla="*/ 951098 w 1017951"/>
              <a:gd name="connsiteY7" fmla="*/ 135789 h 622236"/>
              <a:gd name="connsiteX8" fmla="*/ 963986 w 1017951"/>
              <a:gd name="connsiteY8" fmla="*/ 0 h 622236"/>
              <a:gd name="connsiteX0" fmla="*/ 0 w 1017951"/>
              <a:gd name="connsiteY0" fmla="*/ 61293 h 622236"/>
              <a:gd name="connsiteX1" fmla="*/ 552980 w 1017951"/>
              <a:gd name="connsiteY1" fmla="*/ 62437 h 622236"/>
              <a:gd name="connsiteX2" fmla="*/ 646478 w 1017951"/>
              <a:gd name="connsiteY2" fmla="*/ 341247 h 622236"/>
              <a:gd name="connsiteX3" fmla="*/ 554803 w 1017951"/>
              <a:gd name="connsiteY3" fmla="*/ 621043 h 622236"/>
              <a:gd name="connsiteX4" fmla="*/ 239297 w 1017951"/>
              <a:gd name="connsiteY4" fmla="*/ 622236 h 622236"/>
              <a:gd name="connsiteX5" fmla="*/ 239173 w 1017951"/>
              <a:gd name="connsiteY5" fmla="*/ 1529 h 622236"/>
              <a:gd name="connsiteX6" fmla="*/ 963608 w 1017951"/>
              <a:gd name="connsiteY6" fmla="*/ 662 h 622236"/>
              <a:gd name="connsiteX7" fmla="*/ 951098 w 1017951"/>
              <a:gd name="connsiteY7" fmla="*/ 135789 h 622236"/>
              <a:gd name="connsiteX8" fmla="*/ 966134 w 1017951"/>
              <a:gd name="connsiteY8" fmla="*/ 77750 h 622236"/>
              <a:gd name="connsiteX9" fmla="*/ 963986 w 1017951"/>
              <a:gd name="connsiteY9" fmla="*/ 0 h 622236"/>
              <a:gd name="connsiteX0" fmla="*/ 0 w 1017951"/>
              <a:gd name="connsiteY0" fmla="*/ 61293 h 622236"/>
              <a:gd name="connsiteX1" fmla="*/ 552980 w 1017951"/>
              <a:gd name="connsiteY1" fmla="*/ 62437 h 622236"/>
              <a:gd name="connsiteX2" fmla="*/ 646478 w 1017951"/>
              <a:gd name="connsiteY2" fmla="*/ 341247 h 622236"/>
              <a:gd name="connsiteX3" fmla="*/ 554803 w 1017951"/>
              <a:gd name="connsiteY3" fmla="*/ 621043 h 622236"/>
              <a:gd name="connsiteX4" fmla="*/ 239297 w 1017951"/>
              <a:gd name="connsiteY4" fmla="*/ 622236 h 622236"/>
              <a:gd name="connsiteX5" fmla="*/ 239173 w 1017951"/>
              <a:gd name="connsiteY5" fmla="*/ 1529 h 622236"/>
              <a:gd name="connsiteX6" fmla="*/ 963608 w 1017951"/>
              <a:gd name="connsiteY6" fmla="*/ 662 h 622236"/>
              <a:gd name="connsiteX7" fmla="*/ 951098 w 1017951"/>
              <a:gd name="connsiteY7" fmla="*/ 135789 h 622236"/>
              <a:gd name="connsiteX8" fmla="*/ 866257 w 1017951"/>
              <a:gd name="connsiteY8" fmla="*/ 165356 h 622236"/>
              <a:gd name="connsiteX9" fmla="*/ 963986 w 1017951"/>
              <a:gd name="connsiteY9" fmla="*/ 0 h 622236"/>
              <a:gd name="connsiteX0" fmla="*/ 0 w 1017951"/>
              <a:gd name="connsiteY0" fmla="*/ 60632 h 621575"/>
              <a:gd name="connsiteX1" fmla="*/ 552980 w 1017951"/>
              <a:gd name="connsiteY1" fmla="*/ 61776 h 621575"/>
              <a:gd name="connsiteX2" fmla="*/ 646478 w 1017951"/>
              <a:gd name="connsiteY2" fmla="*/ 340586 h 621575"/>
              <a:gd name="connsiteX3" fmla="*/ 554803 w 1017951"/>
              <a:gd name="connsiteY3" fmla="*/ 620382 h 621575"/>
              <a:gd name="connsiteX4" fmla="*/ 239297 w 1017951"/>
              <a:gd name="connsiteY4" fmla="*/ 621575 h 621575"/>
              <a:gd name="connsiteX5" fmla="*/ 239173 w 1017951"/>
              <a:gd name="connsiteY5" fmla="*/ 868 h 621575"/>
              <a:gd name="connsiteX6" fmla="*/ 963608 w 1017951"/>
              <a:gd name="connsiteY6" fmla="*/ 1 h 621575"/>
              <a:gd name="connsiteX7" fmla="*/ 951098 w 1017951"/>
              <a:gd name="connsiteY7" fmla="*/ 135128 h 621575"/>
              <a:gd name="connsiteX8" fmla="*/ 866257 w 1017951"/>
              <a:gd name="connsiteY8" fmla="*/ 164695 h 621575"/>
              <a:gd name="connsiteX9" fmla="*/ 844778 w 1017951"/>
              <a:gd name="connsiteY9" fmla="*/ 94610 h 621575"/>
              <a:gd name="connsiteX0" fmla="*/ 0 w 1021401"/>
              <a:gd name="connsiteY0" fmla="*/ 60632 h 621575"/>
              <a:gd name="connsiteX1" fmla="*/ 552980 w 1021401"/>
              <a:gd name="connsiteY1" fmla="*/ 61776 h 621575"/>
              <a:gd name="connsiteX2" fmla="*/ 646478 w 1021401"/>
              <a:gd name="connsiteY2" fmla="*/ 340586 h 621575"/>
              <a:gd name="connsiteX3" fmla="*/ 554803 w 1021401"/>
              <a:gd name="connsiteY3" fmla="*/ 620382 h 621575"/>
              <a:gd name="connsiteX4" fmla="*/ 239297 w 1021401"/>
              <a:gd name="connsiteY4" fmla="*/ 621575 h 621575"/>
              <a:gd name="connsiteX5" fmla="*/ 239173 w 1021401"/>
              <a:gd name="connsiteY5" fmla="*/ 868 h 621575"/>
              <a:gd name="connsiteX6" fmla="*/ 963608 w 1021401"/>
              <a:gd name="connsiteY6" fmla="*/ 1 h 621575"/>
              <a:gd name="connsiteX7" fmla="*/ 965060 w 1021401"/>
              <a:gd name="connsiteY7" fmla="*/ 63948 h 621575"/>
              <a:gd name="connsiteX8" fmla="*/ 866257 w 1021401"/>
              <a:gd name="connsiteY8" fmla="*/ 164695 h 621575"/>
              <a:gd name="connsiteX9" fmla="*/ 844778 w 1021401"/>
              <a:gd name="connsiteY9" fmla="*/ 94610 h 621575"/>
              <a:gd name="connsiteX0" fmla="*/ 0 w 1021401"/>
              <a:gd name="connsiteY0" fmla="*/ 60632 h 621575"/>
              <a:gd name="connsiteX1" fmla="*/ 552980 w 1021401"/>
              <a:gd name="connsiteY1" fmla="*/ 61776 h 621575"/>
              <a:gd name="connsiteX2" fmla="*/ 646478 w 1021401"/>
              <a:gd name="connsiteY2" fmla="*/ 340586 h 621575"/>
              <a:gd name="connsiteX3" fmla="*/ 554803 w 1021401"/>
              <a:gd name="connsiteY3" fmla="*/ 620382 h 621575"/>
              <a:gd name="connsiteX4" fmla="*/ 239297 w 1021401"/>
              <a:gd name="connsiteY4" fmla="*/ 621575 h 621575"/>
              <a:gd name="connsiteX5" fmla="*/ 239173 w 1021401"/>
              <a:gd name="connsiteY5" fmla="*/ 868 h 621575"/>
              <a:gd name="connsiteX6" fmla="*/ 963608 w 1021401"/>
              <a:gd name="connsiteY6" fmla="*/ 1 h 621575"/>
              <a:gd name="connsiteX7" fmla="*/ 965060 w 1021401"/>
              <a:gd name="connsiteY7" fmla="*/ 63948 h 621575"/>
              <a:gd name="connsiteX8" fmla="*/ 907067 w 1021401"/>
              <a:gd name="connsiteY8" fmla="*/ 65043 h 621575"/>
              <a:gd name="connsiteX9" fmla="*/ 844778 w 1021401"/>
              <a:gd name="connsiteY9" fmla="*/ 94610 h 621575"/>
              <a:gd name="connsiteX0" fmla="*/ 0 w 1021401"/>
              <a:gd name="connsiteY0" fmla="*/ 134663 h 695606"/>
              <a:gd name="connsiteX1" fmla="*/ 552980 w 1021401"/>
              <a:gd name="connsiteY1" fmla="*/ 135807 h 695606"/>
              <a:gd name="connsiteX2" fmla="*/ 646478 w 1021401"/>
              <a:gd name="connsiteY2" fmla="*/ 414617 h 695606"/>
              <a:gd name="connsiteX3" fmla="*/ 554803 w 1021401"/>
              <a:gd name="connsiteY3" fmla="*/ 694413 h 695606"/>
              <a:gd name="connsiteX4" fmla="*/ 239297 w 1021401"/>
              <a:gd name="connsiteY4" fmla="*/ 695606 h 695606"/>
              <a:gd name="connsiteX5" fmla="*/ 239173 w 1021401"/>
              <a:gd name="connsiteY5" fmla="*/ 74899 h 695606"/>
              <a:gd name="connsiteX6" fmla="*/ 963608 w 1021401"/>
              <a:gd name="connsiteY6" fmla="*/ 74032 h 695606"/>
              <a:gd name="connsiteX7" fmla="*/ 965060 w 1021401"/>
              <a:gd name="connsiteY7" fmla="*/ 137979 h 695606"/>
              <a:gd name="connsiteX8" fmla="*/ 907067 w 1021401"/>
              <a:gd name="connsiteY8" fmla="*/ 139074 h 695606"/>
              <a:gd name="connsiteX9" fmla="*/ 905993 w 1021401"/>
              <a:gd name="connsiteY9" fmla="*/ 0 h 695606"/>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7979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7979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7979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7979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8693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8693 h 694511"/>
              <a:gd name="connsiteX9" fmla="*/ 907067 w 1021401"/>
              <a:gd name="connsiteY9" fmla="*/ 0 h 694511"/>
              <a:gd name="connsiteX0" fmla="*/ 0 w 1021585"/>
              <a:gd name="connsiteY0" fmla="*/ 133568 h 694511"/>
              <a:gd name="connsiteX1" fmla="*/ 552980 w 1021585"/>
              <a:gd name="connsiteY1" fmla="*/ 134712 h 694511"/>
              <a:gd name="connsiteX2" fmla="*/ 646478 w 1021585"/>
              <a:gd name="connsiteY2" fmla="*/ 413522 h 694511"/>
              <a:gd name="connsiteX3" fmla="*/ 554803 w 1021585"/>
              <a:gd name="connsiteY3" fmla="*/ 693318 h 694511"/>
              <a:gd name="connsiteX4" fmla="*/ 239297 w 1021585"/>
              <a:gd name="connsiteY4" fmla="*/ 694511 h 694511"/>
              <a:gd name="connsiteX5" fmla="*/ 239173 w 1021585"/>
              <a:gd name="connsiteY5" fmla="*/ 73804 h 694511"/>
              <a:gd name="connsiteX6" fmla="*/ 963608 w 1021585"/>
              <a:gd name="connsiteY6" fmla="*/ 72937 h 694511"/>
              <a:gd name="connsiteX7" fmla="*/ 965760 w 1021585"/>
              <a:gd name="connsiteY7" fmla="*/ 146166 h 694511"/>
              <a:gd name="connsiteX8" fmla="*/ 907067 w 1021585"/>
              <a:gd name="connsiteY8" fmla="*/ 138693 h 694511"/>
              <a:gd name="connsiteX9" fmla="*/ 907067 w 1021585"/>
              <a:gd name="connsiteY9" fmla="*/ 0 h 694511"/>
              <a:gd name="connsiteX0" fmla="*/ 0 w 1021771"/>
              <a:gd name="connsiteY0" fmla="*/ 133568 h 694511"/>
              <a:gd name="connsiteX1" fmla="*/ 552980 w 1021771"/>
              <a:gd name="connsiteY1" fmla="*/ 134712 h 694511"/>
              <a:gd name="connsiteX2" fmla="*/ 646478 w 1021771"/>
              <a:gd name="connsiteY2" fmla="*/ 413522 h 694511"/>
              <a:gd name="connsiteX3" fmla="*/ 554803 w 1021771"/>
              <a:gd name="connsiteY3" fmla="*/ 693318 h 694511"/>
              <a:gd name="connsiteX4" fmla="*/ 239297 w 1021771"/>
              <a:gd name="connsiteY4" fmla="*/ 694511 h 694511"/>
              <a:gd name="connsiteX5" fmla="*/ 239173 w 1021771"/>
              <a:gd name="connsiteY5" fmla="*/ 73804 h 694511"/>
              <a:gd name="connsiteX6" fmla="*/ 963608 w 1021771"/>
              <a:gd name="connsiteY6" fmla="*/ 72937 h 694511"/>
              <a:gd name="connsiteX7" fmla="*/ 966461 w 1021771"/>
              <a:gd name="connsiteY7" fmla="*/ 136884 h 694511"/>
              <a:gd name="connsiteX8" fmla="*/ 907067 w 1021771"/>
              <a:gd name="connsiteY8" fmla="*/ 138693 h 694511"/>
              <a:gd name="connsiteX9" fmla="*/ 907067 w 1021771"/>
              <a:gd name="connsiteY9" fmla="*/ 0 h 694511"/>
              <a:gd name="connsiteX0" fmla="*/ 0 w 966461"/>
              <a:gd name="connsiteY0" fmla="*/ 133568 h 694511"/>
              <a:gd name="connsiteX1" fmla="*/ 552980 w 966461"/>
              <a:gd name="connsiteY1" fmla="*/ 134712 h 694511"/>
              <a:gd name="connsiteX2" fmla="*/ 646478 w 966461"/>
              <a:gd name="connsiteY2" fmla="*/ 413522 h 694511"/>
              <a:gd name="connsiteX3" fmla="*/ 554803 w 966461"/>
              <a:gd name="connsiteY3" fmla="*/ 693318 h 694511"/>
              <a:gd name="connsiteX4" fmla="*/ 239297 w 966461"/>
              <a:gd name="connsiteY4" fmla="*/ 694511 h 694511"/>
              <a:gd name="connsiteX5" fmla="*/ 239173 w 966461"/>
              <a:gd name="connsiteY5" fmla="*/ 73804 h 694511"/>
              <a:gd name="connsiteX6" fmla="*/ 963608 w 966461"/>
              <a:gd name="connsiteY6" fmla="*/ 72937 h 694511"/>
              <a:gd name="connsiteX7" fmla="*/ 966461 w 966461"/>
              <a:gd name="connsiteY7" fmla="*/ 136884 h 694511"/>
              <a:gd name="connsiteX8" fmla="*/ 907067 w 966461"/>
              <a:gd name="connsiteY8" fmla="*/ 138693 h 694511"/>
              <a:gd name="connsiteX9" fmla="*/ 907067 w 966461"/>
              <a:gd name="connsiteY9" fmla="*/ 0 h 694511"/>
              <a:gd name="connsiteX0" fmla="*/ 0 w 967328"/>
              <a:gd name="connsiteY0" fmla="*/ 133568 h 694511"/>
              <a:gd name="connsiteX1" fmla="*/ 552980 w 967328"/>
              <a:gd name="connsiteY1" fmla="*/ 134712 h 694511"/>
              <a:gd name="connsiteX2" fmla="*/ 646478 w 967328"/>
              <a:gd name="connsiteY2" fmla="*/ 413522 h 694511"/>
              <a:gd name="connsiteX3" fmla="*/ 554803 w 967328"/>
              <a:gd name="connsiteY3" fmla="*/ 693318 h 694511"/>
              <a:gd name="connsiteX4" fmla="*/ 239297 w 967328"/>
              <a:gd name="connsiteY4" fmla="*/ 694511 h 694511"/>
              <a:gd name="connsiteX5" fmla="*/ 239173 w 967328"/>
              <a:gd name="connsiteY5" fmla="*/ 73804 h 694511"/>
              <a:gd name="connsiteX6" fmla="*/ 965709 w 967328"/>
              <a:gd name="connsiteY6" fmla="*/ 72937 h 694511"/>
              <a:gd name="connsiteX7" fmla="*/ 966461 w 967328"/>
              <a:gd name="connsiteY7" fmla="*/ 136884 h 694511"/>
              <a:gd name="connsiteX8" fmla="*/ 907067 w 967328"/>
              <a:gd name="connsiteY8" fmla="*/ 138693 h 694511"/>
              <a:gd name="connsiteX9" fmla="*/ 907067 w 967328"/>
              <a:gd name="connsiteY9" fmla="*/ 0 h 694511"/>
              <a:gd name="connsiteX0" fmla="*/ 0 w 966461"/>
              <a:gd name="connsiteY0" fmla="*/ 133568 h 694511"/>
              <a:gd name="connsiteX1" fmla="*/ 552980 w 966461"/>
              <a:gd name="connsiteY1" fmla="*/ 134712 h 694511"/>
              <a:gd name="connsiteX2" fmla="*/ 646478 w 966461"/>
              <a:gd name="connsiteY2" fmla="*/ 413522 h 694511"/>
              <a:gd name="connsiteX3" fmla="*/ 554803 w 966461"/>
              <a:gd name="connsiteY3" fmla="*/ 693318 h 694511"/>
              <a:gd name="connsiteX4" fmla="*/ 239297 w 966461"/>
              <a:gd name="connsiteY4" fmla="*/ 694511 h 694511"/>
              <a:gd name="connsiteX5" fmla="*/ 239173 w 966461"/>
              <a:gd name="connsiteY5" fmla="*/ 73804 h 694511"/>
              <a:gd name="connsiteX6" fmla="*/ 965709 w 966461"/>
              <a:gd name="connsiteY6" fmla="*/ 72937 h 694511"/>
              <a:gd name="connsiteX7" fmla="*/ 966461 w 966461"/>
              <a:gd name="connsiteY7" fmla="*/ 136884 h 694511"/>
              <a:gd name="connsiteX8" fmla="*/ 907067 w 966461"/>
              <a:gd name="connsiteY8" fmla="*/ 138693 h 694511"/>
              <a:gd name="connsiteX9" fmla="*/ 907067 w 966461"/>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7067 w 965875"/>
              <a:gd name="connsiteY8" fmla="*/ 138693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6367 w 965875"/>
              <a:gd name="connsiteY8" fmla="*/ 15511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2866 w 965875"/>
              <a:gd name="connsiteY8" fmla="*/ 157257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7768 w 965875"/>
              <a:gd name="connsiteY8" fmla="*/ 139407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3681 h 694511"/>
              <a:gd name="connsiteX7" fmla="*/ 965761 w 965875"/>
              <a:gd name="connsiteY7" fmla="*/ 139026 h 694511"/>
              <a:gd name="connsiteX8" fmla="*/ 907768 w 965875"/>
              <a:gd name="connsiteY8" fmla="*/ 139407 h 694511"/>
              <a:gd name="connsiteX9" fmla="*/ 907067 w 965875"/>
              <a:gd name="connsiteY9" fmla="*/ 0 h 694511"/>
              <a:gd name="connsiteX0" fmla="*/ 0 w 965875"/>
              <a:gd name="connsiteY0" fmla="*/ 132824 h 693767"/>
              <a:gd name="connsiteX1" fmla="*/ 552980 w 965875"/>
              <a:gd name="connsiteY1" fmla="*/ 133968 h 693767"/>
              <a:gd name="connsiteX2" fmla="*/ 646478 w 965875"/>
              <a:gd name="connsiteY2" fmla="*/ 412778 h 693767"/>
              <a:gd name="connsiteX3" fmla="*/ 554803 w 965875"/>
              <a:gd name="connsiteY3" fmla="*/ 692574 h 693767"/>
              <a:gd name="connsiteX4" fmla="*/ 239297 w 965875"/>
              <a:gd name="connsiteY4" fmla="*/ 693767 h 693767"/>
              <a:gd name="connsiteX5" fmla="*/ 239173 w 965875"/>
              <a:gd name="connsiteY5" fmla="*/ 73060 h 693767"/>
              <a:gd name="connsiteX6" fmla="*/ 965709 w 965875"/>
              <a:gd name="connsiteY6" fmla="*/ 72937 h 693767"/>
              <a:gd name="connsiteX7" fmla="*/ 965761 w 965875"/>
              <a:gd name="connsiteY7" fmla="*/ 138282 h 693767"/>
              <a:gd name="connsiteX8" fmla="*/ 907768 w 965875"/>
              <a:gd name="connsiteY8" fmla="*/ 138663 h 693767"/>
              <a:gd name="connsiteX9" fmla="*/ 908527 w 965875"/>
              <a:gd name="connsiteY9" fmla="*/ 0 h 693767"/>
              <a:gd name="connsiteX0" fmla="*/ 0 w 965875"/>
              <a:gd name="connsiteY0" fmla="*/ 135799 h 696742"/>
              <a:gd name="connsiteX1" fmla="*/ 552980 w 965875"/>
              <a:gd name="connsiteY1" fmla="*/ 136943 h 696742"/>
              <a:gd name="connsiteX2" fmla="*/ 646478 w 965875"/>
              <a:gd name="connsiteY2" fmla="*/ 415753 h 696742"/>
              <a:gd name="connsiteX3" fmla="*/ 554803 w 965875"/>
              <a:gd name="connsiteY3" fmla="*/ 695549 h 696742"/>
              <a:gd name="connsiteX4" fmla="*/ 239297 w 965875"/>
              <a:gd name="connsiteY4" fmla="*/ 696742 h 696742"/>
              <a:gd name="connsiteX5" fmla="*/ 239173 w 965875"/>
              <a:gd name="connsiteY5" fmla="*/ 76035 h 696742"/>
              <a:gd name="connsiteX6" fmla="*/ 965709 w 965875"/>
              <a:gd name="connsiteY6" fmla="*/ 75912 h 696742"/>
              <a:gd name="connsiteX7" fmla="*/ 965761 w 965875"/>
              <a:gd name="connsiteY7" fmla="*/ 141257 h 696742"/>
              <a:gd name="connsiteX8" fmla="*/ 907768 w 965875"/>
              <a:gd name="connsiteY8" fmla="*/ 141638 h 696742"/>
              <a:gd name="connsiteX9" fmla="*/ 907798 w 965875"/>
              <a:gd name="connsiteY9" fmla="*/ 0 h 696742"/>
              <a:gd name="connsiteX0" fmla="*/ 0 w 1626729"/>
              <a:gd name="connsiteY0" fmla="*/ 133485 h 696742"/>
              <a:gd name="connsiteX1" fmla="*/ 1213834 w 1626729"/>
              <a:gd name="connsiteY1" fmla="*/ 136943 h 696742"/>
              <a:gd name="connsiteX2" fmla="*/ 1307332 w 1626729"/>
              <a:gd name="connsiteY2" fmla="*/ 415753 h 696742"/>
              <a:gd name="connsiteX3" fmla="*/ 1215657 w 1626729"/>
              <a:gd name="connsiteY3" fmla="*/ 695549 h 696742"/>
              <a:gd name="connsiteX4" fmla="*/ 900151 w 1626729"/>
              <a:gd name="connsiteY4" fmla="*/ 696742 h 696742"/>
              <a:gd name="connsiteX5" fmla="*/ 900027 w 1626729"/>
              <a:gd name="connsiteY5" fmla="*/ 76035 h 696742"/>
              <a:gd name="connsiteX6" fmla="*/ 1626563 w 1626729"/>
              <a:gd name="connsiteY6" fmla="*/ 75912 h 696742"/>
              <a:gd name="connsiteX7" fmla="*/ 1626615 w 1626729"/>
              <a:gd name="connsiteY7" fmla="*/ 141257 h 696742"/>
              <a:gd name="connsiteX8" fmla="*/ 1568622 w 1626729"/>
              <a:gd name="connsiteY8" fmla="*/ 141638 h 696742"/>
              <a:gd name="connsiteX9" fmla="*/ 1568652 w 1626729"/>
              <a:gd name="connsiteY9" fmla="*/ 0 h 696742"/>
              <a:gd name="connsiteX0" fmla="*/ 0 w 1626729"/>
              <a:gd name="connsiteY0" fmla="*/ 133485 h 696742"/>
              <a:gd name="connsiteX1" fmla="*/ 1213834 w 1626729"/>
              <a:gd name="connsiteY1" fmla="*/ 136943 h 696742"/>
              <a:gd name="connsiteX2" fmla="*/ 1307332 w 1626729"/>
              <a:gd name="connsiteY2" fmla="*/ 415753 h 696742"/>
              <a:gd name="connsiteX3" fmla="*/ 1215657 w 1626729"/>
              <a:gd name="connsiteY3" fmla="*/ 695549 h 696742"/>
              <a:gd name="connsiteX4" fmla="*/ 900151 w 1626729"/>
              <a:gd name="connsiteY4" fmla="*/ 696742 h 696742"/>
              <a:gd name="connsiteX5" fmla="*/ 897756 w 1626729"/>
              <a:gd name="connsiteY5" fmla="*/ 27407 h 696742"/>
              <a:gd name="connsiteX6" fmla="*/ 1626563 w 1626729"/>
              <a:gd name="connsiteY6" fmla="*/ 75912 h 696742"/>
              <a:gd name="connsiteX7" fmla="*/ 1626615 w 1626729"/>
              <a:gd name="connsiteY7" fmla="*/ 141257 h 696742"/>
              <a:gd name="connsiteX8" fmla="*/ 1568622 w 1626729"/>
              <a:gd name="connsiteY8" fmla="*/ 141638 h 696742"/>
              <a:gd name="connsiteX9" fmla="*/ 1568652 w 1626729"/>
              <a:gd name="connsiteY9" fmla="*/ 0 h 696742"/>
              <a:gd name="connsiteX0" fmla="*/ 0 w 1626729"/>
              <a:gd name="connsiteY0" fmla="*/ 133485 h 696742"/>
              <a:gd name="connsiteX1" fmla="*/ 1213834 w 1626729"/>
              <a:gd name="connsiteY1" fmla="*/ 136943 h 696742"/>
              <a:gd name="connsiteX2" fmla="*/ 1307332 w 1626729"/>
              <a:gd name="connsiteY2" fmla="*/ 415753 h 696742"/>
              <a:gd name="connsiteX3" fmla="*/ 1215657 w 1626729"/>
              <a:gd name="connsiteY3" fmla="*/ 695549 h 696742"/>
              <a:gd name="connsiteX4" fmla="*/ 900151 w 1626729"/>
              <a:gd name="connsiteY4" fmla="*/ 696742 h 696742"/>
              <a:gd name="connsiteX5" fmla="*/ 902298 w 1626729"/>
              <a:gd name="connsiteY5" fmla="*/ 25091 h 696742"/>
              <a:gd name="connsiteX6" fmla="*/ 1626563 w 1626729"/>
              <a:gd name="connsiteY6" fmla="*/ 75912 h 696742"/>
              <a:gd name="connsiteX7" fmla="*/ 1626615 w 1626729"/>
              <a:gd name="connsiteY7" fmla="*/ 141257 h 696742"/>
              <a:gd name="connsiteX8" fmla="*/ 1568622 w 1626729"/>
              <a:gd name="connsiteY8" fmla="*/ 141638 h 696742"/>
              <a:gd name="connsiteX9" fmla="*/ 1568652 w 1626729"/>
              <a:gd name="connsiteY9" fmla="*/ 0 h 696742"/>
              <a:gd name="connsiteX0" fmla="*/ 0 w 1626729"/>
              <a:gd name="connsiteY0" fmla="*/ 133485 h 696742"/>
              <a:gd name="connsiteX1" fmla="*/ 1213834 w 1626729"/>
              <a:gd name="connsiteY1" fmla="*/ 136943 h 696742"/>
              <a:gd name="connsiteX2" fmla="*/ 1307332 w 1626729"/>
              <a:gd name="connsiteY2" fmla="*/ 415753 h 696742"/>
              <a:gd name="connsiteX3" fmla="*/ 1215657 w 1626729"/>
              <a:gd name="connsiteY3" fmla="*/ 695549 h 696742"/>
              <a:gd name="connsiteX4" fmla="*/ 900151 w 1626729"/>
              <a:gd name="connsiteY4" fmla="*/ 696742 h 696742"/>
              <a:gd name="connsiteX5" fmla="*/ 897756 w 1626729"/>
              <a:gd name="connsiteY5" fmla="*/ 25091 h 696742"/>
              <a:gd name="connsiteX6" fmla="*/ 1626563 w 1626729"/>
              <a:gd name="connsiteY6" fmla="*/ 75912 h 696742"/>
              <a:gd name="connsiteX7" fmla="*/ 1626615 w 1626729"/>
              <a:gd name="connsiteY7" fmla="*/ 141257 h 696742"/>
              <a:gd name="connsiteX8" fmla="*/ 1568622 w 1626729"/>
              <a:gd name="connsiteY8" fmla="*/ 141638 h 696742"/>
              <a:gd name="connsiteX9" fmla="*/ 1568652 w 1626729"/>
              <a:gd name="connsiteY9" fmla="*/ 0 h 696742"/>
              <a:gd name="connsiteX0" fmla="*/ 0 w 1626615"/>
              <a:gd name="connsiteY0" fmla="*/ 133485 h 696742"/>
              <a:gd name="connsiteX1" fmla="*/ 1213834 w 1626615"/>
              <a:gd name="connsiteY1" fmla="*/ 136943 h 696742"/>
              <a:gd name="connsiteX2" fmla="*/ 1307332 w 1626615"/>
              <a:gd name="connsiteY2" fmla="*/ 415753 h 696742"/>
              <a:gd name="connsiteX3" fmla="*/ 1215657 w 1626615"/>
              <a:gd name="connsiteY3" fmla="*/ 695549 h 696742"/>
              <a:gd name="connsiteX4" fmla="*/ 900151 w 1626615"/>
              <a:gd name="connsiteY4" fmla="*/ 696742 h 696742"/>
              <a:gd name="connsiteX5" fmla="*/ 897756 w 1626615"/>
              <a:gd name="connsiteY5" fmla="*/ 25091 h 696742"/>
              <a:gd name="connsiteX6" fmla="*/ 1508472 w 1626615"/>
              <a:gd name="connsiteY6" fmla="*/ 27284 h 696742"/>
              <a:gd name="connsiteX7" fmla="*/ 1626615 w 1626615"/>
              <a:gd name="connsiteY7" fmla="*/ 141257 h 696742"/>
              <a:gd name="connsiteX8" fmla="*/ 1568622 w 1626615"/>
              <a:gd name="connsiteY8" fmla="*/ 141638 h 696742"/>
              <a:gd name="connsiteX9" fmla="*/ 1568652 w 1626615"/>
              <a:gd name="connsiteY9" fmla="*/ 0 h 696742"/>
              <a:gd name="connsiteX0" fmla="*/ 0 w 1571298"/>
              <a:gd name="connsiteY0" fmla="*/ 286313 h 849570"/>
              <a:gd name="connsiteX1" fmla="*/ 1213834 w 1571298"/>
              <a:gd name="connsiteY1" fmla="*/ 289771 h 849570"/>
              <a:gd name="connsiteX2" fmla="*/ 1307332 w 1571298"/>
              <a:gd name="connsiteY2" fmla="*/ 568581 h 849570"/>
              <a:gd name="connsiteX3" fmla="*/ 1215657 w 1571298"/>
              <a:gd name="connsiteY3" fmla="*/ 848377 h 849570"/>
              <a:gd name="connsiteX4" fmla="*/ 900151 w 1571298"/>
              <a:gd name="connsiteY4" fmla="*/ 849570 h 849570"/>
              <a:gd name="connsiteX5" fmla="*/ 897756 w 1571298"/>
              <a:gd name="connsiteY5" fmla="*/ 177919 h 849570"/>
              <a:gd name="connsiteX6" fmla="*/ 1508472 w 1571298"/>
              <a:gd name="connsiteY6" fmla="*/ 180112 h 849570"/>
              <a:gd name="connsiteX7" fmla="*/ 1508525 w 1571298"/>
              <a:gd name="connsiteY7" fmla="*/ 0 h 849570"/>
              <a:gd name="connsiteX8" fmla="*/ 1568622 w 1571298"/>
              <a:gd name="connsiteY8" fmla="*/ 294466 h 849570"/>
              <a:gd name="connsiteX9" fmla="*/ 1568652 w 1571298"/>
              <a:gd name="connsiteY9" fmla="*/ 152828 h 849570"/>
              <a:gd name="connsiteX0" fmla="*/ 0 w 1568652"/>
              <a:gd name="connsiteY0" fmla="*/ 286433 h 849690"/>
              <a:gd name="connsiteX1" fmla="*/ 1213834 w 1568652"/>
              <a:gd name="connsiteY1" fmla="*/ 289891 h 849690"/>
              <a:gd name="connsiteX2" fmla="*/ 1307332 w 1568652"/>
              <a:gd name="connsiteY2" fmla="*/ 568701 h 849690"/>
              <a:gd name="connsiteX3" fmla="*/ 1215657 w 1568652"/>
              <a:gd name="connsiteY3" fmla="*/ 848497 h 849690"/>
              <a:gd name="connsiteX4" fmla="*/ 900151 w 1568652"/>
              <a:gd name="connsiteY4" fmla="*/ 849690 h 849690"/>
              <a:gd name="connsiteX5" fmla="*/ 897756 w 1568652"/>
              <a:gd name="connsiteY5" fmla="*/ 178039 h 849690"/>
              <a:gd name="connsiteX6" fmla="*/ 1508472 w 1568652"/>
              <a:gd name="connsiteY6" fmla="*/ 180232 h 849690"/>
              <a:gd name="connsiteX7" fmla="*/ 1508525 w 1568652"/>
              <a:gd name="connsiteY7" fmla="*/ 120 h 849690"/>
              <a:gd name="connsiteX8" fmla="*/ 1568652 w 1568652"/>
              <a:gd name="connsiteY8" fmla="*/ 152948 h 84969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897756 w 1508638"/>
              <a:gd name="connsiteY5" fmla="*/ 177919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1441 w 1508638"/>
              <a:gd name="connsiteY5" fmla="*/ 176980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898677 w 1508638"/>
              <a:gd name="connsiteY5" fmla="*/ 176980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898677 w 1508638"/>
              <a:gd name="connsiteY5" fmla="*/ 176980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7889 w 1508638"/>
              <a:gd name="connsiteY5" fmla="*/ 172284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7889 w 1508638"/>
              <a:gd name="connsiteY5" fmla="*/ 172284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7889 w 1508638"/>
              <a:gd name="connsiteY5" fmla="*/ 172284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1441 w 1508638"/>
              <a:gd name="connsiteY5" fmla="*/ 180738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1441 w 1508638"/>
              <a:gd name="connsiteY5" fmla="*/ 180738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1441 w 1508638"/>
              <a:gd name="connsiteY5" fmla="*/ 180738 h 849570"/>
              <a:gd name="connsiteX6" fmla="*/ 1508472 w 1508638"/>
              <a:gd name="connsiteY6" fmla="*/ 180112 h 849570"/>
              <a:gd name="connsiteX7" fmla="*/ 1508525 w 1508638"/>
              <a:gd name="connsiteY7" fmla="*/ 0 h 849570"/>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7717"/>
              <a:gd name="connsiteY0" fmla="*/ 290072 h 850509"/>
              <a:gd name="connsiteX1" fmla="*/ 1212913 w 1507717"/>
              <a:gd name="connsiteY1" fmla="*/ 289771 h 850509"/>
              <a:gd name="connsiteX2" fmla="*/ 1306411 w 1507717"/>
              <a:gd name="connsiteY2" fmla="*/ 568581 h 850509"/>
              <a:gd name="connsiteX3" fmla="*/ 1214736 w 1507717"/>
              <a:gd name="connsiteY3" fmla="*/ 848377 h 850509"/>
              <a:gd name="connsiteX4" fmla="*/ 901072 w 1507717"/>
              <a:gd name="connsiteY4" fmla="*/ 850509 h 850509"/>
              <a:gd name="connsiteX5" fmla="*/ 900520 w 1507717"/>
              <a:gd name="connsiteY5" fmla="*/ 180738 h 850509"/>
              <a:gd name="connsiteX6" fmla="*/ 1507551 w 1507717"/>
              <a:gd name="connsiteY6" fmla="*/ 180112 h 850509"/>
              <a:gd name="connsiteX7" fmla="*/ 1507604 w 1507717"/>
              <a:gd name="connsiteY7" fmla="*/ 0 h 850509"/>
              <a:gd name="connsiteX0" fmla="*/ 0 w 1508638"/>
              <a:gd name="connsiteY0" fmla="*/ 292890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9559"/>
              <a:gd name="connsiteY0" fmla="*/ 291951 h 850509"/>
              <a:gd name="connsiteX1" fmla="*/ 1214755 w 1509559"/>
              <a:gd name="connsiteY1" fmla="*/ 289771 h 850509"/>
              <a:gd name="connsiteX2" fmla="*/ 1308253 w 1509559"/>
              <a:gd name="connsiteY2" fmla="*/ 568581 h 850509"/>
              <a:gd name="connsiteX3" fmla="*/ 1216578 w 1509559"/>
              <a:gd name="connsiteY3" fmla="*/ 848377 h 850509"/>
              <a:gd name="connsiteX4" fmla="*/ 902914 w 1509559"/>
              <a:gd name="connsiteY4" fmla="*/ 850509 h 850509"/>
              <a:gd name="connsiteX5" fmla="*/ 902362 w 1509559"/>
              <a:gd name="connsiteY5" fmla="*/ 180738 h 850509"/>
              <a:gd name="connsiteX6" fmla="*/ 1509393 w 1509559"/>
              <a:gd name="connsiteY6" fmla="*/ 180112 h 850509"/>
              <a:gd name="connsiteX7" fmla="*/ 1509446 w 1509559"/>
              <a:gd name="connsiteY7" fmla="*/ 0 h 850509"/>
              <a:gd name="connsiteX0" fmla="*/ 0 w 1509446"/>
              <a:gd name="connsiteY0" fmla="*/ 291951 h 850509"/>
              <a:gd name="connsiteX1" fmla="*/ 1214755 w 1509446"/>
              <a:gd name="connsiteY1" fmla="*/ 289771 h 850509"/>
              <a:gd name="connsiteX2" fmla="*/ 1308253 w 1509446"/>
              <a:gd name="connsiteY2" fmla="*/ 568581 h 850509"/>
              <a:gd name="connsiteX3" fmla="*/ 1216578 w 1509446"/>
              <a:gd name="connsiteY3" fmla="*/ 848377 h 850509"/>
              <a:gd name="connsiteX4" fmla="*/ 902914 w 1509446"/>
              <a:gd name="connsiteY4" fmla="*/ 850509 h 850509"/>
              <a:gd name="connsiteX5" fmla="*/ 902362 w 1509446"/>
              <a:gd name="connsiteY5" fmla="*/ 180738 h 850509"/>
              <a:gd name="connsiteX6" fmla="*/ 1509393 w 1509446"/>
              <a:gd name="connsiteY6" fmla="*/ 180112 h 850509"/>
              <a:gd name="connsiteX7" fmla="*/ 1509446 w 1509446"/>
              <a:gd name="connsiteY7" fmla="*/ 0 h 850509"/>
              <a:gd name="connsiteX0" fmla="*/ 0 w 1507827"/>
              <a:gd name="connsiteY0" fmla="*/ 286998 h 850509"/>
              <a:gd name="connsiteX1" fmla="*/ 1213136 w 1507827"/>
              <a:gd name="connsiteY1" fmla="*/ 289771 h 850509"/>
              <a:gd name="connsiteX2" fmla="*/ 1306634 w 1507827"/>
              <a:gd name="connsiteY2" fmla="*/ 568581 h 850509"/>
              <a:gd name="connsiteX3" fmla="*/ 1214959 w 1507827"/>
              <a:gd name="connsiteY3" fmla="*/ 848377 h 850509"/>
              <a:gd name="connsiteX4" fmla="*/ 901295 w 1507827"/>
              <a:gd name="connsiteY4" fmla="*/ 850509 h 850509"/>
              <a:gd name="connsiteX5" fmla="*/ 900743 w 1507827"/>
              <a:gd name="connsiteY5" fmla="*/ 180738 h 850509"/>
              <a:gd name="connsiteX6" fmla="*/ 1507774 w 1507827"/>
              <a:gd name="connsiteY6" fmla="*/ 180112 h 850509"/>
              <a:gd name="connsiteX7" fmla="*/ 1507827 w 1507827"/>
              <a:gd name="connsiteY7" fmla="*/ 0 h 850509"/>
              <a:gd name="connsiteX0" fmla="*/ 0 w 1504589"/>
              <a:gd name="connsiteY0" fmla="*/ 290301 h 850509"/>
              <a:gd name="connsiteX1" fmla="*/ 1209898 w 1504589"/>
              <a:gd name="connsiteY1" fmla="*/ 289771 h 850509"/>
              <a:gd name="connsiteX2" fmla="*/ 1303396 w 1504589"/>
              <a:gd name="connsiteY2" fmla="*/ 568581 h 850509"/>
              <a:gd name="connsiteX3" fmla="*/ 1211721 w 1504589"/>
              <a:gd name="connsiteY3" fmla="*/ 848377 h 850509"/>
              <a:gd name="connsiteX4" fmla="*/ 898057 w 1504589"/>
              <a:gd name="connsiteY4" fmla="*/ 850509 h 850509"/>
              <a:gd name="connsiteX5" fmla="*/ 897505 w 1504589"/>
              <a:gd name="connsiteY5" fmla="*/ 180738 h 850509"/>
              <a:gd name="connsiteX6" fmla="*/ 1504536 w 1504589"/>
              <a:gd name="connsiteY6" fmla="*/ 180112 h 850509"/>
              <a:gd name="connsiteX7" fmla="*/ 1504589 w 1504589"/>
              <a:gd name="connsiteY7" fmla="*/ 0 h 850509"/>
              <a:gd name="connsiteX0" fmla="*/ 0 w 1502970"/>
              <a:gd name="connsiteY0" fmla="*/ 287000 h 850509"/>
              <a:gd name="connsiteX1" fmla="*/ 1208279 w 1502970"/>
              <a:gd name="connsiteY1" fmla="*/ 289771 h 850509"/>
              <a:gd name="connsiteX2" fmla="*/ 1301777 w 1502970"/>
              <a:gd name="connsiteY2" fmla="*/ 568581 h 850509"/>
              <a:gd name="connsiteX3" fmla="*/ 1210102 w 1502970"/>
              <a:gd name="connsiteY3" fmla="*/ 848377 h 850509"/>
              <a:gd name="connsiteX4" fmla="*/ 896438 w 1502970"/>
              <a:gd name="connsiteY4" fmla="*/ 850509 h 850509"/>
              <a:gd name="connsiteX5" fmla="*/ 895886 w 1502970"/>
              <a:gd name="connsiteY5" fmla="*/ 180738 h 850509"/>
              <a:gd name="connsiteX6" fmla="*/ 1502917 w 1502970"/>
              <a:gd name="connsiteY6" fmla="*/ 180112 h 850509"/>
              <a:gd name="connsiteX7" fmla="*/ 1502970 w 1502970"/>
              <a:gd name="connsiteY7" fmla="*/ 0 h 850509"/>
              <a:gd name="connsiteX0" fmla="*/ 0 w 1297367"/>
              <a:gd name="connsiteY0" fmla="*/ 288651 h 850509"/>
              <a:gd name="connsiteX1" fmla="*/ 1002676 w 1297367"/>
              <a:gd name="connsiteY1" fmla="*/ 289771 h 850509"/>
              <a:gd name="connsiteX2" fmla="*/ 1096174 w 1297367"/>
              <a:gd name="connsiteY2" fmla="*/ 568581 h 850509"/>
              <a:gd name="connsiteX3" fmla="*/ 1004499 w 1297367"/>
              <a:gd name="connsiteY3" fmla="*/ 848377 h 850509"/>
              <a:gd name="connsiteX4" fmla="*/ 690835 w 1297367"/>
              <a:gd name="connsiteY4" fmla="*/ 850509 h 850509"/>
              <a:gd name="connsiteX5" fmla="*/ 690283 w 1297367"/>
              <a:gd name="connsiteY5" fmla="*/ 180738 h 850509"/>
              <a:gd name="connsiteX6" fmla="*/ 1297314 w 1297367"/>
              <a:gd name="connsiteY6" fmla="*/ 180112 h 850509"/>
              <a:gd name="connsiteX7" fmla="*/ 1297367 w 1297367"/>
              <a:gd name="connsiteY7" fmla="*/ 0 h 850509"/>
              <a:gd name="connsiteX0" fmla="*/ 0 w 1297367"/>
              <a:gd name="connsiteY0" fmla="*/ 288651 h 850509"/>
              <a:gd name="connsiteX1" fmla="*/ 512749 w 1297367"/>
              <a:gd name="connsiteY1" fmla="*/ 285154 h 850509"/>
              <a:gd name="connsiteX2" fmla="*/ 1002676 w 1297367"/>
              <a:gd name="connsiteY2" fmla="*/ 289771 h 850509"/>
              <a:gd name="connsiteX3" fmla="*/ 1096174 w 1297367"/>
              <a:gd name="connsiteY3" fmla="*/ 568581 h 850509"/>
              <a:gd name="connsiteX4" fmla="*/ 1004499 w 1297367"/>
              <a:gd name="connsiteY4" fmla="*/ 848377 h 850509"/>
              <a:gd name="connsiteX5" fmla="*/ 690835 w 1297367"/>
              <a:gd name="connsiteY5" fmla="*/ 850509 h 850509"/>
              <a:gd name="connsiteX6" fmla="*/ 690283 w 1297367"/>
              <a:gd name="connsiteY6" fmla="*/ 180738 h 850509"/>
              <a:gd name="connsiteX7" fmla="*/ 1297314 w 1297367"/>
              <a:gd name="connsiteY7" fmla="*/ 180112 h 850509"/>
              <a:gd name="connsiteX8" fmla="*/ 1297367 w 1297367"/>
              <a:gd name="connsiteY8" fmla="*/ 0 h 850509"/>
              <a:gd name="connsiteX0" fmla="*/ 3744 w 784618"/>
              <a:gd name="connsiteY0" fmla="*/ 1284702 h 1284702"/>
              <a:gd name="connsiteX1" fmla="*/ 0 w 784618"/>
              <a:gd name="connsiteY1" fmla="*/ 285154 h 1284702"/>
              <a:gd name="connsiteX2" fmla="*/ 489927 w 784618"/>
              <a:gd name="connsiteY2" fmla="*/ 289771 h 1284702"/>
              <a:gd name="connsiteX3" fmla="*/ 583425 w 784618"/>
              <a:gd name="connsiteY3" fmla="*/ 568581 h 1284702"/>
              <a:gd name="connsiteX4" fmla="*/ 491750 w 784618"/>
              <a:gd name="connsiteY4" fmla="*/ 848377 h 1284702"/>
              <a:gd name="connsiteX5" fmla="*/ 178086 w 784618"/>
              <a:gd name="connsiteY5" fmla="*/ 850509 h 1284702"/>
              <a:gd name="connsiteX6" fmla="*/ 177534 w 784618"/>
              <a:gd name="connsiteY6" fmla="*/ 180738 h 1284702"/>
              <a:gd name="connsiteX7" fmla="*/ 784565 w 784618"/>
              <a:gd name="connsiteY7" fmla="*/ 180112 h 1284702"/>
              <a:gd name="connsiteX8" fmla="*/ 784618 w 784618"/>
              <a:gd name="connsiteY8" fmla="*/ 0 h 1284702"/>
              <a:gd name="connsiteX0" fmla="*/ 3744 w 784618"/>
              <a:gd name="connsiteY0" fmla="*/ 1303784 h 1303784"/>
              <a:gd name="connsiteX1" fmla="*/ 0 w 784618"/>
              <a:gd name="connsiteY1" fmla="*/ 285154 h 1303784"/>
              <a:gd name="connsiteX2" fmla="*/ 489927 w 784618"/>
              <a:gd name="connsiteY2" fmla="*/ 289771 h 1303784"/>
              <a:gd name="connsiteX3" fmla="*/ 583425 w 784618"/>
              <a:gd name="connsiteY3" fmla="*/ 568581 h 1303784"/>
              <a:gd name="connsiteX4" fmla="*/ 491750 w 784618"/>
              <a:gd name="connsiteY4" fmla="*/ 848377 h 1303784"/>
              <a:gd name="connsiteX5" fmla="*/ 178086 w 784618"/>
              <a:gd name="connsiteY5" fmla="*/ 850509 h 1303784"/>
              <a:gd name="connsiteX6" fmla="*/ 177534 w 784618"/>
              <a:gd name="connsiteY6" fmla="*/ 180738 h 1303784"/>
              <a:gd name="connsiteX7" fmla="*/ 784565 w 784618"/>
              <a:gd name="connsiteY7" fmla="*/ 180112 h 1303784"/>
              <a:gd name="connsiteX8" fmla="*/ 784618 w 784618"/>
              <a:gd name="connsiteY8" fmla="*/ 0 h 1303784"/>
              <a:gd name="connsiteX0" fmla="*/ 3744 w 784565"/>
              <a:gd name="connsiteY0" fmla="*/ 1123672 h 1123672"/>
              <a:gd name="connsiteX1" fmla="*/ 0 w 784565"/>
              <a:gd name="connsiteY1" fmla="*/ 105042 h 1123672"/>
              <a:gd name="connsiteX2" fmla="*/ 489927 w 784565"/>
              <a:gd name="connsiteY2" fmla="*/ 109659 h 1123672"/>
              <a:gd name="connsiteX3" fmla="*/ 583425 w 784565"/>
              <a:gd name="connsiteY3" fmla="*/ 388469 h 1123672"/>
              <a:gd name="connsiteX4" fmla="*/ 491750 w 784565"/>
              <a:gd name="connsiteY4" fmla="*/ 668265 h 1123672"/>
              <a:gd name="connsiteX5" fmla="*/ 178086 w 784565"/>
              <a:gd name="connsiteY5" fmla="*/ 670397 h 1123672"/>
              <a:gd name="connsiteX6" fmla="*/ 177534 w 784565"/>
              <a:gd name="connsiteY6" fmla="*/ 626 h 1123672"/>
              <a:gd name="connsiteX7" fmla="*/ 784565 w 784565"/>
              <a:gd name="connsiteY7" fmla="*/ 0 h 1123672"/>
              <a:gd name="connsiteX0" fmla="*/ 3744 w 583425"/>
              <a:gd name="connsiteY0" fmla="*/ 4894164 h 4894164"/>
              <a:gd name="connsiteX1" fmla="*/ 0 w 583425"/>
              <a:gd name="connsiteY1" fmla="*/ 3875534 h 4894164"/>
              <a:gd name="connsiteX2" fmla="*/ 489927 w 583425"/>
              <a:gd name="connsiteY2" fmla="*/ 3880151 h 4894164"/>
              <a:gd name="connsiteX3" fmla="*/ 583425 w 583425"/>
              <a:gd name="connsiteY3" fmla="*/ 4158961 h 4894164"/>
              <a:gd name="connsiteX4" fmla="*/ 491750 w 583425"/>
              <a:gd name="connsiteY4" fmla="*/ 4438757 h 4894164"/>
              <a:gd name="connsiteX5" fmla="*/ 178086 w 583425"/>
              <a:gd name="connsiteY5" fmla="*/ 4440889 h 4894164"/>
              <a:gd name="connsiteX6" fmla="*/ 177534 w 583425"/>
              <a:gd name="connsiteY6" fmla="*/ 3771118 h 4894164"/>
              <a:gd name="connsiteX7" fmla="*/ 174506 w 583425"/>
              <a:gd name="connsiteY7" fmla="*/ 0 h 4894164"/>
              <a:gd name="connsiteX0" fmla="*/ 3744 w 583425"/>
              <a:gd name="connsiteY0" fmla="*/ 4894164 h 4894164"/>
              <a:gd name="connsiteX1" fmla="*/ 0 w 583425"/>
              <a:gd name="connsiteY1" fmla="*/ 3883441 h 4894164"/>
              <a:gd name="connsiteX2" fmla="*/ 489927 w 583425"/>
              <a:gd name="connsiteY2" fmla="*/ 3880151 h 4894164"/>
              <a:gd name="connsiteX3" fmla="*/ 583425 w 583425"/>
              <a:gd name="connsiteY3" fmla="*/ 4158961 h 4894164"/>
              <a:gd name="connsiteX4" fmla="*/ 491750 w 583425"/>
              <a:gd name="connsiteY4" fmla="*/ 4438757 h 4894164"/>
              <a:gd name="connsiteX5" fmla="*/ 178086 w 583425"/>
              <a:gd name="connsiteY5" fmla="*/ 4440889 h 4894164"/>
              <a:gd name="connsiteX6" fmla="*/ 177534 w 583425"/>
              <a:gd name="connsiteY6" fmla="*/ 3771118 h 4894164"/>
              <a:gd name="connsiteX7" fmla="*/ 174506 w 583425"/>
              <a:gd name="connsiteY7" fmla="*/ 0 h 4894164"/>
              <a:gd name="connsiteX0" fmla="*/ 1158 w 580839"/>
              <a:gd name="connsiteY0" fmla="*/ 4894164 h 4894164"/>
              <a:gd name="connsiteX1" fmla="*/ 0 w 580839"/>
              <a:gd name="connsiteY1" fmla="*/ 3878170 h 4894164"/>
              <a:gd name="connsiteX2" fmla="*/ 487341 w 580839"/>
              <a:gd name="connsiteY2" fmla="*/ 3880151 h 4894164"/>
              <a:gd name="connsiteX3" fmla="*/ 580839 w 580839"/>
              <a:gd name="connsiteY3" fmla="*/ 4158961 h 4894164"/>
              <a:gd name="connsiteX4" fmla="*/ 489164 w 580839"/>
              <a:gd name="connsiteY4" fmla="*/ 4438757 h 4894164"/>
              <a:gd name="connsiteX5" fmla="*/ 175500 w 580839"/>
              <a:gd name="connsiteY5" fmla="*/ 4440889 h 4894164"/>
              <a:gd name="connsiteX6" fmla="*/ 174948 w 580839"/>
              <a:gd name="connsiteY6" fmla="*/ 3771118 h 4894164"/>
              <a:gd name="connsiteX7" fmla="*/ 171920 w 580839"/>
              <a:gd name="connsiteY7" fmla="*/ 0 h 4894164"/>
              <a:gd name="connsiteX0" fmla="*/ 1156 w 580837"/>
              <a:gd name="connsiteY0" fmla="*/ 4894164 h 4894164"/>
              <a:gd name="connsiteX1" fmla="*/ 0 w 580837"/>
              <a:gd name="connsiteY1" fmla="*/ 3880808 h 4894164"/>
              <a:gd name="connsiteX2" fmla="*/ 487339 w 580837"/>
              <a:gd name="connsiteY2" fmla="*/ 3880151 h 4894164"/>
              <a:gd name="connsiteX3" fmla="*/ 580837 w 580837"/>
              <a:gd name="connsiteY3" fmla="*/ 4158961 h 4894164"/>
              <a:gd name="connsiteX4" fmla="*/ 489162 w 580837"/>
              <a:gd name="connsiteY4" fmla="*/ 4438757 h 4894164"/>
              <a:gd name="connsiteX5" fmla="*/ 175498 w 580837"/>
              <a:gd name="connsiteY5" fmla="*/ 4440889 h 4894164"/>
              <a:gd name="connsiteX6" fmla="*/ 174946 w 580837"/>
              <a:gd name="connsiteY6" fmla="*/ 3771118 h 4894164"/>
              <a:gd name="connsiteX7" fmla="*/ 171918 w 580837"/>
              <a:gd name="connsiteY7" fmla="*/ 0 h 4894164"/>
              <a:gd name="connsiteX0" fmla="*/ 1156 w 580837"/>
              <a:gd name="connsiteY0" fmla="*/ 7329561 h 7329561"/>
              <a:gd name="connsiteX1" fmla="*/ 0 w 580837"/>
              <a:gd name="connsiteY1" fmla="*/ 6316205 h 7329561"/>
              <a:gd name="connsiteX2" fmla="*/ 487339 w 580837"/>
              <a:gd name="connsiteY2" fmla="*/ 6315548 h 7329561"/>
              <a:gd name="connsiteX3" fmla="*/ 580837 w 580837"/>
              <a:gd name="connsiteY3" fmla="*/ 6594358 h 7329561"/>
              <a:gd name="connsiteX4" fmla="*/ 489162 w 580837"/>
              <a:gd name="connsiteY4" fmla="*/ 6874154 h 7329561"/>
              <a:gd name="connsiteX5" fmla="*/ 175498 w 580837"/>
              <a:gd name="connsiteY5" fmla="*/ 6876286 h 7329561"/>
              <a:gd name="connsiteX6" fmla="*/ 174946 w 580837"/>
              <a:gd name="connsiteY6" fmla="*/ 6206515 h 7329561"/>
              <a:gd name="connsiteX7" fmla="*/ 174503 w 580837"/>
              <a:gd name="connsiteY7" fmla="*/ 0 h 7329561"/>
              <a:gd name="connsiteX0" fmla="*/ 1156 w 580837"/>
              <a:gd name="connsiteY0" fmla="*/ 20215308 h 20215308"/>
              <a:gd name="connsiteX1" fmla="*/ 0 w 580837"/>
              <a:gd name="connsiteY1" fmla="*/ 19201952 h 20215308"/>
              <a:gd name="connsiteX2" fmla="*/ 487339 w 580837"/>
              <a:gd name="connsiteY2" fmla="*/ 19201295 h 20215308"/>
              <a:gd name="connsiteX3" fmla="*/ 580837 w 580837"/>
              <a:gd name="connsiteY3" fmla="*/ 19480105 h 20215308"/>
              <a:gd name="connsiteX4" fmla="*/ 489162 w 580837"/>
              <a:gd name="connsiteY4" fmla="*/ 19759901 h 20215308"/>
              <a:gd name="connsiteX5" fmla="*/ 175498 w 580837"/>
              <a:gd name="connsiteY5" fmla="*/ 19762033 h 20215308"/>
              <a:gd name="connsiteX6" fmla="*/ 174946 w 580837"/>
              <a:gd name="connsiteY6" fmla="*/ 19092262 h 20215308"/>
              <a:gd name="connsiteX7" fmla="*/ 174503 w 580837"/>
              <a:gd name="connsiteY7" fmla="*/ 0 h 20215308"/>
              <a:gd name="connsiteX0" fmla="*/ 1156 w 580837"/>
              <a:gd name="connsiteY0" fmla="*/ 20215308 h 20215308"/>
              <a:gd name="connsiteX1" fmla="*/ 0 w 580837"/>
              <a:gd name="connsiteY1" fmla="*/ 19201952 h 20215308"/>
              <a:gd name="connsiteX2" fmla="*/ 487339 w 580837"/>
              <a:gd name="connsiteY2" fmla="*/ 19201295 h 20215308"/>
              <a:gd name="connsiteX3" fmla="*/ 580837 w 580837"/>
              <a:gd name="connsiteY3" fmla="*/ 19480105 h 20215308"/>
              <a:gd name="connsiteX4" fmla="*/ 489162 w 580837"/>
              <a:gd name="connsiteY4" fmla="*/ 19759901 h 20215308"/>
              <a:gd name="connsiteX5" fmla="*/ 175498 w 580837"/>
              <a:gd name="connsiteY5" fmla="*/ 19762033 h 20215308"/>
              <a:gd name="connsiteX6" fmla="*/ 174946 w 580837"/>
              <a:gd name="connsiteY6" fmla="*/ 19092262 h 20215308"/>
              <a:gd name="connsiteX7" fmla="*/ 174503 w 580837"/>
              <a:gd name="connsiteY7" fmla="*/ 0 h 20215308"/>
              <a:gd name="connsiteX0" fmla="*/ 1156 w 580837"/>
              <a:gd name="connsiteY0" fmla="*/ 20215308 h 20215308"/>
              <a:gd name="connsiteX1" fmla="*/ 0 w 580837"/>
              <a:gd name="connsiteY1" fmla="*/ 19201952 h 20215308"/>
              <a:gd name="connsiteX2" fmla="*/ 487339 w 580837"/>
              <a:gd name="connsiteY2" fmla="*/ 19201295 h 20215308"/>
              <a:gd name="connsiteX3" fmla="*/ 580837 w 580837"/>
              <a:gd name="connsiteY3" fmla="*/ 19480105 h 20215308"/>
              <a:gd name="connsiteX4" fmla="*/ 489162 w 580837"/>
              <a:gd name="connsiteY4" fmla="*/ 19759901 h 20215308"/>
              <a:gd name="connsiteX5" fmla="*/ 175498 w 580837"/>
              <a:gd name="connsiteY5" fmla="*/ 19762033 h 20215308"/>
              <a:gd name="connsiteX6" fmla="*/ 174946 w 580837"/>
              <a:gd name="connsiteY6" fmla="*/ 19092262 h 20215308"/>
              <a:gd name="connsiteX7" fmla="*/ 174503 w 580837"/>
              <a:gd name="connsiteY7" fmla="*/ 0 h 20215308"/>
              <a:gd name="connsiteX0" fmla="*/ 1156 w 580837"/>
              <a:gd name="connsiteY0" fmla="*/ 21422754 h 21422754"/>
              <a:gd name="connsiteX1" fmla="*/ 0 w 580837"/>
              <a:gd name="connsiteY1" fmla="*/ 20409398 h 21422754"/>
              <a:gd name="connsiteX2" fmla="*/ 487339 w 580837"/>
              <a:gd name="connsiteY2" fmla="*/ 20408741 h 21422754"/>
              <a:gd name="connsiteX3" fmla="*/ 580837 w 580837"/>
              <a:gd name="connsiteY3" fmla="*/ 20687551 h 21422754"/>
              <a:gd name="connsiteX4" fmla="*/ 489162 w 580837"/>
              <a:gd name="connsiteY4" fmla="*/ 20967347 h 21422754"/>
              <a:gd name="connsiteX5" fmla="*/ 175498 w 580837"/>
              <a:gd name="connsiteY5" fmla="*/ 20969479 h 21422754"/>
              <a:gd name="connsiteX6" fmla="*/ 174946 w 580837"/>
              <a:gd name="connsiteY6" fmla="*/ 20299708 h 21422754"/>
              <a:gd name="connsiteX7" fmla="*/ 174504 w 580837"/>
              <a:gd name="connsiteY7" fmla="*/ 1 h 21422754"/>
              <a:gd name="connsiteX0" fmla="*/ 1156 w 580837"/>
              <a:gd name="connsiteY0" fmla="*/ 21422754 h 21422754"/>
              <a:gd name="connsiteX1" fmla="*/ 0 w 580837"/>
              <a:gd name="connsiteY1" fmla="*/ 20409398 h 21422754"/>
              <a:gd name="connsiteX2" fmla="*/ 487339 w 580837"/>
              <a:gd name="connsiteY2" fmla="*/ 20408741 h 21422754"/>
              <a:gd name="connsiteX3" fmla="*/ 580837 w 580837"/>
              <a:gd name="connsiteY3" fmla="*/ 20687551 h 21422754"/>
              <a:gd name="connsiteX4" fmla="*/ 489162 w 580837"/>
              <a:gd name="connsiteY4" fmla="*/ 20967347 h 21422754"/>
              <a:gd name="connsiteX5" fmla="*/ 175498 w 580837"/>
              <a:gd name="connsiteY5" fmla="*/ 20969479 h 21422754"/>
              <a:gd name="connsiteX6" fmla="*/ 174946 w 580837"/>
              <a:gd name="connsiteY6" fmla="*/ 20299708 h 21422754"/>
              <a:gd name="connsiteX7" fmla="*/ 174504 w 580837"/>
              <a:gd name="connsiteY7" fmla="*/ 1 h 21422754"/>
              <a:gd name="connsiteX0" fmla="*/ 1156 w 580837"/>
              <a:gd name="connsiteY0" fmla="*/ 21422754 h 21429455"/>
              <a:gd name="connsiteX1" fmla="*/ 0 w 580837"/>
              <a:gd name="connsiteY1" fmla="*/ 20409398 h 21429455"/>
              <a:gd name="connsiteX2" fmla="*/ 487339 w 580837"/>
              <a:gd name="connsiteY2" fmla="*/ 20408741 h 21429455"/>
              <a:gd name="connsiteX3" fmla="*/ 580837 w 580837"/>
              <a:gd name="connsiteY3" fmla="*/ 20687551 h 21429455"/>
              <a:gd name="connsiteX4" fmla="*/ 489162 w 580837"/>
              <a:gd name="connsiteY4" fmla="*/ 20967347 h 21429455"/>
              <a:gd name="connsiteX5" fmla="*/ 175498 w 580837"/>
              <a:gd name="connsiteY5" fmla="*/ 20969479 h 21429455"/>
              <a:gd name="connsiteX6" fmla="*/ 174946 w 580837"/>
              <a:gd name="connsiteY6" fmla="*/ 20299708 h 21429455"/>
              <a:gd name="connsiteX7" fmla="*/ 174504 w 580837"/>
              <a:gd name="connsiteY7" fmla="*/ 1 h 21429455"/>
              <a:gd name="connsiteX0" fmla="*/ 1156 w 580837"/>
              <a:gd name="connsiteY0" fmla="*/ 21536810 h 21542702"/>
              <a:gd name="connsiteX1" fmla="*/ 0 w 580837"/>
              <a:gd name="connsiteY1" fmla="*/ 20409398 h 21542702"/>
              <a:gd name="connsiteX2" fmla="*/ 487339 w 580837"/>
              <a:gd name="connsiteY2" fmla="*/ 20408741 h 21542702"/>
              <a:gd name="connsiteX3" fmla="*/ 580837 w 580837"/>
              <a:gd name="connsiteY3" fmla="*/ 20687551 h 21542702"/>
              <a:gd name="connsiteX4" fmla="*/ 489162 w 580837"/>
              <a:gd name="connsiteY4" fmla="*/ 20967347 h 21542702"/>
              <a:gd name="connsiteX5" fmla="*/ 175498 w 580837"/>
              <a:gd name="connsiteY5" fmla="*/ 20969479 h 21542702"/>
              <a:gd name="connsiteX6" fmla="*/ 174946 w 580837"/>
              <a:gd name="connsiteY6" fmla="*/ 20299708 h 21542702"/>
              <a:gd name="connsiteX7" fmla="*/ 174504 w 580837"/>
              <a:gd name="connsiteY7" fmla="*/ 1 h 21542702"/>
              <a:gd name="connsiteX0" fmla="*/ 0 w 580837"/>
              <a:gd name="connsiteY0" fmla="*/ 20409397 h 20969478"/>
              <a:gd name="connsiteX1" fmla="*/ 487339 w 580837"/>
              <a:gd name="connsiteY1" fmla="*/ 20408740 h 20969478"/>
              <a:gd name="connsiteX2" fmla="*/ 580837 w 580837"/>
              <a:gd name="connsiteY2" fmla="*/ 20687550 h 20969478"/>
              <a:gd name="connsiteX3" fmla="*/ 489162 w 580837"/>
              <a:gd name="connsiteY3" fmla="*/ 20967346 h 20969478"/>
              <a:gd name="connsiteX4" fmla="*/ 175498 w 580837"/>
              <a:gd name="connsiteY4" fmla="*/ 20969478 h 20969478"/>
              <a:gd name="connsiteX5" fmla="*/ 174946 w 580837"/>
              <a:gd name="connsiteY5" fmla="*/ 20299707 h 20969478"/>
              <a:gd name="connsiteX6" fmla="*/ 174504 w 580837"/>
              <a:gd name="connsiteY6" fmla="*/ 0 h 20969478"/>
              <a:gd name="connsiteX0" fmla="*/ 0 w 884170"/>
              <a:gd name="connsiteY0" fmla="*/ 20409397 h 20969478"/>
              <a:gd name="connsiteX1" fmla="*/ 790672 w 884170"/>
              <a:gd name="connsiteY1" fmla="*/ 20408740 h 20969478"/>
              <a:gd name="connsiteX2" fmla="*/ 884170 w 884170"/>
              <a:gd name="connsiteY2" fmla="*/ 20687550 h 20969478"/>
              <a:gd name="connsiteX3" fmla="*/ 792495 w 884170"/>
              <a:gd name="connsiteY3" fmla="*/ 20967346 h 20969478"/>
              <a:gd name="connsiteX4" fmla="*/ 478831 w 884170"/>
              <a:gd name="connsiteY4" fmla="*/ 20969478 h 20969478"/>
              <a:gd name="connsiteX5" fmla="*/ 478279 w 884170"/>
              <a:gd name="connsiteY5" fmla="*/ 20299707 h 20969478"/>
              <a:gd name="connsiteX6" fmla="*/ 477837 w 884170"/>
              <a:gd name="connsiteY6" fmla="*/ 0 h 20969478"/>
              <a:gd name="connsiteX0" fmla="*/ 0 w 884170"/>
              <a:gd name="connsiteY0" fmla="*/ 16890324 h 17450405"/>
              <a:gd name="connsiteX1" fmla="*/ 790672 w 884170"/>
              <a:gd name="connsiteY1" fmla="*/ 16889667 h 17450405"/>
              <a:gd name="connsiteX2" fmla="*/ 884170 w 884170"/>
              <a:gd name="connsiteY2" fmla="*/ 17168477 h 17450405"/>
              <a:gd name="connsiteX3" fmla="*/ 792495 w 884170"/>
              <a:gd name="connsiteY3" fmla="*/ 17448273 h 17450405"/>
              <a:gd name="connsiteX4" fmla="*/ 478831 w 884170"/>
              <a:gd name="connsiteY4" fmla="*/ 17450405 h 17450405"/>
              <a:gd name="connsiteX5" fmla="*/ 478279 w 884170"/>
              <a:gd name="connsiteY5" fmla="*/ 16780634 h 17450405"/>
              <a:gd name="connsiteX6" fmla="*/ 473595 w 884170"/>
              <a:gd name="connsiteY6" fmla="*/ 0 h 17450405"/>
              <a:gd name="connsiteX0" fmla="*/ 0 w 884170"/>
              <a:gd name="connsiteY0" fmla="*/ 13475070 h 14035151"/>
              <a:gd name="connsiteX1" fmla="*/ 790672 w 884170"/>
              <a:gd name="connsiteY1" fmla="*/ 13474413 h 14035151"/>
              <a:gd name="connsiteX2" fmla="*/ 884170 w 884170"/>
              <a:gd name="connsiteY2" fmla="*/ 13753223 h 14035151"/>
              <a:gd name="connsiteX3" fmla="*/ 792495 w 884170"/>
              <a:gd name="connsiteY3" fmla="*/ 14033019 h 14035151"/>
              <a:gd name="connsiteX4" fmla="*/ 478831 w 884170"/>
              <a:gd name="connsiteY4" fmla="*/ 14035151 h 14035151"/>
              <a:gd name="connsiteX5" fmla="*/ 478279 w 884170"/>
              <a:gd name="connsiteY5" fmla="*/ 13365380 h 14035151"/>
              <a:gd name="connsiteX6" fmla="*/ 479959 w 884170"/>
              <a:gd name="connsiteY6" fmla="*/ 0 h 14035151"/>
              <a:gd name="connsiteX0" fmla="*/ 0 w 884170"/>
              <a:gd name="connsiteY0" fmla="*/ 13475070 h 14035151"/>
              <a:gd name="connsiteX1" fmla="*/ 790672 w 884170"/>
              <a:gd name="connsiteY1" fmla="*/ 13474413 h 14035151"/>
              <a:gd name="connsiteX2" fmla="*/ 884170 w 884170"/>
              <a:gd name="connsiteY2" fmla="*/ 13753223 h 14035151"/>
              <a:gd name="connsiteX3" fmla="*/ 792495 w 884170"/>
              <a:gd name="connsiteY3" fmla="*/ 14033019 h 14035151"/>
              <a:gd name="connsiteX4" fmla="*/ 478831 w 884170"/>
              <a:gd name="connsiteY4" fmla="*/ 14035151 h 14035151"/>
              <a:gd name="connsiteX5" fmla="*/ 478279 w 884170"/>
              <a:gd name="connsiteY5" fmla="*/ 13365380 h 14035151"/>
              <a:gd name="connsiteX6" fmla="*/ 479959 w 884170"/>
              <a:gd name="connsiteY6" fmla="*/ 0 h 14035151"/>
              <a:gd name="connsiteX0" fmla="*/ 0 w 884170"/>
              <a:gd name="connsiteY0" fmla="*/ 10747626 h 11307707"/>
              <a:gd name="connsiteX1" fmla="*/ 790672 w 884170"/>
              <a:gd name="connsiteY1" fmla="*/ 10746969 h 11307707"/>
              <a:gd name="connsiteX2" fmla="*/ 884170 w 884170"/>
              <a:gd name="connsiteY2" fmla="*/ 11025779 h 11307707"/>
              <a:gd name="connsiteX3" fmla="*/ 792495 w 884170"/>
              <a:gd name="connsiteY3" fmla="*/ 11305575 h 11307707"/>
              <a:gd name="connsiteX4" fmla="*/ 478831 w 884170"/>
              <a:gd name="connsiteY4" fmla="*/ 11307707 h 11307707"/>
              <a:gd name="connsiteX5" fmla="*/ 478279 w 884170"/>
              <a:gd name="connsiteY5" fmla="*/ 10637936 h 11307707"/>
              <a:gd name="connsiteX6" fmla="*/ 499050 w 884170"/>
              <a:gd name="connsiteY6" fmla="*/ 0 h 11307707"/>
              <a:gd name="connsiteX0" fmla="*/ 0 w 884170"/>
              <a:gd name="connsiteY0" fmla="*/ 10747626 h 11307707"/>
              <a:gd name="connsiteX1" fmla="*/ 790672 w 884170"/>
              <a:gd name="connsiteY1" fmla="*/ 10746969 h 11307707"/>
              <a:gd name="connsiteX2" fmla="*/ 884170 w 884170"/>
              <a:gd name="connsiteY2" fmla="*/ 11025779 h 11307707"/>
              <a:gd name="connsiteX3" fmla="*/ 792495 w 884170"/>
              <a:gd name="connsiteY3" fmla="*/ 11305575 h 11307707"/>
              <a:gd name="connsiteX4" fmla="*/ 478831 w 884170"/>
              <a:gd name="connsiteY4" fmla="*/ 11307707 h 11307707"/>
              <a:gd name="connsiteX5" fmla="*/ 478279 w 884170"/>
              <a:gd name="connsiteY5" fmla="*/ 10637936 h 11307707"/>
              <a:gd name="connsiteX6" fmla="*/ 499050 w 884170"/>
              <a:gd name="connsiteY6" fmla="*/ 0 h 11307707"/>
              <a:gd name="connsiteX0" fmla="*/ 0 w 884170"/>
              <a:gd name="connsiteY0" fmla="*/ 10747626 h 11307707"/>
              <a:gd name="connsiteX1" fmla="*/ 790672 w 884170"/>
              <a:gd name="connsiteY1" fmla="*/ 10746969 h 11307707"/>
              <a:gd name="connsiteX2" fmla="*/ 884170 w 884170"/>
              <a:gd name="connsiteY2" fmla="*/ 11025779 h 11307707"/>
              <a:gd name="connsiteX3" fmla="*/ 792495 w 884170"/>
              <a:gd name="connsiteY3" fmla="*/ 11305575 h 11307707"/>
              <a:gd name="connsiteX4" fmla="*/ 478831 w 884170"/>
              <a:gd name="connsiteY4" fmla="*/ 11307707 h 11307707"/>
              <a:gd name="connsiteX5" fmla="*/ 478279 w 884170"/>
              <a:gd name="connsiteY5" fmla="*/ 10637936 h 11307707"/>
              <a:gd name="connsiteX6" fmla="*/ 499050 w 884170"/>
              <a:gd name="connsiteY6" fmla="*/ 0 h 11307707"/>
              <a:gd name="connsiteX0" fmla="*/ 0 w 884170"/>
              <a:gd name="connsiteY0" fmla="*/ 7483778 h 8043859"/>
              <a:gd name="connsiteX1" fmla="*/ 790672 w 884170"/>
              <a:gd name="connsiteY1" fmla="*/ 7483121 h 8043859"/>
              <a:gd name="connsiteX2" fmla="*/ 884170 w 884170"/>
              <a:gd name="connsiteY2" fmla="*/ 7761931 h 8043859"/>
              <a:gd name="connsiteX3" fmla="*/ 792495 w 884170"/>
              <a:gd name="connsiteY3" fmla="*/ 8041727 h 8043859"/>
              <a:gd name="connsiteX4" fmla="*/ 478831 w 884170"/>
              <a:gd name="connsiteY4" fmla="*/ 8043859 h 8043859"/>
              <a:gd name="connsiteX5" fmla="*/ 478279 w 884170"/>
              <a:gd name="connsiteY5" fmla="*/ 7374088 h 8043859"/>
              <a:gd name="connsiteX6" fmla="*/ 528747 w 884170"/>
              <a:gd name="connsiteY6" fmla="*/ 0 h 8043859"/>
              <a:gd name="connsiteX0" fmla="*/ 0 w 884170"/>
              <a:gd name="connsiteY0" fmla="*/ 4209115 h 4769196"/>
              <a:gd name="connsiteX1" fmla="*/ 790672 w 884170"/>
              <a:gd name="connsiteY1" fmla="*/ 4208458 h 4769196"/>
              <a:gd name="connsiteX2" fmla="*/ 884170 w 884170"/>
              <a:gd name="connsiteY2" fmla="*/ 4487268 h 4769196"/>
              <a:gd name="connsiteX3" fmla="*/ 792495 w 884170"/>
              <a:gd name="connsiteY3" fmla="*/ 4767064 h 4769196"/>
              <a:gd name="connsiteX4" fmla="*/ 478831 w 884170"/>
              <a:gd name="connsiteY4" fmla="*/ 4769196 h 4769196"/>
              <a:gd name="connsiteX5" fmla="*/ 478279 w 884170"/>
              <a:gd name="connsiteY5" fmla="*/ 4099425 h 4769196"/>
              <a:gd name="connsiteX6" fmla="*/ 592384 w 884170"/>
              <a:gd name="connsiteY6" fmla="*/ 0 h 4769196"/>
              <a:gd name="connsiteX0" fmla="*/ 0 w 884170"/>
              <a:gd name="connsiteY0" fmla="*/ 707344 h 1272545"/>
              <a:gd name="connsiteX1" fmla="*/ 790672 w 884170"/>
              <a:gd name="connsiteY1" fmla="*/ 706687 h 1272545"/>
              <a:gd name="connsiteX2" fmla="*/ 884170 w 884170"/>
              <a:gd name="connsiteY2" fmla="*/ 985497 h 1272545"/>
              <a:gd name="connsiteX3" fmla="*/ 792495 w 884170"/>
              <a:gd name="connsiteY3" fmla="*/ 1265293 h 1272545"/>
              <a:gd name="connsiteX4" fmla="*/ 478831 w 884170"/>
              <a:gd name="connsiteY4" fmla="*/ 1267425 h 1272545"/>
              <a:gd name="connsiteX5" fmla="*/ 478279 w 884170"/>
              <a:gd name="connsiteY5" fmla="*/ 597654 h 1272545"/>
              <a:gd name="connsiteX6" fmla="*/ 634808 w 884170"/>
              <a:gd name="connsiteY6" fmla="*/ 0 h 1272545"/>
              <a:gd name="connsiteX0" fmla="*/ 0 w 884170"/>
              <a:gd name="connsiteY0" fmla="*/ 109690 h 669771"/>
              <a:gd name="connsiteX1" fmla="*/ 790672 w 884170"/>
              <a:gd name="connsiteY1" fmla="*/ 109033 h 669771"/>
              <a:gd name="connsiteX2" fmla="*/ 884170 w 884170"/>
              <a:gd name="connsiteY2" fmla="*/ 387843 h 669771"/>
              <a:gd name="connsiteX3" fmla="*/ 792495 w 884170"/>
              <a:gd name="connsiteY3" fmla="*/ 667639 h 669771"/>
              <a:gd name="connsiteX4" fmla="*/ 478831 w 884170"/>
              <a:gd name="connsiteY4" fmla="*/ 669771 h 669771"/>
              <a:gd name="connsiteX5" fmla="*/ 478279 w 884170"/>
              <a:gd name="connsiteY5" fmla="*/ 0 h 669771"/>
              <a:gd name="connsiteX0" fmla="*/ 0 w 884170"/>
              <a:gd name="connsiteY0" fmla="*/ 160765 h 720846"/>
              <a:gd name="connsiteX1" fmla="*/ 790672 w 884170"/>
              <a:gd name="connsiteY1" fmla="*/ 160108 h 720846"/>
              <a:gd name="connsiteX2" fmla="*/ 884170 w 884170"/>
              <a:gd name="connsiteY2" fmla="*/ 438918 h 720846"/>
              <a:gd name="connsiteX3" fmla="*/ 792495 w 884170"/>
              <a:gd name="connsiteY3" fmla="*/ 718714 h 720846"/>
              <a:gd name="connsiteX4" fmla="*/ 478831 w 884170"/>
              <a:gd name="connsiteY4" fmla="*/ 720846 h 720846"/>
              <a:gd name="connsiteX5" fmla="*/ 478279 w 884170"/>
              <a:gd name="connsiteY5" fmla="*/ 51075 h 720846"/>
              <a:gd name="connsiteX6" fmla="*/ 475150 w 884170"/>
              <a:gd name="connsiteY6" fmla="*/ 46063 h 720846"/>
              <a:gd name="connsiteX0" fmla="*/ 0 w 1635452"/>
              <a:gd name="connsiteY0" fmla="*/ 158524 h 718605"/>
              <a:gd name="connsiteX1" fmla="*/ 790672 w 1635452"/>
              <a:gd name="connsiteY1" fmla="*/ 157867 h 718605"/>
              <a:gd name="connsiteX2" fmla="*/ 884170 w 1635452"/>
              <a:gd name="connsiteY2" fmla="*/ 436677 h 718605"/>
              <a:gd name="connsiteX3" fmla="*/ 792495 w 1635452"/>
              <a:gd name="connsiteY3" fmla="*/ 716473 h 718605"/>
              <a:gd name="connsiteX4" fmla="*/ 478831 w 1635452"/>
              <a:gd name="connsiteY4" fmla="*/ 718605 h 718605"/>
              <a:gd name="connsiteX5" fmla="*/ 478279 w 1635452"/>
              <a:gd name="connsiteY5" fmla="*/ 48834 h 718605"/>
              <a:gd name="connsiteX6" fmla="*/ 1635452 w 1635452"/>
              <a:gd name="connsiteY6" fmla="*/ 52474 h 718605"/>
              <a:gd name="connsiteX0" fmla="*/ 0 w 884170"/>
              <a:gd name="connsiteY0" fmla="*/ 109690 h 669771"/>
              <a:gd name="connsiteX1" fmla="*/ 790672 w 884170"/>
              <a:gd name="connsiteY1" fmla="*/ 109033 h 669771"/>
              <a:gd name="connsiteX2" fmla="*/ 884170 w 884170"/>
              <a:gd name="connsiteY2" fmla="*/ 387843 h 669771"/>
              <a:gd name="connsiteX3" fmla="*/ 792495 w 884170"/>
              <a:gd name="connsiteY3" fmla="*/ 667639 h 669771"/>
              <a:gd name="connsiteX4" fmla="*/ 478831 w 884170"/>
              <a:gd name="connsiteY4" fmla="*/ 669771 h 669771"/>
              <a:gd name="connsiteX5" fmla="*/ 478279 w 884170"/>
              <a:gd name="connsiteY5" fmla="*/ 0 h 669771"/>
              <a:gd name="connsiteX0" fmla="*/ 0 w 884170"/>
              <a:gd name="connsiteY0" fmla="*/ 109690 h 667639"/>
              <a:gd name="connsiteX1" fmla="*/ 790672 w 884170"/>
              <a:gd name="connsiteY1" fmla="*/ 109033 h 667639"/>
              <a:gd name="connsiteX2" fmla="*/ 884170 w 884170"/>
              <a:gd name="connsiteY2" fmla="*/ 387843 h 667639"/>
              <a:gd name="connsiteX3" fmla="*/ 792495 w 884170"/>
              <a:gd name="connsiteY3" fmla="*/ 667639 h 667639"/>
              <a:gd name="connsiteX4" fmla="*/ 478831 w 884170"/>
              <a:gd name="connsiteY4" fmla="*/ 667608 h 667639"/>
              <a:gd name="connsiteX5" fmla="*/ 478279 w 884170"/>
              <a:gd name="connsiteY5" fmla="*/ 0 h 667639"/>
              <a:gd name="connsiteX0" fmla="*/ 0 w 884170"/>
              <a:gd name="connsiteY0" fmla="*/ 158881 h 716830"/>
              <a:gd name="connsiteX1" fmla="*/ 790672 w 884170"/>
              <a:gd name="connsiteY1" fmla="*/ 158224 h 716830"/>
              <a:gd name="connsiteX2" fmla="*/ 884170 w 884170"/>
              <a:gd name="connsiteY2" fmla="*/ 437034 h 716830"/>
              <a:gd name="connsiteX3" fmla="*/ 792495 w 884170"/>
              <a:gd name="connsiteY3" fmla="*/ 716830 h 716830"/>
              <a:gd name="connsiteX4" fmla="*/ 478831 w 884170"/>
              <a:gd name="connsiteY4" fmla="*/ 716799 h 716830"/>
              <a:gd name="connsiteX5" fmla="*/ 478279 w 884170"/>
              <a:gd name="connsiteY5" fmla="*/ 49191 h 716830"/>
              <a:gd name="connsiteX6" fmla="*/ 474915 w 884170"/>
              <a:gd name="connsiteY6" fmla="*/ 50104 h 716830"/>
              <a:gd name="connsiteX0" fmla="*/ 0 w 1628854"/>
              <a:gd name="connsiteY0" fmla="*/ 169685 h 727634"/>
              <a:gd name="connsiteX1" fmla="*/ 790672 w 1628854"/>
              <a:gd name="connsiteY1" fmla="*/ 169028 h 727634"/>
              <a:gd name="connsiteX2" fmla="*/ 884170 w 1628854"/>
              <a:gd name="connsiteY2" fmla="*/ 447838 h 727634"/>
              <a:gd name="connsiteX3" fmla="*/ 792495 w 1628854"/>
              <a:gd name="connsiteY3" fmla="*/ 727634 h 727634"/>
              <a:gd name="connsiteX4" fmla="*/ 478831 w 1628854"/>
              <a:gd name="connsiteY4" fmla="*/ 727603 h 727634"/>
              <a:gd name="connsiteX5" fmla="*/ 478279 w 1628854"/>
              <a:gd name="connsiteY5" fmla="*/ 59995 h 727634"/>
              <a:gd name="connsiteX6" fmla="*/ 1628854 w 1628854"/>
              <a:gd name="connsiteY6" fmla="*/ 26301 h 727634"/>
              <a:gd name="connsiteX0" fmla="*/ 0 w 1628854"/>
              <a:gd name="connsiteY0" fmla="*/ 169685 h 727634"/>
              <a:gd name="connsiteX1" fmla="*/ 790672 w 1628854"/>
              <a:gd name="connsiteY1" fmla="*/ 169028 h 727634"/>
              <a:gd name="connsiteX2" fmla="*/ 884170 w 1628854"/>
              <a:gd name="connsiteY2" fmla="*/ 447838 h 727634"/>
              <a:gd name="connsiteX3" fmla="*/ 792495 w 1628854"/>
              <a:gd name="connsiteY3" fmla="*/ 727634 h 727634"/>
              <a:gd name="connsiteX4" fmla="*/ 478831 w 1628854"/>
              <a:gd name="connsiteY4" fmla="*/ 727603 h 727634"/>
              <a:gd name="connsiteX5" fmla="*/ 478279 w 1628854"/>
              <a:gd name="connsiteY5" fmla="*/ 59995 h 727634"/>
              <a:gd name="connsiteX6" fmla="*/ 1628854 w 1628854"/>
              <a:gd name="connsiteY6" fmla="*/ 26301 h 727634"/>
              <a:gd name="connsiteX0" fmla="*/ 0 w 1628854"/>
              <a:gd name="connsiteY0" fmla="*/ 169685 h 727634"/>
              <a:gd name="connsiteX1" fmla="*/ 790672 w 1628854"/>
              <a:gd name="connsiteY1" fmla="*/ 169028 h 727634"/>
              <a:gd name="connsiteX2" fmla="*/ 884170 w 1628854"/>
              <a:gd name="connsiteY2" fmla="*/ 447838 h 727634"/>
              <a:gd name="connsiteX3" fmla="*/ 792495 w 1628854"/>
              <a:gd name="connsiteY3" fmla="*/ 727634 h 727634"/>
              <a:gd name="connsiteX4" fmla="*/ 478831 w 1628854"/>
              <a:gd name="connsiteY4" fmla="*/ 727603 h 727634"/>
              <a:gd name="connsiteX5" fmla="*/ 478279 w 1628854"/>
              <a:gd name="connsiteY5" fmla="*/ 59995 h 727634"/>
              <a:gd name="connsiteX6" fmla="*/ 1628854 w 1628854"/>
              <a:gd name="connsiteY6" fmla="*/ 26301 h 727634"/>
              <a:gd name="connsiteX0" fmla="*/ 0 w 1637339"/>
              <a:gd name="connsiteY0" fmla="*/ 301277 h 859226"/>
              <a:gd name="connsiteX1" fmla="*/ 790672 w 1637339"/>
              <a:gd name="connsiteY1" fmla="*/ 300620 h 859226"/>
              <a:gd name="connsiteX2" fmla="*/ 884170 w 1637339"/>
              <a:gd name="connsiteY2" fmla="*/ 579430 h 859226"/>
              <a:gd name="connsiteX3" fmla="*/ 792495 w 1637339"/>
              <a:gd name="connsiteY3" fmla="*/ 859226 h 859226"/>
              <a:gd name="connsiteX4" fmla="*/ 478831 w 1637339"/>
              <a:gd name="connsiteY4" fmla="*/ 859195 h 859226"/>
              <a:gd name="connsiteX5" fmla="*/ 478279 w 1637339"/>
              <a:gd name="connsiteY5" fmla="*/ 191587 h 859226"/>
              <a:gd name="connsiteX6" fmla="*/ 1637339 w 1637339"/>
              <a:gd name="connsiteY6" fmla="*/ 0 h 859226"/>
              <a:gd name="connsiteX0" fmla="*/ 0 w 1721986"/>
              <a:gd name="connsiteY0" fmla="*/ 316105 h 874054"/>
              <a:gd name="connsiteX1" fmla="*/ 790672 w 1721986"/>
              <a:gd name="connsiteY1" fmla="*/ 315448 h 874054"/>
              <a:gd name="connsiteX2" fmla="*/ 884170 w 1721986"/>
              <a:gd name="connsiteY2" fmla="*/ 594258 h 874054"/>
              <a:gd name="connsiteX3" fmla="*/ 792495 w 1721986"/>
              <a:gd name="connsiteY3" fmla="*/ 874054 h 874054"/>
              <a:gd name="connsiteX4" fmla="*/ 478831 w 1721986"/>
              <a:gd name="connsiteY4" fmla="*/ 874023 h 874054"/>
              <a:gd name="connsiteX5" fmla="*/ 478279 w 1721986"/>
              <a:gd name="connsiteY5" fmla="*/ 206415 h 874054"/>
              <a:gd name="connsiteX6" fmla="*/ 1637339 w 1721986"/>
              <a:gd name="connsiteY6" fmla="*/ 14828 h 874054"/>
              <a:gd name="connsiteX7" fmla="*/ 1633095 w 1721986"/>
              <a:gd name="connsiteY7" fmla="*/ 12665 h 874054"/>
              <a:gd name="connsiteX0" fmla="*/ 0 w 1723632"/>
              <a:gd name="connsiteY0" fmla="*/ 774957 h 1332906"/>
              <a:gd name="connsiteX1" fmla="*/ 790672 w 1723632"/>
              <a:gd name="connsiteY1" fmla="*/ 774300 h 1332906"/>
              <a:gd name="connsiteX2" fmla="*/ 884170 w 1723632"/>
              <a:gd name="connsiteY2" fmla="*/ 1053110 h 1332906"/>
              <a:gd name="connsiteX3" fmla="*/ 792495 w 1723632"/>
              <a:gd name="connsiteY3" fmla="*/ 1332906 h 1332906"/>
              <a:gd name="connsiteX4" fmla="*/ 478831 w 1723632"/>
              <a:gd name="connsiteY4" fmla="*/ 1332875 h 1332906"/>
              <a:gd name="connsiteX5" fmla="*/ 478279 w 1723632"/>
              <a:gd name="connsiteY5" fmla="*/ 665267 h 1332906"/>
              <a:gd name="connsiteX6" fmla="*/ 1637339 w 1723632"/>
              <a:gd name="connsiteY6" fmla="*/ 473680 h 1332906"/>
              <a:gd name="connsiteX7" fmla="*/ 1639459 w 1723632"/>
              <a:gd name="connsiteY7" fmla="*/ 0 h 1332906"/>
              <a:gd name="connsiteX0" fmla="*/ 0 w 1637339"/>
              <a:gd name="connsiteY0" fmla="*/ 301278 h 859227"/>
              <a:gd name="connsiteX1" fmla="*/ 790672 w 1637339"/>
              <a:gd name="connsiteY1" fmla="*/ 300621 h 859227"/>
              <a:gd name="connsiteX2" fmla="*/ 884170 w 1637339"/>
              <a:gd name="connsiteY2" fmla="*/ 579431 h 859227"/>
              <a:gd name="connsiteX3" fmla="*/ 792495 w 1637339"/>
              <a:gd name="connsiteY3" fmla="*/ 859227 h 859227"/>
              <a:gd name="connsiteX4" fmla="*/ 478831 w 1637339"/>
              <a:gd name="connsiteY4" fmla="*/ 859196 h 859227"/>
              <a:gd name="connsiteX5" fmla="*/ 478279 w 1637339"/>
              <a:gd name="connsiteY5" fmla="*/ 191588 h 859227"/>
              <a:gd name="connsiteX6" fmla="*/ 1637339 w 1637339"/>
              <a:gd name="connsiteY6" fmla="*/ 1 h 859227"/>
              <a:gd name="connsiteX0" fmla="*/ 0 w 884170"/>
              <a:gd name="connsiteY0" fmla="*/ 109690 h 667639"/>
              <a:gd name="connsiteX1" fmla="*/ 790672 w 884170"/>
              <a:gd name="connsiteY1" fmla="*/ 109033 h 667639"/>
              <a:gd name="connsiteX2" fmla="*/ 884170 w 884170"/>
              <a:gd name="connsiteY2" fmla="*/ 387843 h 667639"/>
              <a:gd name="connsiteX3" fmla="*/ 792495 w 884170"/>
              <a:gd name="connsiteY3" fmla="*/ 667639 h 667639"/>
              <a:gd name="connsiteX4" fmla="*/ 478831 w 884170"/>
              <a:gd name="connsiteY4" fmla="*/ 667608 h 667639"/>
              <a:gd name="connsiteX5" fmla="*/ 478279 w 884170"/>
              <a:gd name="connsiteY5" fmla="*/ 0 h 667639"/>
              <a:gd name="connsiteX0" fmla="*/ 0 w 884170"/>
              <a:gd name="connsiteY0" fmla="*/ 109690 h 667639"/>
              <a:gd name="connsiteX1" fmla="*/ 790672 w 884170"/>
              <a:gd name="connsiteY1" fmla="*/ 109033 h 667639"/>
              <a:gd name="connsiteX2" fmla="*/ 884170 w 884170"/>
              <a:gd name="connsiteY2" fmla="*/ 387843 h 667639"/>
              <a:gd name="connsiteX3" fmla="*/ 792495 w 884170"/>
              <a:gd name="connsiteY3" fmla="*/ 667639 h 667639"/>
              <a:gd name="connsiteX4" fmla="*/ 478831 w 884170"/>
              <a:gd name="connsiteY4" fmla="*/ 667608 h 667639"/>
              <a:gd name="connsiteX5" fmla="*/ 478279 w 884170"/>
              <a:gd name="connsiteY5" fmla="*/ 0 h 667639"/>
              <a:gd name="connsiteX0" fmla="*/ 0 w 896897"/>
              <a:gd name="connsiteY0" fmla="*/ 107527 h 667639"/>
              <a:gd name="connsiteX1" fmla="*/ 803399 w 896897"/>
              <a:gd name="connsiteY1" fmla="*/ 109033 h 667639"/>
              <a:gd name="connsiteX2" fmla="*/ 896897 w 896897"/>
              <a:gd name="connsiteY2" fmla="*/ 387843 h 667639"/>
              <a:gd name="connsiteX3" fmla="*/ 805222 w 896897"/>
              <a:gd name="connsiteY3" fmla="*/ 667639 h 667639"/>
              <a:gd name="connsiteX4" fmla="*/ 491558 w 896897"/>
              <a:gd name="connsiteY4" fmla="*/ 667608 h 667639"/>
              <a:gd name="connsiteX5" fmla="*/ 491006 w 896897"/>
              <a:gd name="connsiteY5" fmla="*/ 0 h 667639"/>
              <a:gd name="connsiteX0" fmla="*/ 0 w 3302162"/>
              <a:gd name="connsiteY0" fmla="*/ 95140 h 667639"/>
              <a:gd name="connsiteX1" fmla="*/ 3208664 w 3302162"/>
              <a:gd name="connsiteY1" fmla="*/ 109033 h 667639"/>
              <a:gd name="connsiteX2" fmla="*/ 3302162 w 3302162"/>
              <a:gd name="connsiteY2" fmla="*/ 387843 h 667639"/>
              <a:gd name="connsiteX3" fmla="*/ 3210487 w 3302162"/>
              <a:gd name="connsiteY3" fmla="*/ 667639 h 667639"/>
              <a:gd name="connsiteX4" fmla="*/ 2896823 w 3302162"/>
              <a:gd name="connsiteY4" fmla="*/ 667608 h 667639"/>
              <a:gd name="connsiteX5" fmla="*/ 2896271 w 3302162"/>
              <a:gd name="connsiteY5" fmla="*/ 0 h 667639"/>
              <a:gd name="connsiteX0" fmla="*/ 0 w 3302162"/>
              <a:gd name="connsiteY0" fmla="*/ 5086973 h 5659472"/>
              <a:gd name="connsiteX1" fmla="*/ 3208664 w 3302162"/>
              <a:gd name="connsiteY1" fmla="*/ 5100866 h 5659472"/>
              <a:gd name="connsiteX2" fmla="*/ 3302162 w 3302162"/>
              <a:gd name="connsiteY2" fmla="*/ 5379676 h 5659472"/>
              <a:gd name="connsiteX3" fmla="*/ 3210487 w 3302162"/>
              <a:gd name="connsiteY3" fmla="*/ 5659472 h 5659472"/>
              <a:gd name="connsiteX4" fmla="*/ 2896823 w 3302162"/>
              <a:gd name="connsiteY4" fmla="*/ 5659441 h 5659472"/>
              <a:gd name="connsiteX5" fmla="*/ 2890197 w 3302162"/>
              <a:gd name="connsiteY5" fmla="*/ 0 h 5659472"/>
              <a:gd name="connsiteX0" fmla="*/ 0 w 3302162"/>
              <a:gd name="connsiteY0" fmla="*/ 5086973 h 5659472"/>
              <a:gd name="connsiteX1" fmla="*/ 3208664 w 3302162"/>
              <a:gd name="connsiteY1" fmla="*/ 5100866 h 5659472"/>
              <a:gd name="connsiteX2" fmla="*/ 3302162 w 3302162"/>
              <a:gd name="connsiteY2" fmla="*/ 5379676 h 5659472"/>
              <a:gd name="connsiteX3" fmla="*/ 3210487 w 3302162"/>
              <a:gd name="connsiteY3" fmla="*/ 5659472 h 5659472"/>
              <a:gd name="connsiteX4" fmla="*/ 2896823 w 3302162"/>
              <a:gd name="connsiteY4" fmla="*/ 5659441 h 5659472"/>
              <a:gd name="connsiteX5" fmla="*/ 2890197 w 3302162"/>
              <a:gd name="connsiteY5" fmla="*/ 0 h 5659472"/>
              <a:gd name="connsiteX0" fmla="*/ 0 w 3302162"/>
              <a:gd name="connsiteY0" fmla="*/ 5086973 h 5659472"/>
              <a:gd name="connsiteX1" fmla="*/ 3208664 w 3302162"/>
              <a:gd name="connsiteY1" fmla="*/ 5100866 h 5659472"/>
              <a:gd name="connsiteX2" fmla="*/ 3302162 w 3302162"/>
              <a:gd name="connsiteY2" fmla="*/ 5379676 h 5659472"/>
              <a:gd name="connsiteX3" fmla="*/ 3210487 w 3302162"/>
              <a:gd name="connsiteY3" fmla="*/ 5659472 h 5659472"/>
              <a:gd name="connsiteX4" fmla="*/ 2896823 w 3302162"/>
              <a:gd name="connsiteY4" fmla="*/ 5659441 h 5659472"/>
              <a:gd name="connsiteX5" fmla="*/ 2902345 w 3302162"/>
              <a:gd name="connsiteY5" fmla="*/ 0 h 5659472"/>
              <a:gd name="connsiteX0" fmla="*/ 0 w 3302162"/>
              <a:gd name="connsiteY0" fmla="*/ 5105553 h 5678052"/>
              <a:gd name="connsiteX1" fmla="*/ 3208664 w 3302162"/>
              <a:gd name="connsiteY1" fmla="*/ 5119446 h 5678052"/>
              <a:gd name="connsiteX2" fmla="*/ 3302162 w 3302162"/>
              <a:gd name="connsiteY2" fmla="*/ 5398256 h 5678052"/>
              <a:gd name="connsiteX3" fmla="*/ 3210487 w 3302162"/>
              <a:gd name="connsiteY3" fmla="*/ 5678052 h 5678052"/>
              <a:gd name="connsiteX4" fmla="*/ 2896823 w 3302162"/>
              <a:gd name="connsiteY4" fmla="*/ 5678021 h 5678052"/>
              <a:gd name="connsiteX5" fmla="*/ 2914493 w 3302162"/>
              <a:gd name="connsiteY5" fmla="*/ 0 h 5678052"/>
              <a:gd name="connsiteX0" fmla="*/ 0 w 3302162"/>
              <a:gd name="connsiteY0" fmla="*/ 5086975 h 5659474"/>
              <a:gd name="connsiteX1" fmla="*/ 3208664 w 3302162"/>
              <a:gd name="connsiteY1" fmla="*/ 5100868 h 5659474"/>
              <a:gd name="connsiteX2" fmla="*/ 3302162 w 3302162"/>
              <a:gd name="connsiteY2" fmla="*/ 5379678 h 5659474"/>
              <a:gd name="connsiteX3" fmla="*/ 3210487 w 3302162"/>
              <a:gd name="connsiteY3" fmla="*/ 5659474 h 5659474"/>
              <a:gd name="connsiteX4" fmla="*/ 2896823 w 3302162"/>
              <a:gd name="connsiteY4" fmla="*/ 5659443 h 5659474"/>
              <a:gd name="connsiteX5" fmla="*/ 2896272 w 3302162"/>
              <a:gd name="connsiteY5" fmla="*/ 0 h 56594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302162" h="5659474">
                <a:moveTo>
                  <a:pt x="0" y="5086975"/>
                </a:moveTo>
                <a:lnTo>
                  <a:pt x="3208664" y="5100868"/>
                </a:lnTo>
                <a:lnTo>
                  <a:pt x="3302162" y="5379678"/>
                </a:lnTo>
                <a:lnTo>
                  <a:pt x="3210487" y="5659474"/>
                </a:lnTo>
                <a:lnTo>
                  <a:pt x="2896823" y="5659443"/>
                </a:lnTo>
                <a:cubicBezTo>
                  <a:pt x="2894614" y="3772963"/>
                  <a:pt x="2904555" y="9898"/>
                  <a:pt x="2896272" y="0"/>
                </a:cubicBezTo>
              </a:path>
            </a:pathLst>
          </a:custGeom>
          <a:noFill/>
          <a:ln w="63500">
            <a:solidFill>
              <a:srgbClr val="0C2074"/>
            </a:solidFill>
            <a:miter lim="800000"/>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ln w="38100">
                <a:solidFill>
                  <a:schemeClr val="tx1"/>
                </a:solidFill>
              </a:ln>
            </a:endParaRPr>
          </a:p>
        </p:txBody>
      </p:sp>
      <p:pic>
        <p:nvPicPr>
          <p:cNvPr id="6" name="Picture 4"/>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457200" y="6386513"/>
            <a:ext cx="1143000" cy="28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Title 1"/>
          <p:cNvSpPr>
            <a:spLocks noGrp="1"/>
          </p:cNvSpPr>
          <p:nvPr>
            <p:ph type="title"/>
          </p:nvPr>
        </p:nvSpPr>
        <p:spPr>
          <a:xfrm>
            <a:off x="457200" y="4604658"/>
            <a:ext cx="7315200" cy="957942"/>
          </a:xfrm>
        </p:spPr>
        <p:txBody>
          <a:bodyPr>
            <a:noAutofit/>
          </a:bodyPr>
          <a:lstStyle>
            <a:lvl1pPr algn="l">
              <a:defRPr sz="3200" b="1" cap="none" baseline="0"/>
            </a:lvl1pPr>
          </a:lstStyle>
          <a:p>
            <a:r>
              <a:rPr lang="en-US" smtClean="0"/>
              <a:t>Click to edit Master title style</a:t>
            </a:r>
            <a:endParaRPr lang="en-US" dirty="0"/>
          </a:p>
        </p:txBody>
      </p:sp>
      <p:sp>
        <p:nvSpPr>
          <p:cNvPr id="10" name="Text Placeholder 2"/>
          <p:cNvSpPr>
            <a:spLocks noGrp="1"/>
          </p:cNvSpPr>
          <p:nvPr>
            <p:ph type="body" idx="1"/>
          </p:nvPr>
        </p:nvSpPr>
        <p:spPr>
          <a:xfrm>
            <a:off x="457200" y="5640389"/>
            <a:ext cx="7315200" cy="674686"/>
          </a:xfrm>
        </p:spPr>
        <p:txBody>
          <a:bodyPr/>
          <a:lstStyle>
            <a:lvl1pPr marL="0" indent="0">
              <a:buNone/>
              <a:defRPr sz="2000">
                <a:solidFill>
                  <a:schemeClr val="accent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8" name="Picture Placeholder 4"/>
          <p:cNvSpPr>
            <a:spLocks noGrp="1"/>
          </p:cNvSpPr>
          <p:nvPr>
            <p:ph type="pic" sz="quarter" idx="10"/>
          </p:nvPr>
        </p:nvSpPr>
        <p:spPr>
          <a:xfrm>
            <a:off x="0" y="0"/>
            <a:ext cx="7772400" cy="4505325"/>
          </a:xfrm>
        </p:spPr>
        <p:txBody>
          <a:bodyPr lIns="274320" tIns="548640" rtlCol="0">
            <a:noAutofit/>
          </a:bodyPr>
          <a:lstStyle>
            <a:lvl1pPr marL="9144" indent="0">
              <a:buFontTx/>
              <a:buNone/>
              <a:defRPr sz="2800"/>
            </a:lvl1pPr>
          </a:lstStyle>
          <a:p>
            <a:pPr lvl="0"/>
            <a:r>
              <a:rPr lang="en-US" noProof="0" smtClean="0"/>
              <a:t>Drag picture to placeholder or click icon to add</a:t>
            </a:r>
            <a:endParaRPr lang="en-US" noProof="0" dirty="0"/>
          </a:p>
        </p:txBody>
      </p:sp>
    </p:spTree>
    <p:extLst>
      <p:ext uri="{BB962C8B-B14F-4D97-AF65-F5344CB8AC3E}">
        <p14:creationId xmlns:p14="http://schemas.microsoft.com/office/powerpoint/2010/main" val="7648758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grpSp>
        <p:nvGrpSpPr>
          <p:cNvPr id="4" name="Group 3"/>
          <p:cNvGrpSpPr>
            <a:grpSpLocks/>
          </p:cNvGrpSpPr>
          <p:nvPr userDrawn="1"/>
        </p:nvGrpSpPr>
        <p:grpSpPr bwMode="auto">
          <a:xfrm>
            <a:off x="0" y="-22225"/>
            <a:ext cx="1443038" cy="2765425"/>
            <a:chOff x="0" y="-22043"/>
            <a:chExt cx="3116640" cy="5974110"/>
          </a:xfrm>
        </p:grpSpPr>
        <p:cxnSp>
          <p:nvCxnSpPr>
            <p:cNvPr id="5" name="Straight Connector 4"/>
            <p:cNvCxnSpPr/>
            <p:nvPr userDrawn="1"/>
          </p:nvCxnSpPr>
          <p:spPr>
            <a:xfrm>
              <a:off x="788589" y="1716692"/>
              <a:ext cx="0" cy="4235375"/>
            </a:xfrm>
            <a:prstGeom prst="line">
              <a:avLst/>
            </a:prstGeom>
            <a:ln w="254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6" name="Straight Connector 5"/>
            <p:cNvCxnSpPr/>
            <p:nvPr userDrawn="1"/>
          </p:nvCxnSpPr>
          <p:spPr>
            <a:xfrm flipH="1">
              <a:off x="771446" y="5921203"/>
              <a:ext cx="318863" cy="0"/>
            </a:xfrm>
            <a:prstGeom prst="line">
              <a:avLst/>
            </a:prstGeom>
            <a:ln w="254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7" name="Straight Connector 6"/>
            <p:cNvCxnSpPr/>
            <p:nvPr userDrawn="1"/>
          </p:nvCxnSpPr>
          <p:spPr>
            <a:xfrm rot="16200000" flipH="1">
              <a:off x="910267" y="5782310"/>
              <a:ext cx="318940" cy="0"/>
            </a:xfrm>
            <a:prstGeom prst="line">
              <a:avLst/>
            </a:prstGeom>
            <a:ln w="254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8" name="Straight Connector 7"/>
            <p:cNvCxnSpPr/>
            <p:nvPr userDrawn="1"/>
          </p:nvCxnSpPr>
          <p:spPr>
            <a:xfrm flipH="1">
              <a:off x="0" y="5653706"/>
              <a:ext cx="1090309" cy="0"/>
            </a:xfrm>
            <a:prstGeom prst="line">
              <a:avLst/>
            </a:prstGeom>
            <a:ln w="25400">
              <a:solidFill>
                <a:schemeClr val="accent2"/>
              </a:solidFill>
            </a:ln>
          </p:spPr>
          <p:style>
            <a:lnRef idx="1">
              <a:schemeClr val="accent1"/>
            </a:lnRef>
            <a:fillRef idx="0">
              <a:schemeClr val="accent1"/>
            </a:fillRef>
            <a:effectRef idx="0">
              <a:schemeClr val="accent1"/>
            </a:effectRef>
            <a:fontRef idx="minor">
              <a:schemeClr val="tx1"/>
            </a:fontRef>
          </p:style>
        </p:cxnSp>
        <p:sp>
          <p:nvSpPr>
            <p:cNvPr id="11" name="Right Arrow Callout 12"/>
            <p:cNvSpPr/>
            <p:nvPr userDrawn="1"/>
          </p:nvSpPr>
          <p:spPr>
            <a:xfrm rot="16200000" flipH="1">
              <a:off x="330485" y="412061"/>
              <a:ext cx="3220259" cy="2352051"/>
            </a:xfrm>
            <a:custGeom>
              <a:avLst/>
              <a:gdLst>
                <a:gd name="connsiteX0" fmla="*/ 0 w 595311"/>
                <a:gd name="connsiteY0" fmla="*/ 0 h 990600"/>
                <a:gd name="connsiteX1" fmla="*/ 386815 w 595311"/>
                <a:gd name="connsiteY1" fmla="*/ 0 h 990600"/>
                <a:gd name="connsiteX2" fmla="*/ 386815 w 595311"/>
                <a:gd name="connsiteY2" fmla="*/ 420886 h 990600"/>
                <a:gd name="connsiteX3" fmla="*/ 446483 w 595311"/>
                <a:gd name="connsiteY3" fmla="*/ 420886 h 990600"/>
                <a:gd name="connsiteX4" fmla="*/ 446483 w 595311"/>
                <a:gd name="connsiteY4" fmla="*/ 346472 h 990600"/>
                <a:gd name="connsiteX5" fmla="*/ 595311 w 595311"/>
                <a:gd name="connsiteY5" fmla="*/ 495300 h 990600"/>
                <a:gd name="connsiteX6" fmla="*/ 446483 w 595311"/>
                <a:gd name="connsiteY6" fmla="*/ 644128 h 990600"/>
                <a:gd name="connsiteX7" fmla="*/ 446483 w 595311"/>
                <a:gd name="connsiteY7" fmla="*/ 569714 h 990600"/>
                <a:gd name="connsiteX8" fmla="*/ 386815 w 595311"/>
                <a:gd name="connsiteY8" fmla="*/ 569714 h 990600"/>
                <a:gd name="connsiteX9" fmla="*/ 386815 w 595311"/>
                <a:gd name="connsiteY9" fmla="*/ 990600 h 990600"/>
                <a:gd name="connsiteX10" fmla="*/ 0 w 595311"/>
                <a:gd name="connsiteY10" fmla="*/ 990600 h 990600"/>
                <a:gd name="connsiteX11" fmla="*/ 0 w 595311"/>
                <a:gd name="connsiteY11" fmla="*/ 0 h 99060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446483 w 595311"/>
                <a:gd name="connsiteY5" fmla="*/ 420886 h 1082040"/>
                <a:gd name="connsiteX6" fmla="*/ 446483 w 595311"/>
                <a:gd name="connsiteY6" fmla="*/ 346472 h 1082040"/>
                <a:gd name="connsiteX7" fmla="*/ 595311 w 595311"/>
                <a:gd name="connsiteY7" fmla="*/ 495300 h 1082040"/>
                <a:gd name="connsiteX8" fmla="*/ 446483 w 595311"/>
                <a:gd name="connsiteY8" fmla="*/ 644128 h 1082040"/>
                <a:gd name="connsiteX9" fmla="*/ 446483 w 595311"/>
                <a:gd name="connsiteY9" fmla="*/ 569714 h 1082040"/>
                <a:gd name="connsiteX10" fmla="*/ 386815 w 595311"/>
                <a:gd name="connsiteY10" fmla="*/ 569714 h 1082040"/>
                <a:gd name="connsiteX11" fmla="*/ 478255 w 595311"/>
                <a:gd name="connsiteY11"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446483 w 595311"/>
                <a:gd name="connsiteY5" fmla="*/ 420886 h 1082040"/>
                <a:gd name="connsiteX6" fmla="*/ 446483 w 595311"/>
                <a:gd name="connsiteY6" fmla="*/ 346472 h 1082040"/>
                <a:gd name="connsiteX7" fmla="*/ 595311 w 595311"/>
                <a:gd name="connsiteY7" fmla="*/ 495300 h 1082040"/>
                <a:gd name="connsiteX8" fmla="*/ 503636 w 595311"/>
                <a:gd name="connsiteY8" fmla="*/ 775096 h 1082040"/>
                <a:gd name="connsiteX9" fmla="*/ 446483 w 595311"/>
                <a:gd name="connsiteY9" fmla="*/ 569714 h 1082040"/>
                <a:gd name="connsiteX10" fmla="*/ 386815 w 595311"/>
                <a:gd name="connsiteY10" fmla="*/ 569714 h 1082040"/>
                <a:gd name="connsiteX11" fmla="*/ 478255 w 595311"/>
                <a:gd name="connsiteY11"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446483 w 595311"/>
                <a:gd name="connsiteY5" fmla="*/ 420886 h 1082040"/>
                <a:gd name="connsiteX6" fmla="*/ 503636 w 595311"/>
                <a:gd name="connsiteY6" fmla="*/ 217885 h 1082040"/>
                <a:gd name="connsiteX7" fmla="*/ 595311 w 595311"/>
                <a:gd name="connsiteY7" fmla="*/ 495300 h 1082040"/>
                <a:gd name="connsiteX8" fmla="*/ 503636 w 595311"/>
                <a:gd name="connsiteY8" fmla="*/ 775096 h 1082040"/>
                <a:gd name="connsiteX9" fmla="*/ 446483 w 595311"/>
                <a:gd name="connsiteY9" fmla="*/ 569714 h 1082040"/>
                <a:gd name="connsiteX10" fmla="*/ 386815 w 595311"/>
                <a:gd name="connsiteY10" fmla="*/ 569714 h 1082040"/>
                <a:gd name="connsiteX11" fmla="*/ 478255 w 595311"/>
                <a:gd name="connsiteY11"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503636 w 595311"/>
                <a:gd name="connsiteY5" fmla="*/ 217885 h 1082040"/>
                <a:gd name="connsiteX6" fmla="*/ 595311 w 595311"/>
                <a:gd name="connsiteY6" fmla="*/ 495300 h 1082040"/>
                <a:gd name="connsiteX7" fmla="*/ 503636 w 595311"/>
                <a:gd name="connsiteY7" fmla="*/ 775096 h 1082040"/>
                <a:gd name="connsiteX8" fmla="*/ 446483 w 595311"/>
                <a:gd name="connsiteY8" fmla="*/ 569714 h 1082040"/>
                <a:gd name="connsiteX9" fmla="*/ 386815 w 595311"/>
                <a:gd name="connsiteY9" fmla="*/ 569714 h 1082040"/>
                <a:gd name="connsiteX10" fmla="*/ 478255 w 595311"/>
                <a:gd name="connsiteY10"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503636 w 595311"/>
                <a:gd name="connsiteY5" fmla="*/ 217885 h 1082040"/>
                <a:gd name="connsiteX6" fmla="*/ 595311 w 595311"/>
                <a:gd name="connsiteY6" fmla="*/ 495300 h 1082040"/>
                <a:gd name="connsiteX7" fmla="*/ 503636 w 595311"/>
                <a:gd name="connsiteY7" fmla="*/ 775096 h 1082040"/>
                <a:gd name="connsiteX8" fmla="*/ 386815 w 595311"/>
                <a:gd name="connsiteY8" fmla="*/ 569714 h 1082040"/>
                <a:gd name="connsiteX9" fmla="*/ 478255 w 595311"/>
                <a:gd name="connsiteY9"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503636 w 595311"/>
                <a:gd name="connsiteY5" fmla="*/ 217885 h 1082040"/>
                <a:gd name="connsiteX6" fmla="*/ 595311 w 595311"/>
                <a:gd name="connsiteY6" fmla="*/ 495300 h 1082040"/>
                <a:gd name="connsiteX7" fmla="*/ 503636 w 595311"/>
                <a:gd name="connsiteY7" fmla="*/ 775096 h 1082040"/>
                <a:gd name="connsiteX8" fmla="*/ 184411 w 595311"/>
                <a:gd name="connsiteY8" fmla="*/ 772120 h 1082040"/>
                <a:gd name="connsiteX9" fmla="*/ 478255 w 595311"/>
                <a:gd name="connsiteY9" fmla="*/ 1082040 h 1082040"/>
                <a:gd name="connsiteX0" fmla="*/ 386815 w 595311"/>
                <a:gd name="connsiteY0" fmla="*/ 990600 h 990600"/>
                <a:gd name="connsiteX1" fmla="*/ 0 w 595311"/>
                <a:gd name="connsiteY1" fmla="*/ 990600 h 990600"/>
                <a:gd name="connsiteX2" fmla="*/ 0 w 595311"/>
                <a:gd name="connsiteY2" fmla="*/ 0 h 990600"/>
                <a:gd name="connsiteX3" fmla="*/ 386815 w 595311"/>
                <a:gd name="connsiteY3" fmla="*/ 0 h 990600"/>
                <a:gd name="connsiteX4" fmla="*/ 386815 w 595311"/>
                <a:gd name="connsiteY4" fmla="*/ 420886 h 990600"/>
                <a:gd name="connsiteX5" fmla="*/ 503636 w 595311"/>
                <a:gd name="connsiteY5" fmla="*/ 217885 h 990600"/>
                <a:gd name="connsiteX6" fmla="*/ 595311 w 595311"/>
                <a:gd name="connsiteY6" fmla="*/ 495300 h 990600"/>
                <a:gd name="connsiteX7" fmla="*/ 503636 w 595311"/>
                <a:gd name="connsiteY7" fmla="*/ 775096 h 990600"/>
                <a:gd name="connsiteX8" fmla="*/ 184411 w 595311"/>
                <a:gd name="connsiteY8" fmla="*/ 772120 h 990600"/>
                <a:gd name="connsiteX0" fmla="*/ 386815 w 595311"/>
                <a:gd name="connsiteY0" fmla="*/ 990600 h 990600"/>
                <a:gd name="connsiteX1" fmla="*/ 0 w 595311"/>
                <a:gd name="connsiteY1" fmla="*/ 990600 h 990600"/>
                <a:gd name="connsiteX2" fmla="*/ 0 w 595311"/>
                <a:gd name="connsiteY2" fmla="*/ 0 h 990600"/>
                <a:gd name="connsiteX3" fmla="*/ 386815 w 595311"/>
                <a:gd name="connsiteY3" fmla="*/ 0 h 990600"/>
                <a:gd name="connsiteX4" fmla="*/ 503636 w 595311"/>
                <a:gd name="connsiteY4" fmla="*/ 217885 h 990600"/>
                <a:gd name="connsiteX5" fmla="*/ 595311 w 595311"/>
                <a:gd name="connsiteY5" fmla="*/ 495300 h 990600"/>
                <a:gd name="connsiteX6" fmla="*/ 503636 w 595311"/>
                <a:gd name="connsiteY6" fmla="*/ 775096 h 990600"/>
                <a:gd name="connsiteX7" fmla="*/ 184411 w 595311"/>
                <a:gd name="connsiteY7" fmla="*/ 772120 h 990600"/>
                <a:gd name="connsiteX0" fmla="*/ 386815 w 595311"/>
                <a:gd name="connsiteY0" fmla="*/ 990600 h 990600"/>
                <a:gd name="connsiteX1" fmla="*/ 0 w 595311"/>
                <a:gd name="connsiteY1" fmla="*/ 990600 h 990600"/>
                <a:gd name="connsiteX2" fmla="*/ 2 w 595311"/>
                <a:gd name="connsiteY2" fmla="*/ 531019 h 990600"/>
                <a:gd name="connsiteX3" fmla="*/ 386815 w 595311"/>
                <a:gd name="connsiteY3" fmla="*/ 0 h 990600"/>
                <a:gd name="connsiteX4" fmla="*/ 503636 w 595311"/>
                <a:gd name="connsiteY4" fmla="*/ 217885 h 990600"/>
                <a:gd name="connsiteX5" fmla="*/ 595311 w 595311"/>
                <a:gd name="connsiteY5" fmla="*/ 495300 h 990600"/>
                <a:gd name="connsiteX6" fmla="*/ 503636 w 595311"/>
                <a:gd name="connsiteY6" fmla="*/ 775096 h 990600"/>
                <a:gd name="connsiteX7" fmla="*/ 184411 w 595311"/>
                <a:gd name="connsiteY7" fmla="*/ 772120 h 990600"/>
                <a:gd name="connsiteX0" fmla="*/ 388144 w 596640"/>
                <a:gd name="connsiteY0" fmla="*/ 773906 h 773906"/>
                <a:gd name="connsiteX1" fmla="*/ 1329 w 596640"/>
                <a:gd name="connsiteY1" fmla="*/ 773906 h 773906"/>
                <a:gd name="connsiteX2" fmla="*/ 1331 w 596640"/>
                <a:gd name="connsiteY2" fmla="*/ 314325 h 773906"/>
                <a:gd name="connsiteX3" fmla="*/ 0 w 596640"/>
                <a:gd name="connsiteY3" fmla="*/ 0 h 773906"/>
                <a:gd name="connsiteX4" fmla="*/ 504965 w 596640"/>
                <a:gd name="connsiteY4" fmla="*/ 1191 h 773906"/>
                <a:gd name="connsiteX5" fmla="*/ 596640 w 596640"/>
                <a:gd name="connsiteY5" fmla="*/ 278606 h 773906"/>
                <a:gd name="connsiteX6" fmla="*/ 504965 w 596640"/>
                <a:gd name="connsiteY6" fmla="*/ 558402 h 773906"/>
                <a:gd name="connsiteX7" fmla="*/ 185740 w 596640"/>
                <a:gd name="connsiteY7" fmla="*/ 555426 h 773906"/>
                <a:gd name="connsiteX0" fmla="*/ 389197 w 597693"/>
                <a:gd name="connsiteY0" fmla="*/ 773906 h 1840706"/>
                <a:gd name="connsiteX1" fmla="*/ 0 w 597693"/>
                <a:gd name="connsiteY1" fmla="*/ 1840706 h 1840706"/>
                <a:gd name="connsiteX2" fmla="*/ 2384 w 597693"/>
                <a:gd name="connsiteY2" fmla="*/ 314325 h 1840706"/>
                <a:gd name="connsiteX3" fmla="*/ 1053 w 597693"/>
                <a:gd name="connsiteY3" fmla="*/ 0 h 1840706"/>
                <a:gd name="connsiteX4" fmla="*/ 506018 w 597693"/>
                <a:gd name="connsiteY4" fmla="*/ 1191 h 1840706"/>
                <a:gd name="connsiteX5" fmla="*/ 597693 w 597693"/>
                <a:gd name="connsiteY5" fmla="*/ 278606 h 1840706"/>
                <a:gd name="connsiteX6" fmla="*/ 506018 w 597693"/>
                <a:gd name="connsiteY6" fmla="*/ 558402 h 1840706"/>
                <a:gd name="connsiteX7" fmla="*/ 186793 w 597693"/>
                <a:gd name="connsiteY7" fmla="*/ 555426 h 1840706"/>
                <a:gd name="connsiteX0" fmla="*/ 0 w 856194"/>
                <a:gd name="connsiteY0" fmla="*/ 1843087 h 1843087"/>
                <a:gd name="connsiteX1" fmla="*/ 258501 w 856194"/>
                <a:gd name="connsiteY1" fmla="*/ 1840706 h 1843087"/>
                <a:gd name="connsiteX2" fmla="*/ 260885 w 856194"/>
                <a:gd name="connsiteY2" fmla="*/ 314325 h 1843087"/>
                <a:gd name="connsiteX3" fmla="*/ 259554 w 856194"/>
                <a:gd name="connsiteY3" fmla="*/ 0 h 1843087"/>
                <a:gd name="connsiteX4" fmla="*/ 764519 w 856194"/>
                <a:gd name="connsiteY4" fmla="*/ 1191 h 1843087"/>
                <a:gd name="connsiteX5" fmla="*/ 856194 w 856194"/>
                <a:gd name="connsiteY5" fmla="*/ 278606 h 1843087"/>
                <a:gd name="connsiteX6" fmla="*/ 764519 w 856194"/>
                <a:gd name="connsiteY6" fmla="*/ 558402 h 1843087"/>
                <a:gd name="connsiteX7" fmla="*/ 445294 w 856194"/>
                <a:gd name="connsiteY7" fmla="*/ 555426 h 1843087"/>
                <a:gd name="connsiteX0" fmla="*/ 0 w 868098"/>
                <a:gd name="connsiteY0" fmla="*/ 1843087 h 1843087"/>
                <a:gd name="connsiteX1" fmla="*/ 270405 w 868098"/>
                <a:gd name="connsiteY1" fmla="*/ 1840706 h 1843087"/>
                <a:gd name="connsiteX2" fmla="*/ 272789 w 868098"/>
                <a:gd name="connsiteY2" fmla="*/ 314325 h 1843087"/>
                <a:gd name="connsiteX3" fmla="*/ 271458 w 868098"/>
                <a:gd name="connsiteY3" fmla="*/ 0 h 1843087"/>
                <a:gd name="connsiteX4" fmla="*/ 776423 w 868098"/>
                <a:gd name="connsiteY4" fmla="*/ 1191 h 1843087"/>
                <a:gd name="connsiteX5" fmla="*/ 868098 w 868098"/>
                <a:gd name="connsiteY5" fmla="*/ 278606 h 1843087"/>
                <a:gd name="connsiteX6" fmla="*/ 776423 w 868098"/>
                <a:gd name="connsiteY6" fmla="*/ 558402 h 1843087"/>
                <a:gd name="connsiteX7" fmla="*/ 457198 w 868098"/>
                <a:gd name="connsiteY7" fmla="*/ 555426 h 1843087"/>
                <a:gd name="connsiteX0" fmla="*/ 0 w 868098"/>
                <a:gd name="connsiteY0" fmla="*/ 1843087 h 1847850"/>
                <a:gd name="connsiteX1" fmla="*/ 272789 w 868098"/>
                <a:gd name="connsiteY1" fmla="*/ 1847850 h 1847850"/>
                <a:gd name="connsiteX2" fmla="*/ 272789 w 868098"/>
                <a:gd name="connsiteY2" fmla="*/ 314325 h 1847850"/>
                <a:gd name="connsiteX3" fmla="*/ 271458 w 868098"/>
                <a:gd name="connsiteY3" fmla="*/ 0 h 1847850"/>
                <a:gd name="connsiteX4" fmla="*/ 776423 w 868098"/>
                <a:gd name="connsiteY4" fmla="*/ 1191 h 1847850"/>
                <a:gd name="connsiteX5" fmla="*/ 868098 w 868098"/>
                <a:gd name="connsiteY5" fmla="*/ 278606 h 1847850"/>
                <a:gd name="connsiteX6" fmla="*/ 776423 w 868098"/>
                <a:gd name="connsiteY6" fmla="*/ 558402 h 1847850"/>
                <a:gd name="connsiteX7" fmla="*/ 457198 w 868098"/>
                <a:gd name="connsiteY7" fmla="*/ 555426 h 1847850"/>
                <a:gd name="connsiteX0" fmla="*/ 0 w 872861"/>
                <a:gd name="connsiteY0" fmla="*/ 1845468 h 1847850"/>
                <a:gd name="connsiteX1" fmla="*/ 277552 w 872861"/>
                <a:gd name="connsiteY1" fmla="*/ 1847850 h 1847850"/>
                <a:gd name="connsiteX2" fmla="*/ 277552 w 872861"/>
                <a:gd name="connsiteY2" fmla="*/ 314325 h 1847850"/>
                <a:gd name="connsiteX3" fmla="*/ 276221 w 872861"/>
                <a:gd name="connsiteY3" fmla="*/ 0 h 1847850"/>
                <a:gd name="connsiteX4" fmla="*/ 781186 w 872861"/>
                <a:gd name="connsiteY4" fmla="*/ 1191 h 1847850"/>
                <a:gd name="connsiteX5" fmla="*/ 872861 w 872861"/>
                <a:gd name="connsiteY5" fmla="*/ 278606 h 1847850"/>
                <a:gd name="connsiteX6" fmla="*/ 781186 w 872861"/>
                <a:gd name="connsiteY6" fmla="*/ 558402 h 1847850"/>
                <a:gd name="connsiteX7" fmla="*/ 461961 w 872861"/>
                <a:gd name="connsiteY7" fmla="*/ 555426 h 1847850"/>
                <a:gd name="connsiteX0" fmla="*/ 0 w 860952"/>
                <a:gd name="connsiteY0" fmla="*/ 1845468 h 1847850"/>
                <a:gd name="connsiteX1" fmla="*/ 265643 w 860952"/>
                <a:gd name="connsiteY1" fmla="*/ 1847850 h 1847850"/>
                <a:gd name="connsiteX2" fmla="*/ 265643 w 860952"/>
                <a:gd name="connsiteY2" fmla="*/ 314325 h 1847850"/>
                <a:gd name="connsiteX3" fmla="*/ 264312 w 860952"/>
                <a:gd name="connsiteY3" fmla="*/ 0 h 1847850"/>
                <a:gd name="connsiteX4" fmla="*/ 769277 w 860952"/>
                <a:gd name="connsiteY4" fmla="*/ 1191 h 1847850"/>
                <a:gd name="connsiteX5" fmla="*/ 860952 w 860952"/>
                <a:gd name="connsiteY5" fmla="*/ 278606 h 1847850"/>
                <a:gd name="connsiteX6" fmla="*/ 769277 w 860952"/>
                <a:gd name="connsiteY6" fmla="*/ 558402 h 1847850"/>
                <a:gd name="connsiteX7" fmla="*/ 450052 w 860952"/>
                <a:gd name="connsiteY7" fmla="*/ 555426 h 1847850"/>
                <a:gd name="connsiteX0" fmla="*/ 0 w 870477"/>
                <a:gd name="connsiteY0" fmla="*/ 1847849 h 1847850"/>
                <a:gd name="connsiteX1" fmla="*/ 275168 w 870477"/>
                <a:gd name="connsiteY1" fmla="*/ 1847850 h 1847850"/>
                <a:gd name="connsiteX2" fmla="*/ 275168 w 870477"/>
                <a:gd name="connsiteY2" fmla="*/ 314325 h 1847850"/>
                <a:gd name="connsiteX3" fmla="*/ 273837 w 870477"/>
                <a:gd name="connsiteY3" fmla="*/ 0 h 1847850"/>
                <a:gd name="connsiteX4" fmla="*/ 778802 w 870477"/>
                <a:gd name="connsiteY4" fmla="*/ 1191 h 1847850"/>
                <a:gd name="connsiteX5" fmla="*/ 870477 w 870477"/>
                <a:gd name="connsiteY5" fmla="*/ 278606 h 1847850"/>
                <a:gd name="connsiteX6" fmla="*/ 778802 w 870477"/>
                <a:gd name="connsiteY6" fmla="*/ 558402 h 1847850"/>
                <a:gd name="connsiteX7" fmla="*/ 459577 w 870477"/>
                <a:gd name="connsiteY7" fmla="*/ 555426 h 1847850"/>
                <a:gd name="connsiteX0" fmla="*/ 0 w 870477"/>
                <a:gd name="connsiteY0" fmla="*/ 1847849 h 1847850"/>
                <a:gd name="connsiteX1" fmla="*/ 275168 w 870477"/>
                <a:gd name="connsiteY1" fmla="*/ 1847850 h 1847850"/>
                <a:gd name="connsiteX2" fmla="*/ 275168 w 870477"/>
                <a:gd name="connsiteY2" fmla="*/ 314325 h 1847850"/>
                <a:gd name="connsiteX3" fmla="*/ 273837 w 870477"/>
                <a:gd name="connsiteY3" fmla="*/ 0 h 1847850"/>
                <a:gd name="connsiteX4" fmla="*/ 778802 w 870477"/>
                <a:gd name="connsiteY4" fmla="*/ 1191 h 1847850"/>
                <a:gd name="connsiteX5" fmla="*/ 870477 w 870477"/>
                <a:gd name="connsiteY5" fmla="*/ 278606 h 1847850"/>
                <a:gd name="connsiteX6" fmla="*/ 778802 w 870477"/>
                <a:gd name="connsiteY6" fmla="*/ 558402 h 1847850"/>
                <a:gd name="connsiteX7" fmla="*/ 459577 w 870477"/>
                <a:gd name="connsiteY7" fmla="*/ 555426 h 1847850"/>
                <a:gd name="connsiteX8" fmla="*/ 458523 w 870477"/>
                <a:gd name="connsiteY8" fmla="*/ 559595 h 1847850"/>
                <a:gd name="connsiteX0" fmla="*/ 0 w 870477"/>
                <a:gd name="connsiteY0" fmla="*/ 2166939 h 2166940"/>
                <a:gd name="connsiteX1" fmla="*/ 275168 w 870477"/>
                <a:gd name="connsiteY1" fmla="*/ 2166940 h 2166940"/>
                <a:gd name="connsiteX2" fmla="*/ 275168 w 870477"/>
                <a:gd name="connsiteY2" fmla="*/ 633415 h 2166940"/>
                <a:gd name="connsiteX3" fmla="*/ 273837 w 870477"/>
                <a:gd name="connsiteY3" fmla="*/ 319090 h 2166940"/>
                <a:gd name="connsiteX4" fmla="*/ 778802 w 870477"/>
                <a:gd name="connsiteY4" fmla="*/ 320281 h 2166940"/>
                <a:gd name="connsiteX5" fmla="*/ 870477 w 870477"/>
                <a:gd name="connsiteY5" fmla="*/ 597696 h 2166940"/>
                <a:gd name="connsiteX6" fmla="*/ 778802 w 870477"/>
                <a:gd name="connsiteY6" fmla="*/ 877492 h 2166940"/>
                <a:gd name="connsiteX7" fmla="*/ 459577 w 870477"/>
                <a:gd name="connsiteY7" fmla="*/ 874516 h 2166940"/>
                <a:gd name="connsiteX8" fmla="*/ 460904 w 870477"/>
                <a:gd name="connsiteY8" fmla="*/ 0 h 2166940"/>
                <a:gd name="connsiteX0" fmla="*/ 0 w 870477"/>
                <a:gd name="connsiteY0" fmla="*/ 2166939 h 2166940"/>
                <a:gd name="connsiteX1" fmla="*/ 275168 w 870477"/>
                <a:gd name="connsiteY1" fmla="*/ 2166940 h 2166940"/>
                <a:gd name="connsiteX2" fmla="*/ 275168 w 870477"/>
                <a:gd name="connsiteY2" fmla="*/ 633415 h 2166940"/>
                <a:gd name="connsiteX3" fmla="*/ 273837 w 870477"/>
                <a:gd name="connsiteY3" fmla="*/ 319090 h 2166940"/>
                <a:gd name="connsiteX4" fmla="*/ 778802 w 870477"/>
                <a:gd name="connsiteY4" fmla="*/ 320281 h 2166940"/>
                <a:gd name="connsiteX5" fmla="*/ 870477 w 870477"/>
                <a:gd name="connsiteY5" fmla="*/ 597696 h 2166940"/>
                <a:gd name="connsiteX6" fmla="*/ 778802 w 870477"/>
                <a:gd name="connsiteY6" fmla="*/ 877492 h 2166940"/>
                <a:gd name="connsiteX7" fmla="*/ 459577 w 870477"/>
                <a:gd name="connsiteY7" fmla="*/ 874516 h 2166940"/>
                <a:gd name="connsiteX8" fmla="*/ 460904 w 870477"/>
                <a:gd name="connsiteY8" fmla="*/ 0 h 2166940"/>
                <a:gd name="connsiteX0" fmla="*/ 0 w 870477"/>
                <a:gd name="connsiteY0" fmla="*/ 2162180 h 2162181"/>
                <a:gd name="connsiteX1" fmla="*/ 275168 w 870477"/>
                <a:gd name="connsiteY1" fmla="*/ 2162181 h 2162181"/>
                <a:gd name="connsiteX2" fmla="*/ 275168 w 870477"/>
                <a:gd name="connsiteY2" fmla="*/ 628656 h 2162181"/>
                <a:gd name="connsiteX3" fmla="*/ 273837 w 870477"/>
                <a:gd name="connsiteY3" fmla="*/ 314331 h 2162181"/>
                <a:gd name="connsiteX4" fmla="*/ 778802 w 870477"/>
                <a:gd name="connsiteY4" fmla="*/ 315522 h 2162181"/>
                <a:gd name="connsiteX5" fmla="*/ 870477 w 870477"/>
                <a:gd name="connsiteY5" fmla="*/ 592937 h 2162181"/>
                <a:gd name="connsiteX6" fmla="*/ 778802 w 870477"/>
                <a:gd name="connsiteY6" fmla="*/ 872733 h 2162181"/>
                <a:gd name="connsiteX7" fmla="*/ 459577 w 870477"/>
                <a:gd name="connsiteY7" fmla="*/ 869757 h 2162181"/>
                <a:gd name="connsiteX8" fmla="*/ 458523 w 870477"/>
                <a:gd name="connsiteY8" fmla="*/ 1 h 2162181"/>
                <a:gd name="connsiteX0" fmla="*/ 0 w 870477"/>
                <a:gd name="connsiteY0" fmla="*/ 2166941 h 2166942"/>
                <a:gd name="connsiteX1" fmla="*/ 275168 w 870477"/>
                <a:gd name="connsiteY1" fmla="*/ 2166942 h 2166942"/>
                <a:gd name="connsiteX2" fmla="*/ 275168 w 870477"/>
                <a:gd name="connsiteY2" fmla="*/ 633417 h 2166942"/>
                <a:gd name="connsiteX3" fmla="*/ 273837 w 870477"/>
                <a:gd name="connsiteY3" fmla="*/ 319092 h 2166942"/>
                <a:gd name="connsiteX4" fmla="*/ 778802 w 870477"/>
                <a:gd name="connsiteY4" fmla="*/ 320283 h 2166942"/>
                <a:gd name="connsiteX5" fmla="*/ 870477 w 870477"/>
                <a:gd name="connsiteY5" fmla="*/ 597698 h 2166942"/>
                <a:gd name="connsiteX6" fmla="*/ 778802 w 870477"/>
                <a:gd name="connsiteY6" fmla="*/ 877494 h 2166942"/>
                <a:gd name="connsiteX7" fmla="*/ 459577 w 870477"/>
                <a:gd name="connsiteY7" fmla="*/ 874518 h 2166942"/>
                <a:gd name="connsiteX8" fmla="*/ 456142 w 870477"/>
                <a:gd name="connsiteY8" fmla="*/ 0 h 2166942"/>
                <a:gd name="connsiteX0" fmla="*/ 0 w 870477"/>
                <a:gd name="connsiteY0" fmla="*/ 2166943 h 2166944"/>
                <a:gd name="connsiteX1" fmla="*/ 275168 w 870477"/>
                <a:gd name="connsiteY1" fmla="*/ 2166944 h 2166944"/>
                <a:gd name="connsiteX2" fmla="*/ 275168 w 870477"/>
                <a:gd name="connsiteY2" fmla="*/ 633419 h 2166944"/>
                <a:gd name="connsiteX3" fmla="*/ 273837 w 870477"/>
                <a:gd name="connsiteY3" fmla="*/ 319094 h 2166944"/>
                <a:gd name="connsiteX4" fmla="*/ 778802 w 870477"/>
                <a:gd name="connsiteY4" fmla="*/ 320285 h 2166944"/>
                <a:gd name="connsiteX5" fmla="*/ 870477 w 870477"/>
                <a:gd name="connsiteY5" fmla="*/ 597700 h 2166944"/>
                <a:gd name="connsiteX6" fmla="*/ 778802 w 870477"/>
                <a:gd name="connsiteY6" fmla="*/ 877496 h 2166944"/>
                <a:gd name="connsiteX7" fmla="*/ 459577 w 870477"/>
                <a:gd name="connsiteY7" fmla="*/ 874520 h 2166944"/>
                <a:gd name="connsiteX8" fmla="*/ 460905 w 870477"/>
                <a:gd name="connsiteY8" fmla="*/ 0 h 2166944"/>
                <a:gd name="connsiteX0" fmla="*/ 0 w 870477"/>
                <a:gd name="connsiteY0" fmla="*/ 2169326 h 2169327"/>
                <a:gd name="connsiteX1" fmla="*/ 275168 w 870477"/>
                <a:gd name="connsiteY1" fmla="*/ 2169327 h 2169327"/>
                <a:gd name="connsiteX2" fmla="*/ 275168 w 870477"/>
                <a:gd name="connsiteY2" fmla="*/ 635802 h 2169327"/>
                <a:gd name="connsiteX3" fmla="*/ 273837 w 870477"/>
                <a:gd name="connsiteY3" fmla="*/ 321477 h 2169327"/>
                <a:gd name="connsiteX4" fmla="*/ 778802 w 870477"/>
                <a:gd name="connsiteY4" fmla="*/ 322668 h 2169327"/>
                <a:gd name="connsiteX5" fmla="*/ 870477 w 870477"/>
                <a:gd name="connsiteY5" fmla="*/ 600083 h 2169327"/>
                <a:gd name="connsiteX6" fmla="*/ 778802 w 870477"/>
                <a:gd name="connsiteY6" fmla="*/ 879879 h 2169327"/>
                <a:gd name="connsiteX7" fmla="*/ 459577 w 870477"/>
                <a:gd name="connsiteY7" fmla="*/ 876903 h 2169327"/>
                <a:gd name="connsiteX8" fmla="*/ 456142 w 870477"/>
                <a:gd name="connsiteY8" fmla="*/ 0 h 216932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59577 w 870477"/>
                <a:gd name="connsiteY7" fmla="*/ 874523 h 2166947"/>
                <a:gd name="connsiteX8" fmla="*/ 458523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59577 w 870477"/>
                <a:gd name="connsiteY7" fmla="*/ 874523 h 2166947"/>
                <a:gd name="connsiteX8" fmla="*/ 458523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519108 w 870477"/>
                <a:gd name="connsiteY7" fmla="*/ 869760 h 2166947"/>
                <a:gd name="connsiteX8" fmla="*/ 458523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4339 w 870477"/>
                <a:gd name="connsiteY7" fmla="*/ 879285 h 2166947"/>
                <a:gd name="connsiteX8" fmla="*/ 458523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4339 w 870477"/>
                <a:gd name="connsiteY7" fmla="*/ 879285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57196 w 870477"/>
                <a:gd name="connsiteY7" fmla="*/ 879285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59577 w 870477"/>
                <a:gd name="connsiteY7" fmla="*/ 884047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6721 w 870477"/>
                <a:gd name="connsiteY7" fmla="*/ 876904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1959 w 870477"/>
                <a:gd name="connsiteY7" fmla="*/ 876904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388140 w 870477"/>
                <a:gd name="connsiteY7" fmla="*/ 874523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560917 w 870477"/>
                <a:gd name="connsiteY7" fmla="*/ 876311 h 2166947"/>
                <a:gd name="connsiteX8" fmla="*/ 388140 w 870477"/>
                <a:gd name="connsiteY8" fmla="*/ 874523 h 2166947"/>
                <a:gd name="connsiteX9" fmla="*/ 463286 w 870477"/>
                <a:gd name="connsiteY9"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8049 w 870477"/>
                <a:gd name="connsiteY7" fmla="*/ 878692 h 2166947"/>
                <a:gd name="connsiteX8" fmla="*/ 388140 w 870477"/>
                <a:gd name="connsiteY8" fmla="*/ 874523 h 2166947"/>
                <a:gd name="connsiteX9" fmla="*/ 463286 w 870477"/>
                <a:gd name="connsiteY9" fmla="*/ 1 h 2166947"/>
                <a:gd name="connsiteX0" fmla="*/ 0 w 870477"/>
                <a:gd name="connsiteY0" fmla="*/ 1847849 h 1847850"/>
                <a:gd name="connsiteX1" fmla="*/ 275168 w 870477"/>
                <a:gd name="connsiteY1" fmla="*/ 1847850 h 1847850"/>
                <a:gd name="connsiteX2" fmla="*/ 275168 w 870477"/>
                <a:gd name="connsiteY2" fmla="*/ 314325 h 1847850"/>
                <a:gd name="connsiteX3" fmla="*/ 273837 w 870477"/>
                <a:gd name="connsiteY3" fmla="*/ 0 h 1847850"/>
                <a:gd name="connsiteX4" fmla="*/ 778802 w 870477"/>
                <a:gd name="connsiteY4" fmla="*/ 1191 h 1847850"/>
                <a:gd name="connsiteX5" fmla="*/ 870477 w 870477"/>
                <a:gd name="connsiteY5" fmla="*/ 278606 h 1847850"/>
                <a:gd name="connsiteX6" fmla="*/ 778802 w 870477"/>
                <a:gd name="connsiteY6" fmla="*/ 558402 h 1847850"/>
                <a:gd name="connsiteX7" fmla="*/ 468049 w 870477"/>
                <a:gd name="connsiteY7" fmla="*/ 559595 h 1847850"/>
                <a:gd name="connsiteX8" fmla="*/ 388140 w 870477"/>
                <a:gd name="connsiteY8" fmla="*/ 555426 h 1847850"/>
                <a:gd name="connsiteX0" fmla="*/ 0 w 870477"/>
                <a:gd name="connsiteY0" fmla="*/ 2163965 h 2163966"/>
                <a:gd name="connsiteX1" fmla="*/ 275168 w 870477"/>
                <a:gd name="connsiteY1" fmla="*/ 2163966 h 2163966"/>
                <a:gd name="connsiteX2" fmla="*/ 275168 w 870477"/>
                <a:gd name="connsiteY2" fmla="*/ 630441 h 2163966"/>
                <a:gd name="connsiteX3" fmla="*/ 273837 w 870477"/>
                <a:gd name="connsiteY3" fmla="*/ 316116 h 2163966"/>
                <a:gd name="connsiteX4" fmla="*/ 778802 w 870477"/>
                <a:gd name="connsiteY4" fmla="*/ 317307 h 2163966"/>
                <a:gd name="connsiteX5" fmla="*/ 870477 w 870477"/>
                <a:gd name="connsiteY5" fmla="*/ 594722 h 2163966"/>
                <a:gd name="connsiteX6" fmla="*/ 778802 w 870477"/>
                <a:gd name="connsiteY6" fmla="*/ 874518 h 2163966"/>
                <a:gd name="connsiteX7" fmla="*/ 468049 w 870477"/>
                <a:gd name="connsiteY7" fmla="*/ 875711 h 2163966"/>
                <a:gd name="connsiteX8" fmla="*/ 464340 w 870477"/>
                <a:gd name="connsiteY8" fmla="*/ 0 h 2163966"/>
                <a:gd name="connsiteX0" fmla="*/ 0 w 870477"/>
                <a:gd name="connsiteY0" fmla="*/ 2163965 h 2163966"/>
                <a:gd name="connsiteX1" fmla="*/ 275168 w 870477"/>
                <a:gd name="connsiteY1" fmla="*/ 2163966 h 2163966"/>
                <a:gd name="connsiteX2" fmla="*/ 275168 w 870477"/>
                <a:gd name="connsiteY2" fmla="*/ 630441 h 2163966"/>
                <a:gd name="connsiteX3" fmla="*/ 273837 w 870477"/>
                <a:gd name="connsiteY3" fmla="*/ 316116 h 2163966"/>
                <a:gd name="connsiteX4" fmla="*/ 778802 w 870477"/>
                <a:gd name="connsiteY4" fmla="*/ 317307 h 2163966"/>
                <a:gd name="connsiteX5" fmla="*/ 870477 w 870477"/>
                <a:gd name="connsiteY5" fmla="*/ 594722 h 2163966"/>
                <a:gd name="connsiteX6" fmla="*/ 778802 w 870477"/>
                <a:gd name="connsiteY6" fmla="*/ 874518 h 2163966"/>
                <a:gd name="connsiteX7" fmla="*/ 463290 w 870477"/>
                <a:gd name="connsiteY7" fmla="*/ 870949 h 2163966"/>
                <a:gd name="connsiteX8" fmla="*/ 464340 w 870477"/>
                <a:gd name="connsiteY8" fmla="*/ 0 h 2163966"/>
                <a:gd name="connsiteX0" fmla="*/ 0 w 870477"/>
                <a:gd name="connsiteY0" fmla="*/ 2163965 h 2163966"/>
                <a:gd name="connsiteX1" fmla="*/ 275168 w 870477"/>
                <a:gd name="connsiteY1" fmla="*/ 2163966 h 2163966"/>
                <a:gd name="connsiteX2" fmla="*/ 275168 w 870477"/>
                <a:gd name="connsiteY2" fmla="*/ 630441 h 2163966"/>
                <a:gd name="connsiteX3" fmla="*/ 273837 w 870477"/>
                <a:gd name="connsiteY3" fmla="*/ 316116 h 2163966"/>
                <a:gd name="connsiteX4" fmla="*/ 778802 w 870477"/>
                <a:gd name="connsiteY4" fmla="*/ 317307 h 2163966"/>
                <a:gd name="connsiteX5" fmla="*/ 870477 w 870477"/>
                <a:gd name="connsiteY5" fmla="*/ 594722 h 2163966"/>
                <a:gd name="connsiteX6" fmla="*/ 778802 w 870477"/>
                <a:gd name="connsiteY6" fmla="*/ 874518 h 2163966"/>
                <a:gd name="connsiteX7" fmla="*/ 463293 w 870477"/>
                <a:gd name="connsiteY7" fmla="*/ 878093 h 2163966"/>
                <a:gd name="connsiteX8" fmla="*/ 464340 w 870477"/>
                <a:gd name="connsiteY8" fmla="*/ 0 h 2163966"/>
                <a:gd name="connsiteX0" fmla="*/ 0 w 870477"/>
                <a:gd name="connsiteY0" fmla="*/ 2163965 h 2163966"/>
                <a:gd name="connsiteX1" fmla="*/ 275168 w 870477"/>
                <a:gd name="connsiteY1" fmla="*/ 2163966 h 2163966"/>
                <a:gd name="connsiteX2" fmla="*/ 275168 w 870477"/>
                <a:gd name="connsiteY2" fmla="*/ 630441 h 2163966"/>
                <a:gd name="connsiteX3" fmla="*/ 273837 w 870477"/>
                <a:gd name="connsiteY3" fmla="*/ 316116 h 2163966"/>
                <a:gd name="connsiteX4" fmla="*/ 778802 w 870477"/>
                <a:gd name="connsiteY4" fmla="*/ 317307 h 2163966"/>
                <a:gd name="connsiteX5" fmla="*/ 870477 w 870477"/>
                <a:gd name="connsiteY5" fmla="*/ 594722 h 2163966"/>
                <a:gd name="connsiteX6" fmla="*/ 778802 w 870477"/>
                <a:gd name="connsiteY6" fmla="*/ 874518 h 2163966"/>
                <a:gd name="connsiteX7" fmla="*/ 463296 w 870477"/>
                <a:gd name="connsiteY7" fmla="*/ 875711 h 2163966"/>
                <a:gd name="connsiteX8" fmla="*/ 464340 w 870477"/>
                <a:gd name="connsiteY8" fmla="*/ 0 h 2163966"/>
                <a:gd name="connsiteX0" fmla="*/ 0 w 870477"/>
                <a:gd name="connsiteY0" fmla="*/ 1937126 h 1937127"/>
                <a:gd name="connsiteX1" fmla="*/ 275168 w 870477"/>
                <a:gd name="connsiteY1" fmla="*/ 1937127 h 1937127"/>
                <a:gd name="connsiteX2" fmla="*/ 275168 w 870477"/>
                <a:gd name="connsiteY2" fmla="*/ 403602 h 1937127"/>
                <a:gd name="connsiteX3" fmla="*/ 273837 w 870477"/>
                <a:gd name="connsiteY3" fmla="*/ 89277 h 1937127"/>
                <a:gd name="connsiteX4" fmla="*/ 778802 w 870477"/>
                <a:gd name="connsiteY4" fmla="*/ 90468 h 1937127"/>
                <a:gd name="connsiteX5" fmla="*/ 870477 w 870477"/>
                <a:gd name="connsiteY5" fmla="*/ 367883 h 1937127"/>
                <a:gd name="connsiteX6" fmla="*/ 778802 w 870477"/>
                <a:gd name="connsiteY6" fmla="*/ 647679 h 1937127"/>
                <a:gd name="connsiteX7" fmla="*/ 463296 w 870477"/>
                <a:gd name="connsiteY7" fmla="*/ 648872 h 1937127"/>
                <a:gd name="connsiteX8" fmla="*/ 465556 w 870477"/>
                <a:gd name="connsiteY8" fmla="*/ 0 h 1937127"/>
                <a:gd name="connsiteX0" fmla="*/ 0 w 870477"/>
                <a:gd name="connsiteY0" fmla="*/ 1934647 h 1934648"/>
                <a:gd name="connsiteX1" fmla="*/ 275168 w 870477"/>
                <a:gd name="connsiteY1" fmla="*/ 1934648 h 1934648"/>
                <a:gd name="connsiteX2" fmla="*/ 275168 w 870477"/>
                <a:gd name="connsiteY2" fmla="*/ 401123 h 1934648"/>
                <a:gd name="connsiteX3" fmla="*/ 273837 w 870477"/>
                <a:gd name="connsiteY3" fmla="*/ 86798 h 1934648"/>
                <a:gd name="connsiteX4" fmla="*/ 778802 w 870477"/>
                <a:gd name="connsiteY4" fmla="*/ 87989 h 1934648"/>
                <a:gd name="connsiteX5" fmla="*/ 870477 w 870477"/>
                <a:gd name="connsiteY5" fmla="*/ 365404 h 1934648"/>
                <a:gd name="connsiteX6" fmla="*/ 778802 w 870477"/>
                <a:gd name="connsiteY6" fmla="*/ 645200 h 1934648"/>
                <a:gd name="connsiteX7" fmla="*/ 463296 w 870477"/>
                <a:gd name="connsiteY7" fmla="*/ 646393 h 1934648"/>
                <a:gd name="connsiteX8" fmla="*/ 461909 w 870477"/>
                <a:gd name="connsiteY8" fmla="*/ 0 h 1934648"/>
                <a:gd name="connsiteX0" fmla="*/ 0 w 870477"/>
                <a:gd name="connsiteY0" fmla="*/ 1934647 h 1934647"/>
                <a:gd name="connsiteX1" fmla="*/ 276991 w 870477"/>
                <a:gd name="connsiteY1" fmla="*/ 597782 h 1934647"/>
                <a:gd name="connsiteX2" fmla="*/ 275168 w 870477"/>
                <a:gd name="connsiteY2" fmla="*/ 401123 h 1934647"/>
                <a:gd name="connsiteX3" fmla="*/ 273837 w 870477"/>
                <a:gd name="connsiteY3" fmla="*/ 86798 h 1934647"/>
                <a:gd name="connsiteX4" fmla="*/ 778802 w 870477"/>
                <a:gd name="connsiteY4" fmla="*/ 87989 h 1934647"/>
                <a:gd name="connsiteX5" fmla="*/ 870477 w 870477"/>
                <a:gd name="connsiteY5" fmla="*/ 365404 h 1934647"/>
                <a:gd name="connsiteX6" fmla="*/ 778802 w 870477"/>
                <a:gd name="connsiteY6" fmla="*/ 645200 h 1934647"/>
                <a:gd name="connsiteX7" fmla="*/ 463296 w 870477"/>
                <a:gd name="connsiteY7" fmla="*/ 646393 h 1934647"/>
                <a:gd name="connsiteX8" fmla="*/ 461909 w 870477"/>
                <a:gd name="connsiteY8" fmla="*/ 0 h 1934647"/>
                <a:gd name="connsiteX0" fmla="*/ 0 w 813949"/>
                <a:gd name="connsiteY0" fmla="*/ 64152 h 646393"/>
                <a:gd name="connsiteX1" fmla="*/ 220463 w 813949"/>
                <a:gd name="connsiteY1" fmla="*/ 597782 h 646393"/>
                <a:gd name="connsiteX2" fmla="*/ 218640 w 813949"/>
                <a:gd name="connsiteY2" fmla="*/ 401123 h 646393"/>
                <a:gd name="connsiteX3" fmla="*/ 217309 w 813949"/>
                <a:gd name="connsiteY3" fmla="*/ 86798 h 646393"/>
                <a:gd name="connsiteX4" fmla="*/ 722274 w 813949"/>
                <a:gd name="connsiteY4" fmla="*/ 87989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4152 h 646393"/>
                <a:gd name="connsiteX1" fmla="*/ 220463 w 813949"/>
                <a:gd name="connsiteY1" fmla="*/ 597782 h 646393"/>
                <a:gd name="connsiteX2" fmla="*/ 218640 w 813949"/>
                <a:gd name="connsiteY2" fmla="*/ 401123 h 646393"/>
                <a:gd name="connsiteX3" fmla="*/ 278852 w 813949"/>
                <a:gd name="connsiteY3" fmla="*/ 85404 h 646393"/>
                <a:gd name="connsiteX4" fmla="*/ 722274 w 813949"/>
                <a:gd name="connsiteY4" fmla="*/ 87989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4152 h 646393"/>
                <a:gd name="connsiteX1" fmla="*/ 220463 w 813949"/>
                <a:gd name="connsiteY1" fmla="*/ 597782 h 646393"/>
                <a:gd name="connsiteX2" fmla="*/ 278815 w 813949"/>
                <a:gd name="connsiteY2" fmla="*/ 202638 h 646393"/>
                <a:gd name="connsiteX3" fmla="*/ 278852 w 813949"/>
                <a:gd name="connsiteY3" fmla="*/ 85404 h 646393"/>
                <a:gd name="connsiteX4" fmla="*/ 722274 w 813949"/>
                <a:gd name="connsiteY4" fmla="*/ 87989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4152 h 646393"/>
                <a:gd name="connsiteX1" fmla="*/ 220463 w 813949"/>
                <a:gd name="connsiteY1" fmla="*/ 597782 h 646393"/>
                <a:gd name="connsiteX2" fmla="*/ 278815 w 813949"/>
                <a:gd name="connsiteY2" fmla="*/ 202638 h 646393"/>
                <a:gd name="connsiteX3" fmla="*/ 278396 w 813949"/>
                <a:gd name="connsiteY3" fmla="*/ 86334 h 646393"/>
                <a:gd name="connsiteX4" fmla="*/ 722274 w 813949"/>
                <a:gd name="connsiteY4" fmla="*/ 87989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4152 h 646393"/>
                <a:gd name="connsiteX1" fmla="*/ 220463 w 813949"/>
                <a:gd name="connsiteY1" fmla="*/ 597782 h 646393"/>
                <a:gd name="connsiteX2" fmla="*/ 278815 w 813949"/>
                <a:gd name="connsiteY2" fmla="*/ 202638 h 646393"/>
                <a:gd name="connsiteX3" fmla="*/ 278396 w 813949"/>
                <a:gd name="connsiteY3" fmla="*/ 86334 h 646393"/>
                <a:gd name="connsiteX4" fmla="*/ 720451 w 813949"/>
                <a:gd name="connsiteY4" fmla="*/ 86594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6476 h 648717"/>
                <a:gd name="connsiteX1" fmla="*/ 220463 w 813949"/>
                <a:gd name="connsiteY1" fmla="*/ 600106 h 648717"/>
                <a:gd name="connsiteX2" fmla="*/ 278815 w 813949"/>
                <a:gd name="connsiteY2" fmla="*/ 204962 h 648717"/>
                <a:gd name="connsiteX3" fmla="*/ 278396 w 813949"/>
                <a:gd name="connsiteY3" fmla="*/ 88658 h 648717"/>
                <a:gd name="connsiteX4" fmla="*/ 720451 w 813949"/>
                <a:gd name="connsiteY4" fmla="*/ 88918 h 648717"/>
                <a:gd name="connsiteX5" fmla="*/ 813949 w 813949"/>
                <a:gd name="connsiteY5" fmla="*/ 367728 h 648717"/>
                <a:gd name="connsiteX6" fmla="*/ 722274 w 813949"/>
                <a:gd name="connsiteY6" fmla="*/ 647524 h 648717"/>
                <a:gd name="connsiteX7" fmla="*/ 406768 w 813949"/>
                <a:gd name="connsiteY7" fmla="*/ 648717 h 648717"/>
                <a:gd name="connsiteX8" fmla="*/ 406749 w 813949"/>
                <a:gd name="connsiteY8" fmla="*/ 0 h 648717"/>
                <a:gd name="connsiteX0" fmla="*/ 0 w 813949"/>
                <a:gd name="connsiteY0" fmla="*/ 66476 h 648717"/>
                <a:gd name="connsiteX1" fmla="*/ 220463 w 813949"/>
                <a:gd name="connsiteY1" fmla="*/ 600106 h 648717"/>
                <a:gd name="connsiteX2" fmla="*/ 278815 w 813949"/>
                <a:gd name="connsiteY2" fmla="*/ 204962 h 648717"/>
                <a:gd name="connsiteX3" fmla="*/ 278396 w 813949"/>
                <a:gd name="connsiteY3" fmla="*/ 88658 h 648717"/>
                <a:gd name="connsiteX4" fmla="*/ 720451 w 813949"/>
                <a:gd name="connsiteY4" fmla="*/ 88918 h 648717"/>
                <a:gd name="connsiteX5" fmla="*/ 813949 w 813949"/>
                <a:gd name="connsiteY5" fmla="*/ 367728 h 648717"/>
                <a:gd name="connsiteX6" fmla="*/ 722274 w 813949"/>
                <a:gd name="connsiteY6" fmla="*/ 647524 h 648717"/>
                <a:gd name="connsiteX7" fmla="*/ 406768 w 813949"/>
                <a:gd name="connsiteY7" fmla="*/ 648717 h 648717"/>
                <a:gd name="connsiteX8" fmla="*/ 405381 w 813949"/>
                <a:gd name="connsiteY8" fmla="*/ 0 h 648717"/>
                <a:gd name="connsiteX0" fmla="*/ 0 w 813949"/>
                <a:gd name="connsiteY0" fmla="*/ 66011 h 648252"/>
                <a:gd name="connsiteX1" fmla="*/ 220463 w 813949"/>
                <a:gd name="connsiteY1" fmla="*/ 599641 h 648252"/>
                <a:gd name="connsiteX2" fmla="*/ 278815 w 813949"/>
                <a:gd name="connsiteY2" fmla="*/ 204497 h 648252"/>
                <a:gd name="connsiteX3" fmla="*/ 278396 w 813949"/>
                <a:gd name="connsiteY3" fmla="*/ 88193 h 648252"/>
                <a:gd name="connsiteX4" fmla="*/ 720451 w 813949"/>
                <a:gd name="connsiteY4" fmla="*/ 88453 h 648252"/>
                <a:gd name="connsiteX5" fmla="*/ 813949 w 813949"/>
                <a:gd name="connsiteY5" fmla="*/ 367263 h 648252"/>
                <a:gd name="connsiteX6" fmla="*/ 722274 w 813949"/>
                <a:gd name="connsiteY6" fmla="*/ 647059 h 648252"/>
                <a:gd name="connsiteX7" fmla="*/ 406768 w 813949"/>
                <a:gd name="connsiteY7" fmla="*/ 648252 h 648252"/>
                <a:gd name="connsiteX8" fmla="*/ 406749 w 813949"/>
                <a:gd name="connsiteY8" fmla="*/ 0 h 648252"/>
                <a:gd name="connsiteX0" fmla="*/ 0 w 813949"/>
                <a:gd name="connsiteY0" fmla="*/ 66011 h 648252"/>
                <a:gd name="connsiteX1" fmla="*/ 336558 w 813949"/>
                <a:gd name="connsiteY1" fmla="*/ 208560 h 648252"/>
                <a:gd name="connsiteX2" fmla="*/ 278815 w 813949"/>
                <a:gd name="connsiteY2" fmla="*/ 204497 h 648252"/>
                <a:gd name="connsiteX3" fmla="*/ 278396 w 813949"/>
                <a:gd name="connsiteY3" fmla="*/ 88193 h 648252"/>
                <a:gd name="connsiteX4" fmla="*/ 720451 w 813949"/>
                <a:gd name="connsiteY4" fmla="*/ 88453 h 648252"/>
                <a:gd name="connsiteX5" fmla="*/ 813949 w 813949"/>
                <a:gd name="connsiteY5" fmla="*/ 367263 h 648252"/>
                <a:gd name="connsiteX6" fmla="*/ 722274 w 813949"/>
                <a:gd name="connsiteY6" fmla="*/ 647059 h 648252"/>
                <a:gd name="connsiteX7" fmla="*/ 406768 w 813949"/>
                <a:gd name="connsiteY7" fmla="*/ 648252 h 648252"/>
                <a:gd name="connsiteX8" fmla="*/ 406749 w 813949"/>
                <a:gd name="connsiteY8" fmla="*/ 0 h 648252"/>
                <a:gd name="connsiteX0" fmla="*/ 0 w 684482"/>
                <a:gd name="connsiteY0" fmla="*/ 142244 h 648252"/>
                <a:gd name="connsiteX1" fmla="*/ 207091 w 684482"/>
                <a:gd name="connsiteY1" fmla="*/ 208560 h 648252"/>
                <a:gd name="connsiteX2" fmla="*/ 149348 w 684482"/>
                <a:gd name="connsiteY2" fmla="*/ 204497 h 648252"/>
                <a:gd name="connsiteX3" fmla="*/ 148929 w 684482"/>
                <a:gd name="connsiteY3" fmla="*/ 88193 h 648252"/>
                <a:gd name="connsiteX4" fmla="*/ 590984 w 684482"/>
                <a:gd name="connsiteY4" fmla="*/ 88453 h 648252"/>
                <a:gd name="connsiteX5" fmla="*/ 684482 w 684482"/>
                <a:gd name="connsiteY5" fmla="*/ 367263 h 648252"/>
                <a:gd name="connsiteX6" fmla="*/ 592807 w 684482"/>
                <a:gd name="connsiteY6" fmla="*/ 647059 h 648252"/>
                <a:gd name="connsiteX7" fmla="*/ 277301 w 684482"/>
                <a:gd name="connsiteY7" fmla="*/ 648252 h 648252"/>
                <a:gd name="connsiteX8" fmla="*/ 277282 w 684482"/>
                <a:gd name="connsiteY8" fmla="*/ 0 h 648252"/>
                <a:gd name="connsiteX0" fmla="*/ 0 w 684482"/>
                <a:gd name="connsiteY0" fmla="*/ 142244 h 648252"/>
                <a:gd name="connsiteX1" fmla="*/ 208459 w 684482"/>
                <a:gd name="connsiteY1" fmla="*/ 207165 h 648252"/>
                <a:gd name="connsiteX2" fmla="*/ 149348 w 684482"/>
                <a:gd name="connsiteY2" fmla="*/ 204497 h 648252"/>
                <a:gd name="connsiteX3" fmla="*/ 148929 w 684482"/>
                <a:gd name="connsiteY3" fmla="*/ 88193 h 648252"/>
                <a:gd name="connsiteX4" fmla="*/ 590984 w 684482"/>
                <a:gd name="connsiteY4" fmla="*/ 88453 h 648252"/>
                <a:gd name="connsiteX5" fmla="*/ 684482 w 684482"/>
                <a:gd name="connsiteY5" fmla="*/ 367263 h 648252"/>
                <a:gd name="connsiteX6" fmla="*/ 592807 w 684482"/>
                <a:gd name="connsiteY6" fmla="*/ 647059 h 648252"/>
                <a:gd name="connsiteX7" fmla="*/ 277301 w 684482"/>
                <a:gd name="connsiteY7" fmla="*/ 648252 h 648252"/>
                <a:gd name="connsiteX8" fmla="*/ 277282 w 684482"/>
                <a:gd name="connsiteY8" fmla="*/ 0 h 648252"/>
                <a:gd name="connsiteX0" fmla="*/ 0 w 684482"/>
                <a:gd name="connsiteY0" fmla="*/ 142244 h 648252"/>
                <a:gd name="connsiteX1" fmla="*/ 208459 w 684482"/>
                <a:gd name="connsiteY1" fmla="*/ 207165 h 648252"/>
                <a:gd name="connsiteX2" fmla="*/ 149348 w 684482"/>
                <a:gd name="connsiteY2" fmla="*/ 204497 h 648252"/>
                <a:gd name="connsiteX3" fmla="*/ 148929 w 684482"/>
                <a:gd name="connsiteY3" fmla="*/ 88193 h 648252"/>
                <a:gd name="connsiteX4" fmla="*/ 590984 w 684482"/>
                <a:gd name="connsiteY4" fmla="*/ 88453 h 648252"/>
                <a:gd name="connsiteX5" fmla="*/ 684482 w 684482"/>
                <a:gd name="connsiteY5" fmla="*/ 367263 h 648252"/>
                <a:gd name="connsiteX6" fmla="*/ 592807 w 684482"/>
                <a:gd name="connsiteY6" fmla="*/ 647059 h 648252"/>
                <a:gd name="connsiteX7" fmla="*/ 277301 w 684482"/>
                <a:gd name="connsiteY7" fmla="*/ 648252 h 648252"/>
                <a:gd name="connsiteX8" fmla="*/ 277282 w 684482"/>
                <a:gd name="connsiteY8" fmla="*/ 0 h 648252"/>
                <a:gd name="connsiteX0" fmla="*/ 0 w 684482"/>
                <a:gd name="connsiteY0" fmla="*/ 142244 h 648252"/>
                <a:gd name="connsiteX1" fmla="*/ 208459 w 684482"/>
                <a:gd name="connsiteY1" fmla="*/ 207165 h 648252"/>
                <a:gd name="connsiteX2" fmla="*/ 149348 w 684482"/>
                <a:gd name="connsiteY2" fmla="*/ 204497 h 648252"/>
                <a:gd name="connsiteX3" fmla="*/ 148929 w 684482"/>
                <a:gd name="connsiteY3" fmla="*/ 88193 h 648252"/>
                <a:gd name="connsiteX4" fmla="*/ 590984 w 684482"/>
                <a:gd name="connsiteY4" fmla="*/ 88453 h 648252"/>
                <a:gd name="connsiteX5" fmla="*/ 684482 w 684482"/>
                <a:gd name="connsiteY5" fmla="*/ 367263 h 648252"/>
                <a:gd name="connsiteX6" fmla="*/ 592807 w 684482"/>
                <a:gd name="connsiteY6" fmla="*/ 647059 h 648252"/>
                <a:gd name="connsiteX7" fmla="*/ 277301 w 684482"/>
                <a:gd name="connsiteY7" fmla="*/ 648252 h 648252"/>
                <a:gd name="connsiteX8" fmla="*/ 277282 w 684482"/>
                <a:gd name="connsiteY8" fmla="*/ 0 h 648252"/>
                <a:gd name="connsiteX0" fmla="*/ 0 w 684482"/>
                <a:gd name="connsiteY0" fmla="*/ 142244 h 648252"/>
                <a:gd name="connsiteX1" fmla="*/ 109475 w 684482"/>
                <a:gd name="connsiteY1" fmla="*/ 176579 h 648252"/>
                <a:gd name="connsiteX2" fmla="*/ 208459 w 684482"/>
                <a:gd name="connsiteY2" fmla="*/ 207165 h 648252"/>
                <a:gd name="connsiteX3" fmla="*/ 149348 w 684482"/>
                <a:gd name="connsiteY3" fmla="*/ 204497 h 648252"/>
                <a:gd name="connsiteX4" fmla="*/ 148929 w 684482"/>
                <a:gd name="connsiteY4" fmla="*/ 88193 h 648252"/>
                <a:gd name="connsiteX5" fmla="*/ 590984 w 684482"/>
                <a:gd name="connsiteY5" fmla="*/ 88453 h 648252"/>
                <a:gd name="connsiteX6" fmla="*/ 684482 w 684482"/>
                <a:gd name="connsiteY6" fmla="*/ 367263 h 648252"/>
                <a:gd name="connsiteX7" fmla="*/ 592807 w 684482"/>
                <a:gd name="connsiteY7" fmla="*/ 647059 h 648252"/>
                <a:gd name="connsiteX8" fmla="*/ 277301 w 684482"/>
                <a:gd name="connsiteY8" fmla="*/ 648252 h 648252"/>
                <a:gd name="connsiteX9" fmla="*/ 277282 w 684482"/>
                <a:gd name="connsiteY9" fmla="*/ 0 h 648252"/>
                <a:gd name="connsiteX0" fmla="*/ 0 w 684482"/>
                <a:gd name="connsiteY0" fmla="*/ 142244 h 648252"/>
                <a:gd name="connsiteX1" fmla="*/ 207944 w 684482"/>
                <a:gd name="connsiteY1" fmla="*/ 140787 h 648252"/>
                <a:gd name="connsiteX2" fmla="*/ 208459 w 684482"/>
                <a:gd name="connsiteY2" fmla="*/ 207165 h 648252"/>
                <a:gd name="connsiteX3" fmla="*/ 149348 w 684482"/>
                <a:gd name="connsiteY3" fmla="*/ 204497 h 648252"/>
                <a:gd name="connsiteX4" fmla="*/ 148929 w 684482"/>
                <a:gd name="connsiteY4" fmla="*/ 88193 h 648252"/>
                <a:gd name="connsiteX5" fmla="*/ 590984 w 684482"/>
                <a:gd name="connsiteY5" fmla="*/ 88453 h 648252"/>
                <a:gd name="connsiteX6" fmla="*/ 684482 w 684482"/>
                <a:gd name="connsiteY6" fmla="*/ 367263 h 648252"/>
                <a:gd name="connsiteX7" fmla="*/ 592807 w 684482"/>
                <a:gd name="connsiteY7" fmla="*/ 647059 h 648252"/>
                <a:gd name="connsiteX8" fmla="*/ 277301 w 684482"/>
                <a:gd name="connsiteY8" fmla="*/ 648252 h 648252"/>
                <a:gd name="connsiteX9" fmla="*/ 277282 w 684482"/>
                <a:gd name="connsiteY9" fmla="*/ 0 h 648252"/>
                <a:gd name="connsiteX0" fmla="*/ 0 w 701349"/>
                <a:gd name="connsiteY0" fmla="*/ 140850 h 648252"/>
                <a:gd name="connsiteX1" fmla="*/ 224811 w 701349"/>
                <a:gd name="connsiteY1" fmla="*/ 140787 h 648252"/>
                <a:gd name="connsiteX2" fmla="*/ 225326 w 701349"/>
                <a:gd name="connsiteY2" fmla="*/ 207165 h 648252"/>
                <a:gd name="connsiteX3" fmla="*/ 166215 w 701349"/>
                <a:gd name="connsiteY3" fmla="*/ 204497 h 648252"/>
                <a:gd name="connsiteX4" fmla="*/ 165796 w 701349"/>
                <a:gd name="connsiteY4" fmla="*/ 88193 h 648252"/>
                <a:gd name="connsiteX5" fmla="*/ 607851 w 701349"/>
                <a:gd name="connsiteY5" fmla="*/ 88453 h 648252"/>
                <a:gd name="connsiteX6" fmla="*/ 701349 w 701349"/>
                <a:gd name="connsiteY6" fmla="*/ 367263 h 648252"/>
                <a:gd name="connsiteX7" fmla="*/ 609674 w 701349"/>
                <a:gd name="connsiteY7" fmla="*/ 647059 h 648252"/>
                <a:gd name="connsiteX8" fmla="*/ 294168 w 701349"/>
                <a:gd name="connsiteY8" fmla="*/ 648252 h 648252"/>
                <a:gd name="connsiteX9" fmla="*/ 294149 w 701349"/>
                <a:gd name="connsiteY9" fmla="*/ 0 h 648252"/>
                <a:gd name="connsiteX0" fmla="*/ 0 w 703172"/>
                <a:gd name="connsiteY0" fmla="*/ 140385 h 648252"/>
                <a:gd name="connsiteX1" fmla="*/ 226634 w 703172"/>
                <a:gd name="connsiteY1" fmla="*/ 140787 h 648252"/>
                <a:gd name="connsiteX2" fmla="*/ 227149 w 703172"/>
                <a:gd name="connsiteY2" fmla="*/ 207165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168038 w 703172"/>
                <a:gd name="connsiteY2" fmla="*/ 204497 h 648252"/>
                <a:gd name="connsiteX3" fmla="*/ 167619 w 703172"/>
                <a:gd name="connsiteY3" fmla="*/ 88193 h 648252"/>
                <a:gd name="connsiteX4" fmla="*/ 609674 w 703172"/>
                <a:gd name="connsiteY4" fmla="*/ 88453 h 648252"/>
                <a:gd name="connsiteX5" fmla="*/ 703172 w 703172"/>
                <a:gd name="connsiteY5" fmla="*/ 367263 h 648252"/>
                <a:gd name="connsiteX6" fmla="*/ 611497 w 703172"/>
                <a:gd name="connsiteY6" fmla="*/ 647059 h 648252"/>
                <a:gd name="connsiteX7" fmla="*/ 295991 w 703172"/>
                <a:gd name="connsiteY7" fmla="*/ 648252 h 648252"/>
                <a:gd name="connsiteX8" fmla="*/ 295972 w 703172"/>
                <a:gd name="connsiteY8" fmla="*/ 0 h 648252"/>
                <a:gd name="connsiteX0" fmla="*/ 0 w 703172"/>
                <a:gd name="connsiteY0" fmla="*/ 140385 h 648252"/>
                <a:gd name="connsiteX1" fmla="*/ 226634 w 703172"/>
                <a:gd name="connsiteY1" fmla="*/ 140787 h 648252"/>
                <a:gd name="connsiteX2" fmla="*/ 204296 w 703172"/>
                <a:gd name="connsiteY2" fmla="*/ 186805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3539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3539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3539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7090 w 703172"/>
                <a:gd name="connsiteY2" fmla="*/ 204934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7090 w 703172"/>
                <a:gd name="connsiteY2" fmla="*/ 204934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03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03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178 w 703172"/>
                <a:gd name="connsiteY2" fmla="*/ 20539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7546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126 w 703172"/>
                <a:gd name="connsiteY3" fmla="*/ 20635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126 w 703172"/>
                <a:gd name="connsiteY3" fmla="*/ 20542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7188 w 703172"/>
                <a:gd name="connsiteY9" fmla="*/ 0 h 648252"/>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6214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6670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85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8075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2437 h 650304"/>
                <a:gd name="connsiteX1" fmla="*/ 226634 w 703172"/>
                <a:gd name="connsiteY1" fmla="*/ 142839 h 650304"/>
                <a:gd name="connsiteX2" fmla="*/ 226634 w 703172"/>
                <a:gd name="connsiteY2" fmla="*/ 206986 h 650304"/>
                <a:gd name="connsiteX3" fmla="*/ 168038 w 703172"/>
                <a:gd name="connsiteY3" fmla="*/ 206549 h 650304"/>
                <a:gd name="connsiteX4" fmla="*/ 167619 w 703172"/>
                <a:gd name="connsiteY4" fmla="*/ 90245 h 650304"/>
                <a:gd name="connsiteX5" fmla="*/ 609674 w 703172"/>
                <a:gd name="connsiteY5" fmla="*/ 90505 h 650304"/>
                <a:gd name="connsiteX6" fmla="*/ 703172 w 703172"/>
                <a:gd name="connsiteY6" fmla="*/ 369315 h 650304"/>
                <a:gd name="connsiteX7" fmla="*/ 611497 w 703172"/>
                <a:gd name="connsiteY7" fmla="*/ 649111 h 650304"/>
                <a:gd name="connsiteX8" fmla="*/ 295991 w 703172"/>
                <a:gd name="connsiteY8" fmla="*/ 650304 h 650304"/>
                <a:gd name="connsiteX9" fmla="*/ 295036 w 703172"/>
                <a:gd name="connsiteY9" fmla="*/ 0 h 650304"/>
                <a:gd name="connsiteX0" fmla="*/ 0 w 703172"/>
                <a:gd name="connsiteY0" fmla="*/ 143677 h 651544"/>
                <a:gd name="connsiteX1" fmla="*/ 226634 w 703172"/>
                <a:gd name="connsiteY1" fmla="*/ 144079 h 651544"/>
                <a:gd name="connsiteX2" fmla="*/ 226634 w 703172"/>
                <a:gd name="connsiteY2" fmla="*/ 208226 h 651544"/>
                <a:gd name="connsiteX3" fmla="*/ 168038 w 703172"/>
                <a:gd name="connsiteY3" fmla="*/ 207789 h 651544"/>
                <a:gd name="connsiteX4" fmla="*/ 167619 w 703172"/>
                <a:gd name="connsiteY4" fmla="*/ 91485 h 651544"/>
                <a:gd name="connsiteX5" fmla="*/ 609674 w 703172"/>
                <a:gd name="connsiteY5" fmla="*/ 91745 h 651544"/>
                <a:gd name="connsiteX6" fmla="*/ 703172 w 703172"/>
                <a:gd name="connsiteY6" fmla="*/ 370555 h 651544"/>
                <a:gd name="connsiteX7" fmla="*/ 611497 w 703172"/>
                <a:gd name="connsiteY7" fmla="*/ 650351 h 651544"/>
                <a:gd name="connsiteX8" fmla="*/ 295991 w 703172"/>
                <a:gd name="connsiteY8" fmla="*/ 651544 h 651544"/>
                <a:gd name="connsiteX9" fmla="*/ 295644 w 703172"/>
                <a:gd name="connsiteY9" fmla="*/ 0 h 651544"/>
                <a:gd name="connsiteX0" fmla="*/ 0 w 703172"/>
                <a:gd name="connsiteY0" fmla="*/ 137882 h 645749"/>
                <a:gd name="connsiteX1" fmla="*/ 226634 w 703172"/>
                <a:gd name="connsiteY1" fmla="*/ 138284 h 645749"/>
                <a:gd name="connsiteX2" fmla="*/ 226634 w 703172"/>
                <a:gd name="connsiteY2" fmla="*/ 202431 h 645749"/>
                <a:gd name="connsiteX3" fmla="*/ 168038 w 703172"/>
                <a:gd name="connsiteY3" fmla="*/ 201994 h 645749"/>
                <a:gd name="connsiteX4" fmla="*/ 167619 w 703172"/>
                <a:gd name="connsiteY4" fmla="*/ 85690 h 645749"/>
                <a:gd name="connsiteX5" fmla="*/ 609674 w 703172"/>
                <a:gd name="connsiteY5" fmla="*/ 85950 h 645749"/>
                <a:gd name="connsiteX6" fmla="*/ 703172 w 703172"/>
                <a:gd name="connsiteY6" fmla="*/ 364760 h 645749"/>
                <a:gd name="connsiteX7" fmla="*/ 611497 w 703172"/>
                <a:gd name="connsiteY7" fmla="*/ 644556 h 645749"/>
                <a:gd name="connsiteX8" fmla="*/ 295991 w 703172"/>
                <a:gd name="connsiteY8" fmla="*/ 645749 h 645749"/>
                <a:gd name="connsiteX9" fmla="*/ 296781 w 703172"/>
                <a:gd name="connsiteY9" fmla="*/ 0 h 645749"/>
                <a:gd name="connsiteX0" fmla="*/ 0 w 703172"/>
                <a:gd name="connsiteY0" fmla="*/ 140977 h 648844"/>
                <a:gd name="connsiteX1" fmla="*/ 226634 w 703172"/>
                <a:gd name="connsiteY1" fmla="*/ 141379 h 648844"/>
                <a:gd name="connsiteX2" fmla="*/ 226634 w 703172"/>
                <a:gd name="connsiteY2" fmla="*/ 205526 h 648844"/>
                <a:gd name="connsiteX3" fmla="*/ 168038 w 703172"/>
                <a:gd name="connsiteY3" fmla="*/ 205089 h 648844"/>
                <a:gd name="connsiteX4" fmla="*/ 167619 w 703172"/>
                <a:gd name="connsiteY4" fmla="*/ 88785 h 648844"/>
                <a:gd name="connsiteX5" fmla="*/ 609674 w 703172"/>
                <a:gd name="connsiteY5" fmla="*/ 89045 h 648844"/>
                <a:gd name="connsiteX6" fmla="*/ 703172 w 703172"/>
                <a:gd name="connsiteY6" fmla="*/ 367855 h 648844"/>
                <a:gd name="connsiteX7" fmla="*/ 611497 w 703172"/>
                <a:gd name="connsiteY7" fmla="*/ 647651 h 648844"/>
                <a:gd name="connsiteX8" fmla="*/ 295991 w 703172"/>
                <a:gd name="connsiteY8" fmla="*/ 648844 h 648844"/>
                <a:gd name="connsiteX9" fmla="*/ 295770 w 703172"/>
                <a:gd name="connsiteY9" fmla="*/ 0 h 648844"/>
                <a:gd name="connsiteX0" fmla="*/ 59015 w 535553"/>
                <a:gd name="connsiteY0" fmla="*/ 141379 h 648844"/>
                <a:gd name="connsiteX1" fmla="*/ 59015 w 535553"/>
                <a:gd name="connsiteY1" fmla="*/ 205526 h 648844"/>
                <a:gd name="connsiteX2" fmla="*/ 419 w 535553"/>
                <a:gd name="connsiteY2" fmla="*/ 205089 h 648844"/>
                <a:gd name="connsiteX3" fmla="*/ 0 w 535553"/>
                <a:gd name="connsiteY3" fmla="*/ 88785 h 648844"/>
                <a:gd name="connsiteX4" fmla="*/ 442055 w 535553"/>
                <a:gd name="connsiteY4" fmla="*/ 89045 h 648844"/>
                <a:gd name="connsiteX5" fmla="*/ 535553 w 535553"/>
                <a:gd name="connsiteY5" fmla="*/ 367855 h 648844"/>
                <a:gd name="connsiteX6" fmla="*/ 443878 w 535553"/>
                <a:gd name="connsiteY6" fmla="*/ 647651 h 648844"/>
                <a:gd name="connsiteX7" fmla="*/ 128372 w 535553"/>
                <a:gd name="connsiteY7" fmla="*/ 648844 h 648844"/>
                <a:gd name="connsiteX8" fmla="*/ 128151 w 535553"/>
                <a:gd name="connsiteY8" fmla="*/ 0 h 648844"/>
                <a:gd name="connsiteX0" fmla="*/ 59015 w 535553"/>
                <a:gd name="connsiteY0" fmla="*/ 205526 h 648844"/>
                <a:gd name="connsiteX1" fmla="*/ 419 w 535553"/>
                <a:gd name="connsiteY1" fmla="*/ 205089 h 648844"/>
                <a:gd name="connsiteX2" fmla="*/ 0 w 535553"/>
                <a:gd name="connsiteY2" fmla="*/ 88785 h 648844"/>
                <a:gd name="connsiteX3" fmla="*/ 442055 w 535553"/>
                <a:gd name="connsiteY3" fmla="*/ 89045 h 648844"/>
                <a:gd name="connsiteX4" fmla="*/ 535553 w 535553"/>
                <a:gd name="connsiteY4" fmla="*/ 367855 h 648844"/>
                <a:gd name="connsiteX5" fmla="*/ 443878 w 535553"/>
                <a:gd name="connsiteY5" fmla="*/ 647651 h 648844"/>
                <a:gd name="connsiteX6" fmla="*/ 128372 w 535553"/>
                <a:gd name="connsiteY6" fmla="*/ 648844 h 648844"/>
                <a:gd name="connsiteX7" fmla="*/ 128151 w 535553"/>
                <a:gd name="connsiteY7" fmla="*/ 0 h 648844"/>
                <a:gd name="connsiteX0" fmla="*/ 419 w 535553"/>
                <a:gd name="connsiteY0" fmla="*/ 205089 h 648844"/>
                <a:gd name="connsiteX1" fmla="*/ 0 w 535553"/>
                <a:gd name="connsiteY1" fmla="*/ 88785 h 648844"/>
                <a:gd name="connsiteX2" fmla="*/ 442055 w 535553"/>
                <a:gd name="connsiteY2" fmla="*/ 89045 h 648844"/>
                <a:gd name="connsiteX3" fmla="*/ 535553 w 535553"/>
                <a:gd name="connsiteY3" fmla="*/ 367855 h 648844"/>
                <a:gd name="connsiteX4" fmla="*/ 443878 w 535553"/>
                <a:gd name="connsiteY4" fmla="*/ 647651 h 648844"/>
                <a:gd name="connsiteX5" fmla="*/ 128372 w 535553"/>
                <a:gd name="connsiteY5" fmla="*/ 648844 h 648844"/>
                <a:gd name="connsiteX6" fmla="*/ 128151 w 535553"/>
                <a:gd name="connsiteY6" fmla="*/ 0 h 648844"/>
                <a:gd name="connsiteX0" fmla="*/ 0 w 535553"/>
                <a:gd name="connsiteY0" fmla="*/ 88785 h 648844"/>
                <a:gd name="connsiteX1" fmla="*/ 442055 w 535553"/>
                <a:gd name="connsiteY1" fmla="*/ 89045 h 648844"/>
                <a:gd name="connsiteX2" fmla="*/ 535553 w 535553"/>
                <a:gd name="connsiteY2" fmla="*/ 367855 h 648844"/>
                <a:gd name="connsiteX3" fmla="*/ 443878 w 535553"/>
                <a:gd name="connsiteY3" fmla="*/ 647651 h 648844"/>
                <a:gd name="connsiteX4" fmla="*/ 128372 w 535553"/>
                <a:gd name="connsiteY4" fmla="*/ 648844 h 648844"/>
                <a:gd name="connsiteX5" fmla="*/ 128151 w 535553"/>
                <a:gd name="connsiteY5" fmla="*/ 0 h 648844"/>
                <a:gd name="connsiteX0" fmla="*/ 0 w 646478"/>
                <a:gd name="connsiteY0" fmla="*/ 87901 h 648844"/>
                <a:gd name="connsiteX1" fmla="*/ 552980 w 646478"/>
                <a:gd name="connsiteY1" fmla="*/ 89045 h 648844"/>
                <a:gd name="connsiteX2" fmla="*/ 646478 w 646478"/>
                <a:gd name="connsiteY2" fmla="*/ 367855 h 648844"/>
                <a:gd name="connsiteX3" fmla="*/ 554803 w 646478"/>
                <a:gd name="connsiteY3" fmla="*/ 647651 h 648844"/>
                <a:gd name="connsiteX4" fmla="*/ 239297 w 646478"/>
                <a:gd name="connsiteY4" fmla="*/ 648844 h 648844"/>
                <a:gd name="connsiteX5" fmla="*/ 239076 w 646478"/>
                <a:gd name="connsiteY5" fmla="*/ 0 h 648844"/>
                <a:gd name="connsiteX0" fmla="*/ 0 w 646478"/>
                <a:gd name="connsiteY0" fmla="*/ 115043 h 675986"/>
                <a:gd name="connsiteX1" fmla="*/ 552980 w 646478"/>
                <a:gd name="connsiteY1" fmla="*/ 116187 h 675986"/>
                <a:gd name="connsiteX2" fmla="*/ 646478 w 646478"/>
                <a:gd name="connsiteY2" fmla="*/ 394997 h 675986"/>
                <a:gd name="connsiteX3" fmla="*/ 554803 w 646478"/>
                <a:gd name="connsiteY3" fmla="*/ 674793 h 675986"/>
                <a:gd name="connsiteX4" fmla="*/ 239297 w 646478"/>
                <a:gd name="connsiteY4" fmla="*/ 675986 h 675986"/>
                <a:gd name="connsiteX5" fmla="*/ 239173 w 646478"/>
                <a:gd name="connsiteY5" fmla="*/ 55279 h 675986"/>
                <a:gd name="connsiteX6" fmla="*/ 239076 w 646478"/>
                <a:gd name="connsiteY6" fmla="*/ 27142 h 675986"/>
                <a:gd name="connsiteX0" fmla="*/ 0 w 646478"/>
                <a:gd name="connsiteY0" fmla="*/ 115043 h 675986"/>
                <a:gd name="connsiteX1" fmla="*/ 552980 w 646478"/>
                <a:gd name="connsiteY1" fmla="*/ 116187 h 675986"/>
                <a:gd name="connsiteX2" fmla="*/ 646478 w 646478"/>
                <a:gd name="connsiteY2" fmla="*/ 394997 h 675986"/>
                <a:gd name="connsiteX3" fmla="*/ 554803 w 646478"/>
                <a:gd name="connsiteY3" fmla="*/ 674793 h 675986"/>
                <a:gd name="connsiteX4" fmla="*/ 239297 w 646478"/>
                <a:gd name="connsiteY4" fmla="*/ 675986 h 675986"/>
                <a:gd name="connsiteX5" fmla="*/ 239173 w 646478"/>
                <a:gd name="connsiteY5" fmla="*/ 55279 h 675986"/>
                <a:gd name="connsiteX6" fmla="*/ 239076 w 646478"/>
                <a:gd name="connsiteY6" fmla="*/ 27142 h 675986"/>
                <a:gd name="connsiteX0" fmla="*/ 0 w 646478"/>
                <a:gd name="connsiteY0" fmla="*/ 115043 h 675986"/>
                <a:gd name="connsiteX1" fmla="*/ 552980 w 646478"/>
                <a:gd name="connsiteY1" fmla="*/ 116187 h 675986"/>
                <a:gd name="connsiteX2" fmla="*/ 646478 w 646478"/>
                <a:gd name="connsiteY2" fmla="*/ 394997 h 675986"/>
                <a:gd name="connsiteX3" fmla="*/ 554803 w 646478"/>
                <a:gd name="connsiteY3" fmla="*/ 674793 h 675986"/>
                <a:gd name="connsiteX4" fmla="*/ 239297 w 646478"/>
                <a:gd name="connsiteY4" fmla="*/ 675986 h 675986"/>
                <a:gd name="connsiteX5" fmla="*/ 239173 w 646478"/>
                <a:gd name="connsiteY5" fmla="*/ 55279 h 675986"/>
                <a:gd name="connsiteX6" fmla="*/ 239076 w 646478"/>
                <a:gd name="connsiteY6" fmla="*/ 27142 h 675986"/>
                <a:gd name="connsiteX0" fmla="*/ 0 w 646478"/>
                <a:gd name="connsiteY0" fmla="*/ 115043 h 675986"/>
                <a:gd name="connsiteX1" fmla="*/ 552980 w 646478"/>
                <a:gd name="connsiteY1" fmla="*/ 116187 h 675986"/>
                <a:gd name="connsiteX2" fmla="*/ 646478 w 646478"/>
                <a:gd name="connsiteY2" fmla="*/ 394997 h 675986"/>
                <a:gd name="connsiteX3" fmla="*/ 554803 w 646478"/>
                <a:gd name="connsiteY3" fmla="*/ 674793 h 675986"/>
                <a:gd name="connsiteX4" fmla="*/ 239297 w 646478"/>
                <a:gd name="connsiteY4" fmla="*/ 675986 h 675986"/>
                <a:gd name="connsiteX5" fmla="*/ 239173 w 646478"/>
                <a:gd name="connsiteY5" fmla="*/ 55279 h 675986"/>
                <a:gd name="connsiteX6" fmla="*/ 239076 w 646478"/>
                <a:gd name="connsiteY6" fmla="*/ 27142 h 675986"/>
                <a:gd name="connsiteX0" fmla="*/ 0 w 963608"/>
                <a:gd name="connsiteY0" fmla="*/ 107020 h 667963"/>
                <a:gd name="connsiteX1" fmla="*/ 552980 w 963608"/>
                <a:gd name="connsiteY1" fmla="*/ 108164 h 667963"/>
                <a:gd name="connsiteX2" fmla="*/ 646478 w 963608"/>
                <a:gd name="connsiteY2" fmla="*/ 386974 h 667963"/>
                <a:gd name="connsiteX3" fmla="*/ 554803 w 963608"/>
                <a:gd name="connsiteY3" fmla="*/ 666770 h 667963"/>
                <a:gd name="connsiteX4" fmla="*/ 239297 w 963608"/>
                <a:gd name="connsiteY4" fmla="*/ 667963 h 667963"/>
                <a:gd name="connsiteX5" fmla="*/ 239173 w 963608"/>
                <a:gd name="connsiteY5" fmla="*/ 47256 h 667963"/>
                <a:gd name="connsiteX6" fmla="*/ 963608 w 963608"/>
                <a:gd name="connsiteY6" fmla="*/ 46389 h 667963"/>
                <a:gd name="connsiteX0" fmla="*/ 0 w 963608"/>
                <a:gd name="connsiteY0" fmla="*/ 60631 h 621574"/>
                <a:gd name="connsiteX1" fmla="*/ 552980 w 963608"/>
                <a:gd name="connsiteY1" fmla="*/ 61775 h 621574"/>
                <a:gd name="connsiteX2" fmla="*/ 646478 w 963608"/>
                <a:gd name="connsiteY2" fmla="*/ 340585 h 621574"/>
                <a:gd name="connsiteX3" fmla="*/ 554803 w 963608"/>
                <a:gd name="connsiteY3" fmla="*/ 620381 h 621574"/>
                <a:gd name="connsiteX4" fmla="*/ 239297 w 963608"/>
                <a:gd name="connsiteY4" fmla="*/ 621574 h 621574"/>
                <a:gd name="connsiteX5" fmla="*/ 239173 w 963608"/>
                <a:gd name="connsiteY5" fmla="*/ 867 h 621574"/>
                <a:gd name="connsiteX6" fmla="*/ 963608 w 963608"/>
                <a:gd name="connsiteY6" fmla="*/ 0 h 621574"/>
                <a:gd name="connsiteX0" fmla="*/ 0 w 963608"/>
                <a:gd name="connsiteY0" fmla="*/ 60631 h 621574"/>
                <a:gd name="connsiteX1" fmla="*/ 552980 w 963608"/>
                <a:gd name="connsiteY1" fmla="*/ 61775 h 621574"/>
                <a:gd name="connsiteX2" fmla="*/ 646478 w 963608"/>
                <a:gd name="connsiteY2" fmla="*/ 340585 h 621574"/>
                <a:gd name="connsiteX3" fmla="*/ 554803 w 963608"/>
                <a:gd name="connsiteY3" fmla="*/ 620381 h 621574"/>
                <a:gd name="connsiteX4" fmla="*/ 239297 w 963608"/>
                <a:gd name="connsiteY4" fmla="*/ 621574 h 621574"/>
                <a:gd name="connsiteX5" fmla="*/ 239173 w 963608"/>
                <a:gd name="connsiteY5" fmla="*/ 867 h 621574"/>
                <a:gd name="connsiteX6" fmla="*/ 963608 w 963608"/>
                <a:gd name="connsiteY6" fmla="*/ 0 h 621574"/>
                <a:gd name="connsiteX0" fmla="*/ 0 w 1017378"/>
                <a:gd name="connsiteY0" fmla="*/ 61293 h 622236"/>
                <a:gd name="connsiteX1" fmla="*/ 552980 w 1017378"/>
                <a:gd name="connsiteY1" fmla="*/ 62437 h 622236"/>
                <a:gd name="connsiteX2" fmla="*/ 646478 w 1017378"/>
                <a:gd name="connsiteY2" fmla="*/ 341247 h 622236"/>
                <a:gd name="connsiteX3" fmla="*/ 554803 w 1017378"/>
                <a:gd name="connsiteY3" fmla="*/ 621043 h 622236"/>
                <a:gd name="connsiteX4" fmla="*/ 239297 w 1017378"/>
                <a:gd name="connsiteY4" fmla="*/ 622236 h 622236"/>
                <a:gd name="connsiteX5" fmla="*/ 239173 w 1017378"/>
                <a:gd name="connsiteY5" fmla="*/ 1529 h 622236"/>
                <a:gd name="connsiteX6" fmla="*/ 963608 w 1017378"/>
                <a:gd name="connsiteY6" fmla="*/ 662 h 622236"/>
                <a:gd name="connsiteX7" fmla="*/ 963986 w 1017378"/>
                <a:gd name="connsiteY7" fmla="*/ 0 h 622236"/>
                <a:gd name="connsiteX0" fmla="*/ 0 w 1017951"/>
                <a:gd name="connsiteY0" fmla="*/ 61293 h 622236"/>
                <a:gd name="connsiteX1" fmla="*/ 552980 w 1017951"/>
                <a:gd name="connsiteY1" fmla="*/ 62437 h 622236"/>
                <a:gd name="connsiteX2" fmla="*/ 646478 w 1017951"/>
                <a:gd name="connsiteY2" fmla="*/ 341247 h 622236"/>
                <a:gd name="connsiteX3" fmla="*/ 554803 w 1017951"/>
                <a:gd name="connsiteY3" fmla="*/ 621043 h 622236"/>
                <a:gd name="connsiteX4" fmla="*/ 239297 w 1017951"/>
                <a:gd name="connsiteY4" fmla="*/ 622236 h 622236"/>
                <a:gd name="connsiteX5" fmla="*/ 239173 w 1017951"/>
                <a:gd name="connsiteY5" fmla="*/ 1529 h 622236"/>
                <a:gd name="connsiteX6" fmla="*/ 963608 w 1017951"/>
                <a:gd name="connsiteY6" fmla="*/ 662 h 622236"/>
                <a:gd name="connsiteX7" fmla="*/ 951098 w 1017951"/>
                <a:gd name="connsiteY7" fmla="*/ 135789 h 622236"/>
                <a:gd name="connsiteX8" fmla="*/ 963986 w 1017951"/>
                <a:gd name="connsiteY8" fmla="*/ 0 h 622236"/>
                <a:gd name="connsiteX0" fmla="*/ 0 w 1017951"/>
                <a:gd name="connsiteY0" fmla="*/ 61293 h 622236"/>
                <a:gd name="connsiteX1" fmla="*/ 552980 w 1017951"/>
                <a:gd name="connsiteY1" fmla="*/ 62437 h 622236"/>
                <a:gd name="connsiteX2" fmla="*/ 646478 w 1017951"/>
                <a:gd name="connsiteY2" fmla="*/ 341247 h 622236"/>
                <a:gd name="connsiteX3" fmla="*/ 554803 w 1017951"/>
                <a:gd name="connsiteY3" fmla="*/ 621043 h 622236"/>
                <a:gd name="connsiteX4" fmla="*/ 239297 w 1017951"/>
                <a:gd name="connsiteY4" fmla="*/ 622236 h 622236"/>
                <a:gd name="connsiteX5" fmla="*/ 239173 w 1017951"/>
                <a:gd name="connsiteY5" fmla="*/ 1529 h 622236"/>
                <a:gd name="connsiteX6" fmla="*/ 963608 w 1017951"/>
                <a:gd name="connsiteY6" fmla="*/ 662 h 622236"/>
                <a:gd name="connsiteX7" fmla="*/ 951098 w 1017951"/>
                <a:gd name="connsiteY7" fmla="*/ 135789 h 622236"/>
                <a:gd name="connsiteX8" fmla="*/ 966134 w 1017951"/>
                <a:gd name="connsiteY8" fmla="*/ 77750 h 622236"/>
                <a:gd name="connsiteX9" fmla="*/ 963986 w 1017951"/>
                <a:gd name="connsiteY9" fmla="*/ 0 h 622236"/>
                <a:gd name="connsiteX0" fmla="*/ 0 w 1017951"/>
                <a:gd name="connsiteY0" fmla="*/ 61293 h 622236"/>
                <a:gd name="connsiteX1" fmla="*/ 552980 w 1017951"/>
                <a:gd name="connsiteY1" fmla="*/ 62437 h 622236"/>
                <a:gd name="connsiteX2" fmla="*/ 646478 w 1017951"/>
                <a:gd name="connsiteY2" fmla="*/ 341247 h 622236"/>
                <a:gd name="connsiteX3" fmla="*/ 554803 w 1017951"/>
                <a:gd name="connsiteY3" fmla="*/ 621043 h 622236"/>
                <a:gd name="connsiteX4" fmla="*/ 239297 w 1017951"/>
                <a:gd name="connsiteY4" fmla="*/ 622236 h 622236"/>
                <a:gd name="connsiteX5" fmla="*/ 239173 w 1017951"/>
                <a:gd name="connsiteY5" fmla="*/ 1529 h 622236"/>
                <a:gd name="connsiteX6" fmla="*/ 963608 w 1017951"/>
                <a:gd name="connsiteY6" fmla="*/ 662 h 622236"/>
                <a:gd name="connsiteX7" fmla="*/ 951098 w 1017951"/>
                <a:gd name="connsiteY7" fmla="*/ 135789 h 622236"/>
                <a:gd name="connsiteX8" fmla="*/ 866257 w 1017951"/>
                <a:gd name="connsiteY8" fmla="*/ 165356 h 622236"/>
                <a:gd name="connsiteX9" fmla="*/ 963986 w 1017951"/>
                <a:gd name="connsiteY9" fmla="*/ 0 h 622236"/>
                <a:gd name="connsiteX0" fmla="*/ 0 w 1017951"/>
                <a:gd name="connsiteY0" fmla="*/ 60632 h 621575"/>
                <a:gd name="connsiteX1" fmla="*/ 552980 w 1017951"/>
                <a:gd name="connsiteY1" fmla="*/ 61776 h 621575"/>
                <a:gd name="connsiteX2" fmla="*/ 646478 w 1017951"/>
                <a:gd name="connsiteY2" fmla="*/ 340586 h 621575"/>
                <a:gd name="connsiteX3" fmla="*/ 554803 w 1017951"/>
                <a:gd name="connsiteY3" fmla="*/ 620382 h 621575"/>
                <a:gd name="connsiteX4" fmla="*/ 239297 w 1017951"/>
                <a:gd name="connsiteY4" fmla="*/ 621575 h 621575"/>
                <a:gd name="connsiteX5" fmla="*/ 239173 w 1017951"/>
                <a:gd name="connsiteY5" fmla="*/ 868 h 621575"/>
                <a:gd name="connsiteX6" fmla="*/ 963608 w 1017951"/>
                <a:gd name="connsiteY6" fmla="*/ 1 h 621575"/>
                <a:gd name="connsiteX7" fmla="*/ 951098 w 1017951"/>
                <a:gd name="connsiteY7" fmla="*/ 135128 h 621575"/>
                <a:gd name="connsiteX8" fmla="*/ 866257 w 1017951"/>
                <a:gd name="connsiteY8" fmla="*/ 164695 h 621575"/>
                <a:gd name="connsiteX9" fmla="*/ 844778 w 1017951"/>
                <a:gd name="connsiteY9" fmla="*/ 94610 h 621575"/>
                <a:gd name="connsiteX0" fmla="*/ 0 w 1021401"/>
                <a:gd name="connsiteY0" fmla="*/ 60632 h 621575"/>
                <a:gd name="connsiteX1" fmla="*/ 552980 w 1021401"/>
                <a:gd name="connsiteY1" fmla="*/ 61776 h 621575"/>
                <a:gd name="connsiteX2" fmla="*/ 646478 w 1021401"/>
                <a:gd name="connsiteY2" fmla="*/ 340586 h 621575"/>
                <a:gd name="connsiteX3" fmla="*/ 554803 w 1021401"/>
                <a:gd name="connsiteY3" fmla="*/ 620382 h 621575"/>
                <a:gd name="connsiteX4" fmla="*/ 239297 w 1021401"/>
                <a:gd name="connsiteY4" fmla="*/ 621575 h 621575"/>
                <a:gd name="connsiteX5" fmla="*/ 239173 w 1021401"/>
                <a:gd name="connsiteY5" fmla="*/ 868 h 621575"/>
                <a:gd name="connsiteX6" fmla="*/ 963608 w 1021401"/>
                <a:gd name="connsiteY6" fmla="*/ 1 h 621575"/>
                <a:gd name="connsiteX7" fmla="*/ 965060 w 1021401"/>
                <a:gd name="connsiteY7" fmla="*/ 63948 h 621575"/>
                <a:gd name="connsiteX8" fmla="*/ 866257 w 1021401"/>
                <a:gd name="connsiteY8" fmla="*/ 164695 h 621575"/>
                <a:gd name="connsiteX9" fmla="*/ 844778 w 1021401"/>
                <a:gd name="connsiteY9" fmla="*/ 94610 h 621575"/>
                <a:gd name="connsiteX0" fmla="*/ 0 w 1021401"/>
                <a:gd name="connsiteY0" fmla="*/ 60632 h 621575"/>
                <a:gd name="connsiteX1" fmla="*/ 552980 w 1021401"/>
                <a:gd name="connsiteY1" fmla="*/ 61776 h 621575"/>
                <a:gd name="connsiteX2" fmla="*/ 646478 w 1021401"/>
                <a:gd name="connsiteY2" fmla="*/ 340586 h 621575"/>
                <a:gd name="connsiteX3" fmla="*/ 554803 w 1021401"/>
                <a:gd name="connsiteY3" fmla="*/ 620382 h 621575"/>
                <a:gd name="connsiteX4" fmla="*/ 239297 w 1021401"/>
                <a:gd name="connsiteY4" fmla="*/ 621575 h 621575"/>
                <a:gd name="connsiteX5" fmla="*/ 239173 w 1021401"/>
                <a:gd name="connsiteY5" fmla="*/ 868 h 621575"/>
                <a:gd name="connsiteX6" fmla="*/ 963608 w 1021401"/>
                <a:gd name="connsiteY6" fmla="*/ 1 h 621575"/>
                <a:gd name="connsiteX7" fmla="*/ 965060 w 1021401"/>
                <a:gd name="connsiteY7" fmla="*/ 63948 h 621575"/>
                <a:gd name="connsiteX8" fmla="*/ 907067 w 1021401"/>
                <a:gd name="connsiteY8" fmla="*/ 65043 h 621575"/>
                <a:gd name="connsiteX9" fmla="*/ 844778 w 1021401"/>
                <a:gd name="connsiteY9" fmla="*/ 94610 h 621575"/>
                <a:gd name="connsiteX0" fmla="*/ 0 w 1021401"/>
                <a:gd name="connsiteY0" fmla="*/ 134663 h 695606"/>
                <a:gd name="connsiteX1" fmla="*/ 552980 w 1021401"/>
                <a:gd name="connsiteY1" fmla="*/ 135807 h 695606"/>
                <a:gd name="connsiteX2" fmla="*/ 646478 w 1021401"/>
                <a:gd name="connsiteY2" fmla="*/ 414617 h 695606"/>
                <a:gd name="connsiteX3" fmla="*/ 554803 w 1021401"/>
                <a:gd name="connsiteY3" fmla="*/ 694413 h 695606"/>
                <a:gd name="connsiteX4" fmla="*/ 239297 w 1021401"/>
                <a:gd name="connsiteY4" fmla="*/ 695606 h 695606"/>
                <a:gd name="connsiteX5" fmla="*/ 239173 w 1021401"/>
                <a:gd name="connsiteY5" fmla="*/ 74899 h 695606"/>
                <a:gd name="connsiteX6" fmla="*/ 963608 w 1021401"/>
                <a:gd name="connsiteY6" fmla="*/ 74032 h 695606"/>
                <a:gd name="connsiteX7" fmla="*/ 965060 w 1021401"/>
                <a:gd name="connsiteY7" fmla="*/ 137979 h 695606"/>
                <a:gd name="connsiteX8" fmla="*/ 907067 w 1021401"/>
                <a:gd name="connsiteY8" fmla="*/ 139074 h 695606"/>
                <a:gd name="connsiteX9" fmla="*/ 905993 w 1021401"/>
                <a:gd name="connsiteY9" fmla="*/ 0 h 695606"/>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7979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7979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7979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7979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8693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8693 h 694511"/>
                <a:gd name="connsiteX9" fmla="*/ 907067 w 1021401"/>
                <a:gd name="connsiteY9" fmla="*/ 0 h 694511"/>
                <a:gd name="connsiteX0" fmla="*/ 0 w 1021585"/>
                <a:gd name="connsiteY0" fmla="*/ 133568 h 694511"/>
                <a:gd name="connsiteX1" fmla="*/ 552980 w 1021585"/>
                <a:gd name="connsiteY1" fmla="*/ 134712 h 694511"/>
                <a:gd name="connsiteX2" fmla="*/ 646478 w 1021585"/>
                <a:gd name="connsiteY2" fmla="*/ 413522 h 694511"/>
                <a:gd name="connsiteX3" fmla="*/ 554803 w 1021585"/>
                <a:gd name="connsiteY3" fmla="*/ 693318 h 694511"/>
                <a:gd name="connsiteX4" fmla="*/ 239297 w 1021585"/>
                <a:gd name="connsiteY4" fmla="*/ 694511 h 694511"/>
                <a:gd name="connsiteX5" fmla="*/ 239173 w 1021585"/>
                <a:gd name="connsiteY5" fmla="*/ 73804 h 694511"/>
                <a:gd name="connsiteX6" fmla="*/ 963608 w 1021585"/>
                <a:gd name="connsiteY6" fmla="*/ 72937 h 694511"/>
                <a:gd name="connsiteX7" fmla="*/ 965760 w 1021585"/>
                <a:gd name="connsiteY7" fmla="*/ 146166 h 694511"/>
                <a:gd name="connsiteX8" fmla="*/ 907067 w 1021585"/>
                <a:gd name="connsiteY8" fmla="*/ 138693 h 694511"/>
                <a:gd name="connsiteX9" fmla="*/ 907067 w 1021585"/>
                <a:gd name="connsiteY9" fmla="*/ 0 h 694511"/>
                <a:gd name="connsiteX0" fmla="*/ 0 w 1021771"/>
                <a:gd name="connsiteY0" fmla="*/ 133568 h 694511"/>
                <a:gd name="connsiteX1" fmla="*/ 552980 w 1021771"/>
                <a:gd name="connsiteY1" fmla="*/ 134712 h 694511"/>
                <a:gd name="connsiteX2" fmla="*/ 646478 w 1021771"/>
                <a:gd name="connsiteY2" fmla="*/ 413522 h 694511"/>
                <a:gd name="connsiteX3" fmla="*/ 554803 w 1021771"/>
                <a:gd name="connsiteY3" fmla="*/ 693318 h 694511"/>
                <a:gd name="connsiteX4" fmla="*/ 239297 w 1021771"/>
                <a:gd name="connsiteY4" fmla="*/ 694511 h 694511"/>
                <a:gd name="connsiteX5" fmla="*/ 239173 w 1021771"/>
                <a:gd name="connsiteY5" fmla="*/ 73804 h 694511"/>
                <a:gd name="connsiteX6" fmla="*/ 963608 w 1021771"/>
                <a:gd name="connsiteY6" fmla="*/ 72937 h 694511"/>
                <a:gd name="connsiteX7" fmla="*/ 966461 w 1021771"/>
                <a:gd name="connsiteY7" fmla="*/ 136884 h 694511"/>
                <a:gd name="connsiteX8" fmla="*/ 907067 w 1021771"/>
                <a:gd name="connsiteY8" fmla="*/ 138693 h 694511"/>
                <a:gd name="connsiteX9" fmla="*/ 907067 w 1021771"/>
                <a:gd name="connsiteY9" fmla="*/ 0 h 694511"/>
                <a:gd name="connsiteX0" fmla="*/ 0 w 966461"/>
                <a:gd name="connsiteY0" fmla="*/ 133568 h 694511"/>
                <a:gd name="connsiteX1" fmla="*/ 552980 w 966461"/>
                <a:gd name="connsiteY1" fmla="*/ 134712 h 694511"/>
                <a:gd name="connsiteX2" fmla="*/ 646478 w 966461"/>
                <a:gd name="connsiteY2" fmla="*/ 413522 h 694511"/>
                <a:gd name="connsiteX3" fmla="*/ 554803 w 966461"/>
                <a:gd name="connsiteY3" fmla="*/ 693318 h 694511"/>
                <a:gd name="connsiteX4" fmla="*/ 239297 w 966461"/>
                <a:gd name="connsiteY4" fmla="*/ 694511 h 694511"/>
                <a:gd name="connsiteX5" fmla="*/ 239173 w 966461"/>
                <a:gd name="connsiteY5" fmla="*/ 73804 h 694511"/>
                <a:gd name="connsiteX6" fmla="*/ 963608 w 966461"/>
                <a:gd name="connsiteY6" fmla="*/ 72937 h 694511"/>
                <a:gd name="connsiteX7" fmla="*/ 966461 w 966461"/>
                <a:gd name="connsiteY7" fmla="*/ 136884 h 694511"/>
                <a:gd name="connsiteX8" fmla="*/ 907067 w 966461"/>
                <a:gd name="connsiteY8" fmla="*/ 138693 h 694511"/>
                <a:gd name="connsiteX9" fmla="*/ 907067 w 966461"/>
                <a:gd name="connsiteY9" fmla="*/ 0 h 694511"/>
                <a:gd name="connsiteX0" fmla="*/ 0 w 967328"/>
                <a:gd name="connsiteY0" fmla="*/ 133568 h 694511"/>
                <a:gd name="connsiteX1" fmla="*/ 552980 w 967328"/>
                <a:gd name="connsiteY1" fmla="*/ 134712 h 694511"/>
                <a:gd name="connsiteX2" fmla="*/ 646478 w 967328"/>
                <a:gd name="connsiteY2" fmla="*/ 413522 h 694511"/>
                <a:gd name="connsiteX3" fmla="*/ 554803 w 967328"/>
                <a:gd name="connsiteY3" fmla="*/ 693318 h 694511"/>
                <a:gd name="connsiteX4" fmla="*/ 239297 w 967328"/>
                <a:gd name="connsiteY4" fmla="*/ 694511 h 694511"/>
                <a:gd name="connsiteX5" fmla="*/ 239173 w 967328"/>
                <a:gd name="connsiteY5" fmla="*/ 73804 h 694511"/>
                <a:gd name="connsiteX6" fmla="*/ 965709 w 967328"/>
                <a:gd name="connsiteY6" fmla="*/ 72937 h 694511"/>
                <a:gd name="connsiteX7" fmla="*/ 966461 w 967328"/>
                <a:gd name="connsiteY7" fmla="*/ 136884 h 694511"/>
                <a:gd name="connsiteX8" fmla="*/ 907067 w 967328"/>
                <a:gd name="connsiteY8" fmla="*/ 138693 h 694511"/>
                <a:gd name="connsiteX9" fmla="*/ 907067 w 967328"/>
                <a:gd name="connsiteY9" fmla="*/ 0 h 694511"/>
                <a:gd name="connsiteX0" fmla="*/ 0 w 966461"/>
                <a:gd name="connsiteY0" fmla="*/ 133568 h 694511"/>
                <a:gd name="connsiteX1" fmla="*/ 552980 w 966461"/>
                <a:gd name="connsiteY1" fmla="*/ 134712 h 694511"/>
                <a:gd name="connsiteX2" fmla="*/ 646478 w 966461"/>
                <a:gd name="connsiteY2" fmla="*/ 413522 h 694511"/>
                <a:gd name="connsiteX3" fmla="*/ 554803 w 966461"/>
                <a:gd name="connsiteY3" fmla="*/ 693318 h 694511"/>
                <a:gd name="connsiteX4" fmla="*/ 239297 w 966461"/>
                <a:gd name="connsiteY4" fmla="*/ 694511 h 694511"/>
                <a:gd name="connsiteX5" fmla="*/ 239173 w 966461"/>
                <a:gd name="connsiteY5" fmla="*/ 73804 h 694511"/>
                <a:gd name="connsiteX6" fmla="*/ 965709 w 966461"/>
                <a:gd name="connsiteY6" fmla="*/ 72937 h 694511"/>
                <a:gd name="connsiteX7" fmla="*/ 966461 w 966461"/>
                <a:gd name="connsiteY7" fmla="*/ 136884 h 694511"/>
                <a:gd name="connsiteX8" fmla="*/ 907067 w 966461"/>
                <a:gd name="connsiteY8" fmla="*/ 138693 h 694511"/>
                <a:gd name="connsiteX9" fmla="*/ 907067 w 966461"/>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7067 w 965875"/>
                <a:gd name="connsiteY8" fmla="*/ 138693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6367 w 965875"/>
                <a:gd name="connsiteY8" fmla="*/ 15511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2866 w 965875"/>
                <a:gd name="connsiteY8" fmla="*/ 157257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7768 w 965875"/>
                <a:gd name="connsiteY8" fmla="*/ 139407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3681 h 694511"/>
                <a:gd name="connsiteX7" fmla="*/ 965761 w 965875"/>
                <a:gd name="connsiteY7" fmla="*/ 139026 h 694511"/>
                <a:gd name="connsiteX8" fmla="*/ 907768 w 965875"/>
                <a:gd name="connsiteY8" fmla="*/ 139407 h 694511"/>
                <a:gd name="connsiteX9" fmla="*/ 907067 w 965875"/>
                <a:gd name="connsiteY9" fmla="*/ 0 h 694511"/>
                <a:gd name="connsiteX0" fmla="*/ 0 w 965875"/>
                <a:gd name="connsiteY0" fmla="*/ 132824 h 693767"/>
                <a:gd name="connsiteX1" fmla="*/ 552980 w 965875"/>
                <a:gd name="connsiteY1" fmla="*/ 133968 h 693767"/>
                <a:gd name="connsiteX2" fmla="*/ 646478 w 965875"/>
                <a:gd name="connsiteY2" fmla="*/ 412778 h 693767"/>
                <a:gd name="connsiteX3" fmla="*/ 554803 w 965875"/>
                <a:gd name="connsiteY3" fmla="*/ 692574 h 693767"/>
                <a:gd name="connsiteX4" fmla="*/ 239297 w 965875"/>
                <a:gd name="connsiteY4" fmla="*/ 693767 h 693767"/>
                <a:gd name="connsiteX5" fmla="*/ 239173 w 965875"/>
                <a:gd name="connsiteY5" fmla="*/ 73060 h 693767"/>
                <a:gd name="connsiteX6" fmla="*/ 965709 w 965875"/>
                <a:gd name="connsiteY6" fmla="*/ 72937 h 693767"/>
                <a:gd name="connsiteX7" fmla="*/ 965761 w 965875"/>
                <a:gd name="connsiteY7" fmla="*/ 138282 h 693767"/>
                <a:gd name="connsiteX8" fmla="*/ 907768 w 965875"/>
                <a:gd name="connsiteY8" fmla="*/ 138663 h 693767"/>
                <a:gd name="connsiteX9" fmla="*/ 908527 w 965875"/>
                <a:gd name="connsiteY9" fmla="*/ 0 h 693767"/>
                <a:gd name="connsiteX0" fmla="*/ 0 w 965875"/>
                <a:gd name="connsiteY0" fmla="*/ 135799 h 696742"/>
                <a:gd name="connsiteX1" fmla="*/ 552980 w 965875"/>
                <a:gd name="connsiteY1" fmla="*/ 136943 h 696742"/>
                <a:gd name="connsiteX2" fmla="*/ 646478 w 965875"/>
                <a:gd name="connsiteY2" fmla="*/ 415753 h 696742"/>
                <a:gd name="connsiteX3" fmla="*/ 554803 w 965875"/>
                <a:gd name="connsiteY3" fmla="*/ 695549 h 696742"/>
                <a:gd name="connsiteX4" fmla="*/ 239297 w 965875"/>
                <a:gd name="connsiteY4" fmla="*/ 696742 h 696742"/>
                <a:gd name="connsiteX5" fmla="*/ 239173 w 965875"/>
                <a:gd name="connsiteY5" fmla="*/ 76035 h 696742"/>
                <a:gd name="connsiteX6" fmla="*/ 965709 w 965875"/>
                <a:gd name="connsiteY6" fmla="*/ 75912 h 696742"/>
                <a:gd name="connsiteX7" fmla="*/ 965761 w 965875"/>
                <a:gd name="connsiteY7" fmla="*/ 141257 h 696742"/>
                <a:gd name="connsiteX8" fmla="*/ 907768 w 965875"/>
                <a:gd name="connsiteY8" fmla="*/ 141638 h 696742"/>
                <a:gd name="connsiteX9" fmla="*/ 907798 w 965875"/>
                <a:gd name="connsiteY9" fmla="*/ 0 h 696742"/>
                <a:gd name="connsiteX0" fmla="*/ 0 w 1626729"/>
                <a:gd name="connsiteY0" fmla="*/ 133485 h 696742"/>
                <a:gd name="connsiteX1" fmla="*/ 1213834 w 1626729"/>
                <a:gd name="connsiteY1" fmla="*/ 136943 h 696742"/>
                <a:gd name="connsiteX2" fmla="*/ 1307332 w 1626729"/>
                <a:gd name="connsiteY2" fmla="*/ 415753 h 696742"/>
                <a:gd name="connsiteX3" fmla="*/ 1215657 w 1626729"/>
                <a:gd name="connsiteY3" fmla="*/ 695549 h 696742"/>
                <a:gd name="connsiteX4" fmla="*/ 900151 w 1626729"/>
                <a:gd name="connsiteY4" fmla="*/ 696742 h 696742"/>
                <a:gd name="connsiteX5" fmla="*/ 900027 w 1626729"/>
                <a:gd name="connsiteY5" fmla="*/ 76035 h 696742"/>
                <a:gd name="connsiteX6" fmla="*/ 1626563 w 1626729"/>
                <a:gd name="connsiteY6" fmla="*/ 75912 h 696742"/>
                <a:gd name="connsiteX7" fmla="*/ 1626615 w 1626729"/>
                <a:gd name="connsiteY7" fmla="*/ 141257 h 696742"/>
                <a:gd name="connsiteX8" fmla="*/ 1568622 w 1626729"/>
                <a:gd name="connsiteY8" fmla="*/ 141638 h 696742"/>
                <a:gd name="connsiteX9" fmla="*/ 1568652 w 1626729"/>
                <a:gd name="connsiteY9" fmla="*/ 0 h 696742"/>
                <a:gd name="connsiteX0" fmla="*/ 0 w 1626729"/>
                <a:gd name="connsiteY0" fmla="*/ 133485 h 696742"/>
                <a:gd name="connsiteX1" fmla="*/ 1213834 w 1626729"/>
                <a:gd name="connsiteY1" fmla="*/ 136943 h 696742"/>
                <a:gd name="connsiteX2" fmla="*/ 1307332 w 1626729"/>
                <a:gd name="connsiteY2" fmla="*/ 415753 h 696742"/>
                <a:gd name="connsiteX3" fmla="*/ 1215657 w 1626729"/>
                <a:gd name="connsiteY3" fmla="*/ 695549 h 696742"/>
                <a:gd name="connsiteX4" fmla="*/ 900151 w 1626729"/>
                <a:gd name="connsiteY4" fmla="*/ 696742 h 696742"/>
                <a:gd name="connsiteX5" fmla="*/ 897756 w 1626729"/>
                <a:gd name="connsiteY5" fmla="*/ 27407 h 696742"/>
                <a:gd name="connsiteX6" fmla="*/ 1626563 w 1626729"/>
                <a:gd name="connsiteY6" fmla="*/ 75912 h 696742"/>
                <a:gd name="connsiteX7" fmla="*/ 1626615 w 1626729"/>
                <a:gd name="connsiteY7" fmla="*/ 141257 h 696742"/>
                <a:gd name="connsiteX8" fmla="*/ 1568622 w 1626729"/>
                <a:gd name="connsiteY8" fmla="*/ 141638 h 696742"/>
                <a:gd name="connsiteX9" fmla="*/ 1568652 w 1626729"/>
                <a:gd name="connsiteY9" fmla="*/ 0 h 696742"/>
                <a:gd name="connsiteX0" fmla="*/ 0 w 1626729"/>
                <a:gd name="connsiteY0" fmla="*/ 133485 h 696742"/>
                <a:gd name="connsiteX1" fmla="*/ 1213834 w 1626729"/>
                <a:gd name="connsiteY1" fmla="*/ 136943 h 696742"/>
                <a:gd name="connsiteX2" fmla="*/ 1307332 w 1626729"/>
                <a:gd name="connsiteY2" fmla="*/ 415753 h 696742"/>
                <a:gd name="connsiteX3" fmla="*/ 1215657 w 1626729"/>
                <a:gd name="connsiteY3" fmla="*/ 695549 h 696742"/>
                <a:gd name="connsiteX4" fmla="*/ 900151 w 1626729"/>
                <a:gd name="connsiteY4" fmla="*/ 696742 h 696742"/>
                <a:gd name="connsiteX5" fmla="*/ 902298 w 1626729"/>
                <a:gd name="connsiteY5" fmla="*/ 25091 h 696742"/>
                <a:gd name="connsiteX6" fmla="*/ 1626563 w 1626729"/>
                <a:gd name="connsiteY6" fmla="*/ 75912 h 696742"/>
                <a:gd name="connsiteX7" fmla="*/ 1626615 w 1626729"/>
                <a:gd name="connsiteY7" fmla="*/ 141257 h 696742"/>
                <a:gd name="connsiteX8" fmla="*/ 1568622 w 1626729"/>
                <a:gd name="connsiteY8" fmla="*/ 141638 h 696742"/>
                <a:gd name="connsiteX9" fmla="*/ 1568652 w 1626729"/>
                <a:gd name="connsiteY9" fmla="*/ 0 h 696742"/>
                <a:gd name="connsiteX0" fmla="*/ 0 w 1626729"/>
                <a:gd name="connsiteY0" fmla="*/ 133485 h 696742"/>
                <a:gd name="connsiteX1" fmla="*/ 1213834 w 1626729"/>
                <a:gd name="connsiteY1" fmla="*/ 136943 h 696742"/>
                <a:gd name="connsiteX2" fmla="*/ 1307332 w 1626729"/>
                <a:gd name="connsiteY2" fmla="*/ 415753 h 696742"/>
                <a:gd name="connsiteX3" fmla="*/ 1215657 w 1626729"/>
                <a:gd name="connsiteY3" fmla="*/ 695549 h 696742"/>
                <a:gd name="connsiteX4" fmla="*/ 900151 w 1626729"/>
                <a:gd name="connsiteY4" fmla="*/ 696742 h 696742"/>
                <a:gd name="connsiteX5" fmla="*/ 897756 w 1626729"/>
                <a:gd name="connsiteY5" fmla="*/ 25091 h 696742"/>
                <a:gd name="connsiteX6" fmla="*/ 1626563 w 1626729"/>
                <a:gd name="connsiteY6" fmla="*/ 75912 h 696742"/>
                <a:gd name="connsiteX7" fmla="*/ 1626615 w 1626729"/>
                <a:gd name="connsiteY7" fmla="*/ 141257 h 696742"/>
                <a:gd name="connsiteX8" fmla="*/ 1568622 w 1626729"/>
                <a:gd name="connsiteY8" fmla="*/ 141638 h 696742"/>
                <a:gd name="connsiteX9" fmla="*/ 1568652 w 1626729"/>
                <a:gd name="connsiteY9" fmla="*/ 0 h 696742"/>
                <a:gd name="connsiteX0" fmla="*/ 0 w 1626615"/>
                <a:gd name="connsiteY0" fmla="*/ 133485 h 696742"/>
                <a:gd name="connsiteX1" fmla="*/ 1213834 w 1626615"/>
                <a:gd name="connsiteY1" fmla="*/ 136943 h 696742"/>
                <a:gd name="connsiteX2" fmla="*/ 1307332 w 1626615"/>
                <a:gd name="connsiteY2" fmla="*/ 415753 h 696742"/>
                <a:gd name="connsiteX3" fmla="*/ 1215657 w 1626615"/>
                <a:gd name="connsiteY3" fmla="*/ 695549 h 696742"/>
                <a:gd name="connsiteX4" fmla="*/ 900151 w 1626615"/>
                <a:gd name="connsiteY4" fmla="*/ 696742 h 696742"/>
                <a:gd name="connsiteX5" fmla="*/ 897756 w 1626615"/>
                <a:gd name="connsiteY5" fmla="*/ 25091 h 696742"/>
                <a:gd name="connsiteX6" fmla="*/ 1508472 w 1626615"/>
                <a:gd name="connsiteY6" fmla="*/ 27284 h 696742"/>
                <a:gd name="connsiteX7" fmla="*/ 1626615 w 1626615"/>
                <a:gd name="connsiteY7" fmla="*/ 141257 h 696742"/>
                <a:gd name="connsiteX8" fmla="*/ 1568622 w 1626615"/>
                <a:gd name="connsiteY8" fmla="*/ 141638 h 696742"/>
                <a:gd name="connsiteX9" fmla="*/ 1568652 w 1626615"/>
                <a:gd name="connsiteY9" fmla="*/ 0 h 696742"/>
                <a:gd name="connsiteX0" fmla="*/ 0 w 1571298"/>
                <a:gd name="connsiteY0" fmla="*/ 286313 h 849570"/>
                <a:gd name="connsiteX1" fmla="*/ 1213834 w 1571298"/>
                <a:gd name="connsiteY1" fmla="*/ 289771 h 849570"/>
                <a:gd name="connsiteX2" fmla="*/ 1307332 w 1571298"/>
                <a:gd name="connsiteY2" fmla="*/ 568581 h 849570"/>
                <a:gd name="connsiteX3" fmla="*/ 1215657 w 1571298"/>
                <a:gd name="connsiteY3" fmla="*/ 848377 h 849570"/>
                <a:gd name="connsiteX4" fmla="*/ 900151 w 1571298"/>
                <a:gd name="connsiteY4" fmla="*/ 849570 h 849570"/>
                <a:gd name="connsiteX5" fmla="*/ 897756 w 1571298"/>
                <a:gd name="connsiteY5" fmla="*/ 177919 h 849570"/>
                <a:gd name="connsiteX6" fmla="*/ 1508472 w 1571298"/>
                <a:gd name="connsiteY6" fmla="*/ 180112 h 849570"/>
                <a:gd name="connsiteX7" fmla="*/ 1508525 w 1571298"/>
                <a:gd name="connsiteY7" fmla="*/ 0 h 849570"/>
                <a:gd name="connsiteX8" fmla="*/ 1568622 w 1571298"/>
                <a:gd name="connsiteY8" fmla="*/ 294466 h 849570"/>
                <a:gd name="connsiteX9" fmla="*/ 1568652 w 1571298"/>
                <a:gd name="connsiteY9" fmla="*/ 152828 h 849570"/>
                <a:gd name="connsiteX0" fmla="*/ 0 w 1568652"/>
                <a:gd name="connsiteY0" fmla="*/ 286433 h 849690"/>
                <a:gd name="connsiteX1" fmla="*/ 1213834 w 1568652"/>
                <a:gd name="connsiteY1" fmla="*/ 289891 h 849690"/>
                <a:gd name="connsiteX2" fmla="*/ 1307332 w 1568652"/>
                <a:gd name="connsiteY2" fmla="*/ 568701 h 849690"/>
                <a:gd name="connsiteX3" fmla="*/ 1215657 w 1568652"/>
                <a:gd name="connsiteY3" fmla="*/ 848497 h 849690"/>
                <a:gd name="connsiteX4" fmla="*/ 900151 w 1568652"/>
                <a:gd name="connsiteY4" fmla="*/ 849690 h 849690"/>
                <a:gd name="connsiteX5" fmla="*/ 897756 w 1568652"/>
                <a:gd name="connsiteY5" fmla="*/ 178039 h 849690"/>
                <a:gd name="connsiteX6" fmla="*/ 1508472 w 1568652"/>
                <a:gd name="connsiteY6" fmla="*/ 180232 h 849690"/>
                <a:gd name="connsiteX7" fmla="*/ 1508525 w 1568652"/>
                <a:gd name="connsiteY7" fmla="*/ 120 h 849690"/>
                <a:gd name="connsiteX8" fmla="*/ 1568652 w 1568652"/>
                <a:gd name="connsiteY8" fmla="*/ 152948 h 84969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897756 w 1508638"/>
                <a:gd name="connsiteY5" fmla="*/ 177919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1441 w 1508638"/>
                <a:gd name="connsiteY5" fmla="*/ 176980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898677 w 1508638"/>
                <a:gd name="connsiteY5" fmla="*/ 176980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898677 w 1508638"/>
                <a:gd name="connsiteY5" fmla="*/ 176980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7889 w 1508638"/>
                <a:gd name="connsiteY5" fmla="*/ 172284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7889 w 1508638"/>
                <a:gd name="connsiteY5" fmla="*/ 172284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7889 w 1508638"/>
                <a:gd name="connsiteY5" fmla="*/ 172284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1441 w 1508638"/>
                <a:gd name="connsiteY5" fmla="*/ 180738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1441 w 1508638"/>
                <a:gd name="connsiteY5" fmla="*/ 180738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1441 w 1508638"/>
                <a:gd name="connsiteY5" fmla="*/ 180738 h 849570"/>
                <a:gd name="connsiteX6" fmla="*/ 1508472 w 1508638"/>
                <a:gd name="connsiteY6" fmla="*/ 180112 h 849570"/>
                <a:gd name="connsiteX7" fmla="*/ 1508525 w 1508638"/>
                <a:gd name="connsiteY7" fmla="*/ 0 h 849570"/>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7717"/>
                <a:gd name="connsiteY0" fmla="*/ 290072 h 850509"/>
                <a:gd name="connsiteX1" fmla="*/ 1212913 w 1507717"/>
                <a:gd name="connsiteY1" fmla="*/ 289771 h 850509"/>
                <a:gd name="connsiteX2" fmla="*/ 1306411 w 1507717"/>
                <a:gd name="connsiteY2" fmla="*/ 568581 h 850509"/>
                <a:gd name="connsiteX3" fmla="*/ 1214736 w 1507717"/>
                <a:gd name="connsiteY3" fmla="*/ 848377 h 850509"/>
                <a:gd name="connsiteX4" fmla="*/ 901072 w 1507717"/>
                <a:gd name="connsiteY4" fmla="*/ 850509 h 850509"/>
                <a:gd name="connsiteX5" fmla="*/ 900520 w 1507717"/>
                <a:gd name="connsiteY5" fmla="*/ 180738 h 850509"/>
                <a:gd name="connsiteX6" fmla="*/ 1507551 w 1507717"/>
                <a:gd name="connsiteY6" fmla="*/ 180112 h 850509"/>
                <a:gd name="connsiteX7" fmla="*/ 1507604 w 1507717"/>
                <a:gd name="connsiteY7" fmla="*/ 0 h 850509"/>
                <a:gd name="connsiteX0" fmla="*/ 0 w 1508638"/>
                <a:gd name="connsiteY0" fmla="*/ 292890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9559"/>
                <a:gd name="connsiteY0" fmla="*/ 291951 h 850509"/>
                <a:gd name="connsiteX1" fmla="*/ 1214755 w 1509559"/>
                <a:gd name="connsiteY1" fmla="*/ 289771 h 850509"/>
                <a:gd name="connsiteX2" fmla="*/ 1308253 w 1509559"/>
                <a:gd name="connsiteY2" fmla="*/ 568581 h 850509"/>
                <a:gd name="connsiteX3" fmla="*/ 1216578 w 1509559"/>
                <a:gd name="connsiteY3" fmla="*/ 848377 h 850509"/>
                <a:gd name="connsiteX4" fmla="*/ 902914 w 1509559"/>
                <a:gd name="connsiteY4" fmla="*/ 850509 h 850509"/>
                <a:gd name="connsiteX5" fmla="*/ 902362 w 1509559"/>
                <a:gd name="connsiteY5" fmla="*/ 180738 h 850509"/>
                <a:gd name="connsiteX6" fmla="*/ 1509393 w 1509559"/>
                <a:gd name="connsiteY6" fmla="*/ 180112 h 850509"/>
                <a:gd name="connsiteX7" fmla="*/ 1509446 w 1509559"/>
                <a:gd name="connsiteY7" fmla="*/ 0 h 850509"/>
                <a:gd name="connsiteX0" fmla="*/ 0 w 1509446"/>
                <a:gd name="connsiteY0" fmla="*/ 291951 h 850509"/>
                <a:gd name="connsiteX1" fmla="*/ 1214755 w 1509446"/>
                <a:gd name="connsiteY1" fmla="*/ 289771 h 850509"/>
                <a:gd name="connsiteX2" fmla="*/ 1308253 w 1509446"/>
                <a:gd name="connsiteY2" fmla="*/ 568581 h 850509"/>
                <a:gd name="connsiteX3" fmla="*/ 1216578 w 1509446"/>
                <a:gd name="connsiteY3" fmla="*/ 848377 h 850509"/>
                <a:gd name="connsiteX4" fmla="*/ 902914 w 1509446"/>
                <a:gd name="connsiteY4" fmla="*/ 850509 h 850509"/>
                <a:gd name="connsiteX5" fmla="*/ 902362 w 1509446"/>
                <a:gd name="connsiteY5" fmla="*/ 180738 h 850509"/>
                <a:gd name="connsiteX6" fmla="*/ 1509393 w 1509446"/>
                <a:gd name="connsiteY6" fmla="*/ 180112 h 850509"/>
                <a:gd name="connsiteX7" fmla="*/ 1509446 w 1509446"/>
                <a:gd name="connsiteY7" fmla="*/ 0 h 850509"/>
                <a:gd name="connsiteX0" fmla="*/ 0 w 1507827"/>
                <a:gd name="connsiteY0" fmla="*/ 286998 h 850509"/>
                <a:gd name="connsiteX1" fmla="*/ 1213136 w 1507827"/>
                <a:gd name="connsiteY1" fmla="*/ 289771 h 850509"/>
                <a:gd name="connsiteX2" fmla="*/ 1306634 w 1507827"/>
                <a:gd name="connsiteY2" fmla="*/ 568581 h 850509"/>
                <a:gd name="connsiteX3" fmla="*/ 1214959 w 1507827"/>
                <a:gd name="connsiteY3" fmla="*/ 848377 h 850509"/>
                <a:gd name="connsiteX4" fmla="*/ 901295 w 1507827"/>
                <a:gd name="connsiteY4" fmla="*/ 850509 h 850509"/>
                <a:gd name="connsiteX5" fmla="*/ 900743 w 1507827"/>
                <a:gd name="connsiteY5" fmla="*/ 180738 h 850509"/>
                <a:gd name="connsiteX6" fmla="*/ 1507774 w 1507827"/>
                <a:gd name="connsiteY6" fmla="*/ 180112 h 850509"/>
                <a:gd name="connsiteX7" fmla="*/ 1507827 w 1507827"/>
                <a:gd name="connsiteY7" fmla="*/ 0 h 850509"/>
                <a:gd name="connsiteX0" fmla="*/ 0 w 1504589"/>
                <a:gd name="connsiteY0" fmla="*/ 290301 h 850509"/>
                <a:gd name="connsiteX1" fmla="*/ 1209898 w 1504589"/>
                <a:gd name="connsiteY1" fmla="*/ 289771 h 850509"/>
                <a:gd name="connsiteX2" fmla="*/ 1303396 w 1504589"/>
                <a:gd name="connsiteY2" fmla="*/ 568581 h 850509"/>
                <a:gd name="connsiteX3" fmla="*/ 1211721 w 1504589"/>
                <a:gd name="connsiteY3" fmla="*/ 848377 h 850509"/>
                <a:gd name="connsiteX4" fmla="*/ 898057 w 1504589"/>
                <a:gd name="connsiteY4" fmla="*/ 850509 h 850509"/>
                <a:gd name="connsiteX5" fmla="*/ 897505 w 1504589"/>
                <a:gd name="connsiteY5" fmla="*/ 180738 h 850509"/>
                <a:gd name="connsiteX6" fmla="*/ 1504536 w 1504589"/>
                <a:gd name="connsiteY6" fmla="*/ 180112 h 850509"/>
                <a:gd name="connsiteX7" fmla="*/ 1504589 w 1504589"/>
                <a:gd name="connsiteY7" fmla="*/ 0 h 850509"/>
                <a:gd name="connsiteX0" fmla="*/ 0 w 1502970"/>
                <a:gd name="connsiteY0" fmla="*/ 287000 h 850509"/>
                <a:gd name="connsiteX1" fmla="*/ 1208279 w 1502970"/>
                <a:gd name="connsiteY1" fmla="*/ 289771 h 850509"/>
                <a:gd name="connsiteX2" fmla="*/ 1301777 w 1502970"/>
                <a:gd name="connsiteY2" fmla="*/ 568581 h 850509"/>
                <a:gd name="connsiteX3" fmla="*/ 1210102 w 1502970"/>
                <a:gd name="connsiteY3" fmla="*/ 848377 h 850509"/>
                <a:gd name="connsiteX4" fmla="*/ 896438 w 1502970"/>
                <a:gd name="connsiteY4" fmla="*/ 850509 h 850509"/>
                <a:gd name="connsiteX5" fmla="*/ 895886 w 1502970"/>
                <a:gd name="connsiteY5" fmla="*/ 180738 h 850509"/>
                <a:gd name="connsiteX6" fmla="*/ 1502917 w 1502970"/>
                <a:gd name="connsiteY6" fmla="*/ 180112 h 850509"/>
                <a:gd name="connsiteX7" fmla="*/ 1502970 w 1502970"/>
                <a:gd name="connsiteY7" fmla="*/ 0 h 850509"/>
                <a:gd name="connsiteX0" fmla="*/ 0 w 1297367"/>
                <a:gd name="connsiteY0" fmla="*/ 288651 h 850509"/>
                <a:gd name="connsiteX1" fmla="*/ 1002676 w 1297367"/>
                <a:gd name="connsiteY1" fmla="*/ 289771 h 850509"/>
                <a:gd name="connsiteX2" fmla="*/ 1096174 w 1297367"/>
                <a:gd name="connsiteY2" fmla="*/ 568581 h 850509"/>
                <a:gd name="connsiteX3" fmla="*/ 1004499 w 1297367"/>
                <a:gd name="connsiteY3" fmla="*/ 848377 h 850509"/>
                <a:gd name="connsiteX4" fmla="*/ 690835 w 1297367"/>
                <a:gd name="connsiteY4" fmla="*/ 850509 h 850509"/>
                <a:gd name="connsiteX5" fmla="*/ 690283 w 1297367"/>
                <a:gd name="connsiteY5" fmla="*/ 180738 h 850509"/>
                <a:gd name="connsiteX6" fmla="*/ 1297314 w 1297367"/>
                <a:gd name="connsiteY6" fmla="*/ 180112 h 850509"/>
                <a:gd name="connsiteX7" fmla="*/ 1297367 w 1297367"/>
                <a:gd name="connsiteY7" fmla="*/ 0 h 850509"/>
                <a:gd name="connsiteX0" fmla="*/ 0 w 1297367"/>
                <a:gd name="connsiteY0" fmla="*/ 288651 h 850509"/>
                <a:gd name="connsiteX1" fmla="*/ 512749 w 1297367"/>
                <a:gd name="connsiteY1" fmla="*/ 285154 h 850509"/>
                <a:gd name="connsiteX2" fmla="*/ 1002676 w 1297367"/>
                <a:gd name="connsiteY2" fmla="*/ 289771 h 850509"/>
                <a:gd name="connsiteX3" fmla="*/ 1096174 w 1297367"/>
                <a:gd name="connsiteY3" fmla="*/ 568581 h 850509"/>
                <a:gd name="connsiteX4" fmla="*/ 1004499 w 1297367"/>
                <a:gd name="connsiteY4" fmla="*/ 848377 h 850509"/>
                <a:gd name="connsiteX5" fmla="*/ 690835 w 1297367"/>
                <a:gd name="connsiteY5" fmla="*/ 850509 h 850509"/>
                <a:gd name="connsiteX6" fmla="*/ 690283 w 1297367"/>
                <a:gd name="connsiteY6" fmla="*/ 180738 h 850509"/>
                <a:gd name="connsiteX7" fmla="*/ 1297314 w 1297367"/>
                <a:gd name="connsiteY7" fmla="*/ 180112 h 850509"/>
                <a:gd name="connsiteX8" fmla="*/ 1297367 w 1297367"/>
                <a:gd name="connsiteY8" fmla="*/ 0 h 850509"/>
                <a:gd name="connsiteX0" fmla="*/ 3744 w 784618"/>
                <a:gd name="connsiteY0" fmla="*/ 1284702 h 1284702"/>
                <a:gd name="connsiteX1" fmla="*/ 0 w 784618"/>
                <a:gd name="connsiteY1" fmla="*/ 285154 h 1284702"/>
                <a:gd name="connsiteX2" fmla="*/ 489927 w 784618"/>
                <a:gd name="connsiteY2" fmla="*/ 289771 h 1284702"/>
                <a:gd name="connsiteX3" fmla="*/ 583425 w 784618"/>
                <a:gd name="connsiteY3" fmla="*/ 568581 h 1284702"/>
                <a:gd name="connsiteX4" fmla="*/ 491750 w 784618"/>
                <a:gd name="connsiteY4" fmla="*/ 848377 h 1284702"/>
                <a:gd name="connsiteX5" fmla="*/ 178086 w 784618"/>
                <a:gd name="connsiteY5" fmla="*/ 850509 h 1284702"/>
                <a:gd name="connsiteX6" fmla="*/ 177534 w 784618"/>
                <a:gd name="connsiteY6" fmla="*/ 180738 h 1284702"/>
                <a:gd name="connsiteX7" fmla="*/ 784565 w 784618"/>
                <a:gd name="connsiteY7" fmla="*/ 180112 h 1284702"/>
                <a:gd name="connsiteX8" fmla="*/ 784618 w 784618"/>
                <a:gd name="connsiteY8" fmla="*/ 0 h 1284702"/>
                <a:gd name="connsiteX0" fmla="*/ 3744 w 784618"/>
                <a:gd name="connsiteY0" fmla="*/ 1303784 h 1303784"/>
                <a:gd name="connsiteX1" fmla="*/ 0 w 784618"/>
                <a:gd name="connsiteY1" fmla="*/ 285154 h 1303784"/>
                <a:gd name="connsiteX2" fmla="*/ 489927 w 784618"/>
                <a:gd name="connsiteY2" fmla="*/ 289771 h 1303784"/>
                <a:gd name="connsiteX3" fmla="*/ 583425 w 784618"/>
                <a:gd name="connsiteY3" fmla="*/ 568581 h 1303784"/>
                <a:gd name="connsiteX4" fmla="*/ 491750 w 784618"/>
                <a:gd name="connsiteY4" fmla="*/ 848377 h 1303784"/>
                <a:gd name="connsiteX5" fmla="*/ 178086 w 784618"/>
                <a:gd name="connsiteY5" fmla="*/ 850509 h 1303784"/>
                <a:gd name="connsiteX6" fmla="*/ 177534 w 784618"/>
                <a:gd name="connsiteY6" fmla="*/ 180738 h 1303784"/>
                <a:gd name="connsiteX7" fmla="*/ 784565 w 784618"/>
                <a:gd name="connsiteY7" fmla="*/ 180112 h 1303784"/>
                <a:gd name="connsiteX8" fmla="*/ 784618 w 784618"/>
                <a:gd name="connsiteY8" fmla="*/ 0 h 1303784"/>
                <a:gd name="connsiteX0" fmla="*/ 3744 w 784565"/>
                <a:gd name="connsiteY0" fmla="*/ 1123672 h 1123672"/>
                <a:gd name="connsiteX1" fmla="*/ 0 w 784565"/>
                <a:gd name="connsiteY1" fmla="*/ 105042 h 1123672"/>
                <a:gd name="connsiteX2" fmla="*/ 489927 w 784565"/>
                <a:gd name="connsiteY2" fmla="*/ 109659 h 1123672"/>
                <a:gd name="connsiteX3" fmla="*/ 583425 w 784565"/>
                <a:gd name="connsiteY3" fmla="*/ 388469 h 1123672"/>
                <a:gd name="connsiteX4" fmla="*/ 491750 w 784565"/>
                <a:gd name="connsiteY4" fmla="*/ 668265 h 1123672"/>
                <a:gd name="connsiteX5" fmla="*/ 178086 w 784565"/>
                <a:gd name="connsiteY5" fmla="*/ 670397 h 1123672"/>
                <a:gd name="connsiteX6" fmla="*/ 177534 w 784565"/>
                <a:gd name="connsiteY6" fmla="*/ 626 h 1123672"/>
                <a:gd name="connsiteX7" fmla="*/ 784565 w 784565"/>
                <a:gd name="connsiteY7" fmla="*/ 0 h 1123672"/>
                <a:gd name="connsiteX0" fmla="*/ 3744 w 583425"/>
                <a:gd name="connsiteY0" fmla="*/ 4894164 h 4894164"/>
                <a:gd name="connsiteX1" fmla="*/ 0 w 583425"/>
                <a:gd name="connsiteY1" fmla="*/ 3875534 h 4894164"/>
                <a:gd name="connsiteX2" fmla="*/ 489927 w 583425"/>
                <a:gd name="connsiteY2" fmla="*/ 3880151 h 4894164"/>
                <a:gd name="connsiteX3" fmla="*/ 583425 w 583425"/>
                <a:gd name="connsiteY3" fmla="*/ 4158961 h 4894164"/>
                <a:gd name="connsiteX4" fmla="*/ 491750 w 583425"/>
                <a:gd name="connsiteY4" fmla="*/ 4438757 h 4894164"/>
                <a:gd name="connsiteX5" fmla="*/ 178086 w 583425"/>
                <a:gd name="connsiteY5" fmla="*/ 4440889 h 4894164"/>
                <a:gd name="connsiteX6" fmla="*/ 177534 w 583425"/>
                <a:gd name="connsiteY6" fmla="*/ 3771118 h 4894164"/>
                <a:gd name="connsiteX7" fmla="*/ 174506 w 583425"/>
                <a:gd name="connsiteY7" fmla="*/ 0 h 4894164"/>
                <a:gd name="connsiteX0" fmla="*/ 3744 w 583425"/>
                <a:gd name="connsiteY0" fmla="*/ 4894164 h 4894164"/>
                <a:gd name="connsiteX1" fmla="*/ 0 w 583425"/>
                <a:gd name="connsiteY1" fmla="*/ 3883441 h 4894164"/>
                <a:gd name="connsiteX2" fmla="*/ 489927 w 583425"/>
                <a:gd name="connsiteY2" fmla="*/ 3880151 h 4894164"/>
                <a:gd name="connsiteX3" fmla="*/ 583425 w 583425"/>
                <a:gd name="connsiteY3" fmla="*/ 4158961 h 4894164"/>
                <a:gd name="connsiteX4" fmla="*/ 491750 w 583425"/>
                <a:gd name="connsiteY4" fmla="*/ 4438757 h 4894164"/>
                <a:gd name="connsiteX5" fmla="*/ 178086 w 583425"/>
                <a:gd name="connsiteY5" fmla="*/ 4440889 h 4894164"/>
                <a:gd name="connsiteX6" fmla="*/ 177534 w 583425"/>
                <a:gd name="connsiteY6" fmla="*/ 3771118 h 4894164"/>
                <a:gd name="connsiteX7" fmla="*/ 174506 w 583425"/>
                <a:gd name="connsiteY7" fmla="*/ 0 h 4894164"/>
                <a:gd name="connsiteX0" fmla="*/ 1158 w 580839"/>
                <a:gd name="connsiteY0" fmla="*/ 4894164 h 4894164"/>
                <a:gd name="connsiteX1" fmla="*/ 0 w 580839"/>
                <a:gd name="connsiteY1" fmla="*/ 3878170 h 4894164"/>
                <a:gd name="connsiteX2" fmla="*/ 487341 w 580839"/>
                <a:gd name="connsiteY2" fmla="*/ 3880151 h 4894164"/>
                <a:gd name="connsiteX3" fmla="*/ 580839 w 580839"/>
                <a:gd name="connsiteY3" fmla="*/ 4158961 h 4894164"/>
                <a:gd name="connsiteX4" fmla="*/ 489164 w 580839"/>
                <a:gd name="connsiteY4" fmla="*/ 4438757 h 4894164"/>
                <a:gd name="connsiteX5" fmla="*/ 175500 w 580839"/>
                <a:gd name="connsiteY5" fmla="*/ 4440889 h 4894164"/>
                <a:gd name="connsiteX6" fmla="*/ 174948 w 580839"/>
                <a:gd name="connsiteY6" fmla="*/ 3771118 h 4894164"/>
                <a:gd name="connsiteX7" fmla="*/ 171920 w 580839"/>
                <a:gd name="connsiteY7" fmla="*/ 0 h 4894164"/>
                <a:gd name="connsiteX0" fmla="*/ 1156 w 580837"/>
                <a:gd name="connsiteY0" fmla="*/ 4894164 h 4894164"/>
                <a:gd name="connsiteX1" fmla="*/ 0 w 580837"/>
                <a:gd name="connsiteY1" fmla="*/ 3880808 h 4894164"/>
                <a:gd name="connsiteX2" fmla="*/ 487339 w 580837"/>
                <a:gd name="connsiteY2" fmla="*/ 3880151 h 4894164"/>
                <a:gd name="connsiteX3" fmla="*/ 580837 w 580837"/>
                <a:gd name="connsiteY3" fmla="*/ 4158961 h 4894164"/>
                <a:gd name="connsiteX4" fmla="*/ 489162 w 580837"/>
                <a:gd name="connsiteY4" fmla="*/ 4438757 h 4894164"/>
                <a:gd name="connsiteX5" fmla="*/ 175498 w 580837"/>
                <a:gd name="connsiteY5" fmla="*/ 4440889 h 4894164"/>
                <a:gd name="connsiteX6" fmla="*/ 174946 w 580837"/>
                <a:gd name="connsiteY6" fmla="*/ 3771118 h 4894164"/>
                <a:gd name="connsiteX7" fmla="*/ 171918 w 580837"/>
                <a:gd name="connsiteY7" fmla="*/ 0 h 4894164"/>
                <a:gd name="connsiteX0" fmla="*/ 1156 w 580837"/>
                <a:gd name="connsiteY0" fmla="*/ 7329561 h 7329561"/>
                <a:gd name="connsiteX1" fmla="*/ 0 w 580837"/>
                <a:gd name="connsiteY1" fmla="*/ 6316205 h 7329561"/>
                <a:gd name="connsiteX2" fmla="*/ 487339 w 580837"/>
                <a:gd name="connsiteY2" fmla="*/ 6315548 h 7329561"/>
                <a:gd name="connsiteX3" fmla="*/ 580837 w 580837"/>
                <a:gd name="connsiteY3" fmla="*/ 6594358 h 7329561"/>
                <a:gd name="connsiteX4" fmla="*/ 489162 w 580837"/>
                <a:gd name="connsiteY4" fmla="*/ 6874154 h 7329561"/>
                <a:gd name="connsiteX5" fmla="*/ 175498 w 580837"/>
                <a:gd name="connsiteY5" fmla="*/ 6876286 h 7329561"/>
                <a:gd name="connsiteX6" fmla="*/ 174946 w 580837"/>
                <a:gd name="connsiteY6" fmla="*/ 6206515 h 7329561"/>
                <a:gd name="connsiteX7" fmla="*/ 174503 w 580837"/>
                <a:gd name="connsiteY7" fmla="*/ 0 h 7329561"/>
                <a:gd name="connsiteX0" fmla="*/ 1156 w 580837"/>
                <a:gd name="connsiteY0" fmla="*/ 20215308 h 20215308"/>
                <a:gd name="connsiteX1" fmla="*/ 0 w 580837"/>
                <a:gd name="connsiteY1" fmla="*/ 19201952 h 20215308"/>
                <a:gd name="connsiteX2" fmla="*/ 487339 w 580837"/>
                <a:gd name="connsiteY2" fmla="*/ 19201295 h 20215308"/>
                <a:gd name="connsiteX3" fmla="*/ 580837 w 580837"/>
                <a:gd name="connsiteY3" fmla="*/ 19480105 h 20215308"/>
                <a:gd name="connsiteX4" fmla="*/ 489162 w 580837"/>
                <a:gd name="connsiteY4" fmla="*/ 19759901 h 20215308"/>
                <a:gd name="connsiteX5" fmla="*/ 175498 w 580837"/>
                <a:gd name="connsiteY5" fmla="*/ 19762033 h 20215308"/>
                <a:gd name="connsiteX6" fmla="*/ 174946 w 580837"/>
                <a:gd name="connsiteY6" fmla="*/ 19092262 h 20215308"/>
                <a:gd name="connsiteX7" fmla="*/ 174503 w 580837"/>
                <a:gd name="connsiteY7" fmla="*/ 0 h 20215308"/>
                <a:gd name="connsiteX0" fmla="*/ 1156 w 580837"/>
                <a:gd name="connsiteY0" fmla="*/ 20215308 h 20215308"/>
                <a:gd name="connsiteX1" fmla="*/ 0 w 580837"/>
                <a:gd name="connsiteY1" fmla="*/ 19201952 h 20215308"/>
                <a:gd name="connsiteX2" fmla="*/ 487339 w 580837"/>
                <a:gd name="connsiteY2" fmla="*/ 19201295 h 20215308"/>
                <a:gd name="connsiteX3" fmla="*/ 580837 w 580837"/>
                <a:gd name="connsiteY3" fmla="*/ 19480105 h 20215308"/>
                <a:gd name="connsiteX4" fmla="*/ 489162 w 580837"/>
                <a:gd name="connsiteY4" fmla="*/ 19759901 h 20215308"/>
                <a:gd name="connsiteX5" fmla="*/ 175498 w 580837"/>
                <a:gd name="connsiteY5" fmla="*/ 19762033 h 20215308"/>
                <a:gd name="connsiteX6" fmla="*/ 174946 w 580837"/>
                <a:gd name="connsiteY6" fmla="*/ 19092262 h 20215308"/>
                <a:gd name="connsiteX7" fmla="*/ 174503 w 580837"/>
                <a:gd name="connsiteY7" fmla="*/ 0 h 20215308"/>
                <a:gd name="connsiteX0" fmla="*/ 1156 w 580837"/>
                <a:gd name="connsiteY0" fmla="*/ 20215308 h 20215308"/>
                <a:gd name="connsiteX1" fmla="*/ 0 w 580837"/>
                <a:gd name="connsiteY1" fmla="*/ 19201952 h 20215308"/>
                <a:gd name="connsiteX2" fmla="*/ 487339 w 580837"/>
                <a:gd name="connsiteY2" fmla="*/ 19201295 h 20215308"/>
                <a:gd name="connsiteX3" fmla="*/ 580837 w 580837"/>
                <a:gd name="connsiteY3" fmla="*/ 19480105 h 20215308"/>
                <a:gd name="connsiteX4" fmla="*/ 489162 w 580837"/>
                <a:gd name="connsiteY4" fmla="*/ 19759901 h 20215308"/>
                <a:gd name="connsiteX5" fmla="*/ 175498 w 580837"/>
                <a:gd name="connsiteY5" fmla="*/ 19762033 h 20215308"/>
                <a:gd name="connsiteX6" fmla="*/ 174946 w 580837"/>
                <a:gd name="connsiteY6" fmla="*/ 19092262 h 20215308"/>
                <a:gd name="connsiteX7" fmla="*/ 174503 w 580837"/>
                <a:gd name="connsiteY7" fmla="*/ 0 h 20215308"/>
                <a:gd name="connsiteX0" fmla="*/ 1156 w 580837"/>
                <a:gd name="connsiteY0" fmla="*/ 21422754 h 21422754"/>
                <a:gd name="connsiteX1" fmla="*/ 0 w 580837"/>
                <a:gd name="connsiteY1" fmla="*/ 20409398 h 21422754"/>
                <a:gd name="connsiteX2" fmla="*/ 487339 w 580837"/>
                <a:gd name="connsiteY2" fmla="*/ 20408741 h 21422754"/>
                <a:gd name="connsiteX3" fmla="*/ 580837 w 580837"/>
                <a:gd name="connsiteY3" fmla="*/ 20687551 h 21422754"/>
                <a:gd name="connsiteX4" fmla="*/ 489162 w 580837"/>
                <a:gd name="connsiteY4" fmla="*/ 20967347 h 21422754"/>
                <a:gd name="connsiteX5" fmla="*/ 175498 w 580837"/>
                <a:gd name="connsiteY5" fmla="*/ 20969479 h 21422754"/>
                <a:gd name="connsiteX6" fmla="*/ 174946 w 580837"/>
                <a:gd name="connsiteY6" fmla="*/ 20299708 h 21422754"/>
                <a:gd name="connsiteX7" fmla="*/ 174504 w 580837"/>
                <a:gd name="connsiteY7" fmla="*/ 1 h 21422754"/>
                <a:gd name="connsiteX0" fmla="*/ 1156 w 580837"/>
                <a:gd name="connsiteY0" fmla="*/ 21422754 h 21422754"/>
                <a:gd name="connsiteX1" fmla="*/ 0 w 580837"/>
                <a:gd name="connsiteY1" fmla="*/ 20409398 h 21422754"/>
                <a:gd name="connsiteX2" fmla="*/ 487339 w 580837"/>
                <a:gd name="connsiteY2" fmla="*/ 20408741 h 21422754"/>
                <a:gd name="connsiteX3" fmla="*/ 580837 w 580837"/>
                <a:gd name="connsiteY3" fmla="*/ 20687551 h 21422754"/>
                <a:gd name="connsiteX4" fmla="*/ 489162 w 580837"/>
                <a:gd name="connsiteY4" fmla="*/ 20967347 h 21422754"/>
                <a:gd name="connsiteX5" fmla="*/ 175498 w 580837"/>
                <a:gd name="connsiteY5" fmla="*/ 20969479 h 21422754"/>
                <a:gd name="connsiteX6" fmla="*/ 174946 w 580837"/>
                <a:gd name="connsiteY6" fmla="*/ 20299708 h 21422754"/>
                <a:gd name="connsiteX7" fmla="*/ 174504 w 580837"/>
                <a:gd name="connsiteY7" fmla="*/ 1 h 21422754"/>
                <a:gd name="connsiteX0" fmla="*/ 1156 w 580837"/>
                <a:gd name="connsiteY0" fmla="*/ 21422754 h 21429455"/>
                <a:gd name="connsiteX1" fmla="*/ 0 w 580837"/>
                <a:gd name="connsiteY1" fmla="*/ 20409398 h 21429455"/>
                <a:gd name="connsiteX2" fmla="*/ 487339 w 580837"/>
                <a:gd name="connsiteY2" fmla="*/ 20408741 h 21429455"/>
                <a:gd name="connsiteX3" fmla="*/ 580837 w 580837"/>
                <a:gd name="connsiteY3" fmla="*/ 20687551 h 21429455"/>
                <a:gd name="connsiteX4" fmla="*/ 489162 w 580837"/>
                <a:gd name="connsiteY4" fmla="*/ 20967347 h 21429455"/>
                <a:gd name="connsiteX5" fmla="*/ 175498 w 580837"/>
                <a:gd name="connsiteY5" fmla="*/ 20969479 h 21429455"/>
                <a:gd name="connsiteX6" fmla="*/ 174946 w 580837"/>
                <a:gd name="connsiteY6" fmla="*/ 20299708 h 21429455"/>
                <a:gd name="connsiteX7" fmla="*/ 174504 w 580837"/>
                <a:gd name="connsiteY7" fmla="*/ 1 h 21429455"/>
                <a:gd name="connsiteX0" fmla="*/ 1156 w 580837"/>
                <a:gd name="connsiteY0" fmla="*/ 21536810 h 21542702"/>
                <a:gd name="connsiteX1" fmla="*/ 0 w 580837"/>
                <a:gd name="connsiteY1" fmla="*/ 20409398 h 21542702"/>
                <a:gd name="connsiteX2" fmla="*/ 487339 w 580837"/>
                <a:gd name="connsiteY2" fmla="*/ 20408741 h 21542702"/>
                <a:gd name="connsiteX3" fmla="*/ 580837 w 580837"/>
                <a:gd name="connsiteY3" fmla="*/ 20687551 h 21542702"/>
                <a:gd name="connsiteX4" fmla="*/ 489162 w 580837"/>
                <a:gd name="connsiteY4" fmla="*/ 20967347 h 21542702"/>
                <a:gd name="connsiteX5" fmla="*/ 175498 w 580837"/>
                <a:gd name="connsiteY5" fmla="*/ 20969479 h 21542702"/>
                <a:gd name="connsiteX6" fmla="*/ 174946 w 580837"/>
                <a:gd name="connsiteY6" fmla="*/ 20299708 h 21542702"/>
                <a:gd name="connsiteX7" fmla="*/ 174504 w 580837"/>
                <a:gd name="connsiteY7" fmla="*/ 1 h 21542702"/>
                <a:gd name="connsiteX0" fmla="*/ 0 w 580837"/>
                <a:gd name="connsiteY0" fmla="*/ 20409397 h 20969478"/>
                <a:gd name="connsiteX1" fmla="*/ 487339 w 580837"/>
                <a:gd name="connsiteY1" fmla="*/ 20408740 h 20969478"/>
                <a:gd name="connsiteX2" fmla="*/ 580837 w 580837"/>
                <a:gd name="connsiteY2" fmla="*/ 20687550 h 20969478"/>
                <a:gd name="connsiteX3" fmla="*/ 489162 w 580837"/>
                <a:gd name="connsiteY3" fmla="*/ 20967346 h 20969478"/>
                <a:gd name="connsiteX4" fmla="*/ 175498 w 580837"/>
                <a:gd name="connsiteY4" fmla="*/ 20969478 h 20969478"/>
                <a:gd name="connsiteX5" fmla="*/ 174946 w 580837"/>
                <a:gd name="connsiteY5" fmla="*/ 20299707 h 20969478"/>
                <a:gd name="connsiteX6" fmla="*/ 174504 w 580837"/>
                <a:gd name="connsiteY6" fmla="*/ 0 h 20969478"/>
                <a:gd name="connsiteX0" fmla="*/ 0 w 884170"/>
                <a:gd name="connsiteY0" fmla="*/ 20409397 h 20969478"/>
                <a:gd name="connsiteX1" fmla="*/ 790672 w 884170"/>
                <a:gd name="connsiteY1" fmla="*/ 20408740 h 20969478"/>
                <a:gd name="connsiteX2" fmla="*/ 884170 w 884170"/>
                <a:gd name="connsiteY2" fmla="*/ 20687550 h 20969478"/>
                <a:gd name="connsiteX3" fmla="*/ 792495 w 884170"/>
                <a:gd name="connsiteY3" fmla="*/ 20967346 h 20969478"/>
                <a:gd name="connsiteX4" fmla="*/ 478831 w 884170"/>
                <a:gd name="connsiteY4" fmla="*/ 20969478 h 20969478"/>
                <a:gd name="connsiteX5" fmla="*/ 478279 w 884170"/>
                <a:gd name="connsiteY5" fmla="*/ 20299707 h 20969478"/>
                <a:gd name="connsiteX6" fmla="*/ 477837 w 884170"/>
                <a:gd name="connsiteY6" fmla="*/ 0 h 20969478"/>
                <a:gd name="connsiteX0" fmla="*/ 0 w 884170"/>
                <a:gd name="connsiteY0" fmla="*/ 16890324 h 17450405"/>
                <a:gd name="connsiteX1" fmla="*/ 790672 w 884170"/>
                <a:gd name="connsiteY1" fmla="*/ 16889667 h 17450405"/>
                <a:gd name="connsiteX2" fmla="*/ 884170 w 884170"/>
                <a:gd name="connsiteY2" fmla="*/ 17168477 h 17450405"/>
                <a:gd name="connsiteX3" fmla="*/ 792495 w 884170"/>
                <a:gd name="connsiteY3" fmla="*/ 17448273 h 17450405"/>
                <a:gd name="connsiteX4" fmla="*/ 478831 w 884170"/>
                <a:gd name="connsiteY4" fmla="*/ 17450405 h 17450405"/>
                <a:gd name="connsiteX5" fmla="*/ 478279 w 884170"/>
                <a:gd name="connsiteY5" fmla="*/ 16780634 h 17450405"/>
                <a:gd name="connsiteX6" fmla="*/ 473595 w 884170"/>
                <a:gd name="connsiteY6" fmla="*/ 0 h 17450405"/>
                <a:gd name="connsiteX0" fmla="*/ 0 w 884170"/>
                <a:gd name="connsiteY0" fmla="*/ 13475070 h 14035151"/>
                <a:gd name="connsiteX1" fmla="*/ 790672 w 884170"/>
                <a:gd name="connsiteY1" fmla="*/ 13474413 h 14035151"/>
                <a:gd name="connsiteX2" fmla="*/ 884170 w 884170"/>
                <a:gd name="connsiteY2" fmla="*/ 13753223 h 14035151"/>
                <a:gd name="connsiteX3" fmla="*/ 792495 w 884170"/>
                <a:gd name="connsiteY3" fmla="*/ 14033019 h 14035151"/>
                <a:gd name="connsiteX4" fmla="*/ 478831 w 884170"/>
                <a:gd name="connsiteY4" fmla="*/ 14035151 h 14035151"/>
                <a:gd name="connsiteX5" fmla="*/ 478279 w 884170"/>
                <a:gd name="connsiteY5" fmla="*/ 13365380 h 14035151"/>
                <a:gd name="connsiteX6" fmla="*/ 479959 w 884170"/>
                <a:gd name="connsiteY6" fmla="*/ 0 h 14035151"/>
                <a:gd name="connsiteX0" fmla="*/ 0 w 884170"/>
                <a:gd name="connsiteY0" fmla="*/ 13475070 h 14035151"/>
                <a:gd name="connsiteX1" fmla="*/ 790672 w 884170"/>
                <a:gd name="connsiteY1" fmla="*/ 13474413 h 14035151"/>
                <a:gd name="connsiteX2" fmla="*/ 884170 w 884170"/>
                <a:gd name="connsiteY2" fmla="*/ 13753223 h 14035151"/>
                <a:gd name="connsiteX3" fmla="*/ 792495 w 884170"/>
                <a:gd name="connsiteY3" fmla="*/ 14033019 h 14035151"/>
                <a:gd name="connsiteX4" fmla="*/ 478831 w 884170"/>
                <a:gd name="connsiteY4" fmla="*/ 14035151 h 14035151"/>
                <a:gd name="connsiteX5" fmla="*/ 478279 w 884170"/>
                <a:gd name="connsiteY5" fmla="*/ 13365380 h 14035151"/>
                <a:gd name="connsiteX6" fmla="*/ 479959 w 884170"/>
                <a:gd name="connsiteY6" fmla="*/ 0 h 14035151"/>
                <a:gd name="connsiteX0" fmla="*/ 0 w 884170"/>
                <a:gd name="connsiteY0" fmla="*/ 10747626 h 11307707"/>
                <a:gd name="connsiteX1" fmla="*/ 790672 w 884170"/>
                <a:gd name="connsiteY1" fmla="*/ 10746969 h 11307707"/>
                <a:gd name="connsiteX2" fmla="*/ 884170 w 884170"/>
                <a:gd name="connsiteY2" fmla="*/ 11025779 h 11307707"/>
                <a:gd name="connsiteX3" fmla="*/ 792495 w 884170"/>
                <a:gd name="connsiteY3" fmla="*/ 11305575 h 11307707"/>
                <a:gd name="connsiteX4" fmla="*/ 478831 w 884170"/>
                <a:gd name="connsiteY4" fmla="*/ 11307707 h 11307707"/>
                <a:gd name="connsiteX5" fmla="*/ 478279 w 884170"/>
                <a:gd name="connsiteY5" fmla="*/ 10637936 h 11307707"/>
                <a:gd name="connsiteX6" fmla="*/ 499050 w 884170"/>
                <a:gd name="connsiteY6" fmla="*/ 0 h 11307707"/>
                <a:gd name="connsiteX0" fmla="*/ 0 w 884170"/>
                <a:gd name="connsiteY0" fmla="*/ 10747626 h 11307707"/>
                <a:gd name="connsiteX1" fmla="*/ 790672 w 884170"/>
                <a:gd name="connsiteY1" fmla="*/ 10746969 h 11307707"/>
                <a:gd name="connsiteX2" fmla="*/ 884170 w 884170"/>
                <a:gd name="connsiteY2" fmla="*/ 11025779 h 11307707"/>
                <a:gd name="connsiteX3" fmla="*/ 792495 w 884170"/>
                <a:gd name="connsiteY3" fmla="*/ 11305575 h 11307707"/>
                <a:gd name="connsiteX4" fmla="*/ 478831 w 884170"/>
                <a:gd name="connsiteY4" fmla="*/ 11307707 h 11307707"/>
                <a:gd name="connsiteX5" fmla="*/ 478279 w 884170"/>
                <a:gd name="connsiteY5" fmla="*/ 10637936 h 11307707"/>
                <a:gd name="connsiteX6" fmla="*/ 499050 w 884170"/>
                <a:gd name="connsiteY6" fmla="*/ 0 h 11307707"/>
                <a:gd name="connsiteX0" fmla="*/ 0 w 884170"/>
                <a:gd name="connsiteY0" fmla="*/ 10747626 h 11307707"/>
                <a:gd name="connsiteX1" fmla="*/ 790672 w 884170"/>
                <a:gd name="connsiteY1" fmla="*/ 10746969 h 11307707"/>
                <a:gd name="connsiteX2" fmla="*/ 884170 w 884170"/>
                <a:gd name="connsiteY2" fmla="*/ 11025779 h 11307707"/>
                <a:gd name="connsiteX3" fmla="*/ 792495 w 884170"/>
                <a:gd name="connsiteY3" fmla="*/ 11305575 h 11307707"/>
                <a:gd name="connsiteX4" fmla="*/ 478831 w 884170"/>
                <a:gd name="connsiteY4" fmla="*/ 11307707 h 11307707"/>
                <a:gd name="connsiteX5" fmla="*/ 478279 w 884170"/>
                <a:gd name="connsiteY5" fmla="*/ 10637936 h 11307707"/>
                <a:gd name="connsiteX6" fmla="*/ 499050 w 884170"/>
                <a:gd name="connsiteY6" fmla="*/ 0 h 11307707"/>
                <a:gd name="connsiteX0" fmla="*/ 0 w 884170"/>
                <a:gd name="connsiteY0" fmla="*/ 7483778 h 8043859"/>
                <a:gd name="connsiteX1" fmla="*/ 790672 w 884170"/>
                <a:gd name="connsiteY1" fmla="*/ 7483121 h 8043859"/>
                <a:gd name="connsiteX2" fmla="*/ 884170 w 884170"/>
                <a:gd name="connsiteY2" fmla="*/ 7761931 h 8043859"/>
                <a:gd name="connsiteX3" fmla="*/ 792495 w 884170"/>
                <a:gd name="connsiteY3" fmla="*/ 8041727 h 8043859"/>
                <a:gd name="connsiteX4" fmla="*/ 478831 w 884170"/>
                <a:gd name="connsiteY4" fmla="*/ 8043859 h 8043859"/>
                <a:gd name="connsiteX5" fmla="*/ 478279 w 884170"/>
                <a:gd name="connsiteY5" fmla="*/ 7374088 h 8043859"/>
                <a:gd name="connsiteX6" fmla="*/ 528747 w 884170"/>
                <a:gd name="connsiteY6" fmla="*/ 0 h 8043859"/>
                <a:gd name="connsiteX0" fmla="*/ 0 w 884170"/>
                <a:gd name="connsiteY0" fmla="*/ 4209115 h 4769196"/>
                <a:gd name="connsiteX1" fmla="*/ 790672 w 884170"/>
                <a:gd name="connsiteY1" fmla="*/ 4208458 h 4769196"/>
                <a:gd name="connsiteX2" fmla="*/ 884170 w 884170"/>
                <a:gd name="connsiteY2" fmla="*/ 4487268 h 4769196"/>
                <a:gd name="connsiteX3" fmla="*/ 792495 w 884170"/>
                <a:gd name="connsiteY3" fmla="*/ 4767064 h 4769196"/>
                <a:gd name="connsiteX4" fmla="*/ 478831 w 884170"/>
                <a:gd name="connsiteY4" fmla="*/ 4769196 h 4769196"/>
                <a:gd name="connsiteX5" fmla="*/ 478279 w 884170"/>
                <a:gd name="connsiteY5" fmla="*/ 4099425 h 4769196"/>
                <a:gd name="connsiteX6" fmla="*/ 592384 w 884170"/>
                <a:gd name="connsiteY6" fmla="*/ 0 h 4769196"/>
                <a:gd name="connsiteX0" fmla="*/ 0 w 884170"/>
                <a:gd name="connsiteY0" fmla="*/ 707344 h 1272545"/>
                <a:gd name="connsiteX1" fmla="*/ 790672 w 884170"/>
                <a:gd name="connsiteY1" fmla="*/ 706687 h 1272545"/>
                <a:gd name="connsiteX2" fmla="*/ 884170 w 884170"/>
                <a:gd name="connsiteY2" fmla="*/ 985497 h 1272545"/>
                <a:gd name="connsiteX3" fmla="*/ 792495 w 884170"/>
                <a:gd name="connsiteY3" fmla="*/ 1265293 h 1272545"/>
                <a:gd name="connsiteX4" fmla="*/ 478831 w 884170"/>
                <a:gd name="connsiteY4" fmla="*/ 1267425 h 1272545"/>
                <a:gd name="connsiteX5" fmla="*/ 478279 w 884170"/>
                <a:gd name="connsiteY5" fmla="*/ 597654 h 1272545"/>
                <a:gd name="connsiteX6" fmla="*/ 634808 w 884170"/>
                <a:gd name="connsiteY6" fmla="*/ 0 h 1272545"/>
                <a:gd name="connsiteX0" fmla="*/ 0 w 884170"/>
                <a:gd name="connsiteY0" fmla="*/ 109690 h 669771"/>
                <a:gd name="connsiteX1" fmla="*/ 790672 w 884170"/>
                <a:gd name="connsiteY1" fmla="*/ 109033 h 669771"/>
                <a:gd name="connsiteX2" fmla="*/ 884170 w 884170"/>
                <a:gd name="connsiteY2" fmla="*/ 387843 h 669771"/>
                <a:gd name="connsiteX3" fmla="*/ 792495 w 884170"/>
                <a:gd name="connsiteY3" fmla="*/ 667639 h 669771"/>
                <a:gd name="connsiteX4" fmla="*/ 478831 w 884170"/>
                <a:gd name="connsiteY4" fmla="*/ 669771 h 669771"/>
                <a:gd name="connsiteX5" fmla="*/ 478279 w 884170"/>
                <a:gd name="connsiteY5" fmla="*/ 0 h 669771"/>
                <a:gd name="connsiteX0" fmla="*/ 0 w 884170"/>
                <a:gd name="connsiteY0" fmla="*/ 160765 h 720846"/>
                <a:gd name="connsiteX1" fmla="*/ 790672 w 884170"/>
                <a:gd name="connsiteY1" fmla="*/ 160108 h 720846"/>
                <a:gd name="connsiteX2" fmla="*/ 884170 w 884170"/>
                <a:gd name="connsiteY2" fmla="*/ 438918 h 720846"/>
                <a:gd name="connsiteX3" fmla="*/ 792495 w 884170"/>
                <a:gd name="connsiteY3" fmla="*/ 718714 h 720846"/>
                <a:gd name="connsiteX4" fmla="*/ 478831 w 884170"/>
                <a:gd name="connsiteY4" fmla="*/ 720846 h 720846"/>
                <a:gd name="connsiteX5" fmla="*/ 478279 w 884170"/>
                <a:gd name="connsiteY5" fmla="*/ 51075 h 720846"/>
                <a:gd name="connsiteX6" fmla="*/ 475150 w 884170"/>
                <a:gd name="connsiteY6" fmla="*/ 46063 h 720846"/>
                <a:gd name="connsiteX0" fmla="*/ 0 w 1635452"/>
                <a:gd name="connsiteY0" fmla="*/ 158524 h 718605"/>
                <a:gd name="connsiteX1" fmla="*/ 790672 w 1635452"/>
                <a:gd name="connsiteY1" fmla="*/ 157867 h 718605"/>
                <a:gd name="connsiteX2" fmla="*/ 884170 w 1635452"/>
                <a:gd name="connsiteY2" fmla="*/ 436677 h 718605"/>
                <a:gd name="connsiteX3" fmla="*/ 792495 w 1635452"/>
                <a:gd name="connsiteY3" fmla="*/ 716473 h 718605"/>
                <a:gd name="connsiteX4" fmla="*/ 478831 w 1635452"/>
                <a:gd name="connsiteY4" fmla="*/ 718605 h 718605"/>
                <a:gd name="connsiteX5" fmla="*/ 478279 w 1635452"/>
                <a:gd name="connsiteY5" fmla="*/ 48834 h 718605"/>
                <a:gd name="connsiteX6" fmla="*/ 1635452 w 1635452"/>
                <a:gd name="connsiteY6" fmla="*/ 52474 h 718605"/>
                <a:gd name="connsiteX0" fmla="*/ 0 w 884170"/>
                <a:gd name="connsiteY0" fmla="*/ 109690 h 669771"/>
                <a:gd name="connsiteX1" fmla="*/ 790672 w 884170"/>
                <a:gd name="connsiteY1" fmla="*/ 109033 h 669771"/>
                <a:gd name="connsiteX2" fmla="*/ 884170 w 884170"/>
                <a:gd name="connsiteY2" fmla="*/ 387843 h 669771"/>
                <a:gd name="connsiteX3" fmla="*/ 792495 w 884170"/>
                <a:gd name="connsiteY3" fmla="*/ 667639 h 669771"/>
                <a:gd name="connsiteX4" fmla="*/ 478831 w 884170"/>
                <a:gd name="connsiteY4" fmla="*/ 669771 h 669771"/>
                <a:gd name="connsiteX5" fmla="*/ 478279 w 884170"/>
                <a:gd name="connsiteY5" fmla="*/ 0 h 669771"/>
                <a:gd name="connsiteX0" fmla="*/ 0 w 884170"/>
                <a:gd name="connsiteY0" fmla="*/ 109690 h 667639"/>
                <a:gd name="connsiteX1" fmla="*/ 790672 w 884170"/>
                <a:gd name="connsiteY1" fmla="*/ 109033 h 667639"/>
                <a:gd name="connsiteX2" fmla="*/ 884170 w 884170"/>
                <a:gd name="connsiteY2" fmla="*/ 387843 h 667639"/>
                <a:gd name="connsiteX3" fmla="*/ 792495 w 884170"/>
                <a:gd name="connsiteY3" fmla="*/ 667639 h 667639"/>
                <a:gd name="connsiteX4" fmla="*/ 478831 w 884170"/>
                <a:gd name="connsiteY4" fmla="*/ 667608 h 667639"/>
                <a:gd name="connsiteX5" fmla="*/ 478279 w 884170"/>
                <a:gd name="connsiteY5" fmla="*/ 0 h 667639"/>
                <a:gd name="connsiteX0" fmla="*/ 0 w 884170"/>
                <a:gd name="connsiteY0" fmla="*/ 158881 h 716830"/>
                <a:gd name="connsiteX1" fmla="*/ 790672 w 884170"/>
                <a:gd name="connsiteY1" fmla="*/ 158224 h 716830"/>
                <a:gd name="connsiteX2" fmla="*/ 884170 w 884170"/>
                <a:gd name="connsiteY2" fmla="*/ 437034 h 716830"/>
                <a:gd name="connsiteX3" fmla="*/ 792495 w 884170"/>
                <a:gd name="connsiteY3" fmla="*/ 716830 h 716830"/>
                <a:gd name="connsiteX4" fmla="*/ 478831 w 884170"/>
                <a:gd name="connsiteY4" fmla="*/ 716799 h 716830"/>
                <a:gd name="connsiteX5" fmla="*/ 478279 w 884170"/>
                <a:gd name="connsiteY5" fmla="*/ 49191 h 716830"/>
                <a:gd name="connsiteX6" fmla="*/ 474915 w 884170"/>
                <a:gd name="connsiteY6" fmla="*/ 50104 h 716830"/>
                <a:gd name="connsiteX0" fmla="*/ 0 w 1628854"/>
                <a:gd name="connsiteY0" fmla="*/ 169685 h 727634"/>
                <a:gd name="connsiteX1" fmla="*/ 790672 w 1628854"/>
                <a:gd name="connsiteY1" fmla="*/ 169028 h 727634"/>
                <a:gd name="connsiteX2" fmla="*/ 884170 w 1628854"/>
                <a:gd name="connsiteY2" fmla="*/ 447838 h 727634"/>
                <a:gd name="connsiteX3" fmla="*/ 792495 w 1628854"/>
                <a:gd name="connsiteY3" fmla="*/ 727634 h 727634"/>
                <a:gd name="connsiteX4" fmla="*/ 478831 w 1628854"/>
                <a:gd name="connsiteY4" fmla="*/ 727603 h 727634"/>
                <a:gd name="connsiteX5" fmla="*/ 478279 w 1628854"/>
                <a:gd name="connsiteY5" fmla="*/ 59995 h 727634"/>
                <a:gd name="connsiteX6" fmla="*/ 1628854 w 1628854"/>
                <a:gd name="connsiteY6" fmla="*/ 26301 h 727634"/>
                <a:gd name="connsiteX0" fmla="*/ 0 w 1628854"/>
                <a:gd name="connsiteY0" fmla="*/ 169685 h 727634"/>
                <a:gd name="connsiteX1" fmla="*/ 790672 w 1628854"/>
                <a:gd name="connsiteY1" fmla="*/ 169028 h 727634"/>
                <a:gd name="connsiteX2" fmla="*/ 884170 w 1628854"/>
                <a:gd name="connsiteY2" fmla="*/ 447838 h 727634"/>
                <a:gd name="connsiteX3" fmla="*/ 792495 w 1628854"/>
                <a:gd name="connsiteY3" fmla="*/ 727634 h 727634"/>
                <a:gd name="connsiteX4" fmla="*/ 478831 w 1628854"/>
                <a:gd name="connsiteY4" fmla="*/ 727603 h 727634"/>
                <a:gd name="connsiteX5" fmla="*/ 478279 w 1628854"/>
                <a:gd name="connsiteY5" fmla="*/ 59995 h 727634"/>
                <a:gd name="connsiteX6" fmla="*/ 1628854 w 1628854"/>
                <a:gd name="connsiteY6" fmla="*/ 26301 h 727634"/>
                <a:gd name="connsiteX0" fmla="*/ 0 w 1628854"/>
                <a:gd name="connsiteY0" fmla="*/ 169685 h 727634"/>
                <a:gd name="connsiteX1" fmla="*/ 790672 w 1628854"/>
                <a:gd name="connsiteY1" fmla="*/ 169028 h 727634"/>
                <a:gd name="connsiteX2" fmla="*/ 884170 w 1628854"/>
                <a:gd name="connsiteY2" fmla="*/ 447838 h 727634"/>
                <a:gd name="connsiteX3" fmla="*/ 792495 w 1628854"/>
                <a:gd name="connsiteY3" fmla="*/ 727634 h 727634"/>
                <a:gd name="connsiteX4" fmla="*/ 478831 w 1628854"/>
                <a:gd name="connsiteY4" fmla="*/ 727603 h 727634"/>
                <a:gd name="connsiteX5" fmla="*/ 478279 w 1628854"/>
                <a:gd name="connsiteY5" fmla="*/ 59995 h 727634"/>
                <a:gd name="connsiteX6" fmla="*/ 1628854 w 1628854"/>
                <a:gd name="connsiteY6" fmla="*/ 26301 h 727634"/>
                <a:gd name="connsiteX0" fmla="*/ 0 w 1637339"/>
                <a:gd name="connsiteY0" fmla="*/ 301277 h 859226"/>
                <a:gd name="connsiteX1" fmla="*/ 790672 w 1637339"/>
                <a:gd name="connsiteY1" fmla="*/ 300620 h 859226"/>
                <a:gd name="connsiteX2" fmla="*/ 884170 w 1637339"/>
                <a:gd name="connsiteY2" fmla="*/ 579430 h 859226"/>
                <a:gd name="connsiteX3" fmla="*/ 792495 w 1637339"/>
                <a:gd name="connsiteY3" fmla="*/ 859226 h 859226"/>
                <a:gd name="connsiteX4" fmla="*/ 478831 w 1637339"/>
                <a:gd name="connsiteY4" fmla="*/ 859195 h 859226"/>
                <a:gd name="connsiteX5" fmla="*/ 478279 w 1637339"/>
                <a:gd name="connsiteY5" fmla="*/ 191587 h 859226"/>
                <a:gd name="connsiteX6" fmla="*/ 1637339 w 1637339"/>
                <a:gd name="connsiteY6" fmla="*/ 0 h 859226"/>
                <a:gd name="connsiteX0" fmla="*/ 0 w 1721986"/>
                <a:gd name="connsiteY0" fmla="*/ 316105 h 874054"/>
                <a:gd name="connsiteX1" fmla="*/ 790672 w 1721986"/>
                <a:gd name="connsiteY1" fmla="*/ 315448 h 874054"/>
                <a:gd name="connsiteX2" fmla="*/ 884170 w 1721986"/>
                <a:gd name="connsiteY2" fmla="*/ 594258 h 874054"/>
                <a:gd name="connsiteX3" fmla="*/ 792495 w 1721986"/>
                <a:gd name="connsiteY3" fmla="*/ 874054 h 874054"/>
                <a:gd name="connsiteX4" fmla="*/ 478831 w 1721986"/>
                <a:gd name="connsiteY4" fmla="*/ 874023 h 874054"/>
                <a:gd name="connsiteX5" fmla="*/ 478279 w 1721986"/>
                <a:gd name="connsiteY5" fmla="*/ 206415 h 874054"/>
                <a:gd name="connsiteX6" fmla="*/ 1637339 w 1721986"/>
                <a:gd name="connsiteY6" fmla="*/ 14828 h 874054"/>
                <a:gd name="connsiteX7" fmla="*/ 1633095 w 1721986"/>
                <a:gd name="connsiteY7" fmla="*/ 12665 h 874054"/>
                <a:gd name="connsiteX0" fmla="*/ 0 w 1723632"/>
                <a:gd name="connsiteY0" fmla="*/ 774957 h 1332906"/>
                <a:gd name="connsiteX1" fmla="*/ 790672 w 1723632"/>
                <a:gd name="connsiteY1" fmla="*/ 774300 h 1332906"/>
                <a:gd name="connsiteX2" fmla="*/ 884170 w 1723632"/>
                <a:gd name="connsiteY2" fmla="*/ 1053110 h 1332906"/>
                <a:gd name="connsiteX3" fmla="*/ 792495 w 1723632"/>
                <a:gd name="connsiteY3" fmla="*/ 1332906 h 1332906"/>
                <a:gd name="connsiteX4" fmla="*/ 478831 w 1723632"/>
                <a:gd name="connsiteY4" fmla="*/ 1332875 h 1332906"/>
                <a:gd name="connsiteX5" fmla="*/ 478279 w 1723632"/>
                <a:gd name="connsiteY5" fmla="*/ 665267 h 1332906"/>
                <a:gd name="connsiteX6" fmla="*/ 1637339 w 1723632"/>
                <a:gd name="connsiteY6" fmla="*/ 473680 h 1332906"/>
                <a:gd name="connsiteX7" fmla="*/ 1639459 w 1723632"/>
                <a:gd name="connsiteY7" fmla="*/ 0 h 1332906"/>
                <a:gd name="connsiteX0" fmla="*/ 0 w 1637339"/>
                <a:gd name="connsiteY0" fmla="*/ 301278 h 859227"/>
                <a:gd name="connsiteX1" fmla="*/ 790672 w 1637339"/>
                <a:gd name="connsiteY1" fmla="*/ 300621 h 859227"/>
                <a:gd name="connsiteX2" fmla="*/ 884170 w 1637339"/>
                <a:gd name="connsiteY2" fmla="*/ 579431 h 859227"/>
                <a:gd name="connsiteX3" fmla="*/ 792495 w 1637339"/>
                <a:gd name="connsiteY3" fmla="*/ 859227 h 859227"/>
                <a:gd name="connsiteX4" fmla="*/ 478831 w 1637339"/>
                <a:gd name="connsiteY4" fmla="*/ 859196 h 859227"/>
                <a:gd name="connsiteX5" fmla="*/ 478279 w 1637339"/>
                <a:gd name="connsiteY5" fmla="*/ 191588 h 859227"/>
                <a:gd name="connsiteX6" fmla="*/ 1637339 w 1637339"/>
                <a:gd name="connsiteY6" fmla="*/ 1 h 859227"/>
                <a:gd name="connsiteX0" fmla="*/ 0 w 884170"/>
                <a:gd name="connsiteY0" fmla="*/ 109690 h 667639"/>
                <a:gd name="connsiteX1" fmla="*/ 790672 w 884170"/>
                <a:gd name="connsiteY1" fmla="*/ 109033 h 667639"/>
                <a:gd name="connsiteX2" fmla="*/ 884170 w 884170"/>
                <a:gd name="connsiteY2" fmla="*/ 387843 h 667639"/>
                <a:gd name="connsiteX3" fmla="*/ 792495 w 884170"/>
                <a:gd name="connsiteY3" fmla="*/ 667639 h 667639"/>
                <a:gd name="connsiteX4" fmla="*/ 478831 w 884170"/>
                <a:gd name="connsiteY4" fmla="*/ 667608 h 667639"/>
                <a:gd name="connsiteX5" fmla="*/ 478279 w 884170"/>
                <a:gd name="connsiteY5" fmla="*/ 0 h 667639"/>
                <a:gd name="connsiteX0" fmla="*/ 0 w 884170"/>
                <a:gd name="connsiteY0" fmla="*/ 109690 h 667639"/>
                <a:gd name="connsiteX1" fmla="*/ 790672 w 884170"/>
                <a:gd name="connsiteY1" fmla="*/ 109033 h 667639"/>
                <a:gd name="connsiteX2" fmla="*/ 884170 w 884170"/>
                <a:gd name="connsiteY2" fmla="*/ 387843 h 667639"/>
                <a:gd name="connsiteX3" fmla="*/ 792495 w 884170"/>
                <a:gd name="connsiteY3" fmla="*/ 667639 h 667639"/>
                <a:gd name="connsiteX4" fmla="*/ 478831 w 884170"/>
                <a:gd name="connsiteY4" fmla="*/ 667608 h 667639"/>
                <a:gd name="connsiteX5" fmla="*/ 478279 w 884170"/>
                <a:gd name="connsiteY5" fmla="*/ 0 h 667639"/>
                <a:gd name="connsiteX0" fmla="*/ 0 w 896897"/>
                <a:gd name="connsiteY0" fmla="*/ 107527 h 667639"/>
                <a:gd name="connsiteX1" fmla="*/ 803399 w 896897"/>
                <a:gd name="connsiteY1" fmla="*/ 109033 h 667639"/>
                <a:gd name="connsiteX2" fmla="*/ 896897 w 896897"/>
                <a:gd name="connsiteY2" fmla="*/ 387843 h 667639"/>
                <a:gd name="connsiteX3" fmla="*/ 805222 w 896897"/>
                <a:gd name="connsiteY3" fmla="*/ 667639 h 667639"/>
                <a:gd name="connsiteX4" fmla="*/ 491558 w 896897"/>
                <a:gd name="connsiteY4" fmla="*/ 667608 h 667639"/>
                <a:gd name="connsiteX5" fmla="*/ 491006 w 896897"/>
                <a:gd name="connsiteY5" fmla="*/ 0 h 667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96897" h="667639">
                  <a:moveTo>
                    <a:pt x="0" y="107527"/>
                  </a:moveTo>
                  <a:lnTo>
                    <a:pt x="803399" y="109033"/>
                  </a:lnTo>
                  <a:lnTo>
                    <a:pt x="896897" y="387843"/>
                  </a:lnTo>
                  <a:lnTo>
                    <a:pt x="805222" y="667639"/>
                  </a:lnTo>
                  <a:lnTo>
                    <a:pt x="491558" y="667608"/>
                  </a:lnTo>
                  <a:lnTo>
                    <a:pt x="491006" y="0"/>
                  </a:lnTo>
                </a:path>
              </a:pathLst>
            </a:custGeom>
            <a:noFill/>
            <a:ln w="25400">
              <a:solidFill>
                <a:srgbClr val="67B2E8"/>
              </a:solidFill>
              <a:miter lim="800000"/>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ln w="12700" cmpd="sng">
                  <a:solidFill>
                    <a:schemeClr val="tx1"/>
                  </a:solidFill>
                </a:ln>
              </a:endParaRPr>
            </a:p>
          </p:txBody>
        </p:sp>
      </p:grpSp>
      <p:sp>
        <p:nvSpPr>
          <p:cNvPr id="9" name="Text Placeholder 2"/>
          <p:cNvSpPr>
            <a:spLocks noGrp="1"/>
          </p:cNvSpPr>
          <p:nvPr>
            <p:ph type="body" idx="10"/>
          </p:nvPr>
        </p:nvSpPr>
        <p:spPr>
          <a:xfrm>
            <a:off x="1219200" y="2870410"/>
            <a:ext cx="5334000" cy="674686"/>
          </a:xfrm>
        </p:spPr>
        <p:txBody>
          <a:bodyPr/>
          <a:lstStyle>
            <a:lvl1pPr marL="0" indent="0">
              <a:buNone/>
              <a:defRPr sz="2400">
                <a:solidFill>
                  <a:schemeClr val="accent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10" name="Title 1"/>
          <p:cNvSpPr>
            <a:spLocks noGrp="1"/>
          </p:cNvSpPr>
          <p:nvPr>
            <p:ph type="title"/>
          </p:nvPr>
        </p:nvSpPr>
        <p:spPr>
          <a:xfrm>
            <a:off x="1219200" y="1905000"/>
            <a:ext cx="5334000" cy="982662"/>
          </a:xfrm>
        </p:spPr>
        <p:txBody>
          <a:bodyPr>
            <a:normAutofit/>
          </a:bodyPr>
          <a:lstStyle>
            <a:lvl1pPr algn="l">
              <a:defRPr sz="3200" b="1" cap="none"/>
            </a:lvl1pPr>
          </a:lstStyle>
          <a:p>
            <a:r>
              <a:rPr lang="en-US" dirty="0" smtClean="0"/>
              <a:t>Click to edit Master title style</a:t>
            </a:r>
            <a:endParaRPr lang="en-US" dirty="0"/>
          </a:p>
        </p:txBody>
      </p:sp>
    </p:spTree>
    <p:extLst>
      <p:ext uri="{BB962C8B-B14F-4D97-AF65-F5344CB8AC3E}">
        <p14:creationId xmlns:p14="http://schemas.microsoft.com/office/powerpoint/2010/main" val="133155296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x">
  <p:cSld name="Title - Top">
    <p:bg>
      <p:bgPr>
        <a:solidFill>
          <a:srgbClr val="FFFFFF"/>
        </a:solidFill>
        <a:effectLst/>
      </p:bgPr>
    </p:bg>
    <p:spTree>
      <p:nvGrpSpPr>
        <p:cNvPr id="1" name=""/>
        <p:cNvGrpSpPr/>
        <p:nvPr/>
      </p:nvGrpSpPr>
      <p:grpSpPr>
        <a:xfrm>
          <a:off x="0" y="0"/>
          <a:ext cx="0" cy="0"/>
          <a:chOff x="0" y="0"/>
          <a:chExt cx="0" cy="0"/>
        </a:xfrm>
      </p:grpSpPr>
      <p:sp>
        <p:nvSpPr>
          <p:cNvPr id="117" name="Shape 117"/>
          <p:cNvSpPr/>
          <p:nvPr/>
        </p:nvSpPr>
        <p:spPr>
          <a:xfrm flipV="1">
            <a:off x="285750" y="698316"/>
            <a:ext cx="8572500" cy="185"/>
          </a:xfrm>
          <a:prstGeom prst="line">
            <a:avLst/>
          </a:prstGeom>
          <a:ln w="25400">
            <a:solidFill>
              <a:srgbClr val="A6AAA9"/>
            </a:solidFill>
            <a:miter lim="400000"/>
          </a:ln>
        </p:spPr>
        <p:txBody>
          <a:bodyPr lIns="35719" tIns="35719" rIns="35719" bIns="35719" anchor="ctr"/>
          <a:lstStyle/>
          <a:p>
            <a:pPr algn="l" defTabSz="321457">
              <a:defRPr sz="1200">
                <a:solidFill>
                  <a:srgbClr val="000000"/>
                </a:solidFill>
                <a:latin typeface="Helvetica"/>
                <a:ea typeface="Helvetica"/>
                <a:cs typeface="Helvetica"/>
                <a:sym typeface="Helvetica"/>
              </a:defRPr>
            </a:pPr>
            <a:endParaRPr sz="844"/>
          </a:p>
        </p:txBody>
      </p:sp>
      <p:sp>
        <p:nvSpPr>
          <p:cNvPr id="118" name="Shape 118"/>
          <p:cNvSpPr>
            <a:spLocks noGrp="1"/>
          </p:cNvSpPr>
          <p:nvPr>
            <p:ph type="body" sz="quarter" idx="13"/>
          </p:nvPr>
        </p:nvSpPr>
        <p:spPr>
          <a:xfrm>
            <a:off x="285750" y="342919"/>
            <a:ext cx="7858125" cy="300019"/>
          </a:xfrm>
          <a:prstGeom prst="rect">
            <a:avLst/>
          </a:prstGeom>
        </p:spPr>
        <p:txBody>
          <a:bodyPr anchor="b">
            <a:spAutoFit/>
          </a:bodyPr>
          <a:lstStyle>
            <a:lvl1pPr marL="0" indent="0" defTabSz="321457">
              <a:lnSpc>
                <a:spcPct val="80000"/>
              </a:lnSpc>
              <a:spcBef>
                <a:spcPts val="0"/>
              </a:spcBef>
              <a:buSzTx/>
              <a:buNone/>
              <a:defRPr sz="1687" cap="all" spc="84">
                <a:solidFill>
                  <a:srgbClr val="838787"/>
                </a:solidFill>
                <a:latin typeface="DIN Alternate"/>
                <a:ea typeface="DIN Alternate"/>
                <a:cs typeface="DIN Alternate"/>
                <a:sym typeface="DIN Alternate"/>
              </a:defRPr>
            </a:lvl1pPr>
          </a:lstStyle>
          <a:p>
            <a:r>
              <a:t>Text</a:t>
            </a:r>
          </a:p>
        </p:txBody>
      </p:sp>
      <p:sp>
        <p:nvSpPr>
          <p:cNvPr id="119" name="Shape 119"/>
          <p:cNvSpPr>
            <a:spLocks noGrp="1"/>
          </p:cNvSpPr>
          <p:nvPr>
            <p:ph type="title"/>
          </p:nvPr>
        </p:nvSpPr>
        <p:spPr>
          <a:xfrm>
            <a:off x="285750" y="1080492"/>
            <a:ext cx="8572500" cy="508992"/>
          </a:xfrm>
          <a:prstGeom prst="rect">
            <a:avLst/>
          </a:prstGeom>
        </p:spPr>
        <p:txBody>
          <a:bodyPr anchor="t"/>
          <a:lstStyle>
            <a:lvl1pPr algn="l">
              <a:lnSpc>
                <a:spcPct val="80000"/>
              </a:lnSpc>
              <a:spcBef>
                <a:spcPts val="1969"/>
              </a:spcBef>
              <a:defRPr sz="4219" cap="all">
                <a:solidFill>
                  <a:srgbClr val="34A5DA"/>
                </a:solidFill>
                <a:latin typeface="DIN Condensed"/>
                <a:ea typeface="DIN Condensed"/>
                <a:cs typeface="DIN Condensed"/>
                <a:sym typeface="DIN Condensed"/>
              </a:defRPr>
            </a:lvl1pPr>
          </a:lstStyle>
          <a:p>
            <a:r>
              <a:t>Title Text</a:t>
            </a:r>
          </a:p>
        </p:txBody>
      </p:sp>
      <p:sp>
        <p:nvSpPr>
          <p:cNvPr id="120" name="Shape 120"/>
          <p:cNvSpPr>
            <a:spLocks noGrp="1"/>
          </p:cNvSpPr>
          <p:nvPr>
            <p:ph type="sldNum" sz="quarter" idx="2"/>
          </p:nvPr>
        </p:nvSpPr>
        <p:spPr>
          <a:xfrm>
            <a:off x="8568719" y="303609"/>
            <a:ext cx="286099" cy="321469"/>
          </a:xfrm>
          <a:prstGeom prst="rect">
            <a:avLst/>
          </a:prstGeom>
        </p:spPr>
        <p:txBody>
          <a:bodyPr/>
          <a:lstStyle>
            <a:lvl1pPr algn="r">
              <a:lnSpc>
                <a:spcPct val="80000"/>
              </a:lnSpc>
              <a:defRPr sz="1687">
                <a:solidFill>
                  <a:srgbClr val="838787"/>
                </a:solidFill>
                <a:latin typeface="DIN Alternate"/>
                <a:ea typeface="DIN Alternate"/>
                <a:cs typeface="DIN Alternate"/>
                <a:sym typeface="DIN Alternate"/>
              </a:defRPr>
            </a:lvl1pPr>
          </a:lstStyle>
          <a:p>
            <a:fld id="{86CB4B4D-7CA3-9044-876B-883B54F8677D}" type="slidenum">
              <a:t>‹#›</a:t>
            </a:fld>
            <a:endParaRPr/>
          </a:p>
        </p:txBody>
      </p:sp>
    </p:spTree>
    <p:extLst>
      <p:ext uri="{BB962C8B-B14F-4D97-AF65-F5344CB8AC3E}">
        <p14:creationId xmlns:p14="http://schemas.microsoft.com/office/powerpoint/2010/main" val="1510768596"/>
      </p:ext>
    </p:extLst>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type="obj" preserve="1">
  <p:cSld name="Title/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210857048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sub title/content ">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Click to edit Master title style</a:t>
            </a:r>
            <a:endParaRPr lang="en-US" dirty="0"/>
          </a:p>
        </p:txBody>
      </p:sp>
      <p:sp>
        <p:nvSpPr>
          <p:cNvPr id="3" name="Content Placeholder 2"/>
          <p:cNvSpPr>
            <a:spLocks noGrp="1"/>
          </p:cNvSpPr>
          <p:nvPr>
            <p:ph idx="1"/>
          </p:nvPr>
        </p:nvSpPr>
        <p:spPr>
          <a:xfrm>
            <a:off x="457200" y="1917700"/>
            <a:ext cx="8229600" cy="4025899"/>
          </a:xfrm>
        </p:spPr>
        <p:txBody>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Text Placeholder 2"/>
          <p:cNvSpPr>
            <a:spLocks noGrp="1"/>
          </p:cNvSpPr>
          <p:nvPr>
            <p:ph type="body" idx="10"/>
          </p:nvPr>
        </p:nvSpPr>
        <p:spPr>
          <a:xfrm>
            <a:off x="457200" y="1143000"/>
            <a:ext cx="8229600" cy="639762"/>
          </a:xfrm>
        </p:spPr>
        <p:txBody>
          <a:bodyPr anchor="b"/>
          <a:lstStyle>
            <a:lvl1pPr marL="0" indent="0">
              <a:spcAft>
                <a:spcPts val="200"/>
              </a:spcAft>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smtClean="0"/>
              <a:t>Click to edit Master text styles</a:t>
            </a:r>
          </a:p>
        </p:txBody>
      </p:sp>
    </p:spTree>
    <p:extLst>
      <p:ext uri="{BB962C8B-B14F-4D97-AF65-F5344CB8AC3E}">
        <p14:creationId xmlns:p14="http://schemas.microsoft.com/office/powerpoint/2010/main" val="96898179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woObj" preserve="1">
  <p:cSld name="Title/2 column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380744"/>
            <a:ext cx="4038600" cy="4562856"/>
          </a:xfrm>
        </p:spPr>
        <p:txBody>
          <a:bodyPr/>
          <a:lstStyle>
            <a:lvl1pPr>
              <a:defRPr sz="2000"/>
            </a:lvl1pPr>
            <a:lvl2pPr>
              <a:defRPr sz="1800"/>
            </a:lvl2pPr>
            <a:lvl3pPr>
              <a:defRPr sz="1600"/>
            </a:lvl3pPr>
            <a:lvl4pPr>
              <a:defRPr sz="1400"/>
            </a:lvl4pPr>
            <a:lvl5pPr>
              <a:defRPr sz="1200"/>
            </a:lvl5pPr>
            <a:lvl6pPr>
              <a:defRPr sz="1800"/>
            </a:lvl6pPr>
            <a:lvl7pPr>
              <a:defRPr sz="1800"/>
            </a:lvl7pPr>
            <a:lvl8pPr>
              <a:defRPr sz="1800"/>
            </a:lvl8pPr>
            <a:lvl9pPr>
              <a:defRPr sz="18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Content Placeholder 3"/>
          <p:cNvSpPr>
            <a:spLocks noGrp="1"/>
          </p:cNvSpPr>
          <p:nvPr>
            <p:ph sz="half" idx="2"/>
          </p:nvPr>
        </p:nvSpPr>
        <p:spPr>
          <a:xfrm>
            <a:off x="4648200" y="1380744"/>
            <a:ext cx="4038600" cy="4562856"/>
          </a:xfrm>
        </p:spPr>
        <p:txBody>
          <a:bodyPr/>
          <a:lstStyle>
            <a:lvl1pPr>
              <a:defRPr sz="2000"/>
            </a:lvl1pPr>
            <a:lvl2pPr>
              <a:defRPr sz="1800"/>
            </a:lvl2pPr>
            <a:lvl3pPr>
              <a:defRPr sz="1600"/>
            </a:lvl3pPr>
            <a:lvl4pPr>
              <a:defRPr sz="1400"/>
            </a:lvl4pPr>
            <a:lvl5pPr>
              <a:defRPr sz="1200"/>
            </a:lvl5pPr>
            <a:lvl6pPr>
              <a:defRPr sz="1800"/>
            </a:lvl6pPr>
            <a:lvl7pPr>
              <a:defRPr sz="1800"/>
            </a:lvl7pPr>
            <a:lvl8pPr>
              <a:defRPr sz="1800"/>
            </a:lvl8pPr>
            <a:lvl9pPr>
              <a:defRPr sz="18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130851655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1 sub title/2 column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143000"/>
            <a:ext cx="8229600" cy="639762"/>
          </a:xfrm>
        </p:spPr>
        <p:txBody>
          <a:bodyPr anchor="b"/>
          <a:lstStyle>
            <a:lvl1pPr marL="0" indent="0">
              <a:spcAft>
                <a:spcPts val="200"/>
              </a:spcAft>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smtClean="0"/>
              <a:t>Click to edit Master text styles</a:t>
            </a:r>
          </a:p>
        </p:txBody>
      </p:sp>
      <p:sp>
        <p:nvSpPr>
          <p:cNvPr id="4" name="Content Placeholder 3"/>
          <p:cNvSpPr>
            <a:spLocks noGrp="1"/>
          </p:cNvSpPr>
          <p:nvPr>
            <p:ph sz="half" idx="2"/>
          </p:nvPr>
        </p:nvSpPr>
        <p:spPr>
          <a:xfrm>
            <a:off x="457200" y="1916113"/>
            <a:ext cx="4040188" cy="4027488"/>
          </a:xfrm>
        </p:spPr>
        <p:txBody>
          <a:bodyPr/>
          <a:lstStyle>
            <a:lvl1pPr>
              <a:defRPr sz="2000"/>
            </a:lvl1pPr>
            <a:lvl2pPr>
              <a:defRPr sz="1800"/>
            </a:lvl2pPr>
            <a:lvl3pPr>
              <a:defRPr sz="1600"/>
            </a:lvl3pPr>
            <a:lvl4pPr>
              <a:defRPr sz="1400"/>
            </a:lvl4pPr>
            <a:lvl5pPr>
              <a:defRPr sz="1200"/>
            </a:lvl5pPr>
            <a:lvl6pPr>
              <a:defRPr sz="1600"/>
            </a:lvl6pPr>
            <a:lvl7pPr>
              <a:defRPr sz="1600"/>
            </a:lvl7pPr>
            <a:lvl8pPr>
              <a:defRPr sz="1600"/>
            </a:lvl8pPr>
            <a:lvl9pPr>
              <a:defRPr sz="16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6" name="Content Placeholder 5"/>
          <p:cNvSpPr>
            <a:spLocks noGrp="1"/>
          </p:cNvSpPr>
          <p:nvPr>
            <p:ph sz="quarter" idx="4"/>
          </p:nvPr>
        </p:nvSpPr>
        <p:spPr>
          <a:xfrm>
            <a:off x="4645025" y="1916113"/>
            <a:ext cx="4041775" cy="4027488"/>
          </a:xfrm>
        </p:spPr>
        <p:txBody>
          <a:bodyPr/>
          <a:lstStyle>
            <a:lvl1pPr>
              <a:defRPr sz="2000"/>
            </a:lvl1pPr>
            <a:lvl2pPr>
              <a:defRPr sz="1800"/>
            </a:lvl2pPr>
            <a:lvl3pPr>
              <a:defRPr sz="1600"/>
            </a:lvl3pPr>
            <a:lvl4pPr>
              <a:defRPr sz="1400"/>
            </a:lvl4pPr>
            <a:lvl5pPr>
              <a:defRPr sz="1200"/>
            </a:lvl5pPr>
            <a:lvl6pPr>
              <a:defRPr sz="1600"/>
            </a:lvl6pPr>
            <a:lvl7pPr>
              <a:defRPr sz="1600"/>
            </a:lvl7pPr>
            <a:lvl8pPr>
              <a:defRPr sz="1600"/>
            </a:lvl8pPr>
            <a:lvl9pPr>
              <a:defRPr sz="16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200522821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woTxTwoObj" preserve="1">
  <p:cSld name="Title/ 2 sub titles/2 column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143000"/>
            <a:ext cx="4040188" cy="639762"/>
          </a:xfrm>
        </p:spPr>
        <p:txBody>
          <a:bodyPr anchor="b"/>
          <a:lstStyle>
            <a:lvl1pPr marL="0" indent="0">
              <a:spcAft>
                <a:spcPts val="200"/>
              </a:spcAft>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smtClean="0"/>
              <a:t>Click to edit Master text styles</a:t>
            </a:r>
          </a:p>
        </p:txBody>
      </p:sp>
      <p:sp>
        <p:nvSpPr>
          <p:cNvPr id="4" name="Content Placeholder 3"/>
          <p:cNvSpPr>
            <a:spLocks noGrp="1"/>
          </p:cNvSpPr>
          <p:nvPr>
            <p:ph sz="half" idx="2"/>
          </p:nvPr>
        </p:nvSpPr>
        <p:spPr>
          <a:xfrm>
            <a:off x="457200" y="1916113"/>
            <a:ext cx="4040188" cy="4027488"/>
          </a:xfrm>
        </p:spPr>
        <p:txBody>
          <a:bodyPr/>
          <a:lstStyle>
            <a:lvl1pPr>
              <a:defRPr sz="2000"/>
            </a:lvl1pPr>
            <a:lvl2pPr>
              <a:defRPr sz="1800"/>
            </a:lvl2pPr>
            <a:lvl3pPr>
              <a:defRPr sz="1600"/>
            </a:lvl3pPr>
            <a:lvl4pPr>
              <a:defRPr sz="1400"/>
            </a:lvl4pPr>
            <a:lvl5pPr>
              <a:defRPr sz="1200"/>
            </a:lvl5pPr>
            <a:lvl6pPr>
              <a:defRPr sz="1600"/>
            </a:lvl6pPr>
            <a:lvl7pPr>
              <a:defRPr sz="1600"/>
            </a:lvl7pPr>
            <a:lvl8pPr>
              <a:defRPr sz="1600"/>
            </a:lvl8pPr>
            <a:lvl9pPr>
              <a:defRPr sz="16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5" name="Text Placeholder 4"/>
          <p:cNvSpPr>
            <a:spLocks noGrp="1"/>
          </p:cNvSpPr>
          <p:nvPr>
            <p:ph type="body" sz="quarter" idx="3"/>
          </p:nvPr>
        </p:nvSpPr>
        <p:spPr>
          <a:xfrm>
            <a:off x="4645025" y="1143000"/>
            <a:ext cx="4041775" cy="639762"/>
          </a:xfrm>
        </p:spPr>
        <p:txBody>
          <a:bodyPr anchor="b"/>
          <a:lstStyle>
            <a:lvl1pPr marL="0" indent="0">
              <a:spcAft>
                <a:spcPts val="200"/>
              </a:spcAft>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smtClean="0"/>
              <a:t>Click to edit Master text styles</a:t>
            </a:r>
          </a:p>
        </p:txBody>
      </p:sp>
      <p:sp>
        <p:nvSpPr>
          <p:cNvPr id="6" name="Content Placeholder 5"/>
          <p:cNvSpPr>
            <a:spLocks noGrp="1"/>
          </p:cNvSpPr>
          <p:nvPr>
            <p:ph sz="quarter" idx="4"/>
          </p:nvPr>
        </p:nvSpPr>
        <p:spPr>
          <a:xfrm>
            <a:off x="4645025" y="1916113"/>
            <a:ext cx="4041775" cy="4027488"/>
          </a:xfrm>
        </p:spPr>
        <p:txBody>
          <a:bodyPr/>
          <a:lstStyle>
            <a:lvl1pPr>
              <a:defRPr sz="2000"/>
            </a:lvl1pPr>
            <a:lvl2pPr>
              <a:defRPr sz="1800"/>
            </a:lvl2pPr>
            <a:lvl3pPr>
              <a:defRPr sz="1600"/>
            </a:lvl3pPr>
            <a:lvl4pPr>
              <a:defRPr sz="1400"/>
            </a:lvl4pPr>
            <a:lvl5pPr>
              <a:defRPr sz="1200"/>
            </a:lvl5pPr>
            <a:lvl6pPr>
              <a:defRPr sz="1600"/>
            </a:lvl6pPr>
            <a:lvl7pPr>
              <a:defRPr sz="1600"/>
            </a:lvl7pPr>
            <a:lvl8pPr>
              <a:defRPr sz="1600"/>
            </a:lvl8pPr>
            <a:lvl9pPr>
              <a:defRPr sz="16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140980436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2 col w/phot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4" name="Content Placeholder 3"/>
          <p:cNvSpPr>
            <a:spLocks noGrp="1"/>
          </p:cNvSpPr>
          <p:nvPr>
            <p:ph sz="quarter" idx="10"/>
          </p:nvPr>
        </p:nvSpPr>
        <p:spPr>
          <a:xfrm>
            <a:off x="457200" y="1380744"/>
            <a:ext cx="4041648" cy="1554480"/>
          </a:xfrm>
        </p:spPr>
        <p:txBody>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6" name="Content Placeholder 5"/>
          <p:cNvSpPr>
            <a:spLocks noGrp="1"/>
          </p:cNvSpPr>
          <p:nvPr>
            <p:ph sz="quarter" idx="11"/>
          </p:nvPr>
        </p:nvSpPr>
        <p:spPr>
          <a:xfrm>
            <a:off x="4645152" y="1380744"/>
            <a:ext cx="4041648" cy="1554480"/>
          </a:xfrm>
        </p:spPr>
        <p:txBody>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5" name="Picture Placeholder 4"/>
          <p:cNvSpPr>
            <a:spLocks noGrp="1"/>
          </p:cNvSpPr>
          <p:nvPr>
            <p:ph type="pic" sz="quarter" idx="12"/>
          </p:nvPr>
        </p:nvSpPr>
        <p:spPr>
          <a:xfrm>
            <a:off x="457200" y="3124200"/>
            <a:ext cx="8229600" cy="2910840"/>
          </a:xfrm>
        </p:spPr>
        <p:txBody>
          <a:bodyPr rtlCol="0">
            <a:noAutofit/>
          </a:bodyPr>
          <a:lstStyle>
            <a:lvl1pPr marL="9144" indent="0">
              <a:buFontTx/>
              <a:buNone/>
              <a:defRPr/>
            </a:lvl1pPr>
          </a:lstStyle>
          <a:p>
            <a:pPr lvl="0"/>
            <a:endParaRPr lang="en-US" noProof="0" dirty="0"/>
          </a:p>
        </p:txBody>
      </p:sp>
    </p:spTree>
    <p:extLst>
      <p:ext uri="{BB962C8B-B14F-4D97-AF65-F5344CB8AC3E}">
        <p14:creationId xmlns:p14="http://schemas.microsoft.com/office/powerpoint/2010/main" val="139483478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Only" preserve="1">
  <p:cSld name="Title n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p14="http://schemas.microsoft.com/office/powerpoint/2010/main" val="105670722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8863711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left content/phot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380744"/>
            <a:ext cx="4038600" cy="4562856"/>
          </a:xfrm>
        </p:spPr>
        <p:txBody>
          <a:bodyPr/>
          <a:lstStyle>
            <a:lvl1pPr>
              <a:defRPr sz="2000"/>
            </a:lvl1pPr>
            <a:lvl2pPr>
              <a:defRPr sz="1800"/>
            </a:lvl2pPr>
            <a:lvl3pPr>
              <a:defRPr sz="1600"/>
            </a:lvl3pPr>
            <a:lvl4pPr>
              <a:defRPr sz="1400"/>
            </a:lvl4pPr>
            <a:lvl5pPr>
              <a:defRPr sz="1200"/>
            </a:lvl5pPr>
            <a:lvl6pPr>
              <a:defRPr sz="1800"/>
            </a:lvl6pPr>
            <a:lvl7pPr>
              <a:defRPr sz="1800"/>
            </a:lvl7pPr>
            <a:lvl8pPr>
              <a:defRPr sz="1800"/>
            </a:lvl8pPr>
            <a:lvl9pPr>
              <a:defRPr sz="18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6" name="Picture Placeholder 5"/>
          <p:cNvSpPr>
            <a:spLocks noGrp="1"/>
          </p:cNvSpPr>
          <p:nvPr>
            <p:ph type="pic" sz="quarter" idx="10"/>
          </p:nvPr>
        </p:nvSpPr>
        <p:spPr>
          <a:xfrm>
            <a:off x="4648200" y="1371600"/>
            <a:ext cx="4038600" cy="4572000"/>
          </a:xfrm>
        </p:spPr>
        <p:txBody>
          <a:bodyPr rtlCol="0">
            <a:noAutofit/>
          </a:bodyPr>
          <a:lstStyle>
            <a:lvl1pPr marL="9144" indent="0">
              <a:buFontTx/>
              <a:buNone/>
              <a:defRPr/>
            </a:lvl1pPr>
          </a:lstStyle>
          <a:p>
            <a:pPr lvl="0"/>
            <a:endParaRPr lang="en-US" noProof="0" dirty="0"/>
          </a:p>
        </p:txBody>
      </p:sp>
    </p:spTree>
    <p:extLst>
      <p:ext uri="{BB962C8B-B14F-4D97-AF65-F5344CB8AC3E}">
        <p14:creationId xmlns:p14="http://schemas.microsoft.com/office/powerpoint/2010/main" val="132618766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right content/phot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4" name="Content Placeholder 3"/>
          <p:cNvSpPr>
            <a:spLocks noGrp="1"/>
          </p:cNvSpPr>
          <p:nvPr>
            <p:ph sz="half" idx="2"/>
          </p:nvPr>
        </p:nvSpPr>
        <p:spPr>
          <a:xfrm>
            <a:off x="4648200" y="1380744"/>
            <a:ext cx="4038600" cy="4562856"/>
          </a:xfrm>
        </p:spPr>
        <p:txBody>
          <a:bodyPr/>
          <a:lstStyle>
            <a:lvl1pPr>
              <a:defRPr sz="2000"/>
            </a:lvl1pPr>
            <a:lvl2pPr>
              <a:defRPr sz="1800"/>
            </a:lvl2pPr>
            <a:lvl3pPr>
              <a:defRPr sz="1600"/>
            </a:lvl3pPr>
            <a:lvl4pPr>
              <a:defRPr sz="1400"/>
            </a:lvl4pPr>
            <a:lvl5pPr>
              <a:defRPr sz="1200"/>
            </a:lvl5pPr>
            <a:lvl6pPr>
              <a:defRPr sz="1800"/>
            </a:lvl6pPr>
            <a:lvl7pPr>
              <a:defRPr sz="1800"/>
            </a:lvl7pPr>
            <a:lvl8pPr>
              <a:defRPr sz="1800"/>
            </a:lvl8pPr>
            <a:lvl9pPr>
              <a:defRPr sz="18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5" name="Picture Placeholder 5"/>
          <p:cNvSpPr>
            <a:spLocks noGrp="1"/>
          </p:cNvSpPr>
          <p:nvPr>
            <p:ph type="pic" sz="quarter" idx="10"/>
          </p:nvPr>
        </p:nvSpPr>
        <p:spPr>
          <a:xfrm>
            <a:off x="457200" y="1371600"/>
            <a:ext cx="4038600" cy="4572000"/>
          </a:xfrm>
        </p:spPr>
        <p:txBody>
          <a:bodyPr rtlCol="0">
            <a:noAutofit/>
          </a:bodyPr>
          <a:lstStyle>
            <a:lvl1pPr marL="9144" indent="0">
              <a:buFontTx/>
              <a:buNone/>
              <a:defRPr/>
            </a:lvl1pPr>
          </a:lstStyle>
          <a:p>
            <a:pPr lvl="0"/>
            <a:endParaRPr lang="en-US" noProof="0" dirty="0"/>
          </a:p>
        </p:txBody>
      </p:sp>
    </p:spTree>
    <p:extLst>
      <p:ext uri="{BB962C8B-B14F-4D97-AF65-F5344CB8AC3E}">
        <p14:creationId xmlns:p14="http://schemas.microsoft.com/office/powerpoint/2010/main" val="50329663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itle/1 sub title/2 column content/graphic">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143000"/>
            <a:ext cx="8229600" cy="639762"/>
          </a:xfrm>
        </p:spPr>
        <p:txBody>
          <a:bodyPr anchor="b"/>
          <a:lstStyle>
            <a:lvl1pPr marL="0" indent="0">
              <a:spcAft>
                <a:spcPts val="200"/>
              </a:spcAft>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smtClean="0"/>
              <a:t>Click to edit Master text styles</a:t>
            </a:r>
          </a:p>
        </p:txBody>
      </p:sp>
      <p:sp>
        <p:nvSpPr>
          <p:cNvPr id="4" name="Content Placeholder 3"/>
          <p:cNvSpPr>
            <a:spLocks noGrp="1"/>
          </p:cNvSpPr>
          <p:nvPr>
            <p:ph sz="half" idx="2"/>
          </p:nvPr>
        </p:nvSpPr>
        <p:spPr>
          <a:xfrm>
            <a:off x="457200" y="1916113"/>
            <a:ext cx="4040188" cy="2122487"/>
          </a:xfrm>
        </p:spPr>
        <p:txBody>
          <a:bodyPr/>
          <a:lstStyle>
            <a:lvl1pPr>
              <a:defRPr sz="2000"/>
            </a:lvl1pPr>
            <a:lvl2pPr>
              <a:defRPr sz="1800"/>
            </a:lvl2pPr>
            <a:lvl3pPr>
              <a:defRPr sz="1600"/>
            </a:lvl3pPr>
            <a:lvl4pPr>
              <a:defRPr sz="1400"/>
            </a:lvl4pPr>
            <a:lvl5pPr>
              <a:defRPr sz="1200"/>
            </a:lvl5pPr>
            <a:lvl6pPr>
              <a:defRPr sz="1600"/>
            </a:lvl6pPr>
            <a:lvl7pPr>
              <a:defRPr sz="1600"/>
            </a:lvl7pPr>
            <a:lvl8pPr>
              <a:defRPr sz="1600"/>
            </a:lvl8pPr>
            <a:lvl9pPr>
              <a:defRPr sz="16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6" name="Content Placeholder 5"/>
          <p:cNvSpPr>
            <a:spLocks noGrp="1"/>
          </p:cNvSpPr>
          <p:nvPr>
            <p:ph sz="quarter" idx="4"/>
          </p:nvPr>
        </p:nvSpPr>
        <p:spPr>
          <a:xfrm>
            <a:off x="4645025" y="1916113"/>
            <a:ext cx="4041775" cy="2122487"/>
          </a:xfrm>
        </p:spPr>
        <p:txBody>
          <a:bodyPr/>
          <a:lstStyle>
            <a:lvl1pPr>
              <a:defRPr sz="2000"/>
            </a:lvl1pPr>
            <a:lvl2pPr>
              <a:defRPr sz="1800"/>
            </a:lvl2pPr>
            <a:lvl3pPr>
              <a:defRPr sz="1600"/>
            </a:lvl3pPr>
            <a:lvl4pPr>
              <a:defRPr sz="1400"/>
            </a:lvl4pPr>
            <a:lvl5pPr>
              <a:defRPr sz="1200"/>
            </a:lvl5pPr>
            <a:lvl6pPr>
              <a:defRPr sz="1600"/>
            </a:lvl6pPr>
            <a:lvl7pPr>
              <a:defRPr sz="1600"/>
            </a:lvl7pPr>
            <a:lvl8pPr>
              <a:defRPr sz="1600"/>
            </a:lvl8pPr>
            <a:lvl9pPr>
              <a:defRPr sz="16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8" name="Content Placeholder 5"/>
          <p:cNvSpPr>
            <a:spLocks noGrp="1"/>
          </p:cNvSpPr>
          <p:nvPr>
            <p:ph sz="quarter" idx="11"/>
          </p:nvPr>
        </p:nvSpPr>
        <p:spPr>
          <a:xfrm>
            <a:off x="446049" y="4049713"/>
            <a:ext cx="8240751" cy="1893887"/>
          </a:xfrm>
        </p:spPr>
        <p:txBody>
          <a:bodyPr/>
          <a:lstStyle>
            <a:lvl1pPr>
              <a:defRPr sz="2000"/>
            </a:lvl1pPr>
            <a:lvl2pPr>
              <a:defRPr sz="1800"/>
            </a:lvl2pPr>
            <a:lvl3pPr>
              <a:defRPr sz="1600"/>
            </a:lvl3pPr>
            <a:lvl4pPr>
              <a:defRPr sz="1400"/>
            </a:lvl4pPr>
            <a:lvl5pPr>
              <a:defRPr sz="1200"/>
            </a:lvl5pPr>
            <a:lvl6pPr>
              <a:defRPr sz="1600"/>
            </a:lvl6pPr>
            <a:lvl7pPr>
              <a:defRPr sz="1600"/>
            </a:lvl7pPr>
            <a:lvl8pPr>
              <a:defRPr sz="1600"/>
            </a:lvl8pPr>
            <a:lvl9pPr>
              <a:defRPr sz="16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211594255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itle/2 sub titles/2 column content/graphic">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143000"/>
            <a:ext cx="4040188" cy="639762"/>
          </a:xfrm>
        </p:spPr>
        <p:txBody>
          <a:bodyPr anchor="b"/>
          <a:lstStyle>
            <a:lvl1pPr marL="0" indent="0">
              <a:spcAft>
                <a:spcPts val="200"/>
              </a:spcAft>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smtClean="0"/>
              <a:t>Click to edit Master text styles</a:t>
            </a:r>
          </a:p>
        </p:txBody>
      </p:sp>
      <p:sp>
        <p:nvSpPr>
          <p:cNvPr id="4" name="Content Placeholder 3"/>
          <p:cNvSpPr>
            <a:spLocks noGrp="1"/>
          </p:cNvSpPr>
          <p:nvPr>
            <p:ph sz="half" idx="2"/>
          </p:nvPr>
        </p:nvSpPr>
        <p:spPr>
          <a:xfrm>
            <a:off x="457200" y="1916113"/>
            <a:ext cx="4040188" cy="2122487"/>
          </a:xfrm>
        </p:spPr>
        <p:txBody>
          <a:bodyPr/>
          <a:lstStyle>
            <a:lvl1pPr>
              <a:defRPr sz="2000"/>
            </a:lvl1pPr>
            <a:lvl2pPr>
              <a:defRPr sz="1800"/>
            </a:lvl2pPr>
            <a:lvl3pPr>
              <a:defRPr sz="1600"/>
            </a:lvl3pPr>
            <a:lvl4pPr>
              <a:defRPr sz="1400"/>
            </a:lvl4pPr>
            <a:lvl5pPr>
              <a:defRPr sz="1200"/>
            </a:lvl5pPr>
            <a:lvl6pPr>
              <a:defRPr sz="1600"/>
            </a:lvl6pPr>
            <a:lvl7pPr>
              <a:defRPr sz="1600"/>
            </a:lvl7pPr>
            <a:lvl8pPr>
              <a:defRPr sz="1600"/>
            </a:lvl8pPr>
            <a:lvl9pPr>
              <a:defRPr sz="16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5" name="Text Placeholder 4"/>
          <p:cNvSpPr>
            <a:spLocks noGrp="1"/>
          </p:cNvSpPr>
          <p:nvPr>
            <p:ph type="body" sz="quarter" idx="3"/>
          </p:nvPr>
        </p:nvSpPr>
        <p:spPr>
          <a:xfrm>
            <a:off x="4645025" y="1143000"/>
            <a:ext cx="4041775" cy="639762"/>
          </a:xfrm>
        </p:spPr>
        <p:txBody>
          <a:bodyPr anchor="b"/>
          <a:lstStyle>
            <a:lvl1pPr marL="0" indent="0">
              <a:spcAft>
                <a:spcPts val="200"/>
              </a:spcAft>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smtClean="0"/>
              <a:t>Click to edit Master text styles</a:t>
            </a:r>
          </a:p>
        </p:txBody>
      </p:sp>
      <p:sp>
        <p:nvSpPr>
          <p:cNvPr id="6" name="Content Placeholder 5"/>
          <p:cNvSpPr>
            <a:spLocks noGrp="1"/>
          </p:cNvSpPr>
          <p:nvPr>
            <p:ph sz="quarter" idx="4"/>
          </p:nvPr>
        </p:nvSpPr>
        <p:spPr>
          <a:xfrm>
            <a:off x="4645025" y="1916113"/>
            <a:ext cx="4041775" cy="2122487"/>
          </a:xfrm>
        </p:spPr>
        <p:txBody>
          <a:bodyPr/>
          <a:lstStyle>
            <a:lvl1pPr>
              <a:defRPr sz="2000"/>
            </a:lvl1pPr>
            <a:lvl2pPr>
              <a:defRPr sz="1800"/>
            </a:lvl2pPr>
            <a:lvl3pPr>
              <a:defRPr sz="1600"/>
            </a:lvl3pPr>
            <a:lvl4pPr>
              <a:defRPr sz="1400"/>
            </a:lvl4pPr>
            <a:lvl5pPr>
              <a:defRPr sz="1200"/>
            </a:lvl5pPr>
            <a:lvl6pPr>
              <a:defRPr sz="1600"/>
            </a:lvl6pPr>
            <a:lvl7pPr>
              <a:defRPr sz="1600"/>
            </a:lvl7pPr>
            <a:lvl8pPr>
              <a:defRPr sz="1600"/>
            </a:lvl8pPr>
            <a:lvl9pPr>
              <a:defRPr sz="16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8" name="Content Placeholder 5"/>
          <p:cNvSpPr>
            <a:spLocks noGrp="1"/>
          </p:cNvSpPr>
          <p:nvPr>
            <p:ph sz="quarter" idx="11"/>
          </p:nvPr>
        </p:nvSpPr>
        <p:spPr>
          <a:xfrm>
            <a:off x="446049" y="4049713"/>
            <a:ext cx="8240751" cy="1893887"/>
          </a:xfrm>
        </p:spPr>
        <p:txBody>
          <a:bodyPr/>
          <a:lstStyle>
            <a:lvl1pPr>
              <a:defRPr sz="2000"/>
            </a:lvl1pPr>
            <a:lvl2pPr>
              <a:defRPr sz="1800"/>
            </a:lvl2pPr>
            <a:lvl3pPr>
              <a:defRPr sz="1600"/>
            </a:lvl3pPr>
            <a:lvl4pPr>
              <a:defRPr sz="1400"/>
            </a:lvl4pPr>
            <a:lvl5pPr>
              <a:defRPr sz="1200"/>
            </a:lvl5pPr>
            <a:lvl6pPr>
              <a:defRPr sz="1600"/>
            </a:lvl6pPr>
            <a:lvl7pPr>
              <a:defRPr sz="1600"/>
            </a:lvl7pPr>
            <a:lvl8pPr>
              <a:defRPr sz="1600"/>
            </a:lvl8pPr>
            <a:lvl9pPr>
              <a:defRPr sz="16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31739479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itle/2 row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380744"/>
            <a:ext cx="8229600" cy="2057400"/>
          </a:xfrm>
        </p:spPr>
        <p:txBody>
          <a:bodyPr/>
          <a:lstStyle>
            <a:lvl1pPr>
              <a:defRPr sz="2000"/>
            </a:lvl1pPr>
            <a:lvl2pPr>
              <a:defRPr sz="1800"/>
            </a:lvl2pPr>
            <a:lvl3pPr>
              <a:defRPr sz="1600"/>
            </a:lvl3pPr>
            <a:lvl4pPr>
              <a:defRPr sz="1400"/>
            </a:lvl4pPr>
            <a:lvl5pPr>
              <a:defRPr sz="1200"/>
            </a:lvl5pPr>
            <a:lvl6pPr>
              <a:defRPr sz="1800"/>
            </a:lvl6pPr>
            <a:lvl7pPr>
              <a:defRPr sz="1800"/>
            </a:lvl7pPr>
            <a:lvl8pPr>
              <a:defRPr sz="1800"/>
            </a:lvl8pPr>
            <a:lvl9pPr>
              <a:defRPr sz="18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5" name="Content Placeholder 2"/>
          <p:cNvSpPr>
            <a:spLocks noGrp="1"/>
          </p:cNvSpPr>
          <p:nvPr>
            <p:ph sz="half" idx="10"/>
          </p:nvPr>
        </p:nvSpPr>
        <p:spPr>
          <a:xfrm>
            <a:off x="457200" y="3646449"/>
            <a:ext cx="8229600" cy="2057400"/>
          </a:xfrm>
        </p:spPr>
        <p:txBody>
          <a:bodyPr/>
          <a:lstStyle>
            <a:lvl1pPr>
              <a:defRPr sz="2000"/>
            </a:lvl1pPr>
            <a:lvl2pPr>
              <a:defRPr sz="1800"/>
            </a:lvl2pPr>
            <a:lvl3pPr>
              <a:defRPr sz="1600"/>
            </a:lvl3pPr>
            <a:lvl4pPr>
              <a:defRPr sz="1400"/>
            </a:lvl4pPr>
            <a:lvl5pPr>
              <a:defRPr sz="1200"/>
            </a:lvl5pPr>
            <a:lvl6pPr>
              <a:defRPr sz="1800"/>
            </a:lvl6pPr>
            <a:lvl7pPr>
              <a:defRPr sz="1800"/>
            </a:lvl7pPr>
            <a:lvl8pPr>
              <a:defRPr sz="1800"/>
            </a:lvl8pPr>
            <a:lvl9pPr>
              <a:defRPr sz="18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10490680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itle/2 sub titles/2 row content ">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916151"/>
            <a:ext cx="8229600" cy="1600200"/>
          </a:xfrm>
        </p:spPr>
        <p:txBody>
          <a:bodyPr/>
          <a:lstStyle>
            <a:lvl1pPr>
              <a:defRPr sz="2000"/>
            </a:lvl1pPr>
            <a:lvl2pPr>
              <a:defRPr sz="1800"/>
            </a:lvl2pPr>
            <a:lvl3pPr>
              <a:defRPr sz="1600"/>
            </a:lvl3pPr>
            <a:lvl4pPr>
              <a:defRPr sz="1400"/>
            </a:lvl4pPr>
            <a:lvl5pPr>
              <a:defRPr sz="1200"/>
            </a:lvl5pPr>
            <a:lvl6pPr>
              <a:defRPr sz="1800"/>
            </a:lvl6pPr>
            <a:lvl7pPr>
              <a:defRPr sz="1800"/>
            </a:lvl7pPr>
            <a:lvl8pPr>
              <a:defRPr sz="1800"/>
            </a:lvl8pPr>
            <a:lvl9pPr>
              <a:defRPr sz="18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5" name="Content Placeholder 2"/>
          <p:cNvSpPr>
            <a:spLocks noGrp="1"/>
          </p:cNvSpPr>
          <p:nvPr>
            <p:ph sz="half" idx="10"/>
          </p:nvPr>
        </p:nvSpPr>
        <p:spPr>
          <a:xfrm>
            <a:off x="457200" y="4332249"/>
            <a:ext cx="8229600" cy="1600200"/>
          </a:xfrm>
        </p:spPr>
        <p:txBody>
          <a:bodyPr/>
          <a:lstStyle>
            <a:lvl1pPr>
              <a:defRPr sz="2000"/>
            </a:lvl1pPr>
            <a:lvl2pPr>
              <a:defRPr sz="1800"/>
            </a:lvl2pPr>
            <a:lvl3pPr>
              <a:defRPr sz="1600"/>
            </a:lvl3pPr>
            <a:lvl4pPr>
              <a:defRPr sz="1400"/>
            </a:lvl4pPr>
            <a:lvl5pPr>
              <a:defRPr sz="1200"/>
            </a:lvl5pPr>
            <a:lvl6pPr>
              <a:defRPr sz="1800"/>
            </a:lvl6pPr>
            <a:lvl7pPr>
              <a:defRPr sz="1800"/>
            </a:lvl7pPr>
            <a:lvl8pPr>
              <a:defRPr sz="1800"/>
            </a:lvl8pPr>
            <a:lvl9pPr>
              <a:defRPr sz="18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6" name="Text Placeholder 2"/>
          <p:cNvSpPr>
            <a:spLocks noGrp="1"/>
          </p:cNvSpPr>
          <p:nvPr>
            <p:ph type="body" idx="11"/>
          </p:nvPr>
        </p:nvSpPr>
        <p:spPr>
          <a:xfrm>
            <a:off x="457200" y="1143000"/>
            <a:ext cx="8229600" cy="639762"/>
          </a:xfrm>
        </p:spPr>
        <p:txBody>
          <a:bodyPr anchor="b"/>
          <a:lstStyle>
            <a:lvl1pPr marL="0" indent="0">
              <a:spcAft>
                <a:spcPts val="200"/>
              </a:spcAft>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smtClean="0"/>
              <a:t>Click to edit Master text styles</a:t>
            </a:r>
          </a:p>
        </p:txBody>
      </p:sp>
      <p:sp>
        <p:nvSpPr>
          <p:cNvPr id="7" name="Text Placeholder 2"/>
          <p:cNvSpPr>
            <a:spLocks noGrp="1"/>
          </p:cNvSpPr>
          <p:nvPr>
            <p:ph type="body" idx="12"/>
          </p:nvPr>
        </p:nvSpPr>
        <p:spPr>
          <a:xfrm>
            <a:off x="457200" y="3584691"/>
            <a:ext cx="8229600" cy="639762"/>
          </a:xfrm>
        </p:spPr>
        <p:txBody>
          <a:bodyPr anchor="b"/>
          <a:lstStyle>
            <a:lvl1pPr marL="0" indent="0">
              <a:spcAft>
                <a:spcPts val="200"/>
              </a:spcAft>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smtClean="0"/>
              <a:t>Click to edit Master text styles</a:t>
            </a:r>
          </a:p>
        </p:txBody>
      </p:sp>
    </p:spTree>
    <p:extLst>
      <p:ext uri="{BB962C8B-B14F-4D97-AF65-F5344CB8AC3E}">
        <p14:creationId xmlns:p14="http://schemas.microsoft.com/office/powerpoint/2010/main" val="84563834"/>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3.xml"/><Relationship Id="rId13" Type="http://schemas.openxmlformats.org/officeDocument/2006/relationships/slideLayout" Target="../slideLayouts/slideLayout18.xml"/><Relationship Id="rId3" Type="http://schemas.openxmlformats.org/officeDocument/2006/relationships/slideLayout" Target="../slideLayouts/slideLayout8.xml"/><Relationship Id="rId7" Type="http://schemas.openxmlformats.org/officeDocument/2006/relationships/slideLayout" Target="../slideLayouts/slideLayout12.xml"/><Relationship Id="rId12" Type="http://schemas.openxmlformats.org/officeDocument/2006/relationships/slideLayout" Target="../slideLayouts/slideLayout17.xml"/><Relationship Id="rId2" Type="http://schemas.openxmlformats.org/officeDocument/2006/relationships/slideLayout" Target="../slideLayouts/slideLayout7.xml"/><Relationship Id="rId16" Type="http://schemas.openxmlformats.org/officeDocument/2006/relationships/image" Target="../media/image2.png"/><Relationship Id="rId1" Type="http://schemas.openxmlformats.org/officeDocument/2006/relationships/slideLayout" Target="../slideLayouts/slideLayout6.xml"/><Relationship Id="rId6" Type="http://schemas.openxmlformats.org/officeDocument/2006/relationships/slideLayout" Target="../slideLayouts/slideLayout11.xml"/><Relationship Id="rId11" Type="http://schemas.openxmlformats.org/officeDocument/2006/relationships/slideLayout" Target="../slideLayouts/slideLayout16.xml"/><Relationship Id="rId5" Type="http://schemas.openxmlformats.org/officeDocument/2006/relationships/slideLayout" Target="../slideLayouts/slideLayout10.xml"/><Relationship Id="rId15" Type="http://schemas.openxmlformats.org/officeDocument/2006/relationships/theme" Target="../theme/theme2.xml"/><Relationship Id="rId10" Type="http://schemas.openxmlformats.org/officeDocument/2006/relationships/slideLayout" Target="../slideLayouts/slideLayout15.xml"/><Relationship Id="rId4" Type="http://schemas.openxmlformats.org/officeDocument/2006/relationships/slideLayout" Target="../slideLayouts/slideLayout9.xml"/><Relationship Id="rId9" Type="http://schemas.openxmlformats.org/officeDocument/2006/relationships/slideLayout" Target="../slideLayouts/slideLayout14.xml"/><Relationship Id="rId14"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457200" y="228600"/>
            <a:ext cx="8229600" cy="868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0" tIns="0" rIns="0" bIns="0" numCol="1" anchor="b" anchorCtr="0" compatLnSpc="1">
            <a:prstTxWarp prst="textNoShape">
              <a:avLst/>
            </a:prstTxWarp>
          </a:bodyPr>
          <a:lstStyle/>
          <a:p>
            <a:pPr lvl="0"/>
            <a:r>
              <a:rPr lang="en-US" altLang="en-US"/>
              <a:t>Click to edit Master title style</a:t>
            </a:r>
          </a:p>
        </p:txBody>
      </p:sp>
      <p:sp>
        <p:nvSpPr>
          <p:cNvPr id="1027" name="Text Placeholder 2"/>
          <p:cNvSpPr>
            <a:spLocks noGrp="1"/>
          </p:cNvSpPr>
          <p:nvPr>
            <p:ph type="body" idx="1"/>
          </p:nvPr>
        </p:nvSpPr>
        <p:spPr bwMode="auto">
          <a:xfrm>
            <a:off x="457200" y="1382713"/>
            <a:ext cx="8229600" cy="456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45720" tIns="45720" rIns="4572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Tree>
  </p:cSld>
  <p:clrMap bg1="lt1" tx1="dk1" bg2="lt2" tx2="dk2" accent1="accent1" accent2="accent2" accent3="accent3" accent4="accent4" accent5="accent5" accent6="accent6" hlink="hlink" folHlink="folHlink"/>
  <p:sldLayoutIdLst>
    <p:sldLayoutId id="2147483943" r:id="rId1"/>
    <p:sldLayoutId id="2147483944" r:id="rId2"/>
    <p:sldLayoutId id="2147483945" r:id="rId3"/>
    <p:sldLayoutId id="2147483946" r:id="rId4"/>
    <p:sldLayoutId id="2147483947" r:id="rId5"/>
  </p:sldLayoutIdLst>
  <p:timing>
    <p:tnLst>
      <p:par>
        <p:cTn id="1" dur="indefinite" restart="never" nodeType="tmRoot"/>
      </p:par>
    </p:tnLst>
  </p:timing>
  <p:txStyles>
    <p:titleStyle>
      <a:lvl1pPr algn="l" rtl="0" eaLnBrk="0" fontAlgn="base" hangingPunct="0">
        <a:spcBef>
          <a:spcPct val="0"/>
        </a:spcBef>
        <a:spcAft>
          <a:spcPct val="0"/>
        </a:spcAft>
        <a:defRPr sz="2800" b="1" kern="1200">
          <a:solidFill>
            <a:schemeClr val="tx1"/>
          </a:solidFill>
          <a:latin typeface="+mj-lt"/>
          <a:ea typeface="ＭＳ Ｐゴシック" charset="0"/>
          <a:cs typeface="ＭＳ Ｐゴシック" charset="0"/>
        </a:defRPr>
      </a:lvl1pPr>
      <a:lvl2pPr algn="l" rtl="0" eaLnBrk="0" fontAlgn="base" hangingPunct="0">
        <a:spcBef>
          <a:spcPct val="0"/>
        </a:spcBef>
        <a:spcAft>
          <a:spcPct val="0"/>
        </a:spcAft>
        <a:defRPr sz="2800" b="1">
          <a:solidFill>
            <a:schemeClr val="tx1"/>
          </a:solidFill>
          <a:latin typeface="Arial" charset="0"/>
          <a:ea typeface="ＭＳ Ｐゴシック" charset="0"/>
          <a:cs typeface="ＭＳ Ｐゴシック" charset="0"/>
        </a:defRPr>
      </a:lvl2pPr>
      <a:lvl3pPr algn="l" rtl="0" eaLnBrk="0" fontAlgn="base" hangingPunct="0">
        <a:spcBef>
          <a:spcPct val="0"/>
        </a:spcBef>
        <a:spcAft>
          <a:spcPct val="0"/>
        </a:spcAft>
        <a:defRPr sz="2800" b="1">
          <a:solidFill>
            <a:schemeClr val="tx1"/>
          </a:solidFill>
          <a:latin typeface="Arial" charset="0"/>
          <a:ea typeface="ＭＳ Ｐゴシック" charset="0"/>
          <a:cs typeface="ＭＳ Ｐゴシック" charset="0"/>
        </a:defRPr>
      </a:lvl3pPr>
      <a:lvl4pPr algn="l" rtl="0" eaLnBrk="0" fontAlgn="base" hangingPunct="0">
        <a:spcBef>
          <a:spcPct val="0"/>
        </a:spcBef>
        <a:spcAft>
          <a:spcPct val="0"/>
        </a:spcAft>
        <a:defRPr sz="2800" b="1">
          <a:solidFill>
            <a:schemeClr val="tx1"/>
          </a:solidFill>
          <a:latin typeface="Arial" charset="0"/>
          <a:ea typeface="ＭＳ Ｐゴシック" charset="0"/>
          <a:cs typeface="ＭＳ Ｐゴシック" charset="0"/>
        </a:defRPr>
      </a:lvl4pPr>
      <a:lvl5pPr algn="l" rtl="0" eaLnBrk="0" fontAlgn="base" hangingPunct="0">
        <a:spcBef>
          <a:spcPct val="0"/>
        </a:spcBef>
        <a:spcAft>
          <a:spcPct val="0"/>
        </a:spcAft>
        <a:defRPr sz="2800" b="1">
          <a:solidFill>
            <a:schemeClr val="tx1"/>
          </a:solidFill>
          <a:latin typeface="Arial" charset="0"/>
          <a:ea typeface="ＭＳ Ｐゴシック" charset="0"/>
          <a:cs typeface="ＭＳ Ｐゴシック" charset="0"/>
        </a:defRPr>
      </a:lvl5pPr>
      <a:lvl6pPr marL="457200" algn="l" rtl="0" fontAlgn="base">
        <a:spcBef>
          <a:spcPct val="0"/>
        </a:spcBef>
        <a:spcAft>
          <a:spcPct val="0"/>
        </a:spcAft>
        <a:defRPr sz="2800" b="1">
          <a:solidFill>
            <a:schemeClr val="tx1"/>
          </a:solidFill>
          <a:latin typeface="Arial" charset="0"/>
          <a:ea typeface="ＭＳ Ｐゴシック" charset="0"/>
          <a:cs typeface="ＭＳ Ｐゴシック" charset="0"/>
        </a:defRPr>
      </a:lvl6pPr>
      <a:lvl7pPr marL="914400" algn="l" rtl="0" fontAlgn="base">
        <a:spcBef>
          <a:spcPct val="0"/>
        </a:spcBef>
        <a:spcAft>
          <a:spcPct val="0"/>
        </a:spcAft>
        <a:defRPr sz="2800" b="1">
          <a:solidFill>
            <a:schemeClr val="tx1"/>
          </a:solidFill>
          <a:latin typeface="Arial" charset="0"/>
          <a:ea typeface="ＭＳ Ｐゴシック" charset="0"/>
          <a:cs typeface="ＭＳ Ｐゴシック" charset="0"/>
        </a:defRPr>
      </a:lvl7pPr>
      <a:lvl8pPr marL="1371600" algn="l" rtl="0" fontAlgn="base">
        <a:spcBef>
          <a:spcPct val="0"/>
        </a:spcBef>
        <a:spcAft>
          <a:spcPct val="0"/>
        </a:spcAft>
        <a:defRPr sz="2800" b="1">
          <a:solidFill>
            <a:schemeClr val="tx1"/>
          </a:solidFill>
          <a:latin typeface="Arial" charset="0"/>
          <a:ea typeface="ＭＳ Ｐゴシック" charset="0"/>
          <a:cs typeface="ＭＳ Ｐゴシック" charset="0"/>
        </a:defRPr>
      </a:lvl8pPr>
      <a:lvl9pPr marL="1828800" algn="l" rtl="0" fontAlgn="base">
        <a:spcBef>
          <a:spcPct val="0"/>
        </a:spcBef>
        <a:spcAft>
          <a:spcPct val="0"/>
        </a:spcAft>
        <a:defRPr sz="2800" b="1">
          <a:solidFill>
            <a:schemeClr val="tx1"/>
          </a:solidFill>
          <a:latin typeface="Arial" charset="0"/>
          <a:ea typeface="ＭＳ Ｐゴシック" charset="0"/>
          <a:cs typeface="ＭＳ Ｐゴシック" charset="0"/>
        </a:defRPr>
      </a:lvl9pPr>
    </p:titleStyle>
    <p:bodyStyle>
      <a:lvl1pPr marL="182563" indent="-173038" algn="l" rtl="0" eaLnBrk="0" fontAlgn="base" hangingPunct="0">
        <a:spcBef>
          <a:spcPct val="0"/>
        </a:spcBef>
        <a:spcAft>
          <a:spcPts val="600"/>
        </a:spcAft>
        <a:buFont typeface="Arial" charset="0"/>
        <a:buChar char="•"/>
        <a:defRPr sz="2000" kern="1200">
          <a:solidFill>
            <a:schemeClr val="tx2"/>
          </a:solidFill>
          <a:latin typeface="+mn-lt"/>
          <a:ea typeface="ＭＳ Ｐゴシック" charset="0"/>
          <a:cs typeface="ＭＳ Ｐゴシック" charset="0"/>
        </a:defRPr>
      </a:lvl1pPr>
      <a:lvl2pPr marL="547688" indent="-228600" algn="l" rtl="0" eaLnBrk="0" fontAlgn="base" hangingPunct="0">
        <a:spcBef>
          <a:spcPct val="0"/>
        </a:spcBef>
        <a:spcAft>
          <a:spcPts val="600"/>
        </a:spcAft>
        <a:buFont typeface="Arial" charset="0"/>
        <a:buChar char="–"/>
        <a:defRPr kern="1200">
          <a:solidFill>
            <a:schemeClr val="tx2"/>
          </a:solidFill>
          <a:latin typeface="+mn-lt"/>
          <a:ea typeface="ＭＳ Ｐゴシック" charset="0"/>
          <a:cs typeface="+mn-cs"/>
        </a:defRPr>
      </a:lvl2pPr>
      <a:lvl3pPr marL="914400" indent="-173038" algn="l" rtl="0" eaLnBrk="0" fontAlgn="base" hangingPunct="0">
        <a:spcBef>
          <a:spcPct val="0"/>
        </a:spcBef>
        <a:spcAft>
          <a:spcPts val="600"/>
        </a:spcAft>
        <a:buFont typeface="Arial" charset="0"/>
        <a:buChar char="•"/>
        <a:defRPr sz="1600" kern="1200">
          <a:solidFill>
            <a:schemeClr val="tx2"/>
          </a:solidFill>
          <a:latin typeface="+mn-lt"/>
          <a:ea typeface="ＭＳ Ｐゴシック" charset="0"/>
          <a:cs typeface="+mn-cs"/>
        </a:defRPr>
      </a:lvl3pPr>
      <a:lvl4pPr marL="1279525" indent="-173038" algn="l" rtl="0" eaLnBrk="0" fontAlgn="base" hangingPunct="0">
        <a:spcBef>
          <a:spcPct val="0"/>
        </a:spcBef>
        <a:spcAft>
          <a:spcPts val="600"/>
        </a:spcAft>
        <a:buFont typeface="Arial" charset="0"/>
        <a:buChar char="–"/>
        <a:defRPr sz="1400" kern="1200">
          <a:solidFill>
            <a:schemeClr val="tx2"/>
          </a:solidFill>
          <a:latin typeface="+mn-lt"/>
          <a:ea typeface="ＭＳ Ｐゴシック" charset="0"/>
          <a:cs typeface="+mn-cs"/>
        </a:defRPr>
      </a:lvl4pPr>
      <a:lvl5pPr marL="1644650" indent="-173038" algn="l" rtl="0" eaLnBrk="0" fontAlgn="base" hangingPunct="0">
        <a:spcBef>
          <a:spcPct val="0"/>
        </a:spcBef>
        <a:spcAft>
          <a:spcPts val="600"/>
        </a:spcAft>
        <a:buFont typeface="Arial" charset="0"/>
        <a:buChar char="•"/>
        <a:defRPr sz="1200" kern="1200">
          <a:solidFill>
            <a:schemeClr val="tx2"/>
          </a:solidFill>
          <a:latin typeface="+mn-lt"/>
          <a:ea typeface="ＭＳ Ｐゴシック" charset="0"/>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6146" name="Title Placeholder 1"/>
          <p:cNvSpPr>
            <a:spLocks noGrp="1"/>
          </p:cNvSpPr>
          <p:nvPr>
            <p:ph type="title"/>
          </p:nvPr>
        </p:nvSpPr>
        <p:spPr bwMode="auto">
          <a:xfrm>
            <a:off x="457200" y="228600"/>
            <a:ext cx="8229600" cy="868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0" tIns="0" rIns="0" bIns="0" numCol="1" anchor="b" anchorCtr="0" compatLnSpc="1">
            <a:prstTxWarp prst="textNoShape">
              <a:avLst/>
            </a:prstTxWarp>
          </a:bodyPr>
          <a:lstStyle/>
          <a:p>
            <a:pPr lvl="0"/>
            <a:r>
              <a:rPr lang="en-US" altLang="en-US"/>
              <a:t>Click to edit Master title style</a:t>
            </a:r>
          </a:p>
        </p:txBody>
      </p:sp>
      <p:sp>
        <p:nvSpPr>
          <p:cNvPr id="6147" name="Text Placeholder 2"/>
          <p:cNvSpPr>
            <a:spLocks noGrp="1"/>
          </p:cNvSpPr>
          <p:nvPr>
            <p:ph type="body" idx="1"/>
          </p:nvPr>
        </p:nvSpPr>
        <p:spPr bwMode="auto">
          <a:xfrm>
            <a:off x="457200" y="1382713"/>
            <a:ext cx="8229600" cy="456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45720" tIns="45720" rIns="4572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4" name="Slide Number Placeholder 6"/>
          <p:cNvSpPr txBox="1">
            <a:spLocks/>
          </p:cNvSpPr>
          <p:nvPr/>
        </p:nvSpPr>
        <p:spPr>
          <a:xfrm>
            <a:off x="8786813" y="6497638"/>
            <a:ext cx="357187" cy="174625"/>
          </a:xfrm>
          <a:prstGeom prst="rect">
            <a:avLst/>
          </a:prstGeom>
        </p:spPr>
        <p:txBody>
          <a:bodyPr lIns="0" tIns="0" rIns="0" bIns="0" anchor="b"/>
          <a:lstStyle>
            <a:lvl1pPr defTabSz="457200" eaLnBrk="0" hangingPunct="0">
              <a:defRPr sz="2400">
                <a:solidFill>
                  <a:schemeClr val="tx1"/>
                </a:solidFill>
                <a:latin typeface="Arial" charset="0"/>
                <a:ea typeface="ＭＳ Ｐゴシック" charset="-128"/>
              </a:defRPr>
            </a:lvl1pPr>
            <a:lvl2pPr marL="742950" indent="-285750" defTabSz="457200" eaLnBrk="0" hangingPunct="0">
              <a:defRPr sz="2400">
                <a:solidFill>
                  <a:schemeClr val="tx1"/>
                </a:solidFill>
                <a:latin typeface="Arial" charset="0"/>
                <a:ea typeface="ＭＳ Ｐゴシック" charset="-128"/>
              </a:defRPr>
            </a:lvl2pPr>
            <a:lvl3pPr marL="1143000" indent="-228600" defTabSz="457200" eaLnBrk="0" hangingPunct="0">
              <a:defRPr sz="2400">
                <a:solidFill>
                  <a:schemeClr val="tx1"/>
                </a:solidFill>
                <a:latin typeface="Arial" charset="0"/>
                <a:ea typeface="ＭＳ Ｐゴシック" charset="-128"/>
              </a:defRPr>
            </a:lvl3pPr>
            <a:lvl4pPr marL="1600200" indent="-228600" defTabSz="457200" eaLnBrk="0" hangingPunct="0">
              <a:defRPr sz="2400">
                <a:solidFill>
                  <a:schemeClr val="tx1"/>
                </a:solidFill>
                <a:latin typeface="Arial" charset="0"/>
                <a:ea typeface="ＭＳ Ｐゴシック" charset="-128"/>
              </a:defRPr>
            </a:lvl4pPr>
            <a:lvl5pPr marL="2057400" indent="-228600" defTabSz="457200" eaLnBrk="0" hangingPunct="0">
              <a:defRPr sz="2400">
                <a:solidFill>
                  <a:schemeClr val="tx1"/>
                </a:solidFill>
                <a:latin typeface="Arial" charset="0"/>
                <a:ea typeface="ＭＳ Ｐゴシック" charset="-128"/>
              </a:defRPr>
            </a:lvl5pPr>
            <a:lvl6pPr marL="2514600" indent="-228600" defTabSz="457200" eaLnBrk="0" fontAlgn="base" hangingPunct="0">
              <a:spcBef>
                <a:spcPct val="0"/>
              </a:spcBef>
              <a:spcAft>
                <a:spcPct val="0"/>
              </a:spcAft>
              <a:defRPr sz="2400">
                <a:solidFill>
                  <a:schemeClr val="tx1"/>
                </a:solidFill>
                <a:latin typeface="Arial" charset="0"/>
                <a:ea typeface="ＭＳ Ｐゴシック" charset="-128"/>
              </a:defRPr>
            </a:lvl6pPr>
            <a:lvl7pPr marL="2971800" indent="-228600" defTabSz="457200" eaLnBrk="0" fontAlgn="base" hangingPunct="0">
              <a:spcBef>
                <a:spcPct val="0"/>
              </a:spcBef>
              <a:spcAft>
                <a:spcPct val="0"/>
              </a:spcAft>
              <a:defRPr sz="2400">
                <a:solidFill>
                  <a:schemeClr val="tx1"/>
                </a:solidFill>
                <a:latin typeface="Arial" charset="0"/>
                <a:ea typeface="ＭＳ Ｐゴシック" charset="-128"/>
              </a:defRPr>
            </a:lvl7pPr>
            <a:lvl8pPr marL="3429000" indent="-228600" defTabSz="457200" eaLnBrk="0" fontAlgn="base" hangingPunct="0">
              <a:spcBef>
                <a:spcPct val="0"/>
              </a:spcBef>
              <a:spcAft>
                <a:spcPct val="0"/>
              </a:spcAft>
              <a:defRPr sz="2400">
                <a:solidFill>
                  <a:schemeClr val="tx1"/>
                </a:solidFill>
                <a:latin typeface="Arial" charset="0"/>
                <a:ea typeface="ＭＳ Ｐゴシック" charset="-128"/>
              </a:defRPr>
            </a:lvl8pPr>
            <a:lvl9pPr marL="3886200" indent="-228600" defTabSz="457200" eaLnBrk="0" fontAlgn="base" hangingPunct="0">
              <a:spcBef>
                <a:spcPct val="0"/>
              </a:spcBef>
              <a:spcAft>
                <a:spcPct val="0"/>
              </a:spcAft>
              <a:defRPr sz="2400">
                <a:solidFill>
                  <a:schemeClr val="tx1"/>
                </a:solidFill>
                <a:latin typeface="Arial" charset="0"/>
                <a:ea typeface="ＭＳ Ｐゴシック" charset="-128"/>
              </a:defRPr>
            </a:lvl9pPr>
          </a:lstStyle>
          <a:p>
            <a:pPr eaLnBrk="1" hangingPunct="1"/>
            <a:fld id="{057BE2D5-0DA1-E347-9E3E-FBE0ADD6EEE5}" type="slidenum">
              <a:rPr lang="en-US" altLang="en-US" sz="900">
                <a:solidFill>
                  <a:schemeClr val="tx2"/>
                </a:solidFill>
              </a:rPr>
              <a:pPr eaLnBrk="1" hangingPunct="1"/>
              <a:t>‹#›</a:t>
            </a:fld>
            <a:endParaRPr lang="en-US" altLang="en-US" sz="900">
              <a:solidFill>
                <a:schemeClr val="tx2"/>
              </a:solidFill>
            </a:endParaRPr>
          </a:p>
        </p:txBody>
      </p:sp>
      <p:sp>
        <p:nvSpPr>
          <p:cNvPr id="6" name="Footer Placeholder 6"/>
          <p:cNvSpPr txBox="1">
            <a:spLocks/>
          </p:cNvSpPr>
          <p:nvPr/>
        </p:nvSpPr>
        <p:spPr>
          <a:xfrm>
            <a:off x="7186613" y="6497638"/>
            <a:ext cx="1531937" cy="185737"/>
          </a:xfrm>
          <a:prstGeom prst="rect">
            <a:avLst/>
          </a:prstGeom>
        </p:spPr>
        <p:txBody>
          <a:bodyPr lIns="0" tIns="0" rIns="0" bIns="0" anchor="b"/>
          <a:lstStyle>
            <a:defPPr>
              <a:defRPr lang="en-US"/>
            </a:defPPr>
            <a:lvl1pPr marL="0" algn="l" defTabSz="457200" rtl="0" eaLnBrk="1" latinLnBrk="0" hangingPunct="1">
              <a:defRPr sz="900" b="1" kern="1200">
                <a:solidFill>
                  <a:srgbClr val="0C2074"/>
                </a:solidFill>
                <a:latin typeface="Arial"/>
                <a:ea typeface="+mn-ea"/>
                <a:cs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fontAlgn="auto">
              <a:spcBef>
                <a:spcPts val="0"/>
              </a:spcBef>
              <a:spcAft>
                <a:spcPts val="0"/>
              </a:spcAft>
              <a:defRPr/>
            </a:pPr>
            <a:r>
              <a:rPr lang="en-US" b="0" spc="60" dirty="0" smtClean="0">
                <a:solidFill>
                  <a:schemeClr val="tx2"/>
                </a:solidFill>
                <a:latin typeface="Arial Narrow" panose="020B0606020202030204" pitchFamily="34" charset="0"/>
              </a:rPr>
              <a:t>U.S. BANK</a:t>
            </a:r>
            <a:r>
              <a:rPr lang="en-US" b="0" spc="60" dirty="0" smtClean="0">
                <a:solidFill>
                  <a:schemeClr val="tx1"/>
                </a:solidFill>
                <a:latin typeface="Arial Narrow" panose="020B0606020202030204" pitchFamily="34" charset="0"/>
              </a:rPr>
              <a:t>  |</a:t>
            </a:r>
            <a:endParaRPr lang="en-US" b="0" spc="60" dirty="0">
              <a:solidFill>
                <a:schemeClr val="tx1"/>
              </a:solidFill>
              <a:latin typeface="Arial Narrow" panose="020B0606020202030204" pitchFamily="34" charset="0"/>
            </a:endParaRPr>
          </a:p>
        </p:txBody>
      </p:sp>
      <p:pic>
        <p:nvPicPr>
          <p:cNvPr id="6150" name="Picture 7"/>
          <p:cNvPicPr>
            <a:picLocks noChangeAspect="1"/>
          </p:cNvPicPr>
          <p:nvPr/>
        </p:nvPicPr>
        <p:blipFill>
          <a:blip r:embed="rId16">
            <a:extLst>
              <a:ext uri="{28A0092B-C50C-407E-A947-70E740481C1C}">
                <a14:useLocalDpi xmlns:a14="http://schemas.microsoft.com/office/drawing/2010/main" val="0"/>
              </a:ext>
            </a:extLst>
          </a:blip>
          <a:srcRect/>
          <a:stretch>
            <a:fillRect/>
          </a:stretch>
        </p:blipFill>
        <p:spPr bwMode="auto">
          <a:xfrm>
            <a:off x="4763" y="6181725"/>
            <a:ext cx="9134475" cy="29527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929" r:id="rId1"/>
    <p:sldLayoutId id="2147483930" r:id="rId2"/>
    <p:sldLayoutId id="2147483931" r:id="rId3"/>
    <p:sldLayoutId id="2147483932" r:id="rId4"/>
    <p:sldLayoutId id="2147483933" r:id="rId5"/>
    <p:sldLayoutId id="2147483934" r:id="rId6"/>
    <p:sldLayoutId id="2147483935" r:id="rId7"/>
    <p:sldLayoutId id="2147483936" r:id="rId8"/>
    <p:sldLayoutId id="2147483937" r:id="rId9"/>
    <p:sldLayoutId id="2147483938" r:id="rId10"/>
    <p:sldLayoutId id="2147483939" r:id="rId11"/>
    <p:sldLayoutId id="2147483940" r:id="rId12"/>
    <p:sldLayoutId id="2147483941" r:id="rId13"/>
    <p:sldLayoutId id="2147483942" r:id="rId14"/>
  </p:sldLayoutIdLst>
  <p:timing>
    <p:tnLst>
      <p:par>
        <p:cTn id="1" dur="indefinite" restart="never" nodeType="tmRoot"/>
      </p:par>
    </p:tnLst>
  </p:timing>
  <p:txStyles>
    <p:titleStyle>
      <a:lvl1pPr algn="l" rtl="0" eaLnBrk="0" fontAlgn="base" hangingPunct="0">
        <a:spcBef>
          <a:spcPct val="0"/>
        </a:spcBef>
        <a:spcAft>
          <a:spcPct val="0"/>
        </a:spcAft>
        <a:defRPr sz="2800" b="1" kern="1200">
          <a:solidFill>
            <a:schemeClr val="tx1"/>
          </a:solidFill>
          <a:latin typeface="+mj-lt"/>
          <a:ea typeface="ＭＳ Ｐゴシック" charset="0"/>
          <a:cs typeface="ＭＳ Ｐゴシック" charset="0"/>
        </a:defRPr>
      </a:lvl1pPr>
      <a:lvl2pPr algn="l" rtl="0" eaLnBrk="0" fontAlgn="base" hangingPunct="0">
        <a:spcBef>
          <a:spcPct val="0"/>
        </a:spcBef>
        <a:spcAft>
          <a:spcPct val="0"/>
        </a:spcAft>
        <a:defRPr sz="2800" b="1">
          <a:solidFill>
            <a:schemeClr val="tx1"/>
          </a:solidFill>
          <a:latin typeface="Arial" charset="0"/>
          <a:ea typeface="ＭＳ Ｐゴシック" charset="0"/>
          <a:cs typeface="ＭＳ Ｐゴシック" charset="0"/>
        </a:defRPr>
      </a:lvl2pPr>
      <a:lvl3pPr algn="l" rtl="0" eaLnBrk="0" fontAlgn="base" hangingPunct="0">
        <a:spcBef>
          <a:spcPct val="0"/>
        </a:spcBef>
        <a:spcAft>
          <a:spcPct val="0"/>
        </a:spcAft>
        <a:defRPr sz="2800" b="1">
          <a:solidFill>
            <a:schemeClr val="tx1"/>
          </a:solidFill>
          <a:latin typeface="Arial" charset="0"/>
          <a:ea typeface="ＭＳ Ｐゴシック" charset="0"/>
          <a:cs typeface="ＭＳ Ｐゴシック" charset="0"/>
        </a:defRPr>
      </a:lvl3pPr>
      <a:lvl4pPr algn="l" rtl="0" eaLnBrk="0" fontAlgn="base" hangingPunct="0">
        <a:spcBef>
          <a:spcPct val="0"/>
        </a:spcBef>
        <a:spcAft>
          <a:spcPct val="0"/>
        </a:spcAft>
        <a:defRPr sz="2800" b="1">
          <a:solidFill>
            <a:schemeClr val="tx1"/>
          </a:solidFill>
          <a:latin typeface="Arial" charset="0"/>
          <a:ea typeface="ＭＳ Ｐゴシック" charset="0"/>
          <a:cs typeface="ＭＳ Ｐゴシック" charset="0"/>
        </a:defRPr>
      </a:lvl4pPr>
      <a:lvl5pPr algn="l" rtl="0" eaLnBrk="0" fontAlgn="base" hangingPunct="0">
        <a:spcBef>
          <a:spcPct val="0"/>
        </a:spcBef>
        <a:spcAft>
          <a:spcPct val="0"/>
        </a:spcAft>
        <a:defRPr sz="2800" b="1">
          <a:solidFill>
            <a:schemeClr val="tx1"/>
          </a:solidFill>
          <a:latin typeface="Arial" charset="0"/>
          <a:ea typeface="ＭＳ Ｐゴシック" charset="0"/>
          <a:cs typeface="ＭＳ Ｐゴシック" charset="0"/>
        </a:defRPr>
      </a:lvl5pPr>
      <a:lvl6pPr marL="457200" algn="l" rtl="0" fontAlgn="base">
        <a:spcBef>
          <a:spcPct val="0"/>
        </a:spcBef>
        <a:spcAft>
          <a:spcPct val="0"/>
        </a:spcAft>
        <a:defRPr sz="2800" b="1">
          <a:solidFill>
            <a:schemeClr val="tx1"/>
          </a:solidFill>
          <a:latin typeface="Arial" charset="0"/>
          <a:ea typeface="ＭＳ Ｐゴシック" charset="0"/>
          <a:cs typeface="ＭＳ Ｐゴシック" charset="0"/>
        </a:defRPr>
      </a:lvl6pPr>
      <a:lvl7pPr marL="914400" algn="l" rtl="0" fontAlgn="base">
        <a:spcBef>
          <a:spcPct val="0"/>
        </a:spcBef>
        <a:spcAft>
          <a:spcPct val="0"/>
        </a:spcAft>
        <a:defRPr sz="2800" b="1">
          <a:solidFill>
            <a:schemeClr val="tx1"/>
          </a:solidFill>
          <a:latin typeface="Arial" charset="0"/>
          <a:ea typeface="ＭＳ Ｐゴシック" charset="0"/>
          <a:cs typeface="ＭＳ Ｐゴシック" charset="0"/>
        </a:defRPr>
      </a:lvl7pPr>
      <a:lvl8pPr marL="1371600" algn="l" rtl="0" fontAlgn="base">
        <a:spcBef>
          <a:spcPct val="0"/>
        </a:spcBef>
        <a:spcAft>
          <a:spcPct val="0"/>
        </a:spcAft>
        <a:defRPr sz="2800" b="1">
          <a:solidFill>
            <a:schemeClr val="tx1"/>
          </a:solidFill>
          <a:latin typeface="Arial" charset="0"/>
          <a:ea typeface="ＭＳ Ｐゴシック" charset="0"/>
          <a:cs typeface="ＭＳ Ｐゴシック" charset="0"/>
        </a:defRPr>
      </a:lvl8pPr>
      <a:lvl9pPr marL="1828800" algn="l" rtl="0" fontAlgn="base">
        <a:spcBef>
          <a:spcPct val="0"/>
        </a:spcBef>
        <a:spcAft>
          <a:spcPct val="0"/>
        </a:spcAft>
        <a:defRPr sz="2800" b="1">
          <a:solidFill>
            <a:schemeClr val="tx1"/>
          </a:solidFill>
          <a:latin typeface="Arial" charset="0"/>
          <a:ea typeface="ＭＳ Ｐゴシック" charset="0"/>
          <a:cs typeface="ＭＳ Ｐゴシック" charset="0"/>
        </a:defRPr>
      </a:lvl9pPr>
    </p:titleStyle>
    <p:bodyStyle>
      <a:lvl1pPr marL="182563" indent="-173038" algn="l" rtl="0" eaLnBrk="0" fontAlgn="base" hangingPunct="0">
        <a:spcBef>
          <a:spcPct val="0"/>
        </a:spcBef>
        <a:spcAft>
          <a:spcPts val="600"/>
        </a:spcAft>
        <a:buFont typeface="Arial" charset="0"/>
        <a:buChar char="•"/>
        <a:defRPr sz="2000" kern="1200">
          <a:solidFill>
            <a:schemeClr val="tx2"/>
          </a:solidFill>
          <a:latin typeface="+mn-lt"/>
          <a:ea typeface="ＭＳ Ｐゴシック" charset="0"/>
          <a:cs typeface="ＭＳ Ｐゴシック" charset="0"/>
        </a:defRPr>
      </a:lvl1pPr>
      <a:lvl2pPr marL="547688" indent="-228600" algn="l" rtl="0" eaLnBrk="0" fontAlgn="base" hangingPunct="0">
        <a:spcBef>
          <a:spcPct val="0"/>
        </a:spcBef>
        <a:spcAft>
          <a:spcPts val="600"/>
        </a:spcAft>
        <a:buFont typeface="Arial" charset="0"/>
        <a:buChar char="–"/>
        <a:defRPr kern="1200">
          <a:solidFill>
            <a:schemeClr val="tx2"/>
          </a:solidFill>
          <a:latin typeface="+mn-lt"/>
          <a:ea typeface="ＭＳ Ｐゴシック" charset="0"/>
          <a:cs typeface="+mn-cs"/>
        </a:defRPr>
      </a:lvl2pPr>
      <a:lvl3pPr marL="914400" indent="-173038" algn="l" rtl="0" eaLnBrk="0" fontAlgn="base" hangingPunct="0">
        <a:spcBef>
          <a:spcPct val="0"/>
        </a:spcBef>
        <a:spcAft>
          <a:spcPts val="600"/>
        </a:spcAft>
        <a:buFont typeface="Arial" charset="0"/>
        <a:buChar char="•"/>
        <a:defRPr sz="1600" kern="1200">
          <a:solidFill>
            <a:schemeClr val="tx2"/>
          </a:solidFill>
          <a:latin typeface="+mn-lt"/>
          <a:ea typeface="ＭＳ Ｐゴシック" charset="0"/>
          <a:cs typeface="+mn-cs"/>
        </a:defRPr>
      </a:lvl3pPr>
      <a:lvl4pPr marL="1279525" indent="-173038" algn="l" rtl="0" eaLnBrk="0" fontAlgn="base" hangingPunct="0">
        <a:spcBef>
          <a:spcPct val="0"/>
        </a:spcBef>
        <a:spcAft>
          <a:spcPts val="600"/>
        </a:spcAft>
        <a:buFont typeface="Arial" charset="0"/>
        <a:buChar char="–"/>
        <a:defRPr sz="1400" kern="1200">
          <a:solidFill>
            <a:schemeClr val="tx2"/>
          </a:solidFill>
          <a:latin typeface="+mn-lt"/>
          <a:ea typeface="ＭＳ Ｐゴシック" charset="0"/>
          <a:cs typeface="+mn-cs"/>
        </a:defRPr>
      </a:lvl4pPr>
      <a:lvl5pPr marL="1644650" indent="-173038" algn="l" rtl="0" eaLnBrk="0" fontAlgn="base" hangingPunct="0">
        <a:spcBef>
          <a:spcPct val="0"/>
        </a:spcBef>
        <a:spcAft>
          <a:spcPts val="600"/>
        </a:spcAft>
        <a:buFont typeface="Arial" charset="0"/>
        <a:buChar char="•"/>
        <a:defRPr sz="1200" kern="1200">
          <a:solidFill>
            <a:schemeClr val="tx2"/>
          </a:solidFill>
          <a:latin typeface="+mn-lt"/>
          <a:ea typeface="ＭＳ Ｐゴシック" charset="0"/>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3.tiff"/><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7" name="Title 1"/>
          <p:cNvSpPr txBox="1">
            <a:spLocks/>
          </p:cNvSpPr>
          <p:nvPr/>
        </p:nvSpPr>
        <p:spPr bwMode="auto">
          <a:xfrm>
            <a:off x="1752600" y="228600"/>
            <a:ext cx="70104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lIns="0" tIns="0" rIns="0" bIns="0"/>
          <a:lstStyle>
            <a:lvl1pPr eaLnBrk="0" hangingPunct="0">
              <a:defRPr sz="2400">
                <a:solidFill>
                  <a:schemeClr val="tx1"/>
                </a:solidFill>
                <a:latin typeface="Arial" charset="0"/>
                <a:ea typeface="ＭＳ Ｐゴシック" charset="-128"/>
              </a:defRPr>
            </a:lvl1pPr>
            <a:lvl2pPr marL="742950" indent="-285750" eaLnBrk="0" hangingPunct="0">
              <a:defRPr sz="2400">
                <a:solidFill>
                  <a:schemeClr val="tx1"/>
                </a:solidFill>
                <a:latin typeface="Arial" charset="0"/>
                <a:ea typeface="ＭＳ Ｐゴシック" charset="-128"/>
              </a:defRPr>
            </a:lvl2pPr>
            <a:lvl3pPr marL="1143000" indent="-228600" eaLnBrk="0" hangingPunct="0">
              <a:defRPr sz="2400">
                <a:solidFill>
                  <a:schemeClr val="tx1"/>
                </a:solidFill>
                <a:latin typeface="Arial" charset="0"/>
                <a:ea typeface="ＭＳ Ｐゴシック" charset="-128"/>
              </a:defRPr>
            </a:lvl3pPr>
            <a:lvl4pPr marL="1600200" indent="-228600" eaLnBrk="0" hangingPunct="0">
              <a:defRPr sz="2400">
                <a:solidFill>
                  <a:schemeClr val="tx1"/>
                </a:solidFill>
                <a:latin typeface="Arial" charset="0"/>
                <a:ea typeface="ＭＳ Ｐゴシック" charset="-128"/>
              </a:defRPr>
            </a:lvl4pPr>
            <a:lvl5pPr marL="2057400" indent="-228600" eaLnBrk="0" hangingPunct="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algn="r" eaLnBrk="1" hangingPunct="1"/>
            <a:r>
              <a:rPr lang="en-US" altLang="en-US" sz="2800" b="1" dirty="0"/>
              <a:t>INNOVATION CANVAS</a:t>
            </a:r>
          </a:p>
        </p:txBody>
      </p:sp>
      <p:graphicFrame>
        <p:nvGraphicFramePr>
          <p:cNvPr id="7" name="Table 6"/>
          <p:cNvGraphicFramePr>
            <a:graphicFrameLocks noGrp="1"/>
          </p:cNvGraphicFramePr>
          <p:nvPr>
            <p:extLst>
              <p:ext uri="{D42A27DB-BD31-4B8C-83A1-F6EECF244321}">
                <p14:modId xmlns:p14="http://schemas.microsoft.com/office/powerpoint/2010/main" val="2833374250"/>
              </p:ext>
            </p:extLst>
          </p:nvPr>
        </p:nvGraphicFramePr>
        <p:xfrm>
          <a:off x="304800" y="762000"/>
          <a:ext cx="8458200" cy="1351838"/>
        </p:xfrm>
        <a:graphic>
          <a:graphicData uri="http://schemas.openxmlformats.org/drawingml/2006/table">
            <a:tbl>
              <a:tblPr/>
              <a:tblGrid>
                <a:gridCol w="2114550"/>
                <a:gridCol w="2114550"/>
                <a:gridCol w="2114550"/>
                <a:gridCol w="2114550"/>
              </a:tblGrid>
              <a:tr h="914400">
                <a:tc>
                  <a:txBody>
                    <a:bodyPr/>
                    <a:lstStyle>
                      <a:lvl1pPr eaLnBrk="0" hangingPunct="0">
                        <a:spcAft>
                          <a:spcPts val="600"/>
                        </a:spcAft>
                        <a:buFont typeface="Arial" charset="0"/>
                        <a:defRPr>
                          <a:solidFill>
                            <a:schemeClr val="tx2"/>
                          </a:solidFill>
                          <a:latin typeface="Arial" charset="0"/>
                          <a:ea typeface="ＭＳ Ｐゴシック" charset="-128"/>
                        </a:defRPr>
                      </a:lvl1pPr>
                      <a:lvl2pPr marL="742950" indent="-285750" eaLnBrk="0" hangingPunct="0">
                        <a:spcAft>
                          <a:spcPts val="600"/>
                        </a:spcAft>
                        <a:buFont typeface="Arial" charset="0"/>
                        <a:defRPr sz="1600">
                          <a:solidFill>
                            <a:schemeClr val="tx2"/>
                          </a:solidFill>
                          <a:latin typeface="Arial" charset="0"/>
                          <a:ea typeface="ＭＳ Ｐゴシック" charset="-128"/>
                        </a:defRPr>
                      </a:lvl2pPr>
                      <a:lvl3pPr marL="1143000" indent="-228600" eaLnBrk="0" hangingPunct="0">
                        <a:spcAft>
                          <a:spcPts val="600"/>
                        </a:spcAft>
                        <a:buFont typeface="Arial" charset="0"/>
                        <a:defRPr sz="1400">
                          <a:solidFill>
                            <a:schemeClr val="tx2"/>
                          </a:solidFill>
                          <a:latin typeface="Arial" charset="0"/>
                          <a:ea typeface="ＭＳ Ｐゴシック" charset="-128"/>
                        </a:defRPr>
                      </a:lvl3pPr>
                      <a:lvl4pPr marL="1600200" indent="-228600" eaLnBrk="0" hangingPunct="0">
                        <a:spcAft>
                          <a:spcPts val="600"/>
                        </a:spcAft>
                        <a:buFont typeface="Arial" charset="0"/>
                        <a:defRPr sz="1200">
                          <a:solidFill>
                            <a:schemeClr val="tx2"/>
                          </a:solidFill>
                          <a:latin typeface="Arial" charset="0"/>
                          <a:ea typeface="ＭＳ Ｐゴシック" charset="-128"/>
                        </a:defRPr>
                      </a:lvl4pPr>
                      <a:lvl5pPr marL="2057400" indent="-228600" eaLnBrk="0" hangingPunct="0">
                        <a:spcAft>
                          <a:spcPts val="600"/>
                        </a:spcAft>
                        <a:buFont typeface="Arial" charset="0"/>
                        <a:defRPr sz="1000">
                          <a:solidFill>
                            <a:schemeClr val="tx2"/>
                          </a:solidFill>
                          <a:latin typeface="Arial" charset="0"/>
                          <a:ea typeface="ＭＳ Ｐゴシック" charset="-128"/>
                        </a:defRPr>
                      </a:lvl5pPr>
                      <a:lvl6pPr marL="2514600" indent="-228600" eaLnBrk="0" fontAlgn="base" hangingPunct="0">
                        <a:spcBef>
                          <a:spcPct val="0"/>
                        </a:spcBef>
                        <a:spcAft>
                          <a:spcPts val="600"/>
                        </a:spcAft>
                        <a:buFont typeface="Arial" charset="0"/>
                        <a:defRPr sz="1000">
                          <a:solidFill>
                            <a:schemeClr val="tx2"/>
                          </a:solidFill>
                          <a:latin typeface="Arial" charset="0"/>
                          <a:ea typeface="ＭＳ Ｐゴシック" charset="-128"/>
                        </a:defRPr>
                      </a:lvl6pPr>
                      <a:lvl7pPr marL="2971800" indent="-228600" eaLnBrk="0" fontAlgn="base" hangingPunct="0">
                        <a:spcBef>
                          <a:spcPct val="0"/>
                        </a:spcBef>
                        <a:spcAft>
                          <a:spcPts val="600"/>
                        </a:spcAft>
                        <a:buFont typeface="Arial" charset="0"/>
                        <a:defRPr sz="1000">
                          <a:solidFill>
                            <a:schemeClr val="tx2"/>
                          </a:solidFill>
                          <a:latin typeface="Arial" charset="0"/>
                          <a:ea typeface="ＭＳ Ｐゴシック" charset="-128"/>
                        </a:defRPr>
                      </a:lvl7pPr>
                      <a:lvl8pPr marL="3429000" indent="-228600" eaLnBrk="0" fontAlgn="base" hangingPunct="0">
                        <a:spcBef>
                          <a:spcPct val="0"/>
                        </a:spcBef>
                        <a:spcAft>
                          <a:spcPts val="600"/>
                        </a:spcAft>
                        <a:buFont typeface="Arial" charset="0"/>
                        <a:defRPr sz="1000">
                          <a:solidFill>
                            <a:schemeClr val="tx2"/>
                          </a:solidFill>
                          <a:latin typeface="Arial" charset="0"/>
                          <a:ea typeface="ＭＳ Ｐゴシック" charset="-128"/>
                        </a:defRPr>
                      </a:lvl8pPr>
                      <a:lvl9pPr marL="3886200" indent="-228600" eaLnBrk="0" fontAlgn="base" hangingPunct="0">
                        <a:spcBef>
                          <a:spcPct val="0"/>
                        </a:spcBef>
                        <a:spcAft>
                          <a:spcPts val="600"/>
                        </a:spcAft>
                        <a:buFont typeface="Arial" charset="0"/>
                        <a:defRPr sz="1000">
                          <a:solidFill>
                            <a:schemeClr val="tx2"/>
                          </a:solidFill>
                          <a:latin typeface="Arial" charset="0"/>
                          <a:ea typeface="ＭＳ Ｐゴシック"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400" b="0" i="0" u="none" strike="noStrike" cap="none" normalizeH="0" baseline="0" dirty="0">
                          <a:ln>
                            <a:noFill/>
                          </a:ln>
                          <a:solidFill>
                            <a:schemeClr val="bg1"/>
                          </a:solidFill>
                          <a:effectLst/>
                          <a:latin typeface="Arial" charset="0"/>
                          <a:ea typeface="ＭＳ Ｐゴシック" charset="-128"/>
                        </a:rPr>
                        <a:t>GENERAL INFO</a:t>
                      </a:r>
                    </a:p>
                  </a:txBody>
                  <a:tcPr marT="45745" marB="45745" anchor="ctr" horzOverflow="overflow">
                    <a:lnL>
                      <a:noFill/>
                    </a:lnL>
                    <a:lnR>
                      <a:noFill/>
                    </a:lnR>
                    <a:lnT>
                      <a:noFill/>
                    </a:lnT>
                    <a:lnB>
                      <a:noFill/>
                    </a:lnB>
                    <a:lnTlToBr>
                      <a:noFill/>
                    </a:lnTlToBr>
                    <a:lnBlToTr>
                      <a:noFill/>
                    </a:lnBlToTr>
                    <a:solidFill>
                      <a:srgbClr val="67B2E8"/>
                    </a:solidFill>
                  </a:tcPr>
                </a:tc>
                <a:tc>
                  <a:txBody>
                    <a:bodyPr/>
                    <a:lstStyle>
                      <a:lvl1pPr eaLnBrk="0" hangingPunct="0">
                        <a:spcAft>
                          <a:spcPts val="600"/>
                        </a:spcAft>
                        <a:buFont typeface="Arial" charset="0"/>
                        <a:defRPr>
                          <a:solidFill>
                            <a:schemeClr val="tx2"/>
                          </a:solidFill>
                          <a:latin typeface="Arial" charset="0"/>
                          <a:ea typeface="ＭＳ Ｐゴシック" charset="-128"/>
                        </a:defRPr>
                      </a:lvl1pPr>
                      <a:lvl2pPr marL="742950" indent="-285750" eaLnBrk="0" hangingPunct="0">
                        <a:spcAft>
                          <a:spcPts val="600"/>
                        </a:spcAft>
                        <a:buFont typeface="Arial" charset="0"/>
                        <a:defRPr sz="1600">
                          <a:solidFill>
                            <a:schemeClr val="tx2"/>
                          </a:solidFill>
                          <a:latin typeface="Arial" charset="0"/>
                          <a:ea typeface="ＭＳ Ｐゴシック" charset="-128"/>
                        </a:defRPr>
                      </a:lvl2pPr>
                      <a:lvl3pPr marL="1143000" indent="-228600" eaLnBrk="0" hangingPunct="0">
                        <a:spcAft>
                          <a:spcPts val="600"/>
                        </a:spcAft>
                        <a:buFont typeface="Arial" charset="0"/>
                        <a:defRPr sz="1400">
                          <a:solidFill>
                            <a:schemeClr val="tx2"/>
                          </a:solidFill>
                          <a:latin typeface="Arial" charset="0"/>
                          <a:ea typeface="ＭＳ Ｐゴシック" charset="-128"/>
                        </a:defRPr>
                      </a:lvl3pPr>
                      <a:lvl4pPr marL="1600200" indent="-228600" eaLnBrk="0" hangingPunct="0">
                        <a:spcAft>
                          <a:spcPts val="600"/>
                        </a:spcAft>
                        <a:buFont typeface="Arial" charset="0"/>
                        <a:defRPr sz="1200">
                          <a:solidFill>
                            <a:schemeClr val="tx2"/>
                          </a:solidFill>
                          <a:latin typeface="Arial" charset="0"/>
                          <a:ea typeface="ＭＳ Ｐゴシック" charset="-128"/>
                        </a:defRPr>
                      </a:lvl4pPr>
                      <a:lvl5pPr marL="2057400" indent="-228600" eaLnBrk="0" hangingPunct="0">
                        <a:spcAft>
                          <a:spcPts val="600"/>
                        </a:spcAft>
                        <a:buFont typeface="Arial" charset="0"/>
                        <a:defRPr sz="1000">
                          <a:solidFill>
                            <a:schemeClr val="tx2"/>
                          </a:solidFill>
                          <a:latin typeface="Arial" charset="0"/>
                          <a:ea typeface="ＭＳ Ｐゴシック" charset="-128"/>
                        </a:defRPr>
                      </a:lvl5pPr>
                      <a:lvl6pPr marL="2514600" indent="-228600" eaLnBrk="0" fontAlgn="base" hangingPunct="0">
                        <a:spcBef>
                          <a:spcPct val="0"/>
                        </a:spcBef>
                        <a:spcAft>
                          <a:spcPts val="600"/>
                        </a:spcAft>
                        <a:buFont typeface="Arial" charset="0"/>
                        <a:defRPr sz="1000">
                          <a:solidFill>
                            <a:schemeClr val="tx2"/>
                          </a:solidFill>
                          <a:latin typeface="Arial" charset="0"/>
                          <a:ea typeface="ＭＳ Ｐゴシック" charset="-128"/>
                        </a:defRPr>
                      </a:lvl6pPr>
                      <a:lvl7pPr marL="2971800" indent="-228600" eaLnBrk="0" fontAlgn="base" hangingPunct="0">
                        <a:spcBef>
                          <a:spcPct val="0"/>
                        </a:spcBef>
                        <a:spcAft>
                          <a:spcPts val="600"/>
                        </a:spcAft>
                        <a:buFont typeface="Arial" charset="0"/>
                        <a:defRPr sz="1000">
                          <a:solidFill>
                            <a:schemeClr val="tx2"/>
                          </a:solidFill>
                          <a:latin typeface="Arial" charset="0"/>
                          <a:ea typeface="ＭＳ Ｐゴシック" charset="-128"/>
                        </a:defRPr>
                      </a:lvl7pPr>
                      <a:lvl8pPr marL="3429000" indent="-228600" eaLnBrk="0" fontAlgn="base" hangingPunct="0">
                        <a:spcBef>
                          <a:spcPct val="0"/>
                        </a:spcBef>
                        <a:spcAft>
                          <a:spcPts val="600"/>
                        </a:spcAft>
                        <a:buFont typeface="Arial" charset="0"/>
                        <a:defRPr sz="1000">
                          <a:solidFill>
                            <a:schemeClr val="tx2"/>
                          </a:solidFill>
                          <a:latin typeface="Arial" charset="0"/>
                          <a:ea typeface="ＭＳ Ｐゴシック" charset="-128"/>
                        </a:defRPr>
                      </a:lvl8pPr>
                      <a:lvl9pPr marL="3886200" indent="-228600" eaLnBrk="0" fontAlgn="base" hangingPunct="0">
                        <a:spcBef>
                          <a:spcPct val="0"/>
                        </a:spcBef>
                        <a:spcAft>
                          <a:spcPts val="600"/>
                        </a:spcAft>
                        <a:buFont typeface="Arial" charset="0"/>
                        <a:defRPr sz="1000">
                          <a:solidFill>
                            <a:schemeClr val="tx2"/>
                          </a:solidFill>
                          <a:latin typeface="Arial" charset="0"/>
                          <a:ea typeface="ＭＳ Ｐゴシック"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US" sz="1200" b="0" i="0" u="none" strike="noStrike" cap="none" normalizeH="0" baseline="0" dirty="0">
                          <a:ln>
                            <a:noFill/>
                          </a:ln>
                          <a:solidFill>
                            <a:srgbClr val="67B2E8"/>
                          </a:solidFill>
                          <a:effectLst/>
                          <a:latin typeface="Arial" charset="0"/>
                          <a:ea typeface="ＭＳ Ｐゴシック" charset="-128"/>
                        </a:rPr>
                        <a:t>PROJECT TEAM</a:t>
                      </a:r>
                    </a:p>
                    <a:p>
                      <a:pPr marL="0" marR="0" lvl="0" indent="0" algn="l" defTabSz="914400" rtl="0" eaLnBrk="1" fontAlgn="base" latinLnBrk="0" hangingPunct="1">
                        <a:lnSpc>
                          <a:spcPct val="130000"/>
                        </a:lnSpc>
                        <a:spcBef>
                          <a:spcPct val="0"/>
                        </a:spcBef>
                        <a:spcAft>
                          <a:spcPct val="0"/>
                        </a:spcAft>
                        <a:buClrTx/>
                        <a:buSzTx/>
                        <a:buFontTx/>
                        <a:buNone/>
                        <a:tabLst/>
                        <a:defRPr/>
                      </a:pPr>
                      <a:r>
                        <a:rPr kumimoji="0" lang="en-US" altLang="en-US" sz="1100" b="0" i="0" u="none" strike="noStrike" cap="none" normalizeH="0" baseline="0" dirty="0" smtClean="0">
                          <a:ln>
                            <a:noFill/>
                          </a:ln>
                          <a:solidFill>
                            <a:srgbClr val="7F7F7F"/>
                          </a:solidFill>
                          <a:effectLst/>
                          <a:latin typeface="Arial" charset="0"/>
                          <a:ea typeface="ＭＳ Ｐゴシック" charset="-128"/>
                        </a:rPr>
                        <a:t>   Lead(s): Awais, Stacie,               Rebecca, Shahid,  Ziad</a:t>
                      </a:r>
                    </a:p>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US" sz="1100" b="0" i="0" u="none" strike="noStrike" cap="none" normalizeH="0" baseline="0" dirty="0" smtClean="0">
                          <a:ln>
                            <a:noFill/>
                          </a:ln>
                          <a:solidFill>
                            <a:srgbClr val="7F7F7F"/>
                          </a:solidFill>
                          <a:effectLst/>
                          <a:latin typeface="Arial" charset="0"/>
                          <a:ea typeface="ＭＳ Ｐゴシック" charset="-128"/>
                        </a:rPr>
                        <a:t>   SME’s: Jason Gregory</a:t>
                      </a:r>
                    </a:p>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US" sz="1100" b="0" i="0" u="none" strike="noStrike" cap="none" normalizeH="0" baseline="0" dirty="0" smtClean="0">
                          <a:ln>
                            <a:noFill/>
                          </a:ln>
                          <a:solidFill>
                            <a:srgbClr val="7F7F7F"/>
                          </a:solidFill>
                          <a:effectLst/>
                          <a:latin typeface="Arial" charset="0"/>
                          <a:ea typeface="ＭＳ Ｐゴシック" charset="-128"/>
                        </a:rPr>
                        <a:t>   Sponsors: </a:t>
                      </a:r>
                      <a:endParaRPr kumimoji="0" lang="en-US" altLang="en-US" sz="1100" b="0" i="0" u="none" strike="noStrike" cap="none" normalizeH="0" baseline="0" dirty="0">
                        <a:ln>
                          <a:noFill/>
                        </a:ln>
                        <a:solidFill>
                          <a:srgbClr val="7F7F7F"/>
                        </a:solidFill>
                        <a:effectLst/>
                        <a:latin typeface="Arial" charset="0"/>
                        <a:ea typeface="ＭＳ Ｐゴシック" charset="-128"/>
                      </a:endParaRPr>
                    </a:p>
                  </a:txBody>
                  <a:tcPr marT="45745" marB="45745" horzOverflow="overflow">
                    <a:lnL>
                      <a:noFill/>
                    </a:lnL>
                    <a:lnR w="6350" cap="flat" cmpd="sng" algn="ctr">
                      <a:solidFill>
                        <a:srgbClr val="0C2074"/>
                      </a:solidFill>
                      <a:prstDash val="solid"/>
                      <a:round/>
                      <a:headEnd type="none" w="med" len="med"/>
                      <a:tailEnd type="none" w="med" len="med"/>
                    </a:lnR>
                    <a:lnT>
                      <a:noFill/>
                    </a:lnT>
                    <a:lnB>
                      <a:noFill/>
                    </a:lnB>
                    <a:lnTlToBr>
                      <a:noFill/>
                    </a:lnTlToBr>
                    <a:lnBlToTr>
                      <a:noFill/>
                    </a:lnBlToTr>
                    <a:solidFill>
                      <a:schemeClr val="bg1"/>
                    </a:solidFill>
                  </a:tcPr>
                </a:tc>
                <a:tc>
                  <a:txBody>
                    <a:bodyPr/>
                    <a:lstStyle>
                      <a:lvl1pPr eaLnBrk="0" hangingPunct="0">
                        <a:spcAft>
                          <a:spcPts val="600"/>
                        </a:spcAft>
                        <a:buFont typeface="Arial" charset="0"/>
                        <a:defRPr>
                          <a:solidFill>
                            <a:schemeClr val="tx2"/>
                          </a:solidFill>
                          <a:latin typeface="Arial" charset="0"/>
                          <a:ea typeface="ＭＳ Ｐゴシック" charset="-128"/>
                        </a:defRPr>
                      </a:lvl1pPr>
                      <a:lvl2pPr marL="742950" indent="-285750" eaLnBrk="0" hangingPunct="0">
                        <a:spcAft>
                          <a:spcPts val="600"/>
                        </a:spcAft>
                        <a:buFont typeface="Arial" charset="0"/>
                        <a:defRPr sz="1600">
                          <a:solidFill>
                            <a:schemeClr val="tx2"/>
                          </a:solidFill>
                          <a:latin typeface="Arial" charset="0"/>
                          <a:ea typeface="ＭＳ Ｐゴシック" charset="-128"/>
                        </a:defRPr>
                      </a:lvl2pPr>
                      <a:lvl3pPr marL="1143000" indent="-228600" eaLnBrk="0" hangingPunct="0">
                        <a:spcAft>
                          <a:spcPts val="600"/>
                        </a:spcAft>
                        <a:buFont typeface="Arial" charset="0"/>
                        <a:defRPr sz="1400">
                          <a:solidFill>
                            <a:schemeClr val="tx2"/>
                          </a:solidFill>
                          <a:latin typeface="Arial" charset="0"/>
                          <a:ea typeface="ＭＳ Ｐゴシック" charset="-128"/>
                        </a:defRPr>
                      </a:lvl3pPr>
                      <a:lvl4pPr marL="1600200" indent="-228600" eaLnBrk="0" hangingPunct="0">
                        <a:spcAft>
                          <a:spcPts val="600"/>
                        </a:spcAft>
                        <a:buFont typeface="Arial" charset="0"/>
                        <a:defRPr sz="1200">
                          <a:solidFill>
                            <a:schemeClr val="tx2"/>
                          </a:solidFill>
                          <a:latin typeface="Arial" charset="0"/>
                          <a:ea typeface="ＭＳ Ｐゴシック" charset="-128"/>
                        </a:defRPr>
                      </a:lvl4pPr>
                      <a:lvl5pPr marL="2057400" indent="-228600" eaLnBrk="0" hangingPunct="0">
                        <a:spcAft>
                          <a:spcPts val="600"/>
                        </a:spcAft>
                        <a:buFont typeface="Arial" charset="0"/>
                        <a:defRPr sz="1000">
                          <a:solidFill>
                            <a:schemeClr val="tx2"/>
                          </a:solidFill>
                          <a:latin typeface="Arial" charset="0"/>
                          <a:ea typeface="ＭＳ Ｐゴシック" charset="-128"/>
                        </a:defRPr>
                      </a:lvl5pPr>
                      <a:lvl6pPr marL="2514600" indent="-228600" eaLnBrk="0" fontAlgn="base" hangingPunct="0">
                        <a:spcBef>
                          <a:spcPct val="0"/>
                        </a:spcBef>
                        <a:spcAft>
                          <a:spcPts val="600"/>
                        </a:spcAft>
                        <a:buFont typeface="Arial" charset="0"/>
                        <a:defRPr sz="1000">
                          <a:solidFill>
                            <a:schemeClr val="tx2"/>
                          </a:solidFill>
                          <a:latin typeface="Arial" charset="0"/>
                          <a:ea typeface="ＭＳ Ｐゴシック" charset="-128"/>
                        </a:defRPr>
                      </a:lvl6pPr>
                      <a:lvl7pPr marL="2971800" indent="-228600" eaLnBrk="0" fontAlgn="base" hangingPunct="0">
                        <a:spcBef>
                          <a:spcPct val="0"/>
                        </a:spcBef>
                        <a:spcAft>
                          <a:spcPts val="600"/>
                        </a:spcAft>
                        <a:buFont typeface="Arial" charset="0"/>
                        <a:defRPr sz="1000">
                          <a:solidFill>
                            <a:schemeClr val="tx2"/>
                          </a:solidFill>
                          <a:latin typeface="Arial" charset="0"/>
                          <a:ea typeface="ＭＳ Ｐゴシック" charset="-128"/>
                        </a:defRPr>
                      </a:lvl7pPr>
                      <a:lvl8pPr marL="3429000" indent="-228600" eaLnBrk="0" fontAlgn="base" hangingPunct="0">
                        <a:spcBef>
                          <a:spcPct val="0"/>
                        </a:spcBef>
                        <a:spcAft>
                          <a:spcPts val="600"/>
                        </a:spcAft>
                        <a:buFont typeface="Arial" charset="0"/>
                        <a:defRPr sz="1000">
                          <a:solidFill>
                            <a:schemeClr val="tx2"/>
                          </a:solidFill>
                          <a:latin typeface="Arial" charset="0"/>
                          <a:ea typeface="ＭＳ Ｐゴシック" charset="-128"/>
                        </a:defRPr>
                      </a:lvl8pPr>
                      <a:lvl9pPr marL="3886200" indent="-228600" eaLnBrk="0" fontAlgn="base" hangingPunct="0">
                        <a:spcBef>
                          <a:spcPct val="0"/>
                        </a:spcBef>
                        <a:spcAft>
                          <a:spcPts val="600"/>
                        </a:spcAft>
                        <a:buFont typeface="Arial" charset="0"/>
                        <a:defRPr sz="1000">
                          <a:solidFill>
                            <a:schemeClr val="tx2"/>
                          </a:solidFill>
                          <a:latin typeface="Arial" charset="0"/>
                          <a:ea typeface="ＭＳ Ｐゴシック"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US" sz="1200" b="0" i="0" u="none" strike="noStrike" cap="none" normalizeH="0" baseline="0" dirty="0">
                          <a:ln>
                            <a:noFill/>
                          </a:ln>
                          <a:solidFill>
                            <a:srgbClr val="67B2E8"/>
                          </a:solidFill>
                          <a:effectLst/>
                          <a:latin typeface="Arial" charset="0"/>
                          <a:ea typeface="ＭＳ Ｐゴシック" charset="-128"/>
                        </a:rPr>
                        <a:t>BUSINESS </a:t>
                      </a:r>
                      <a:r>
                        <a:rPr kumimoji="0" lang="en-US" altLang="en-US" sz="1200" b="0" i="0" u="none" strike="noStrike" cap="none" normalizeH="0" baseline="0" dirty="0" smtClean="0">
                          <a:ln>
                            <a:noFill/>
                          </a:ln>
                          <a:solidFill>
                            <a:srgbClr val="67B2E8"/>
                          </a:solidFill>
                          <a:effectLst/>
                          <a:latin typeface="Arial" charset="0"/>
                          <a:ea typeface="ＭＳ Ｐゴシック" charset="-128"/>
                        </a:rPr>
                        <a:t>LINE</a:t>
                      </a:r>
                    </a:p>
                    <a:p>
                      <a:pPr marL="0" marR="0" lvl="0" indent="0" algn="l" defTabSz="914400" rtl="0" eaLnBrk="1" fontAlgn="base" latinLnBrk="0" hangingPunct="1">
                        <a:lnSpc>
                          <a:spcPct val="100000"/>
                        </a:lnSpc>
                        <a:spcBef>
                          <a:spcPct val="0"/>
                        </a:spcBef>
                        <a:spcAft>
                          <a:spcPct val="0"/>
                        </a:spcAft>
                        <a:buClrTx/>
                        <a:buSzTx/>
                        <a:buFontTx/>
                        <a:buNone/>
                        <a:tabLst/>
                      </a:pPr>
                      <a:r>
                        <a:rPr lang="en-US" sz="900" dirty="0" smtClean="0"/>
                        <a:t>TECHNOLOGY AND OPERATIONS SVCS </a:t>
                      </a:r>
                    </a:p>
                    <a:p>
                      <a:pPr marL="0" marR="0" lvl="0" indent="0" algn="l" defTabSz="914400" rtl="0" eaLnBrk="1" fontAlgn="base" latinLnBrk="0" hangingPunct="1">
                        <a:lnSpc>
                          <a:spcPct val="100000"/>
                        </a:lnSpc>
                        <a:spcBef>
                          <a:spcPct val="0"/>
                        </a:spcBef>
                        <a:spcAft>
                          <a:spcPct val="0"/>
                        </a:spcAft>
                        <a:buClrTx/>
                        <a:buSzTx/>
                        <a:buFontTx/>
                        <a:buNone/>
                        <a:tabLst/>
                      </a:pPr>
                      <a:r>
                        <a:rPr lang="en-US" sz="900" dirty="0" smtClean="0"/>
                        <a:t>                       AND</a:t>
                      </a:r>
                    </a:p>
                    <a:p>
                      <a:pPr marL="0" marR="0" lvl="0" indent="0" algn="l" defTabSz="914400" rtl="0" eaLnBrk="1" fontAlgn="base" latinLnBrk="0" hangingPunct="1">
                        <a:lnSpc>
                          <a:spcPct val="100000"/>
                        </a:lnSpc>
                        <a:spcBef>
                          <a:spcPct val="0"/>
                        </a:spcBef>
                        <a:spcAft>
                          <a:spcPct val="0"/>
                        </a:spcAft>
                        <a:buClrTx/>
                        <a:buSzTx/>
                        <a:buFontTx/>
                        <a:buNone/>
                        <a:tabLst/>
                      </a:pPr>
                      <a:r>
                        <a:rPr lang="en-US" sz="900" dirty="0" smtClean="0"/>
                        <a:t>WEALTH MGMT &amp; INVESTMENT SVCS</a:t>
                      </a:r>
                      <a:endParaRPr kumimoji="0" lang="en-US" altLang="en-US" sz="900" b="0" i="0" u="none" strike="noStrike" cap="none" normalizeH="0" baseline="0" dirty="0">
                        <a:ln>
                          <a:noFill/>
                        </a:ln>
                        <a:solidFill>
                          <a:srgbClr val="67B2E8"/>
                        </a:solidFill>
                        <a:effectLst/>
                        <a:latin typeface="Arial" charset="0"/>
                        <a:ea typeface="ＭＳ Ｐゴシック" charset="-128"/>
                      </a:endParaRPr>
                    </a:p>
                  </a:txBody>
                  <a:tcPr marT="45745" marB="45745" horzOverflow="overflow">
                    <a:lnL w="6350" cap="flat" cmpd="sng" algn="ctr">
                      <a:solidFill>
                        <a:srgbClr val="0C2074"/>
                      </a:solidFill>
                      <a:prstDash val="solid"/>
                      <a:round/>
                      <a:headEnd type="none" w="med" len="med"/>
                      <a:tailEnd type="none" w="med" len="med"/>
                    </a:lnL>
                    <a:lnR w="6350" cap="flat" cmpd="sng" algn="ctr">
                      <a:solidFill>
                        <a:srgbClr val="0C2074"/>
                      </a:solidFill>
                      <a:prstDash val="solid"/>
                      <a:round/>
                      <a:headEnd type="none" w="med" len="med"/>
                      <a:tailEnd type="none" w="med" len="med"/>
                    </a:lnR>
                    <a:lnT>
                      <a:noFill/>
                    </a:lnT>
                    <a:lnB>
                      <a:noFill/>
                    </a:lnB>
                    <a:lnTlToBr>
                      <a:noFill/>
                    </a:lnTlToBr>
                    <a:lnBlToTr>
                      <a:noFill/>
                    </a:lnBlToTr>
                    <a:solidFill>
                      <a:schemeClr val="bg1"/>
                    </a:solidFill>
                  </a:tcPr>
                </a:tc>
                <a:tc>
                  <a:txBody>
                    <a:bodyPr/>
                    <a:lstStyle>
                      <a:lvl1pPr eaLnBrk="0" hangingPunct="0">
                        <a:spcAft>
                          <a:spcPts val="600"/>
                        </a:spcAft>
                        <a:buFont typeface="Arial" charset="0"/>
                        <a:defRPr>
                          <a:solidFill>
                            <a:schemeClr val="tx2"/>
                          </a:solidFill>
                          <a:latin typeface="Arial" charset="0"/>
                          <a:ea typeface="ＭＳ Ｐゴシック" charset="-128"/>
                        </a:defRPr>
                      </a:lvl1pPr>
                      <a:lvl2pPr marL="742950" indent="-285750" eaLnBrk="0" hangingPunct="0">
                        <a:spcAft>
                          <a:spcPts val="600"/>
                        </a:spcAft>
                        <a:buFont typeface="Arial" charset="0"/>
                        <a:defRPr sz="1600">
                          <a:solidFill>
                            <a:schemeClr val="tx2"/>
                          </a:solidFill>
                          <a:latin typeface="Arial" charset="0"/>
                          <a:ea typeface="ＭＳ Ｐゴシック" charset="-128"/>
                        </a:defRPr>
                      </a:lvl2pPr>
                      <a:lvl3pPr marL="1143000" indent="-228600" eaLnBrk="0" hangingPunct="0">
                        <a:spcAft>
                          <a:spcPts val="600"/>
                        </a:spcAft>
                        <a:buFont typeface="Arial" charset="0"/>
                        <a:defRPr sz="1400">
                          <a:solidFill>
                            <a:schemeClr val="tx2"/>
                          </a:solidFill>
                          <a:latin typeface="Arial" charset="0"/>
                          <a:ea typeface="ＭＳ Ｐゴシック" charset="-128"/>
                        </a:defRPr>
                      </a:lvl3pPr>
                      <a:lvl4pPr marL="1600200" indent="-228600" eaLnBrk="0" hangingPunct="0">
                        <a:spcAft>
                          <a:spcPts val="600"/>
                        </a:spcAft>
                        <a:buFont typeface="Arial" charset="0"/>
                        <a:defRPr sz="1200">
                          <a:solidFill>
                            <a:schemeClr val="tx2"/>
                          </a:solidFill>
                          <a:latin typeface="Arial" charset="0"/>
                          <a:ea typeface="ＭＳ Ｐゴシック" charset="-128"/>
                        </a:defRPr>
                      </a:lvl4pPr>
                      <a:lvl5pPr marL="2057400" indent="-228600" eaLnBrk="0" hangingPunct="0">
                        <a:spcAft>
                          <a:spcPts val="600"/>
                        </a:spcAft>
                        <a:buFont typeface="Arial" charset="0"/>
                        <a:defRPr sz="1000">
                          <a:solidFill>
                            <a:schemeClr val="tx2"/>
                          </a:solidFill>
                          <a:latin typeface="Arial" charset="0"/>
                          <a:ea typeface="ＭＳ Ｐゴシック" charset="-128"/>
                        </a:defRPr>
                      </a:lvl5pPr>
                      <a:lvl6pPr marL="2514600" indent="-228600" eaLnBrk="0" fontAlgn="base" hangingPunct="0">
                        <a:spcBef>
                          <a:spcPct val="0"/>
                        </a:spcBef>
                        <a:spcAft>
                          <a:spcPts val="600"/>
                        </a:spcAft>
                        <a:buFont typeface="Arial" charset="0"/>
                        <a:defRPr sz="1000">
                          <a:solidFill>
                            <a:schemeClr val="tx2"/>
                          </a:solidFill>
                          <a:latin typeface="Arial" charset="0"/>
                          <a:ea typeface="ＭＳ Ｐゴシック" charset="-128"/>
                        </a:defRPr>
                      </a:lvl6pPr>
                      <a:lvl7pPr marL="2971800" indent="-228600" eaLnBrk="0" fontAlgn="base" hangingPunct="0">
                        <a:spcBef>
                          <a:spcPct val="0"/>
                        </a:spcBef>
                        <a:spcAft>
                          <a:spcPts val="600"/>
                        </a:spcAft>
                        <a:buFont typeface="Arial" charset="0"/>
                        <a:defRPr sz="1000">
                          <a:solidFill>
                            <a:schemeClr val="tx2"/>
                          </a:solidFill>
                          <a:latin typeface="Arial" charset="0"/>
                          <a:ea typeface="ＭＳ Ｐゴシック" charset="-128"/>
                        </a:defRPr>
                      </a:lvl7pPr>
                      <a:lvl8pPr marL="3429000" indent="-228600" eaLnBrk="0" fontAlgn="base" hangingPunct="0">
                        <a:spcBef>
                          <a:spcPct val="0"/>
                        </a:spcBef>
                        <a:spcAft>
                          <a:spcPts val="600"/>
                        </a:spcAft>
                        <a:buFont typeface="Arial" charset="0"/>
                        <a:defRPr sz="1000">
                          <a:solidFill>
                            <a:schemeClr val="tx2"/>
                          </a:solidFill>
                          <a:latin typeface="Arial" charset="0"/>
                          <a:ea typeface="ＭＳ Ｐゴシック" charset="-128"/>
                        </a:defRPr>
                      </a:lvl8pPr>
                      <a:lvl9pPr marL="3886200" indent="-228600" eaLnBrk="0" fontAlgn="base" hangingPunct="0">
                        <a:spcBef>
                          <a:spcPct val="0"/>
                        </a:spcBef>
                        <a:spcAft>
                          <a:spcPts val="600"/>
                        </a:spcAft>
                        <a:buFont typeface="Arial" charset="0"/>
                        <a:defRPr sz="1000">
                          <a:solidFill>
                            <a:schemeClr val="tx2"/>
                          </a:solidFill>
                          <a:latin typeface="Arial" charset="0"/>
                          <a:ea typeface="ＭＳ Ｐゴシック"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US" sz="1200" b="0" i="0" u="none" strike="noStrike" cap="none" normalizeH="0" baseline="0" dirty="0">
                          <a:ln>
                            <a:noFill/>
                          </a:ln>
                          <a:solidFill>
                            <a:srgbClr val="67B2E8"/>
                          </a:solidFill>
                          <a:effectLst/>
                          <a:latin typeface="Arial" charset="0"/>
                          <a:ea typeface="ＭＳ Ｐゴシック" charset="-128"/>
                        </a:rPr>
                        <a:t>GOAL CATEGORY</a:t>
                      </a:r>
                    </a:p>
                    <a:p>
                      <a:pPr marL="0" marR="0" lvl="0" indent="0" algn="l" defTabSz="914400" rtl="0" eaLnBrk="1" fontAlgn="base" latinLnBrk="0" hangingPunct="1">
                        <a:lnSpc>
                          <a:spcPct val="130000"/>
                        </a:lnSpc>
                        <a:spcBef>
                          <a:spcPct val="0"/>
                        </a:spcBef>
                        <a:spcAft>
                          <a:spcPct val="0"/>
                        </a:spcAft>
                        <a:buClrTx/>
                        <a:buSzTx/>
                        <a:buFontTx/>
                        <a:buNone/>
                        <a:tabLst/>
                      </a:pPr>
                      <a:r>
                        <a:rPr kumimoji="0" lang="en-US" altLang="en-US" sz="1100" b="0" i="0" u="none" strike="noStrike" cap="none" normalizeH="0" baseline="0" dirty="0" smtClean="0">
                          <a:ln>
                            <a:noFill/>
                          </a:ln>
                          <a:solidFill>
                            <a:srgbClr val="7F7F7F"/>
                          </a:solidFill>
                          <a:effectLst/>
                          <a:latin typeface="Arial" charset="0"/>
                          <a:ea typeface="ＭＳ Ｐゴシック" charset="-128"/>
                        </a:rPr>
                        <a:t>   +Revenue </a:t>
                      </a:r>
                      <a:r>
                        <a:rPr kumimoji="0" lang="en-US" altLang="en-US" sz="800" b="0" i="0" u="none" strike="noStrike" cap="none" normalizeH="0" baseline="0" dirty="0" smtClean="0">
                          <a:ln>
                            <a:noFill/>
                          </a:ln>
                          <a:solidFill>
                            <a:srgbClr val="7F7F7F"/>
                          </a:solidFill>
                          <a:effectLst/>
                          <a:latin typeface="Arial" charset="0"/>
                          <a:ea typeface="ＭＳ Ｐゴシック" charset="-128"/>
                        </a:rPr>
                        <a:t>(Can invoke ideas, solutions to help in Revenue)</a:t>
                      </a:r>
                      <a:endParaRPr kumimoji="0" lang="en-US" altLang="en-US" sz="800" b="0" i="0" u="none" strike="noStrike" cap="none" normalizeH="0" baseline="0" dirty="0">
                        <a:ln>
                          <a:noFill/>
                        </a:ln>
                        <a:solidFill>
                          <a:srgbClr val="7F7F7F"/>
                        </a:solidFill>
                        <a:effectLst/>
                        <a:latin typeface="Arial" charset="0"/>
                        <a:ea typeface="ＭＳ Ｐゴシック" charset="-128"/>
                      </a:endParaRP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100" b="0" i="0" u="none" strike="noStrike" cap="none" normalizeH="0" baseline="0" dirty="0" smtClean="0">
                          <a:ln>
                            <a:noFill/>
                          </a:ln>
                          <a:solidFill>
                            <a:srgbClr val="7F7F7F"/>
                          </a:solidFill>
                          <a:effectLst/>
                          <a:latin typeface="Arial" charset="0"/>
                          <a:ea typeface="ＭＳ Ｐゴシック" charset="-128"/>
                        </a:rPr>
                        <a:t>   +Efficiency </a:t>
                      </a:r>
                      <a:r>
                        <a:rPr kumimoji="0" lang="en-US" altLang="en-US" sz="800" b="0" i="0" u="none" strike="noStrike" cap="none" normalizeH="0" baseline="0" dirty="0" smtClean="0">
                          <a:ln>
                            <a:noFill/>
                          </a:ln>
                          <a:solidFill>
                            <a:srgbClr val="7F7F7F"/>
                          </a:solidFill>
                          <a:effectLst/>
                          <a:latin typeface="Arial" charset="0"/>
                          <a:ea typeface="ＭＳ Ｐゴシック" charset="-128"/>
                        </a:rPr>
                        <a:t>(Can invoke ideas, solutions to increase efficiency)</a:t>
                      </a:r>
                      <a:endParaRPr kumimoji="0" lang="en-US" altLang="en-US" sz="1100" b="0" i="0" u="none" strike="noStrike" cap="none" normalizeH="0" baseline="0" dirty="0">
                        <a:ln>
                          <a:noFill/>
                        </a:ln>
                        <a:solidFill>
                          <a:srgbClr val="7F7F7F"/>
                        </a:solidFill>
                        <a:effectLst/>
                        <a:latin typeface="Arial" charset="0"/>
                        <a:ea typeface="ＭＳ Ｐゴシック" charset="-128"/>
                      </a:endParaRP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100" b="0" i="0" u="none" strike="noStrike" cap="none" normalizeH="0" baseline="0" dirty="0" smtClean="0">
                          <a:ln>
                            <a:noFill/>
                          </a:ln>
                          <a:solidFill>
                            <a:srgbClr val="7F7F7F"/>
                          </a:solidFill>
                          <a:effectLst/>
                          <a:latin typeface="Arial" charset="0"/>
                          <a:ea typeface="ＭＳ Ｐゴシック" charset="-128"/>
                        </a:rPr>
                        <a:t>   +CX </a:t>
                      </a:r>
                      <a:r>
                        <a:rPr kumimoji="0" lang="en-US" altLang="en-US" sz="800" b="0" i="0" u="none" strike="noStrike" cap="none" normalizeH="0" baseline="0" dirty="0" smtClean="0">
                          <a:ln>
                            <a:noFill/>
                          </a:ln>
                          <a:solidFill>
                            <a:srgbClr val="7F7F7F"/>
                          </a:solidFill>
                          <a:effectLst/>
                          <a:latin typeface="Arial" charset="0"/>
                          <a:ea typeface="ＭＳ Ｐゴシック" charset="-128"/>
                        </a:rPr>
                        <a:t>(Can invoke ideas, solutions to improve customer experience)</a:t>
                      </a:r>
                    </a:p>
                    <a:p>
                      <a:pPr marL="0" marR="0" lvl="0" indent="0" algn="l" defTabSz="914400" rtl="0" eaLnBrk="1" fontAlgn="base" latinLnBrk="0" hangingPunct="1">
                        <a:lnSpc>
                          <a:spcPct val="100000"/>
                        </a:lnSpc>
                        <a:spcBef>
                          <a:spcPct val="0"/>
                        </a:spcBef>
                        <a:spcAft>
                          <a:spcPct val="0"/>
                        </a:spcAft>
                        <a:buClrTx/>
                        <a:buSzTx/>
                        <a:buFontTx/>
                        <a:buNone/>
                        <a:tabLst/>
                      </a:pPr>
                      <a:endParaRPr kumimoji="0" lang="en-US" altLang="en-US" sz="800" b="0" i="0" u="none" strike="noStrike" cap="none" normalizeH="0" baseline="0" dirty="0">
                        <a:ln>
                          <a:noFill/>
                        </a:ln>
                        <a:solidFill>
                          <a:srgbClr val="7F7F7F"/>
                        </a:solidFill>
                        <a:effectLst/>
                        <a:latin typeface="Arial" charset="0"/>
                        <a:ea typeface="ＭＳ Ｐゴシック" charset="-128"/>
                      </a:endParaRPr>
                    </a:p>
                  </a:txBody>
                  <a:tcPr marT="45745" marB="45745" horzOverflow="overflow">
                    <a:lnL w="6350" cap="flat" cmpd="sng" algn="ctr">
                      <a:solidFill>
                        <a:srgbClr val="0C2074"/>
                      </a:solidFill>
                      <a:prstDash val="solid"/>
                      <a:round/>
                      <a:headEnd type="none" w="med" len="med"/>
                      <a:tailEnd type="none" w="med" len="med"/>
                    </a:lnL>
                    <a:lnR>
                      <a:noFill/>
                    </a:lnR>
                    <a:lnT>
                      <a:noFill/>
                    </a:lnT>
                    <a:lnB>
                      <a:noFill/>
                    </a:lnB>
                    <a:lnTlToBr>
                      <a:noFill/>
                    </a:lnTlToBr>
                    <a:lnBlToTr>
                      <a:noFill/>
                    </a:lnBlToTr>
                    <a:solidFill>
                      <a:schemeClr val="bg1"/>
                    </a:solidFill>
                  </a:tcPr>
                </a:tc>
              </a:tr>
            </a:tbl>
          </a:graphicData>
        </a:graphic>
      </p:graphicFrame>
      <p:graphicFrame>
        <p:nvGraphicFramePr>
          <p:cNvPr id="8" name="Table 7"/>
          <p:cNvGraphicFramePr>
            <a:graphicFrameLocks noGrp="1"/>
          </p:cNvGraphicFramePr>
          <p:nvPr>
            <p:extLst>
              <p:ext uri="{D42A27DB-BD31-4B8C-83A1-F6EECF244321}">
                <p14:modId xmlns:p14="http://schemas.microsoft.com/office/powerpoint/2010/main" val="3476037321"/>
              </p:ext>
            </p:extLst>
          </p:nvPr>
        </p:nvGraphicFramePr>
        <p:xfrm>
          <a:off x="304800" y="2226648"/>
          <a:ext cx="8458200" cy="3971851"/>
        </p:xfrm>
        <a:graphic>
          <a:graphicData uri="http://schemas.openxmlformats.org/drawingml/2006/table">
            <a:tbl>
              <a:tblPr/>
              <a:tblGrid>
                <a:gridCol w="2114550"/>
                <a:gridCol w="2114550"/>
                <a:gridCol w="2114550"/>
                <a:gridCol w="2114550"/>
              </a:tblGrid>
              <a:tr h="359333">
                <a:tc gridSpan="2">
                  <a:txBody>
                    <a:bodyPr/>
                    <a:lstStyle>
                      <a:lvl1pPr eaLnBrk="0" hangingPunct="0">
                        <a:spcAft>
                          <a:spcPts val="600"/>
                        </a:spcAft>
                        <a:buFont typeface="Arial" charset="0"/>
                        <a:defRPr>
                          <a:solidFill>
                            <a:schemeClr val="tx2"/>
                          </a:solidFill>
                          <a:latin typeface="Arial" charset="0"/>
                          <a:ea typeface="ＭＳ Ｐゴシック" charset="-128"/>
                        </a:defRPr>
                      </a:lvl1pPr>
                      <a:lvl2pPr marL="742950" indent="-285750" eaLnBrk="0" hangingPunct="0">
                        <a:spcAft>
                          <a:spcPts val="600"/>
                        </a:spcAft>
                        <a:buFont typeface="Arial" charset="0"/>
                        <a:defRPr sz="1600">
                          <a:solidFill>
                            <a:schemeClr val="tx2"/>
                          </a:solidFill>
                          <a:latin typeface="Arial" charset="0"/>
                          <a:ea typeface="ＭＳ Ｐゴシック" charset="-128"/>
                        </a:defRPr>
                      </a:lvl2pPr>
                      <a:lvl3pPr marL="1143000" indent="-228600" eaLnBrk="0" hangingPunct="0">
                        <a:spcAft>
                          <a:spcPts val="600"/>
                        </a:spcAft>
                        <a:buFont typeface="Arial" charset="0"/>
                        <a:defRPr sz="1400">
                          <a:solidFill>
                            <a:schemeClr val="tx2"/>
                          </a:solidFill>
                          <a:latin typeface="Arial" charset="0"/>
                          <a:ea typeface="ＭＳ Ｐゴシック" charset="-128"/>
                        </a:defRPr>
                      </a:lvl3pPr>
                      <a:lvl4pPr marL="1600200" indent="-228600" eaLnBrk="0" hangingPunct="0">
                        <a:spcAft>
                          <a:spcPts val="600"/>
                        </a:spcAft>
                        <a:buFont typeface="Arial" charset="0"/>
                        <a:defRPr sz="1200">
                          <a:solidFill>
                            <a:schemeClr val="tx2"/>
                          </a:solidFill>
                          <a:latin typeface="Arial" charset="0"/>
                          <a:ea typeface="ＭＳ Ｐゴシック" charset="-128"/>
                        </a:defRPr>
                      </a:lvl4pPr>
                      <a:lvl5pPr marL="2057400" indent="-228600" eaLnBrk="0" hangingPunct="0">
                        <a:spcAft>
                          <a:spcPts val="600"/>
                        </a:spcAft>
                        <a:buFont typeface="Arial" charset="0"/>
                        <a:defRPr sz="1000">
                          <a:solidFill>
                            <a:schemeClr val="tx2"/>
                          </a:solidFill>
                          <a:latin typeface="Arial" charset="0"/>
                          <a:ea typeface="ＭＳ Ｐゴシック" charset="-128"/>
                        </a:defRPr>
                      </a:lvl5pPr>
                      <a:lvl6pPr marL="2514600" indent="-228600" eaLnBrk="0" fontAlgn="base" hangingPunct="0">
                        <a:spcBef>
                          <a:spcPct val="0"/>
                        </a:spcBef>
                        <a:spcAft>
                          <a:spcPts val="600"/>
                        </a:spcAft>
                        <a:buFont typeface="Arial" charset="0"/>
                        <a:defRPr sz="1000">
                          <a:solidFill>
                            <a:schemeClr val="tx2"/>
                          </a:solidFill>
                          <a:latin typeface="Arial" charset="0"/>
                          <a:ea typeface="ＭＳ Ｐゴシック" charset="-128"/>
                        </a:defRPr>
                      </a:lvl6pPr>
                      <a:lvl7pPr marL="2971800" indent="-228600" eaLnBrk="0" fontAlgn="base" hangingPunct="0">
                        <a:spcBef>
                          <a:spcPct val="0"/>
                        </a:spcBef>
                        <a:spcAft>
                          <a:spcPts val="600"/>
                        </a:spcAft>
                        <a:buFont typeface="Arial" charset="0"/>
                        <a:defRPr sz="1000">
                          <a:solidFill>
                            <a:schemeClr val="tx2"/>
                          </a:solidFill>
                          <a:latin typeface="Arial" charset="0"/>
                          <a:ea typeface="ＭＳ Ｐゴシック" charset="-128"/>
                        </a:defRPr>
                      </a:lvl7pPr>
                      <a:lvl8pPr marL="3429000" indent="-228600" eaLnBrk="0" fontAlgn="base" hangingPunct="0">
                        <a:spcBef>
                          <a:spcPct val="0"/>
                        </a:spcBef>
                        <a:spcAft>
                          <a:spcPts val="600"/>
                        </a:spcAft>
                        <a:buFont typeface="Arial" charset="0"/>
                        <a:defRPr sz="1000">
                          <a:solidFill>
                            <a:schemeClr val="tx2"/>
                          </a:solidFill>
                          <a:latin typeface="Arial" charset="0"/>
                          <a:ea typeface="ＭＳ Ｐゴシック" charset="-128"/>
                        </a:defRPr>
                      </a:lvl8pPr>
                      <a:lvl9pPr marL="3886200" indent="-228600" eaLnBrk="0" fontAlgn="base" hangingPunct="0">
                        <a:spcBef>
                          <a:spcPct val="0"/>
                        </a:spcBef>
                        <a:spcAft>
                          <a:spcPts val="600"/>
                        </a:spcAft>
                        <a:buFont typeface="Arial" charset="0"/>
                        <a:defRPr sz="1000">
                          <a:solidFill>
                            <a:schemeClr val="tx2"/>
                          </a:solidFill>
                          <a:latin typeface="Arial" charset="0"/>
                          <a:ea typeface="ＭＳ Ｐゴシック"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200" b="0" i="0" u="none" strike="noStrike" cap="none" normalizeH="0" baseline="0" dirty="0">
                          <a:ln>
                            <a:noFill/>
                          </a:ln>
                          <a:solidFill>
                            <a:schemeClr val="bg1"/>
                          </a:solidFill>
                          <a:effectLst/>
                          <a:latin typeface="Arial" charset="0"/>
                          <a:ea typeface="ＭＳ Ｐゴシック" charset="-128"/>
                        </a:rPr>
                        <a:t>DESIRABILITY</a:t>
                      </a:r>
                    </a:p>
                  </a:txBody>
                  <a:tcPr marT="91456" marB="45728" horzOverflow="overflow">
                    <a:lnL>
                      <a:noFill/>
                    </a:lnL>
                    <a:lnR w="6350" cap="flat" cmpd="sng" algn="ctr">
                      <a:solidFill>
                        <a:srgbClr val="FFFFFF"/>
                      </a:solidFill>
                      <a:prstDash val="solid"/>
                      <a:round/>
                      <a:headEnd type="none" w="med" len="med"/>
                      <a:tailEnd type="none" w="med" len="med"/>
                    </a:lnR>
                    <a:lnT>
                      <a:noFill/>
                    </a:lnT>
                    <a:lnB w="6350" cap="flat" cmpd="sng" algn="ctr">
                      <a:solidFill>
                        <a:srgbClr val="FFFFFF"/>
                      </a:solidFill>
                      <a:prstDash val="solid"/>
                      <a:round/>
                      <a:headEnd type="none" w="med" len="med"/>
                      <a:tailEnd type="none" w="med" len="med"/>
                    </a:lnB>
                    <a:lnTlToBr>
                      <a:noFill/>
                    </a:lnTlToBr>
                    <a:lnBlToTr>
                      <a:noFill/>
                    </a:lnBlToTr>
                    <a:solidFill>
                      <a:srgbClr val="67B2E8"/>
                    </a:solidFill>
                  </a:tcPr>
                </a:tc>
                <a:tc hMerge="1">
                  <a:txBody>
                    <a:bodyPr/>
                    <a:lstStyle/>
                    <a:p>
                      <a:endParaRPr lang="en-US"/>
                    </a:p>
                  </a:txBody>
                  <a:tcPr/>
                </a:tc>
                <a:tc>
                  <a:txBody>
                    <a:bodyPr/>
                    <a:lstStyle>
                      <a:lvl1pPr eaLnBrk="0" hangingPunct="0">
                        <a:spcAft>
                          <a:spcPts val="600"/>
                        </a:spcAft>
                        <a:buFont typeface="Arial" charset="0"/>
                        <a:defRPr>
                          <a:solidFill>
                            <a:schemeClr val="tx2"/>
                          </a:solidFill>
                          <a:latin typeface="Arial" charset="0"/>
                          <a:ea typeface="ＭＳ Ｐゴシック" charset="-128"/>
                        </a:defRPr>
                      </a:lvl1pPr>
                      <a:lvl2pPr marL="742950" indent="-285750" eaLnBrk="0" hangingPunct="0">
                        <a:spcAft>
                          <a:spcPts val="600"/>
                        </a:spcAft>
                        <a:buFont typeface="Arial" charset="0"/>
                        <a:defRPr sz="1600">
                          <a:solidFill>
                            <a:schemeClr val="tx2"/>
                          </a:solidFill>
                          <a:latin typeface="Arial" charset="0"/>
                          <a:ea typeface="ＭＳ Ｐゴシック" charset="-128"/>
                        </a:defRPr>
                      </a:lvl2pPr>
                      <a:lvl3pPr marL="1143000" indent="-228600" eaLnBrk="0" hangingPunct="0">
                        <a:spcAft>
                          <a:spcPts val="600"/>
                        </a:spcAft>
                        <a:buFont typeface="Arial" charset="0"/>
                        <a:defRPr sz="1400">
                          <a:solidFill>
                            <a:schemeClr val="tx2"/>
                          </a:solidFill>
                          <a:latin typeface="Arial" charset="0"/>
                          <a:ea typeface="ＭＳ Ｐゴシック" charset="-128"/>
                        </a:defRPr>
                      </a:lvl3pPr>
                      <a:lvl4pPr marL="1600200" indent="-228600" eaLnBrk="0" hangingPunct="0">
                        <a:spcAft>
                          <a:spcPts val="600"/>
                        </a:spcAft>
                        <a:buFont typeface="Arial" charset="0"/>
                        <a:defRPr sz="1200">
                          <a:solidFill>
                            <a:schemeClr val="tx2"/>
                          </a:solidFill>
                          <a:latin typeface="Arial" charset="0"/>
                          <a:ea typeface="ＭＳ Ｐゴシック" charset="-128"/>
                        </a:defRPr>
                      </a:lvl4pPr>
                      <a:lvl5pPr marL="2057400" indent="-228600" eaLnBrk="0" hangingPunct="0">
                        <a:spcAft>
                          <a:spcPts val="600"/>
                        </a:spcAft>
                        <a:buFont typeface="Arial" charset="0"/>
                        <a:defRPr sz="1000">
                          <a:solidFill>
                            <a:schemeClr val="tx2"/>
                          </a:solidFill>
                          <a:latin typeface="Arial" charset="0"/>
                          <a:ea typeface="ＭＳ Ｐゴシック" charset="-128"/>
                        </a:defRPr>
                      </a:lvl5pPr>
                      <a:lvl6pPr marL="2514600" indent="-228600" eaLnBrk="0" fontAlgn="base" hangingPunct="0">
                        <a:spcBef>
                          <a:spcPct val="0"/>
                        </a:spcBef>
                        <a:spcAft>
                          <a:spcPts val="600"/>
                        </a:spcAft>
                        <a:buFont typeface="Arial" charset="0"/>
                        <a:defRPr sz="1000">
                          <a:solidFill>
                            <a:schemeClr val="tx2"/>
                          </a:solidFill>
                          <a:latin typeface="Arial" charset="0"/>
                          <a:ea typeface="ＭＳ Ｐゴシック" charset="-128"/>
                        </a:defRPr>
                      </a:lvl6pPr>
                      <a:lvl7pPr marL="2971800" indent="-228600" eaLnBrk="0" fontAlgn="base" hangingPunct="0">
                        <a:spcBef>
                          <a:spcPct val="0"/>
                        </a:spcBef>
                        <a:spcAft>
                          <a:spcPts val="600"/>
                        </a:spcAft>
                        <a:buFont typeface="Arial" charset="0"/>
                        <a:defRPr sz="1000">
                          <a:solidFill>
                            <a:schemeClr val="tx2"/>
                          </a:solidFill>
                          <a:latin typeface="Arial" charset="0"/>
                          <a:ea typeface="ＭＳ Ｐゴシック" charset="-128"/>
                        </a:defRPr>
                      </a:lvl7pPr>
                      <a:lvl8pPr marL="3429000" indent="-228600" eaLnBrk="0" fontAlgn="base" hangingPunct="0">
                        <a:spcBef>
                          <a:spcPct val="0"/>
                        </a:spcBef>
                        <a:spcAft>
                          <a:spcPts val="600"/>
                        </a:spcAft>
                        <a:buFont typeface="Arial" charset="0"/>
                        <a:defRPr sz="1000">
                          <a:solidFill>
                            <a:schemeClr val="tx2"/>
                          </a:solidFill>
                          <a:latin typeface="Arial" charset="0"/>
                          <a:ea typeface="ＭＳ Ｐゴシック" charset="-128"/>
                        </a:defRPr>
                      </a:lvl8pPr>
                      <a:lvl9pPr marL="3886200" indent="-228600" eaLnBrk="0" fontAlgn="base" hangingPunct="0">
                        <a:spcBef>
                          <a:spcPct val="0"/>
                        </a:spcBef>
                        <a:spcAft>
                          <a:spcPts val="600"/>
                        </a:spcAft>
                        <a:buFont typeface="Arial" charset="0"/>
                        <a:defRPr sz="1000">
                          <a:solidFill>
                            <a:schemeClr val="tx2"/>
                          </a:solidFill>
                          <a:latin typeface="Arial" charset="0"/>
                          <a:ea typeface="ＭＳ Ｐゴシック"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200" b="0" i="0" u="none" strike="noStrike" cap="none" normalizeH="0" baseline="0" dirty="0">
                          <a:ln>
                            <a:noFill/>
                          </a:ln>
                          <a:solidFill>
                            <a:schemeClr val="bg1"/>
                          </a:solidFill>
                          <a:effectLst/>
                          <a:latin typeface="Arial" charset="0"/>
                          <a:ea typeface="ＭＳ Ｐゴシック" charset="-128"/>
                        </a:rPr>
                        <a:t>FEASIBILITY</a:t>
                      </a:r>
                    </a:p>
                  </a:txBody>
                  <a:tcPr marT="91456" marB="45728" horzOverflow="overflow">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FFFFFF"/>
                      </a:solidFill>
                      <a:prstDash val="solid"/>
                      <a:round/>
                      <a:headEnd type="none" w="med" len="med"/>
                      <a:tailEnd type="none" w="med" len="med"/>
                    </a:lnB>
                    <a:lnTlToBr>
                      <a:noFill/>
                    </a:lnTlToBr>
                    <a:lnBlToTr>
                      <a:noFill/>
                    </a:lnBlToTr>
                    <a:solidFill>
                      <a:srgbClr val="67B2E8"/>
                    </a:solidFill>
                  </a:tcPr>
                </a:tc>
                <a:tc>
                  <a:txBody>
                    <a:bodyPr/>
                    <a:lstStyle>
                      <a:lvl1pPr eaLnBrk="0" hangingPunct="0">
                        <a:spcAft>
                          <a:spcPts val="600"/>
                        </a:spcAft>
                        <a:buFont typeface="Arial" charset="0"/>
                        <a:defRPr>
                          <a:solidFill>
                            <a:schemeClr val="tx2"/>
                          </a:solidFill>
                          <a:latin typeface="Arial" charset="0"/>
                          <a:ea typeface="ＭＳ Ｐゴシック" charset="-128"/>
                        </a:defRPr>
                      </a:lvl1pPr>
                      <a:lvl2pPr marL="742950" indent="-285750" eaLnBrk="0" hangingPunct="0">
                        <a:spcAft>
                          <a:spcPts val="600"/>
                        </a:spcAft>
                        <a:buFont typeface="Arial" charset="0"/>
                        <a:defRPr sz="1600">
                          <a:solidFill>
                            <a:schemeClr val="tx2"/>
                          </a:solidFill>
                          <a:latin typeface="Arial" charset="0"/>
                          <a:ea typeface="ＭＳ Ｐゴシック" charset="-128"/>
                        </a:defRPr>
                      </a:lvl2pPr>
                      <a:lvl3pPr marL="1143000" indent="-228600" eaLnBrk="0" hangingPunct="0">
                        <a:spcAft>
                          <a:spcPts val="600"/>
                        </a:spcAft>
                        <a:buFont typeface="Arial" charset="0"/>
                        <a:defRPr sz="1400">
                          <a:solidFill>
                            <a:schemeClr val="tx2"/>
                          </a:solidFill>
                          <a:latin typeface="Arial" charset="0"/>
                          <a:ea typeface="ＭＳ Ｐゴシック" charset="-128"/>
                        </a:defRPr>
                      </a:lvl3pPr>
                      <a:lvl4pPr marL="1600200" indent="-228600" eaLnBrk="0" hangingPunct="0">
                        <a:spcAft>
                          <a:spcPts val="600"/>
                        </a:spcAft>
                        <a:buFont typeface="Arial" charset="0"/>
                        <a:defRPr sz="1200">
                          <a:solidFill>
                            <a:schemeClr val="tx2"/>
                          </a:solidFill>
                          <a:latin typeface="Arial" charset="0"/>
                          <a:ea typeface="ＭＳ Ｐゴシック" charset="-128"/>
                        </a:defRPr>
                      </a:lvl4pPr>
                      <a:lvl5pPr marL="2057400" indent="-228600" eaLnBrk="0" hangingPunct="0">
                        <a:spcAft>
                          <a:spcPts val="600"/>
                        </a:spcAft>
                        <a:buFont typeface="Arial" charset="0"/>
                        <a:defRPr sz="1000">
                          <a:solidFill>
                            <a:schemeClr val="tx2"/>
                          </a:solidFill>
                          <a:latin typeface="Arial" charset="0"/>
                          <a:ea typeface="ＭＳ Ｐゴシック" charset="-128"/>
                        </a:defRPr>
                      </a:lvl5pPr>
                      <a:lvl6pPr marL="2514600" indent="-228600" eaLnBrk="0" fontAlgn="base" hangingPunct="0">
                        <a:spcBef>
                          <a:spcPct val="0"/>
                        </a:spcBef>
                        <a:spcAft>
                          <a:spcPts val="600"/>
                        </a:spcAft>
                        <a:buFont typeface="Arial" charset="0"/>
                        <a:defRPr sz="1000">
                          <a:solidFill>
                            <a:schemeClr val="tx2"/>
                          </a:solidFill>
                          <a:latin typeface="Arial" charset="0"/>
                          <a:ea typeface="ＭＳ Ｐゴシック" charset="-128"/>
                        </a:defRPr>
                      </a:lvl6pPr>
                      <a:lvl7pPr marL="2971800" indent="-228600" eaLnBrk="0" fontAlgn="base" hangingPunct="0">
                        <a:spcBef>
                          <a:spcPct val="0"/>
                        </a:spcBef>
                        <a:spcAft>
                          <a:spcPts val="600"/>
                        </a:spcAft>
                        <a:buFont typeface="Arial" charset="0"/>
                        <a:defRPr sz="1000">
                          <a:solidFill>
                            <a:schemeClr val="tx2"/>
                          </a:solidFill>
                          <a:latin typeface="Arial" charset="0"/>
                          <a:ea typeface="ＭＳ Ｐゴシック" charset="-128"/>
                        </a:defRPr>
                      </a:lvl7pPr>
                      <a:lvl8pPr marL="3429000" indent="-228600" eaLnBrk="0" fontAlgn="base" hangingPunct="0">
                        <a:spcBef>
                          <a:spcPct val="0"/>
                        </a:spcBef>
                        <a:spcAft>
                          <a:spcPts val="600"/>
                        </a:spcAft>
                        <a:buFont typeface="Arial" charset="0"/>
                        <a:defRPr sz="1000">
                          <a:solidFill>
                            <a:schemeClr val="tx2"/>
                          </a:solidFill>
                          <a:latin typeface="Arial" charset="0"/>
                          <a:ea typeface="ＭＳ Ｐゴシック" charset="-128"/>
                        </a:defRPr>
                      </a:lvl8pPr>
                      <a:lvl9pPr marL="3886200" indent="-228600" eaLnBrk="0" fontAlgn="base" hangingPunct="0">
                        <a:spcBef>
                          <a:spcPct val="0"/>
                        </a:spcBef>
                        <a:spcAft>
                          <a:spcPts val="600"/>
                        </a:spcAft>
                        <a:buFont typeface="Arial" charset="0"/>
                        <a:defRPr sz="1000">
                          <a:solidFill>
                            <a:schemeClr val="tx2"/>
                          </a:solidFill>
                          <a:latin typeface="Arial" charset="0"/>
                          <a:ea typeface="ＭＳ Ｐゴシック"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200" b="0" i="0" u="none" strike="noStrike" cap="none" normalizeH="0" baseline="0" dirty="0">
                          <a:ln>
                            <a:noFill/>
                          </a:ln>
                          <a:solidFill>
                            <a:schemeClr val="bg1"/>
                          </a:solidFill>
                          <a:effectLst/>
                          <a:latin typeface="Arial" charset="0"/>
                          <a:ea typeface="ＭＳ Ｐゴシック" charset="-128"/>
                        </a:rPr>
                        <a:t>VIABILITY</a:t>
                      </a:r>
                    </a:p>
                  </a:txBody>
                  <a:tcPr marT="91456" marB="45728" horzOverflow="overflow">
                    <a:lnL w="6350" cap="flat" cmpd="sng" algn="ctr">
                      <a:solidFill>
                        <a:srgbClr val="FFFFFF"/>
                      </a:solidFill>
                      <a:prstDash val="solid"/>
                      <a:round/>
                      <a:headEnd type="none" w="med" len="med"/>
                      <a:tailEnd type="none" w="med" len="med"/>
                    </a:lnL>
                    <a:lnR>
                      <a:noFill/>
                    </a:lnR>
                    <a:lnT>
                      <a:noFill/>
                    </a:lnT>
                    <a:lnB w="6350" cap="flat" cmpd="sng" algn="ctr">
                      <a:solidFill>
                        <a:srgbClr val="FFFFFF"/>
                      </a:solidFill>
                      <a:prstDash val="solid"/>
                      <a:round/>
                      <a:headEnd type="none" w="med" len="med"/>
                      <a:tailEnd type="none" w="med" len="med"/>
                    </a:lnB>
                    <a:lnTlToBr>
                      <a:noFill/>
                    </a:lnTlToBr>
                    <a:lnBlToTr>
                      <a:noFill/>
                    </a:lnBlToTr>
                    <a:solidFill>
                      <a:srgbClr val="67B2E8"/>
                    </a:solidFill>
                  </a:tcPr>
                </a:tc>
              </a:tr>
              <a:tr h="1195406">
                <a:tc>
                  <a:txBody>
                    <a:bodyPr/>
                    <a:lstStyle>
                      <a:lvl1pPr eaLnBrk="0" hangingPunct="0">
                        <a:spcAft>
                          <a:spcPts val="600"/>
                        </a:spcAft>
                        <a:buFont typeface="Arial" charset="0"/>
                        <a:defRPr>
                          <a:solidFill>
                            <a:schemeClr val="tx2"/>
                          </a:solidFill>
                          <a:latin typeface="Arial" charset="0"/>
                          <a:ea typeface="ＭＳ Ｐゴシック" charset="-128"/>
                        </a:defRPr>
                      </a:lvl1pPr>
                      <a:lvl2pPr marL="742950" indent="-285750" eaLnBrk="0" hangingPunct="0">
                        <a:spcAft>
                          <a:spcPts val="600"/>
                        </a:spcAft>
                        <a:buFont typeface="Arial" charset="0"/>
                        <a:defRPr sz="1600">
                          <a:solidFill>
                            <a:schemeClr val="tx2"/>
                          </a:solidFill>
                          <a:latin typeface="Arial" charset="0"/>
                          <a:ea typeface="ＭＳ Ｐゴシック" charset="-128"/>
                        </a:defRPr>
                      </a:lvl2pPr>
                      <a:lvl3pPr marL="1143000" indent="-228600" eaLnBrk="0" hangingPunct="0">
                        <a:spcAft>
                          <a:spcPts val="600"/>
                        </a:spcAft>
                        <a:buFont typeface="Arial" charset="0"/>
                        <a:defRPr sz="1400">
                          <a:solidFill>
                            <a:schemeClr val="tx2"/>
                          </a:solidFill>
                          <a:latin typeface="Arial" charset="0"/>
                          <a:ea typeface="ＭＳ Ｐゴシック" charset="-128"/>
                        </a:defRPr>
                      </a:lvl3pPr>
                      <a:lvl4pPr marL="1600200" indent="-228600" eaLnBrk="0" hangingPunct="0">
                        <a:spcAft>
                          <a:spcPts val="600"/>
                        </a:spcAft>
                        <a:buFont typeface="Arial" charset="0"/>
                        <a:defRPr sz="1200">
                          <a:solidFill>
                            <a:schemeClr val="tx2"/>
                          </a:solidFill>
                          <a:latin typeface="Arial" charset="0"/>
                          <a:ea typeface="ＭＳ Ｐゴシック" charset="-128"/>
                        </a:defRPr>
                      </a:lvl4pPr>
                      <a:lvl5pPr marL="2057400" indent="-228600" eaLnBrk="0" hangingPunct="0">
                        <a:spcAft>
                          <a:spcPts val="600"/>
                        </a:spcAft>
                        <a:buFont typeface="Arial" charset="0"/>
                        <a:defRPr sz="1000">
                          <a:solidFill>
                            <a:schemeClr val="tx2"/>
                          </a:solidFill>
                          <a:latin typeface="Arial" charset="0"/>
                          <a:ea typeface="ＭＳ Ｐゴシック" charset="-128"/>
                        </a:defRPr>
                      </a:lvl5pPr>
                      <a:lvl6pPr marL="2514600" indent="-228600" eaLnBrk="0" fontAlgn="base" hangingPunct="0">
                        <a:spcBef>
                          <a:spcPct val="0"/>
                        </a:spcBef>
                        <a:spcAft>
                          <a:spcPts val="600"/>
                        </a:spcAft>
                        <a:buFont typeface="Arial" charset="0"/>
                        <a:defRPr sz="1000">
                          <a:solidFill>
                            <a:schemeClr val="tx2"/>
                          </a:solidFill>
                          <a:latin typeface="Arial" charset="0"/>
                          <a:ea typeface="ＭＳ Ｐゴシック" charset="-128"/>
                        </a:defRPr>
                      </a:lvl6pPr>
                      <a:lvl7pPr marL="2971800" indent="-228600" eaLnBrk="0" fontAlgn="base" hangingPunct="0">
                        <a:spcBef>
                          <a:spcPct val="0"/>
                        </a:spcBef>
                        <a:spcAft>
                          <a:spcPts val="600"/>
                        </a:spcAft>
                        <a:buFont typeface="Arial" charset="0"/>
                        <a:defRPr sz="1000">
                          <a:solidFill>
                            <a:schemeClr val="tx2"/>
                          </a:solidFill>
                          <a:latin typeface="Arial" charset="0"/>
                          <a:ea typeface="ＭＳ Ｐゴシック" charset="-128"/>
                        </a:defRPr>
                      </a:lvl7pPr>
                      <a:lvl8pPr marL="3429000" indent="-228600" eaLnBrk="0" fontAlgn="base" hangingPunct="0">
                        <a:spcBef>
                          <a:spcPct val="0"/>
                        </a:spcBef>
                        <a:spcAft>
                          <a:spcPts val="600"/>
                        </a:spcAft>
                        <a:buFont typeface="Arial" charset="0"/>
                        <a:defRPr sz="1000">
                          <a:solidFill>
                            <a:schemeClr val="tx2"/>
                          </a:solidFill>
                          <a:latin typeface="Arial" charset="0"/>
                          <a:ea typeface="ＭＳ Ｐゴシック" charset="-128"/>
                        </a:defRPr>
                      </a:lvl8pPr>
                      <a:lvl9pPr marL="3886200" indent="-228600" eaLnBrk="0" fontAlgn="base" hangingPunct="0">
                        <a:spcBef>
                          <a:spcPct val="0"/>
                        </a:spcBef>
                        <a:spcAft>
                          <a:spcPts val="600"/>
                        </a:spcAft>
                        <a:buFont typeface="Arial" charset="0"/>
                        <a:defRPr sz="1000">
                          <a:solidFill>
                            <a:schemeClr val="tx2"/>
                          </a:solidFill>
                          <a:latin typeface="Arial" charset="0"/>
                          <a:ea typeface="ＭＳ Ｐゴシック"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US" sz="1200" b="0" i="0" u="none" strike="noStrike" cap="none" normalizeH="0" baseline="0" dirty="0">
                          <a:ln>
                            <a:noFill/>
                          </a:ln>
                          <a:solidFill>
                            <a:srgbClr val="67B2E8"/>
                          </a:solidFill>
                          <a:effectLst/>
                          <a:latin typeface="Arial" charset="0"/>
                          <a:ea typeface="ＭＳ Ｐゴシック" charset="-128"/>
                        </a:rPr>
                        <a:t>PROBLEM / </a:t>
                      </a:r>
                      <a:r>
                        <a:rPr kumimoji="0" lang="en-US" altLang="en-US" sz="1200" b="0" i="0" u="none" strike="noStrike" cap="none" normalizeH="0" baseline="0" dirty="0" smtClean="0">
                          <a:ln>
                            <a:noFill/>
                          </a:ln>
                          <a:solidFill>
                            <a:srgbClr val="67B2E8"/>
                          </a:solidFill>
                          <a:effectLst/>
                          <a:latin typeface="Arial" charset="0"/>
                          <a:ea typeface="ＭＳ Ｐゴシック" charset="-128"/>
                        </a:rPr>
                        <a:t>OPPORTUNITY</a:t>
                      </a:r>
                    </a:p>
                    <a:p>
                      <a:pPr marL="0" marR="0" lvl="0" indent="0" algn="l" defTabSz="914400" rtl="0" eaLnBrk="1" fontAlgn="base" latinLnBrk="0" hangingPunct="1">
                        <a:lnSpc>
                          <a:spcPct val="100000"/>
                        </a:lnSpc>
                        <a:spcBef>
                          <a:spcPct val="0"/>
                        </a:spcBef>
                        <a:spcAft>
                          <a:spcPct val="0"/>
                        </a:spcAft>
                        <a:buClrTx/>
                        <a:buSzTx/>
                        <a:buFontTx/>
                        <a:buNone/>
                        <a:tabLst/>
                      </a:pPr>
                      <a:endParaRPr kumimoji="0" lang="en-US" altLang="en-US" sz="1200" b="0" i="0" u="none" strike="noStrike" cap="none" normalizeH="0" baseline="0" dirty="0" smtClean="0">
                        <a:ln>
                          <a:noFill/>
                        </a:ln>
                        <a:solidFill>
                          <a:srgbClr val="67B2E8"/>
                        </a:solidFill>
                        <a:effectLst/>
                        <a:latin typeface="Arial" charset="0"/>
                        <a:ea typeface="ＭＳ Ｐゴシック" charset="-128"/>
                      </a:endParaRPr>
                    </a:p>
                  </a:txBody>
                  <a:tcPr marT="91456" marB="45728" horzOverflow="overflow">
                    <a:lnL>
                      <a:noFill/>
                    </a:lnL>
                    <a:lnR w="6350" cap="flat" cmpd="sng" algn="ctr">
                      <a:solidFill>
                        <a:srgbClr val="0C2074"/>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0C2074"/>
                      </a:solidFill>
                      <a:prstDash val="solid"/>
                      <a:round/>
                      <a:headEnd type="none" w="med" len="med"/>
                      <a:tailEnd type="none" w="med" len="med"/>
                    </a:lnB>
                    <a:lnTlToBr>
                      <a:noFill/>
                    </a:lnTlToBr>
                    <a:lnBlToTr>
                      <a:noFill/>
                    </a:lnBlToTr>
                    <a:solidFill>
                      <a:srgbClr val="FFFFFF"/>
                    </a:solidFill>
                  </a:tcPr>
                </a:tc>
                <a:tc>
                  <a:txBody>
                    <a:bodyPr/>
                    <a:lstStyle>
                      <a:lvl1pPr eaLnBrk="0" hangingPunct="0">
                        <a:spcAft>
                          <a:spcPts val="600"/>
                        </a:spcAft>
                        <a:buFont typeface="Arial" charset="0"/>
                        <a:defRPr>
                          <a:solidFill>
                            <a:schemeClr val="tx2"/>
                          </a:solidFill>
                          <a:latin typeface="Arial" charset="0"/>
                          <a:ea typeface="ＭＳ Ｐゴシック" charset="-128"/>
                        </a:defRPr>
                      </a:lvl1pPr>
                      <a:lvl2pPr marL="742950" indent="-285750" eaLnBrk="0" hangingPunct="0">
                        <a:spcAft>
                          <a:spcPts val="600"/>
                        </a:spcAft>
                        <a:buFont typeface="Arial" charset="0"/>
                        <a:defRPr sz="1600">
                          <a:solidFill>
                            <a:schemeClr val="tx2"/>
                          </a:solidFill>
                          <a:latin typeface="Arial" charset="0"/>
                          <a:ea typeface="ＭＳ Ｐゴシック" charset="-128"/>
                        </a:defRPr>
                      </a:lvl2pPr>
                      <a:lvl3pPr marL="1143000" indent="-228600" eaLnBrk="0" hangingPunct="0">
                        <a:spcAft>
                          <a:spcPts val="600"/>
                        </a:spcAft>
                        <a:buFont typeface="Arial" charset="0"/>
                        <a:defRPr sz="1400">
                          <a:solidFill>
                            <a:schemeClr val="tx2"/>
                          </a:solidFill>
                          <a:latin typeface="Arial" charset="0"/>
                          <a:ea typeface="ＭＳ Ｐゴシック" charset="-128"/>
                        </a:defRPr>
                      </a:lvl3pPr>
                      <a:lvl4pPr marL="1600200" indent="-228600" eaLnBrk="0" hangingPunct="0">
                        <a:spcAft>
                          <a:spcPts val="600"/>
                        </a:spcAft>
                        <a:buFont typeface="Arial" charset="0"/>
                        <a:defRPr sz="1200">
                          <a:solidFill>
                            <a:schemeClr val="tx2"/>
                          </a:solidFill>
                          <a:latin typeface="Arial" charset="0"/>
                          <a:ea typeface="ＭＳ Ｐゴシック" charset="-128"/>
                        </a:defRPr>
                      </a:lvl4pPr>
                      <a:lvl5pPr marL="2057400" indent="-228600" eaLnBrk="0" hangingPunct="0">
                        <a:spcAft>
                          <a:spcPts val="600"/>
                        </a:spcAft>
                        <a:buFont typeface="Arial" charset="0"/>
                        <a:defRPr sz="1000">
                          <a:solidFill>
                            <a:schemeClr val="tx2"/>
                          </a:solidFill>
                          <a:latin typeface="Arial" charset="0"/>
                          <a:ea typeface="ＭＳ Ｐゴシック" charset="-128"/>
                        </a:defRPr>
                      </a:lvl5pPr>
                      <a:lvl6pPr marL="2514600" indent="-228600" eaLnBrk="0" fontAlgn="base" hangingPunct="0">
                        <a:spcBef>
                          <a:spcPct val="0"/>
                        </a:spcBef>
                        <a:spcAft>
                          <a:spcPts val="600"/>
                        </a:spcAft>
                        <a:buFont typeface="Arial" charset="0"/>
                        <a:defRPr sz="1000">
                          <a:solidFill>
                            <a:schemeClr val="tx2"/>
                          </a:solidFill>
                          <a:latin typeface="Arial" charset="0"/>
                          <a:ea typeface="ＭＳ Ｐゴシック" charset="-128"/>
                        </a:defRPr>
                      </a:lvl6pPr>
                      <a:lvl7pPr marL="2971800" indent="-228600" eaLnBrk="0" fontAlgn="base" hangingPunct="0">
                        <a:spcBef>
                          <a:spcPct val="0"/>
                        </a:spcBef>
                        <a:spcAft>
                          <a:spcPts val="600"/>
                        </a:spcAft>
                        <a:buFont typeface="Arial" charset="0"/>
                        <a:defRPr sz="1000">
                          <a:solidFill>
                            <a:schemeClr val="tx2"/>
                          </a:solidFill>
                          <a:latin typeface="Arial" charset="0"/>
                          <a:ea typeface="ＭＳ Ｐゴシック" charset="-128"/>
                        </a:defRPr>
                      </a:lvl7pPr>
                      <a:lvl8pPr marL="3429000" indent="-228600" eaLnBrk="0" fontAlgn="base" hangingPunct="0">
                        <a:spcBef>
                          <a:spcPct val="0"/>
                        </a:spcBef>
                        <a:spcAft>
                          <a:spcPts val="600"/>
                        </a:spcAft>
                        <a:buFont typeface="Arial" charset="0"/>
                        <a:defRPr sz="1000">
                          <a:solidFill>
                            <a:schemeClr val="tx2"/>
                          </a:solidFill>
                          <a:latin typeface="Arial" charset="0"/>
                          <a:ea typeface="ＭＳ Ｐゴシック" charset="-128"/>
                        </a:defRPr>
                      </a:lvl8pPr>
                      <a:lvl9pPr marL="3886200" indent="-228600" eaLnBrk="0" fontAlgn="base" hangingPunct="0">
                        <a:spcBef>
                          <a:spcPct val="0"/>
                        </a:spcBef>
                        <a:spcAft>
                          <a:spcPts val="600"/>
                        </a:spcAft>
                        <a:buFont typeface="Arial" charset="0"/>
                        <a:defRPr sz="1000">
                          <a:solidFill>
                            <a:schemeClr val="tx2"/>
                          </a:solidFill>
                          <a:latin typeface="Arial" charset="0"/>
                          <a:ea typeface="ＭＳ Ｐゴシック"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US" sz="1200" b="0" i="0" u="none" strike="noStrike" cap="none" normalizeH="0" baseline="0" dirty="0">
                          <a:ln>
                            <a:noFill/>
                          </a:ln>
                          <a:solidFill>
                            <a:srgbClr val="67B2E8"/>
                          </a:solidFill>
                          <a:effectLst/>
                          <a:latin typeface="Arial" charset="0"/>
                          <a:ea typeface="ＭＳ Ｐゴシック" charset="-128"/>
                        </a:rPr>
                        <a:t>SOLUTION</a:t>
                      </a:r>
                    </a:p>
                  </a:txBody>
                  <a:tcPr marT="91456" marB="45728" horzOverflow="overflow">
                    <a:lnL w="6350" cap="flat" cmpd="sng" algn="ctr">
                      <a:solidFill>
                        <a:srgbClr val="0C2074"/>
                      </a:solidFill>
                      <a:prstDash val="solid"/>
                      <a:round/>
                      <a:headEnd type="none" w="med" len="med"/>
                      <a:tailEnd type="none" w="med" len="med"/>
                    </a:lnL>
                    <a:lnR w="6350" cap="flat" cmpd="sng" algn="ctr">
                      <a:solidFill>
                        <a:srgbClr val="0C2074"/>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0C2074"/>
                      </a:solidFill>
                      <a:prstDash val="solid"/>
                      <a:round/>
                      <a:headEnd type="none" w="med" len="med"/>
                      <a:tailEnd type="none" w="med" len="med"/>
                    </a:lnB>
                    <a:lnTlToBr>
                      <a:noFill/>
                    </a:lnTlToBr>
                    <a:lnBlToTr>
                      <a:noFill/>
                    </a:lnBlToTr>
                    <a:solidFill>
                      <a:srgbClr val="FFFFFF"/>
                    </a:solidFill>
                  </a:tcPr>
                </a:tc>
                <a:tc>
                  <a:txBody>
                    <a:bodyPr/>
                    <a:lstStyle>
                      <a:lvl1pPr eaLnBrk="0" hangingPunct="0">
                        <a:spcAft>
                          <a:spcPts val="600"/>
                        </a:spcAft>
                        <a:buFont typeface="Arial" charset="0"/>
                        <a:defRPr>
                          <a:solidFill>
                            <a:schemeClr val="tx2"/>
                          </a:solidFill>
                          <a:latin typeface="Arial" charset="0"/>
                          <a:ea typeface="ＭＳ Ｐゴシック" charset="-128"/>
                        </a:defRPr>
                      </a:lvl1pPr>
                      <a:lvl2pPr eaLnBrk="0" hangingPunct="0">
                        <a:spcAft>
                          <a:spcPts val="600"/>
                        </a:spcAft>
                        <a:buFont typeface="Arial" charset="0"/>
                        <a:defRPr sz="1600">
                          <a:solidFill>
                            <a:schemeClr val="tx2"/>
                          </a:solidFill>
                          <a:latin typeface="Arial" charset="0"/>
                          <a:ea typeface="ＭＳ Ｐゴシック" charset="-128"/>
                        </a:defRPr>
                      </a:lvl2pPr>
                      <a:lvl3pPr marL="1143000" indent="-228600" eaLnBrk="0" hangingPunct="0">
                        <a:spcAft>
                          <a:spcPts val="600"/>
                        </a:spcAft>
                        <a:buFont typeface="Arial" charset="0"/>
                        <a:defRPr sz="1400">
                          <a:solidFill>
                            <a:schemeClr val="tx2"/>
                          </a:solidFill>
                          <a:latin typeface="Arial" charset="0"/>
                          <a:ea typeface="ＭＳ Ｐゴシック" charset="-128"/>
                        </a:defRPr>
                      </a:lvl3pPr>
                      <a:lvl4pPr marL="1600200" indent="-228600" eaLnBrk="0" hangingPunct="0">
                        <a:spcAft>
                          <a:spcPts val="600"/>
                        </a:spcAft>
                        <a:buFont typeface="Arial" charset="0"/>
                        <a:defRPr sz="1200">
                          <a:solidFill>
                            <a:schemeClr val="tx2"/>
                          </a:solidFill>
                          <a:latin typeface="Arial" charset="0"/>
                          <a:ea typeface="ＭＳ Ｐゴシック" charset="-128"/>
                        </a:defRPr>
                      </a:lvl4pPr>
                      <a:lvl5pPr marL="2057400" indent="-228600" eaLnBrk="0" hangingPunct="0">
                        <a:spcAft>
                          <a:spcPts val="600"/>
                        </a:spcAft>
                        <a:buFont typeface="Arial" charset="0"/>
                        <a:defRPr sz="1000">
                          <a:solidFill>
                            <a:schemeClr val="tx2"/>
                          </a:solidFill>
                          <a:latin typeface="Arial" charset="0"/>
                          <a:ea typeface="ＭＳ Ｐゴシック" charset="-128"/>
                        </a:defRPr>
                      </a:lvl5pPr>
                      <a:lvl6pPr marL="2514600" indent="-228600" eaLnBrk="0" fontAlgn="base" hangingPunct="0">
                        <a:spcBef>
                          <a:spcPct val="0"/>
                        </a:spcBef>
                        <a:spcAft>
                          <a:spcPts val="600"/>
                        </a:spcAft>
                        <a:buFont typeface="Arial" charset="0"/>
                        <a:defRPr sz="1000">
                          <a:solidFill>
                            <a:schemeClr val="tx2"/>
                          </a:solidFill>
                          <a:latin typeface="Arial" charset="0"/>
                          <a:ea typeface="ＭＳ Ｐゴシック" charset="-128"/>
                        </a:defRPr>
                      </a:lvl6pPr>
                      <a:lvl7pPr marL="2971800" indent="-228600" eaLnBrk="0" fontAlgn="base" hangingPunct="0">
                        <a:spcBef>
                          <a:spcPct val="0"/>
                        </a:spcBef>
                        <a:spcAft>
                          <a:spcPts val="600"/>
                        </a:spcAft>
                        <a:buFont typeface="Arial" charset="0"/>
                        <a:defRPr sz="1000">
                          <a:solidFill>
                            <a:schemeClr val="tx2"/>
                          </a:solidFill>
                          <a:latin typeface="Arial" charset="0"/>
                          <a:ea typeface="ＭＳ Ｐゴシック" charset="-128"/>
                        </a:defRPr>
                      </a:lvl7pPr>
                      <a:lvl8pPr marL="3429000" indent="-228600" eaLnBrk="0" fontAlgn="base" hangingPunct="0">
                        <a:spcBef>
                          <a:spcPct val="0"/>
                        </a:spcBef>
                        <a:spcAft>
                          <a:spcPts val="600"/>
                        </a:spcAft>
                        <a:buFont typeface="Arial" charset="0"/>
                        <a:defRPr sz="1000">
                          <a:solidFill>
                            <a:schemeClr val="tx2"/>
                          </a:solidFill>
                          <a:latin typeface="Arial" charset="0"/>
                          <a:ea typeface="ＭＳ Ｐゴシック" charset="-128"/>
                        </a:defRPr>
                      </a:lvl8pPr>
                      <a:lvl9pPr marL="3886200" indent="-228600" eaLnBrk="0" fontAlgn="base" hangingPunct="0">
                        <a:spcBef>
                          <a:spcPct val="0"/>
                        </a:spcBef>
                        <a:spcAft>
                          <a:spcPts val="600"/>
                        </a:spcAft>
                        <a:buFont typeface="Arial" charset="0"/>
                        <a:defRPr sz="1000">
                          <a:solidFill>
                            <a:schemeClr val="tx2"/>
                          </a:solidFill>
                          <a:latin typeface="Arial" charset="0"/>
                          <a:ea typeface="ＭＳ Ｐゴシック"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US" sz="1200" b="0" i="0" u="none" strike="noStrike" cap="none" normalizeH="0" baseline="0" dirty="0">
                          <a:ln>
                            <a:noFill/>
                          </a:ln>
                          <a:solidFill>
                            <a:srgbClr val="67B2E8"/>
                          </a:solidFill>
                          <a:effectLst/>
                          <a:latin typeface="Arial" charset="0"/>
                          <a:ea typeface="ＭＳ Ｐゴシック" charset="-128"/>
                        </a:rPr>
                        <a:t>RISK &amp; COMPLIANCE</a:t>
                      </a:r>
                    </a:p>
                    <a:p>
                      <a:pPr marL="0" marR="0" lvl="1" indent="0" algn="l" defTabSz="914400" rtl="0" eaLnBrk="1" fontAlgn="base" latinLnBrk="0" hangingPunct="1">
                        <a:lnSpc>
                          <a:spcPct val="130000"/>
                        </a:lnSpc>
                        <a:spcBef>
                          <a:spcPct val="0"/>
                        </a:spcBef>
                        <a:spcAft>
                          <a:spcPct val="0"/>
                        </a:spcAft>
                        <a:buClrTx/>
                        <a:buSzTx/>
                        <a:buFontTx/>
                        <a:buNone/>
                        <a:tabLst/>
                      </a:pPr>
                      <a:r>
                        <a:rPr kumimoji="0" lang="en-US" altLang="en-US" sz="1100" b="0" i="0" u="none" strike="noStrike" cap="none" normalizeH="0" baseline="0" dirty="0" smtClean="0">
                          <a:ln>
                            <a:noFill/>
                          </a:ln>
                          <a:solidFill>
                            <a:srgbClr val="7F7F7F"/>
                          </a:solidFill>
                          <a:effectLst/>
                          <a:latin typeface="Arial" charset="0"/>
                          <a:ea typeface="ＭＳ Ｐゴシック" charset="-128"/>
                        </a:rPr>
                        <a:t>   Legal</a:t>
                      </a:r>
                    </a:p>
                    <a:p>
                      <a:pPr marL="0" marR="0" lvl="1" indent="0" algn="l" defTabSz="914400" rtl="0" eaLnBrk="1" fontAlgn="base" latinLnBrk="0" hangingPunct="1">
                        <a:lnSpc>
                          <a:spcPct val="100000"/>
                        </a:lnSpc>
                        <a:spcBef>
                          <a:spcPct val="0"/>
                        </a:spcBef>
                        <a:spcAft>
                          <a:spcPct val="0"/>
                        </a:spcAft>
                        <a:buClrTx/>
                        <a:buSzTx/>
                        <a:buFontTx/>
                        <a:buNone/>
                        <a:tabLst/>
                      </a:pPr>
                      <a:r>
                        <a:rPr kumimoji="0" lang="en-US" altLang="en-US" sz="1100" b="0" i="0" u="none" strike="noStrike" cap="none" normalizeH="0" baseline="0" dirty="0" smtClean="0">
                          <a:ln>
                            <a:noFill/>
                          </a:ln>
                          <a:solidFill>
                            <a:srgbClr val="7F7F7F"/>
                          </a:solidFill>
                          <a:effectLst/>
                          <a:latin typeface="Arial" charset="0"/>
                          <a:ea typeface="ＭＳ Ｐゴシック" charset="-128"/>
                        </a:rPr>
                        <a:t>   Ethical</a:t>
                      </a:r>
                      <a:endParaRPr kumimoji="0" lang="en-US" altLang="en-US" sz="1100" b="0" i="0" u="none" strike="noStrike" cap="none" normalizeH="0" baseline="0" dirty="0">
                        <a:ln>
                          <a:noFill/>
                        </a:ln>
                        <a:solidFill>
                          <a:srgbClr val="7F7F7F"/>
                        </a:solidFill>
                        <a:effectLst/>
                        <a:latin typeface="Arial" charset="0"/>
                        <a:ea typeface="ＭＳ Ｐゴシック" charset="-128"/>
                      </a:endParaRPr>
                    </a:p>
                    <a:p>
                      <a:pPr marL="0" marR="0" lvl="1" indent="0" algn="l" defTabSz="914400" rtl="0" eaLnBrk="1" fontAlgn="base" latinLnBrk="0" hangingPunct="1">
                        <a:lnSpc>
                          <a:spcPct val="100000"/>
                        </a:lnSpc>
                        <a:spcBef>
                          <a:spcPct val="0"/>
                        </a:spcBef>
                        <a:spcAft>
                          <a:spcPct val="0"/>
                        </a:spcAft>
                        <a:buClrTx/>
                        <a:buSzTx/>
                        <a:buFontTx/>
                        <a:buNone/>
                        <a:tabLst/>
                      </a:pPr>
                      <a:r>
                        <a:rPr kumimoji="0" lang="en-US" altLang="en-US" sz="1100" b="0" i="0" u="none" strike="noStrike" cap="none" normalizeH="0" baseline="0" dirty="0" smtClean="0">
                          <a:ln>
                            <a:noFill/>
                          </a:ln>
                          <a:solidFill>
                            <a:srgbClr val="7F7F7F"/>
                          </a:solidFill>
                          <a:effectLst/>
                          <a:latin typeface="Arial" charset="0"/>
                          <a:ea typeface="ＭＳ Ｐゴシック" charset="-128"/>
                        </a:rPr>
                        <a:t>   Reputational</a:t>
                      </a:r>
                      <a:endParaRPr kumimoji="0" lang="en-US" altLang="en-US" sz="1100" b="0" i="0" u="none" strike="noStrike" cap="none" normalizeH="0" baseline="0" dirty="0">
                        <a:ln>
                          <a:noFill/>
                        </a:ln>
                        <a:solidFill>
                          <a:srgbClr val="7F7F7F"/>
                        </a:solidFill>
                        <a:effectLst/>
                        <a:latin typeface="Arial" charset="0"/>
                        <a:ea typeface="ＭＳ Ｐゴシック" charset="-128"/>
                      </a:endParaRPr>
                    </a:p>
                    <a:p>
                      <a:pPr marL="0" marR="0" lvl="1" indent="0" algn="l" defTabSz="914400" rtl="0" eaLnBrk="1" fontAlgn="base" latinLnBrk="0" hangingPunct="1">
                        <a:lnSpc>
                          <a:spcPct val="100000"/>
                        </a:lnSpc>
                        <a:spcBef>
                          <a:spcPct val="0"/>
                        </a:spcBef>
                        <a:spcAft>
                          <a:spcPct val="0"/>
                        </a:spcAft>
                        <a:buClrTx/>
                        <a:buSzTx/>
                        <a:buFontTx/>
                        <a:buNone/>
                        <a:tabLst/>
                      </a:pPr>
                      <a:r>
                        <a:rPr kumimoji="0" lang="en-US" altLang="en-US" sz="1100" b="0" i="0" u="none" strike="noStrike" cap="none" normalizeH="0" baseline="0" dirty="0" smtClean="0">
                          <a:ln>
                            <a:noFill/>
                          </a:ln>
                          <a:solidFill>
                            <a:srgbClr val="7F7F7F"/>
                          </a:solidFill>
                          <a:effectLst/>
                          <a:latin typeface="Arial" charset="0"/>
                          <a:ea typeface="ＭＳ Ｐゴシック" charset="-128"/>
                        </a:rPr>
                        <a:t>   Market</a:t>
                      </a:r>
                      <a:endParaRPr kumimoji="0" lang="en-US" altLang="en-US" sz="1100" b="0" i="0" u="none" strike="noStrike" cap="none" normalizeH="0" baseline="0" dirty="0">
                        <a:ln>
                          <a:noFill/>
                        </a:ln>
                        <a:solidFill>
                          <a:srgbClr val="7F7F7F"/>
                        </a:solidFill>
                        <a:effectLst/>
                        <a:latin typeface="Arial" charset="0"/>
                        <a:ea typeface="ＭＳ Ｐゴシック" charset="-128"/>
                      </a:endParaRPr>
                    </a:p>
                  </a:txBody>
                  <a:tcPr marT="91456" marB="45728" horzOverflow="overflow">
                    <a:lnL w="6350" cap="flat" cmpd="sng" algn="ctr">
                      <a:solidFill>
                        <a:srgbClr val="0C2074"/>
                      </a:solidFill>
                      <a:prstDash val="solid"/>
                      <a:round/>
                      <a:headEnd type="none" w="med" len="med"/>
                      <a:tailEnd type="none" w="med" len="med"/>
                    </a:lnL>
                    <a:lnR w="6350" cap="flat" cmpd="sng" algn="ctr">
                      <a:solidFill>
                        <a:srgbClr val="0C2074"/>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0C2074"/>
                      </a:solidFill>
                      <a:prstDash val="solid"/>
                      <a:round/>
                      <a:headEnd type="none" w="med" len="med"/>
                      <a:tailEnd type="none" w="med" len="med"/>
                    </a:lnB>
                    <a:lnTlToBr>
                      <a:noFill/>
                    </a:lnTlToBr>
                    <a:lnBlToTr>
                      <a:noFill/>
                    </a:lnBlToTr>
                    <a:solidFill>
                      <a:srgbClr val="FFFFFF"/>
                    </a:solidFill>
                  </a:tcPr>
                </a:tc>
                <a:tc>
                  <a:txBody>
                    <a:bodyPr/>
                    <a:lstStyle>
                      <a:lvl1pPr eaLnBrk="0" hangingPunct="0">
                        <a:spcAft>
                          <a:spcPts val="600"/>
                        </a:spcAft>
                        <a:buFont typeface="Arial" charset="0"/>
                        <a:defRPr>
                          <a:solidFill>
                            <a:schemeClr val="tx2"/>
                          </a:solidFill>
                          <a:latin typeface="Arial" charset="0"/>
                          <a:ea typeface="ＭＳ Ｐゴシック" charset="-128"/>
                        </a:defRPr>
                      </a:lvl1pPr>
                      <a:lvl2pPr eaLnBrk="0" hangingPunct="0">
                        <a:spcAft>
                          <a:spcPts val="600"/>
                        </a:spcAft>
                        <a:buFont typeface="Arial" charset="0"/>
                        <a:defRPr sz="1600">
                          <a:solidFill>
                            <a:schemeClr val="tx2"/>
                          </a:solidFill>
                          <a:latin typeface="Arial" charset="0"/>
                          <a:ea typeface="ＭＳ Ｐゴシック" charset="-128"/>
                        </a:defRPr>
                      </a:lvl2pPr>
                      <a:lvl3pPr marL="1143000" indent="-228600" eaLnBrk="0" hangingPunct="0">
                        <a:spcAft>
                          <a:spcPts val="600"/>
                        </a:spcAft>
                        <a:buFont typeface="Arial" charset="0"/>
                        <a:defRPr sz="1400">
                          <a:solidFill>
                            <a:schemeClr val="tx2"/>
                          </a:solidFill>
                          <a:latin typeface="Arial" charset="0"/>
                          <a:ea typeface="ＭＳ Ｐゴシック" charset="-128"/>
                        </a:defRPr>
                      </a:lvl3pPr>
                      <a:lvl4pPr marL="1600200" indent="-228600" eaLnBrk="0" hangingPunct="0">
                        <a:spcAft>
                          <a:spcPts val="600"/>
                        </a:spcAft>
                        <a:buFont typeface="Arial" charset="0"/>
                        <a:defRPr sz="1200">
                          <a:solidFill>
                            <a:schemeClr val="tx2"/>
                          </a:solidFill>
                          <a:latin typeface="Arial" charset="0"/>
                          <a:ea typeface="ＭＳ Ｐゴシック" charset="-128"/>
                        </a:defRPr>
                      </a:lvl4pPr>
                      <a:lvl5pPr marL="2057400" indent="-228600" eaLnBrk="0" hangingPunct="0">
                        <a:spcAft>
                          <a:spcPts val="600"/>
                        </a:spcAft>
                        <a:buFont typeface="Arial" charset="0"/>
                        <a:defRPr sz="1000">
                          <a:solidFill>
                            <a:schemeClr val="tx2"/>
                          </a:solidFill>
                          <a:latin typeface="Arial" charset="0"/>
                          <a:ea typeface="ＭＳ Ｐゴシック" charset="-128"/>
                        </a:defRPr>
                      </a:lvl5pPr>
                      <a:lvl6pPr marL="2514600" indent="-228600" eaLnBrk="0" fontAlgn="base" hangingPunct="0">
                        <a:spcBef>
                          <a:spcPct val="0"/>
                        </a:spcBef>
                        <a:spcAft>
                          <a:spcPts val="600"/>
                        </a:spcAft>
                        <a:buFont typeface="Arial" charset="0"/>
                        <a:defRPr sz="1000">
                          <a:solidFill>
                            <a:schemeClr val="tx2"/>
                          </a:solidFill>
                          <a:latin typeface="Arial" charset="0"/>
                          <a:ea typeface="ＭＳ Ｐゴシック" charset="-128"/>
                        </a:defRPr>
                      </a:lvl6pPr>
                      <a:lvl7pPr marL="2971800" indent="-228600" eaLnBrk="0" fontAlgn="base" hangingPunct="0">
                        <a:spcBef>
                          <a:spcPct val="0"/>
                        </a:spcBef>
                        <a:spcAft>
                          <a:spcPts val="600"/>
                        </a:spcAft>
                        <a:buFont typeface="Arial" charset="0"/>
                        <a:defRPr sz="1000">
                          <a:solidFill>
                            <a:schemeClr val="tx2"/>
                          </a:solidFill>
                          <a:latin typeface="Arial" charset="0"/>
                          <a:ea typeface="ＭＳ Ｐゴシック" charset="-128"/>
                        </a:defRPr>
                      </a:lvl7pPr>
                      <a:lvl8pPr marL="3429000" indent="-228600" eaLnBrk="0" fontAlgn="base" hangingPunct="0">
                        <a:spcBef>
                          <a:spcPct val="0"/>
                        </a:spcBef>
                        <a:spcAft>
                          <a:spcPts val="600"/>
                        </a:spcAft>
                        <a:buFont typeface="Arial" charset="0"/>
                        <a:defRPr sz="1000">
                          <a:solidFill>
                            <a:schemeClr val="tx2"/>
                          </a:solidFill>
                          <a:latin typeface="Arial" charset="0"/>
                          <a:ea typeface="ＭＳ Ｐゴシック" charset="-128"/>
                        </a:defRPr>
                      </a:lvl8pPr>
                      <a:lvl9pPr marL="3886200" indent="-228600" eaLnBrk="0" fontAlgn="base" hangingPunct="0">
                        <a:spcBef>
                          <a:spcPct val="0"/>
                        </a:spcBef>
                        <a:spcAft>
                          <a:spcPts val="600"/>
                        </a:spcAft>
                        <a:buFont typeface="Arial" charset="0"/>
                        <a:defRPr sz="1000">
                          <a:solidFill>
                            <a:schemeClr val="tx2"/>
                          </a:solidFill>
                          <a:latin typeface="Arial" charset="0"/>
                          <a:ea typeface="ＭＳ Ｐゴシック"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US" sz="1200" b="0" i="0" u="none" strike="noStrike" cap="none" normalizeH="0" baseline="0" dirty="0">
                          <a:ln>
                            <a:noFill/>
                          </a:ln>
                          <a:solidFill>
                            <a:srgbClr val="67B2E8"/>
                          </a:solidFill>
                          <a:effectLst/>
                          <a:latin typeface="Arial" charset="0"/>
                          <a:ea typeface="ＭＳ Ｐゴシック" charset="-128"/>
                        </a:rPr>
                        <a:t>CHANNELS</a:t>
                      </a:r>
                    </a:p>
                    <a:p>
                      <a:pPr marL="0" marR="0" lvl="1" indent="0" algn="l" defTabSz="914400" rtl="0" eaLnBrk="1" fontAlgn="base" latinLnBrk="0" hangingPunct="1">
                        <a:lnSpc>
                          <a:spcPct val="130000"/>
                        </a:lnSpc>
                        <a:spcBef>
                          <a:spcPct val="0"/>
                        </a:spcBef>
                        <a:spcAft>
                          <a:spcPct val="0"/>
                        </a:spcAft>
                        <a:buClrTx/>
                        <a:buSzTx/>
                        <a:buFontTx/>
                        <a:buNone/>
                        <a:tabLst/>
                      </a:pPr>
                      <a:r>
                        <a:rPr kumimoji="0" lang="en-US" altLang="en-US" sz="1100" b="0" i="0" u="none" strike="noStrike" cap="none" normalizeH="0" baseline="0" dirty="0" smtClean="0">
                          <a:ln>
                            <a:noFill/>
                          </a:ln>
                          <a:solidFill>
                            <a:srgbClr val="7F7F7F"/>
                          </a:solidFill>
                          <a:effectLst/>
                          <a:latin typeface="Arial" charset="0"/>
                          <a:ea typeface="ＭＳ Ｐゴシック" charset="-128"/>
                        </a:rPr>
                        <a:t>   Supply</a:t>
                      </a:r>
                      <a:endParaRPr kumimoji="0" lang="en-US" altLang="en-US" sz="1100" b="0" i="0" u="none" strike="noStrike" cap="none" normalizeH="0" baseline="0" dirty="0">
                        <a:ln>
                          <a:noFill/>
                        </a:ln>
                        <a:solidFill>
                          <a:srgbClr val="7F7F7F"/>
                        </a:solidFill>
                        <a:effectLst/>
                        <a:latin typeface="Arial" charset="0"/>
                        <a:ea typeface="ＭＳ Ｐゴシック" charset="-128"/>
                      </a:endParaRPr>
                    </a:p>
                    <a:p>
                      <a:pPr marL="0" marR="0" lvl="1" indent="0" algn="l" defTabSz="914400" rtl="0" eaLnBrk="1" fontAlgn="base" latinLnBrk="0" hangingPunct="1">
                        <a:lnSpc>
                          <a:spcPct val="100000"/>
                        </a:lnSpc>
                        <a:spcBef>
                          <a:spcPct val="0"/>
                        </a:spcBef>
                        <a:spcAft>
                          <a:spcPct val="0"/>
                        </a:spcAft>
                        <a:buClrTx/>
                        <a:buSzTx/>
                        <a:buFontTx/>
                        <a:buNone/>
                        <a:tabLst/>
                      </a:pPr>
                      <a:endParaRPr kumimoji="0" lang="en-US" altLang="en-US" sz="1100" b="0" i="0" u="none" strike="noStrike" cap="none" normalizeH="0" baseline="0" dirty="0" smtClean="0">
                        <a:ln>
                          <a:noFill/>
                        </a:ln>
                        <a:solidFill>
                          <a:srgbClr val="7F7F7F"/>
                        </a:solidFill>
                        <a:effectLst/>
                        <a:latin typeface="Arial" charset="0"/>
                        <a:ea typeface="ＭＳ Ｐゴシック" charset="-128"/>
                      </a:endParaRPr>
                    </a:p>
                    <a:p>
                      <a:pPr marL="0" marR="0" lvl="1" indent="0" algn="l" defTabSz="914400" rtl="0" eaLnBrk="1" fontAlgn="base" latinLnBrk="0" hangingPunct="1">
                        <a:lnSpc>
                          <a:spcPct val="100000"/>
                        </a:lnSpc>
                        <a:spcBef>
                          <a:spcPct val="0"/>
                        </a:spcBef>
                        <a:spcAft>
                          <a:spcPct val="0"/>
                        </a:spcAft>
                        <a:buClrTx/>
                        <a:buSzTx/>
                        <a:buFontTx/>
                        <a:buNone/>
                        <a:tabLst/>
                      </a:pPr>
                      <a:r>
                        <a:rPr kumimoji="0" lang="en-US" altLang="en-US" sz="1100" b="0" i="0" u="none" strike="noStrike" cap="none" normalizeH="0" baseline="0" dirty="0" smtClean="0">
                          <a:ln>
                            <a:noFill/>
                          </a:ln>
                          <a:solidFill>
                            <a:srgbClr val="7F7F7F"/>
                          </a:solidFill>
                          <a:effectLst/>
                          <a:latin typeface="Arial" charset="0"/>
                          <a:ea typeface="ＭＳ Ｐゴシック" charset="-128"/>
                        </a:rPr>
                        <a:t>   Sales</a:t>
                      </a:r>
                      <a:endParaRPr kumimoji="0" lang="en-US" altLang="en-US" sz="1100" b="0" i="0" u="none" strike="noStrike" cap="none" normalizeH="0" baseline="0" dirty="0">
                        <a:ln>
                          <a:noFill/>
                        </a:ln>
                        <a:solidFill>
                          <a:srgbClr val="7F7F7F"/>
                        </a:solidFill>
                        <a:effectLst/>
                        <a:latin typeface="Arial" charset="0"/>
                        <a:ea typeface="ＭＳ Ｐゴシック" charset="-128"/>
                      </a:endParaRPr>
                    </a:p>
                    <a:p>
                      <a:pPr marL="0" marR="0" lvl="1" indent="0" algn="l" defTabSz="914400" rtl="0" eaLnBrk="1" fontAlgn="base" latinLnBrk="0" hangingPunct="1">
                        <a:lnSpc>
                          <a:spcPct val="100000"/>
                        </a:lnSpc>
                        <a:spcBef>
                          <a:spcPct val="0"/>
                        </a:spcBef>
                        <a:spcAft>
                          <a:spcPct val="0"/>
                        </a:spcAft>
                        <a:buClrTx/>
                        <a:buSzTx/>
                        <a:buFontTx/>
                        <a:buNone/>
                        <a:tabLst/>
                      </a:pPr>
                      <a:endParaRPr kumimoji="0" lang="en-US" altLang="en-US" sz="1100" b="0" i="0" u="none" strike="noStrike" cap="none" normalizeH="0" baseline="0" dirty="0" smtClean="0">
                        <a:ln>
                          <a:noFill/>
                        </a:ln>
                        <a:solidFill>
                          <a:srgbClr val="7F7F7F"/>
                        </a:solidFill>
                        <a:effectLst/>
                        <a:latin typeface="Arial" charset="0"/>
                        <a:ea typeface="ＭＳ Ｐゴシック" charset="-128"/>
                      </a:endParaRPr>
                    </a:p>
                    <a:p>
                      <a:pPr marL="0" marR="0" lvl="1" indent="0" algn="l" defTabSz="914400" rtl="0" eaLnBrk="1" fontAlgn="base" latinLnBrk="0" hangingPunct="1">
                        <a:lnSpc>
                          <a:spcPct val="100000"/>
                        </a:lnSpc>
                        <a:spcBef>
                          <a:spcPct val="0"/>
                        </a:spcBef>
                        <a:spcAft>
                          <a:spcPct val="0"/>
                        </a:spcAft>
                        <a:buClrTx/>
                        <a:buSzTx/>
                        <a:buFontTx/>
                        <a:buNone/>
                        <a:tabLst/>
                      </a:pPr>
                      <a:r>
                        <a:rPr kumimoji="0" lang="en-US" altLang="en-US" sz="1100" b="0" i="0" u="none" strike="noStrike" cap="none" normalizeH="0" baseline="0" dirty="0" smtClean="0">
                          <a:ln>
                            <a:noFill/>
                          </a:ln>
                          <a:solidFill>
                            <a:srgbClr val="7F7F7F"/>
                          </a:solidFill>
                          <a:effectLst/>
                          <a:latin typeface="Arial" charset="0"/>
                          <a:ea typeface="ＭＳ Ｐゴシック" charset="-128"/>
                        </a:rPr>
                        <a:t>   Delivery</a:t>
                      </a:r>
                      <a:endParaRPr kumimoji="0" lang="en-US" altLang="en-US" sz="1100" b="0" i="0" u="none" strike="noStrike" cap="none" normalizeH="0" baseline="0" dirty="0">
                        <a:ln>
                          <a:noFill/>
                        </a:ln>
                        <a:solidFill>
                          <a:srgbClr val="7F7F7F"/>
                        </a:solidFill>
                        <a:effectLst/>
                        <a:latin typeface="Arial" charset="0"/>
                        <a:ea typeface="ＭＳ Ｐゴシック" charset="-128"/>
                      </a:endParaRPr>
                    </a:p>
                  </a:txBody>
                  <a:tcPr marT="91456" marB="45728" horzOverflow="overflow">
                    <a:lnL w="6350" cap="flat" cmpd="sng" algn="ctr">
                      <a:solidFill>
                        <a:srgbClr val="0C2074"/>
                      </a:solidFill>
                      <a:prstDash val="solid"/>
                      <a:round/>
                      <a:headEnd type="none" w="med" len="med"/>
                      <a:tailEnd type="none" w="med" len="med"/>
                    </a:lnL>
                    <a:lnR>
                      <a:noFill/>
                    </a:lnR>
                    <a:lnT w="6350" cap="flat" cmpd="sng" algn="ctr">
                      <a:solidFill>
                        <a:srgbClr val="FFFFFF"/>
                      </a:solidFill>
                      <a:prstDash val="solid"/>
                      <a:round/>
                      <a:headEnd type="none" w="med" len="med"/>
                      <a:tailEnd type="none" w="med" len="med"/>
                    </a:lnT>
                    <a:lnB w="6350" cap="flat" cmpd="sng" algn="ctr">
                      <a:solidFill>
                        <a:srgbClr val="0C2074"/>
                      </a:solidFill>
                      <a:prstDash val="solid"/>
                      <a:round/>
                      <a:headEnd type="none" w="med" len="med"/>
                      <a:tailEnd type="none" w="med" len="med"/>
                    </a:lnB>
                    <a:lnTlToBr>
                      <a:noFill/>
                    </a:lnTlToBr>
                    <a:lnBlToTr>
                      <a:noFill/>
                    </a:lnBlToTr>
                    <a:solidFill>
                      <a:srgbClr val="FFFFFF"/>
                    </a:solidFill>
                  </a:tcPr>
                </a:tc>
              </a:tr>
              <a:tr h="1195406">
                <a:tc>
                  <a:txBody>
                    <a:bodyPr/>
                    <a:lstStyle>
                      <a:lvl1pPr eaLnBrk="0" hangingPunct="0">
                        <a:spcAft>
                          <a:spcPts val="600"/>
                        </a:spcAft>
                        <a:buFont typeface="Arial" charset="0"/>
                        <a:defRPr>
                          <a:solidFill>
                            <a:schemeClr val="tx2"/>
                          </a:solidFill>
                          <a:latin typeface="Arial" charset="0"/>
                          <a:ea typeface="ＭＳ Ｐゴシック" charset="-128"/>
                        </a:defRPr>
                      </a:lvl1pPr>
                      <a:lvl2pPr marL="742950" indent="-285750" eaLnBrk="0" hangingPunct="0">
                        <a:spcAft>
                          <a:spcPts val="600"/>
                        </a:spcAft>
                        <a:buFont typeface="Arial" charset="0"/>
                        <a:defRPr sz="1600">
                          <a:solidFill>
                            <a:schemeClr val="tx2"/>
                          </a:solidFill>
                          <a:latin typeface="Arial" charset="0"/>
                          <a:ea typeface="ＭＳ Ｐゴシック" charset="-128"/>
                        </a:defRPr>
                      </a:lvl2pPr>
                      <a:lvl3pPr marL="1143000" indent="-228600" eaLnBrk="0" hangingPunct="0">
                        <a:spcAft>
                          <a:spcPts val="600"/>
                        </a:spcAft>
                        <a:buFont typeface="Arial" charset="0"/>
                        <a:defRPr sz="1400">
                          <a:solidFill>
                            <a:schemeClr val="tx2"/>
                          </a:solidFill>
                          <a:latin typeface="Arial" charset="0"/>
                          <a:ea typeface="ＭＳ Ｐゴシック" charset="-128"/>
                        </a:defRPr>
                      </a:lvl3pPr>
                      <a:lvl4pPr marL="1600200" indent="-228600" eaLnBrk="0" hangingPunct="0">
                        <a:spcAft>
                          <a:spcPts val="600"/>
                        </a:spcAft>
                        <a:buFont typeface="Arial" charset="0"/>
                        <a:defRPr sz="1200">
                          <a:solidFill>
                            <a:schemeClr val="tx2"/>
                          </a:solidFill>
                          <a:latin typeface="Arial" charset="0"/>
                          <a:ea typeface="ＭＳ Ｐゴシック" charset="-128"/>
                        </a:defRPr>
                      </a:lvl4pPr>
                      <a:lvl5pPr marL="2057400" indent="-228600" eaLnBrk="0" hangingPunct="0">
                        <a:spcAft>
                          <a:spcPts val="600"/>
                        </a:spcAft>
                        <a:buFont typeface="Arial" charset="0"/>
                        <a:defRPr sz="1000">
                          <a:solidFill>
                            <a:schemeClr val="tx2"/>
                          </a:solidFill>
                          <a:latin typeface="Arial" charset="0"/>
                          <a:ea typeface="ＭＳ Ｐゴシック" charset="-128"/>
                        </a:defRPr>
                      </a:lvl5pPr>
                      <a:lvl6pPr marL="2514600" indent="-228600" eaLnBrk="0" fontAlgn="base" hangingPunct="0">
                        <a:spcBef>
                          <a:spcPct val="0"/>
                        </a:spcBef>
                        <a:spcAft>
                          <a:spcPts val="600"/>
                        </a:spcAft>
                        <a:buFont typeface="Arial" charset="0"/>
                        <a:defRPr sz="1000">
                          <a:solidFill>
                            <a:schemeClr val="tx2"/>
                          </a:solidFill>
                          <a:latin typeface="Arial" charset="0"/>
                          <a:ea typeface="ＭＳ Ｐゴシック" charset="-128"/>
                        </a:defRPr>
                      </a:lvl6pPr>
                      <a:lvl7pPr marL="2971800" indent="-228600" eaLnBrk="0" fontAlgn="base" hangingPunct="0">
                        <a:spcBef>
                          <a:spcPct val="0"/>
                        </a:spcBef>
                        <a:spcAft>
                          <a:spcPts val="600"/>
                        </a:spcAft>
                        <a:buFont typeface="Arial" charset="0"/>
                        <a:defRPr sz="1000">
                          <a:solidFill>
                            <a:schemeClr val="tx2"/>
                          </a:solidFill>
                          <a:latin typeface="Arial" charset="0"/>
                          <a:ea typeface="ＭＳ Ｐゴシック" charset="-128"/>
                        </a:defRPr>
                      </a:lvl7pPr>
                      <a:lvl8pPr marL="3429000" indent="-228600" eaLnBrk="0" fontAlgn="base" hangingPunct="0">
                        <a:spcBef>
                          <a:spcPct val="0"/>
                        </a:spcBef>
                        <a:spcAft>
                          <a:spcPts val="600"/>
                        </a:spcAft>
                        <a:buFont typeface="Arial" charset="0"/>
                        <a:defRPr sz="1000">
                          <a:solidFill>
                            <a:schemeClr val="tx2"/>
                          </a:solidFill>
                          <a:latin typeface="Arial" charset="0"/>
                          <a:ea typeface="ＭＳ Ｐゴシック" charset="-128"/>
                        </a:defRPr>
                      </a:lvl8pPr>
                      <a:lvl9pPr marL="3886200" indent="-228600" eaLnBrk="0" fontAlgn="base" hangingPunct="0">
                        <a:spcBef>
                          <a:spcPct val="0"/>
                        </a:spcBef>
                        <a:spcAft>
                          <a:spcPts val="600"/>
                        </a:spcAft>
                        <a:buFont typeface="Arial" charset="0"/>
                        <a:defRPr sz="1000">
                          <a:solidFill>
                            <a:schemeClr val="tx2"/>
                          </a:solidFill>
                          <a:latin typeface="Arial" charset="0"/>
                          <a:ea typeface="ＭＳ Ｐゴシック"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US" sz="1200" b="0" i="0" u="none" strike="noStrike" cap="none" normalizeH="0" baseline="0" dirty="0">
                          <a:ln>
                            <a:noFill/>
                          </a:ln>
                          <a:solidFill>
                            <a:srgbClr val="67B2E8"/>
                          </a:solidFill>
                          <a:effectLst/>
                          <a:latin typeface="Arial" charset="0"/>
                          <a:ea typeface="ＭＳ Ｐゴシック" charset="-128"/>
                        </a:rPr>
                        <a:t>TARGET AUDIENCE(S)</a:t>
                      </a:r>
                    </a:p>
                    <a:p>
                      <a:pPr marL="0" marR="0" lvl="0" indent="0" algn="l" defTabSz="914400" rtl="0" eaLnBrk="1" fontAlgn="base" latinLnBrk="0" hangingPunct="1">
                        <a:lnSpc>
                          <a:spcPct val="130000"/>
                        </a:lnSpc>
                        <a:spcBef>
                          <a:spcPct val="0"/>
                        </a:spcBef>
                        <a:spcAft>
                          <a:spcPct val="0"/>
                        </a:spcAft>
                        <a:buClrTx/>
                        <a:buSzTx/>
                        <a:buFontTx/>
                        <a:buNone/>
                        <a:tabLst/>
                      </a:pPr>
                      <a:r>
                        <a:rPr kumimoji="0" lang="en-US" altLang="en-US" sz="1100" b="0" i="0" u="none" strike="noStrike" cap="none" normalizeH="0" baseline="0" dirty="0" smtClean="0">
                          <a:ln>
                            <a:noFill/>
                          </a:ln>
                          <a:solidFill>
                            <a:srgbClr val="7F7F7F"/>
                          </a:solidFill>
                          <a:effectLst/>
                          <a:latin typeface="Arial" charset="0"/>
                          <a:ea typeface="ＭＳ Ｐゴシック" charset="-128"/>
                        </a:rPr>
                        <a:t>   Primary</a:t>
                      </a:r>
                      <a:endParaRPr kumimoji="0" lang="en-US" altLang="en-US" sz="1100" b="0" i="0" u="none" strike="noStrike" cap="none" normalizeH="0" baseline="0" dirty="0">
                        <a:ln>
                          <a:noFill/>
                        </a:ln>
                        <a:solidFill>
                          <a:srgbClr val="7F7F7F"/>
                        </a:solidFill>
                        <a:effectLst/>
                        <a:latin typeface="Arial" charset="0"/>
                        <a:ea typeface="ＭＳ Ｐゴシック" charset="-128"/>
                      </a:endParaRPr>
                    </a:p>
                    <a:p>
                      <a:pPr marL="0" marR="0" lvl="0" indent="0" algn="l" defTabSz="914400" rtl="0" eaLnBrk="1" fontAlgn="base" latinLnBrk="0" hangingPunct="1">
                        <a:lnSpc>
                          <a:spcPct val="100000"/>
                        </a:lnSpc>
                        <a:spcBef>
                          <a:spcPct val="0"/>
                        </a:spcBef>
                        <a:spcAft>
                          <a:spcPct val="0"/>
                        </a:spcAft>
                        <a:buClrTx/>
                        <a:buSzTx/>
                        <a:buFontTx/>
                        <a:buNone/>
                        <a:tabLst/>
                      </a:pPr>
                      <a:endParaRPr kumimoji="0" lang="en-US" altLang="en-US" sz="1100" b="0" i="0" u="none" strike="noStrike" cap="none" normalizeH="0" baseline="0" dirty="0" smtClean="0">
                        <a:ln>
                          <a:noFill/>
                        </a:ln>
                        <a:solidFill>
                          <a:srgbClr val="7F7F7F"/>
                        </a:solidFill>
                        <a:effectLst/>
                        <a:latin typeface="Arial" charset="0"/>
                        <a:ea typeface="ＭＳ Ｐゴシック" charset="-128"/>
                      </a:endParaRPr>
                    </a:p>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US" sz="1100" b="0" i="0" u="none" strike="noStrike" cap="none" normalizeH="0" baseline="0" dirty="0" smtClean="0">
                          <a:ln>
                            <a:noFill/>
                          </a:ln>
                          <a:solidFill>
                            <a:srgbClr val="7F7F7F"/>
                          </a:solidFill>
                          <a:effectLst/>
                          <a:latin typeface="Arial" charset="0"/>
                          <a:ea typeface="ＭＳ Ｐゴシック" charset="-128"/>
                        </a:rPr>
                        <a:t>   Secondary</a:t>
                      </a:r>
                      <a:endParaRPr kumimoji="0" lang="en-US" altLang="en-US" sz="1100" b="0" i="0" u="none" strike="noStrike" cap="none" normalizeH="0" baseline="0" dirty="0">
                        <a:ln>
                          <a:noFill/>
                        </a:ln>
                        <a:solidFill>
                          <a:srgbClr val="7F7F7F"/>
                        </a:solidFill>
                        <a:effectLst/>
                        <a:latin typeface="Arial" charset="0"/>
                        <a:ea typeface="ＭＳ Ｐゴシック" charset="-128"/>
                      </a:endParaRPr>
                    </a:p>
                  </a:txBody>
                  <a:tcPr marT="91456" marB="45728" horzOverflow="overflow">
                    <a:lnL>
                      <a:noFill/>
                    </a:lnL>
                    <a:lnR w="6350" cap="flat" cmpd="sng" algn="ctr">
                      <a:solidFill>
                        <a:srgbClr val="0C2074"/>
                      </a:solidFill>
                      <a:prstDash val="solid"/>
                      <a:round/>
                      <a:headEnd type="none" w="med" len="med"/>
                      <a:tailEnd type="none" w="med" len="med"/>
                    </a:lnR>
                    <a:lnT w="6350" cap="flat" cmpd="sng" algn="ctr">
                      <a:solidFill>
                        <a:srgbClr val="0C2074"/>
                      </a:solidFill>
                      <a:prstDash val="solid"/>
                      <a:round/>
                      <a:headEnd type="none" w="med" len="med"/>
                      <a:tailEnd type="none" w="med" len="med"/>
                    </a:lnT>
                    <a:lnB w="6350" cap="flat" cmpd="sng" algn="ctr">
                      <a:solidFill>
                        <a:srgbClr val="0C2074"/>
                      </a:solidFill>
                      <a:prstDash val="solid"/>
                      <a:round/>
                      <a:headEnd type="none" w="med" len="med"/>
                      <a:tailEnd type="none" w="med" len="med"/>
                    </a:lnB>
                    <a:lnTlToBr>
                      <a:noFill/>
                    </a:lnTlToBr>
                    <a:lnBlToTr>
                      <a:noFill/>
                    </a:lnBlToTr>
                    <a:solidFill>
                      <a:srgbClr val="FFFFFF"/>
                    </a:solidFill>
                  </a:tcPr>
                </a:tc>
                <a:tc>
                  <a:txBody>
                    <a:bodyPr/>
                    <a:lstStyle>
                      <a:lvl1pPr eaLnBrk="0" hangingPunct="0">
                        <a:spcAft>
                          <a:spcPts val="600"/>
                        </a:spcAft>
                        <a:buFont typeface="Arial" charset="0"/>
                        <a:defRPr>
                          <a:solidFill>
                            <a:schemeClr val="tx2"/>
                          </a:solidFill>
                          <a:latin typeface="Arial" charset="0"/>
                          <a:ea typeface="ＭＳ Ｐゴシック" charset="-128"/>
                        </a:defRPr>
                      </a:lvl1pPr>
                      <a:lvl2pPr marL="742950" indent="-285750" eaLnBrk="0" hangingPunct="0">
                        <a:spcAft>
                          <a:spcPts val="600"/>
                        </a:spcAft>
                        <a:buFont typeface="Arial" charset="0"/>
                        <a:defRPr sz="1600">
                          <a:solidFill>
                            <a:schemeClr val="tx2"/>
                          </a:solidFill>
                          <a:latin typeface="Arial" charset="0"/>
                          <a:ea typeface="ＭＳ Ｐゴシック" charset="-128"/>
                        </a:defRPr>
                      </a:lvl2pPr>
                      <a:lvl3pPr marL="1143000" indent="-228600" eaLnBrk="0" hangingPunct="0">
                        <a:spcAft>
                          <a:spcPts val="600"/>
                        </a:spcAft>
                        <a:buFont typeface="Arial" charset="0"/>
                        <a:defRPr sz="1400">
                          <a:solidFill>
                            <a:schemeClr val="tx2"/>
                          </a:solidFill>
                          <a:latin typeface="Arial" charset="0"/>
                          <a:ea typeface="ＭＳ Ｐゴシック" charset="-128"/>
                        </a:defRPr>
                      </a:lvl3pPr>
                      <a:lvl4pPr marL="1600200" indent="-228600" eaLnBrk="0" hangingPunct="0">
                        <a:spcAft>
                          <a:spcPts val="600"/>
                        </a:spcAft>
                        <a:buFont typeface="Arial" charset="0"/>
                        <a:defRPr sz="1200">
                          <a:solidFill>
                            <a:schemeClr val="tx2"/>
                          </a:solidFill>
                          <a:latin typeface="Arial" charset="0"/>
                          <a:ea typeface="ＭＳ Ｐゴシック" charset="-128"/>
                        </a:defRPr>
                      </a:lvl4pPr>
                      <a:lvl5pPr marL="2057400" indent="-228600" eaLnBrk="0" hangingPunct="0">
                        <a:spcAft>
                          <a:spcPts val="600"/>
                        </a:spcAft>
                        <a:buFont typeface="Arial" charset="0"/>
                        <a:defRPr sz="1000">
                          <a:solidFill>
                            <a:schemeClr val="tx2"/>
                          </a:solidFill>
                          <a:latin typeface="Arial" charset="0"/>
                          <a:ea typeface="ＭＳ Ｐゴシック" charset="-128"/>
                        </a:defRPr>
                      </a:lvl5pPr>
                      <a:lvl6pPr marL="2514600" indent="-228600" eaLnBrk="0" fontAlgn="base" hangingPunct="0">
                        <a:spcBef>
                          <a:spcPct val="0"/>
                        </a:spcBef>
                        <a:spcAft>
                          <a:spcPts val="600"/>
                        </a:spcAft>
                        <a:buFont typeface="Arial" charset="0"/>
                        <a:defRPr sz="1000">
                          <a:solidFill>
                            <a:schemeClr val="tx2"/>
                          </a:solidFill>
                          <a:latin typeface="Arial" charset="0"/>
                          <a:ea typeface="ＭＳ Ｐゴシック" charset="-128"/>
                        </a:defRPr>
                      </a:lvl6pPr>
                      <a:lvl7pPr marL="2971800" indent="-228600" eaLnBrk="0" fontAlgn="base" hangingPunct="0">
                        <a:spcBef>
                          <a:spcPct val="0"/>
                        </a:spcBef>
                        <a:spcAft>
                          <a:spcPts val="600"/>
                        </a:spcAft>
                        <a:buFont typeface="Arial" charset="0"/>
                        <a:defRPr sz="1000">
                          <a:solidFill>
                            <a:schemeClr val="tx2"/>
                          </a:solidFill>
                          <a:latin typeface="Arial" charset="0"/>
                          <a:ea typeface="ＭＳ Ｐゴシック" charset="-128"/>
                        </a:defRPr>
                      </a:lvl7pPr>
                      <a:lvl8pPr marL="3429000" indent="-228600" eaLnBrk="0" fontAlgn="base" hangingPunct="0">
                        <a:spcBef>
                          <a:spcPct val="0"/>
                        </a:spcBef>
                        <a:spcAft>
                          <a:spcPts val="600"/>
                        </a:spcAft>
                        <a:buFont typeface="Arial" charset="0"/>
                        <a:defRPr sz="1000">
                          <a:solidFill>
                            <a:schemeClr val="tx2"/>
                          </a:solidFill>
                          <a:latin typeface="Arial" charset="0"/>
                          <a:ea typeface="ＭＳ Ｐゴシック" charset="-128"/>
                        </a:defRPr>
                      </a:lvl8pPr>
                      <a:lvl9pPr marL="3886200" indent="-228600" eaLnBrk="0" fontAlgn="base" hangingPunct="0">
                        <a:spcBef>
                          <a:spcPct val="0"/>
                        </a:spcBef>
                        <a:spcAft>
                          <a:spcPts val="600"/>
                        </a:spcAft>
                        <a:buFont typeface="Arial" charset="0"/>
                        <a:defRPr sz="1000">
                          <a:solidFill>
                            <a:schemeClr val="tx2"/>
                          </a:solidFill>
                          <a:latin typeface="Arial" charset="0"/>
                          <a:ea typeface="ＭＳ Ｐゴシック"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US" sz="1200" b="0" i="0" u="none" strike="noStrike" cap="none" normalizeH="0" baseline="0" dirty="0">
                          <a:ln>
                            <a:noFill/>
                          </a:ln>
                          <a:solidFill>
                            <a:srgbClr val="67B2E8"/>
                          </a:solidFill>
                          <a:effectLst/>
                          <a:latin typeface="Arial" charset="0"/>
                          <a:ea typeface="ＭＳ Ｐゴシック" charset="-128"/>
                        </a:rPr>
                        <a:t>VALUE PROP(S)</a:t>
                      </a:r>
                    </a:p>
                    <a:p>
                      <a:pPr marL="0" marR="0" lvl="0" indent="0" algn="l" defTabSz="914400" rtl="0" eaLnBrk="1" fontAlgn="base" latinLnBrk="0" hangingPunct="1">
                        <a:lnSpc>
                          <a:spcPct val="130000"/>
                        </a:lnSpc>
                        <a:spcBef>
                          <a:spcPct val="0"/>
                        </a:spcBef>
                        <a:spcAft>
                          <a:spcPct val="0"/>
                        </a:spcAft>
                        <a:buClrTx/>
                        <a:buSzTx/>
                        <a:buFontTx/>
                        <a:buNone/>
                        <a:tabLst/>
                      </a:pPr>
                      <a:r>
                        <a:rPr kumimoji="0" lang="en-US" altLang="en-US" sz="1100" b="0" i="0" u="none" strike="noStrike" cap="none" normalizeH="0" baseline="0" dirty="0" smtClean="0">
                          <a:ln>
                            <a:noFill/>
                          </a:ln>
                          <a:solidFill>
                            <a:srgbClr val="7F7F7F"/>
                          </a:solidFill>
                          <a:effectLst/>
                          <a:latin typeface="Arial" charset="0"/>
                          <a:ea typeface="ＭＳ Ｐゴシック" charset="-128"/>
                        </a:rPr>
                        <a:t>   Customers</a:t>
                      </a:r>
                      <a:endParaRPr kumimoji="0" lang="en-US" altLang="en-US" sz="1100" b="0" i="0" u="none" strike="noStrike" cap="none" normalizeH="0" baseline="0" dirty="0">
                        <a:ln>
                          <a:noFill/>
                        </a:ln>
                        <a:solidFill>
                          <a:srgbClr val="7F7F7F"/>
                        </a:solidFill>
                        <a:effectLst/>
                        <a:latin typeface="Arial" charset="0"/>
                        <a:ea typeface="ＭＳ Ｐゴシック" charset="-128"/>
                      </a:endParaRPr>
                    </a:p>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US" sz="1100" b="0" i="0" u="none" strike="noStrike" cap="none" normalizeH="0" baseline="0" dirty="0" smtClean="0">
                          <a:ln>
                            <a:noFill/>
                          </a:ln>
                          <a:solidFill>
                            <a:srgbClr val="7F7F7F"/>
                          </a:solidFill>
                          <a:effectLst/>
                          <a:latin typeface="Arial" charset="0"/>
                          <a:ea typeface="ＭＳ Ｐゴシック" charset="-128"/>
                        </a:rPr>
                        <a:t>   </a:t>
                      </a:r>
                    </a:p>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US" sz="1100" b="0" i="0" u="none" strike="noStrike" cap="none" normalizeH="0" baseline="0" dirty="0" smtClean="0">
                          <a:ln>
                            <a:noFill/>
                          </a:ln>
                          <a:solidFill>
                            <a:srgbClr val="7F7F7F"/>
                          </a:solidFill>
                          <a:effectLst/>
                          <a:latin typeface="Arial" charset="0"/>
                          <a:ea typeface="ＭＳ Ｐゴシック" charset="-128"/>
                        </a:rPr>
                        <a:t>   Bank </a:t>
                      </a:r>
                      <a:endParaRPr kumimoji="0" lang="en-US" altLang="en-US" sz="1100" b="0" i="0" u="none" strike="noStrike" cap="none" normalizeH="0" baseline="0" dirty="0">
                        <a:ln>
                          <a:noFill/>
                        </a:ln>
                        <a:solidFill>
                          <a:srgbClr val="7F7F7F"/>
                        </a:solidFill>
                        <a:effectLst/>
                        <a:latin typeface="Arial" charset="0"/>
                        <a:ea typeface="ＭＳ Ｐゴシック" charset="-128"/>
                      </a:endParaRPr>
                    </a:p>
                    <a:p>
                      <a:pPr marL="0" marR="0" lvl="0" indent="0" algn="l" defTabSz="914400" rtl="0" eaLnBrk="1" fontAlgn="base" latinLnBrk="0" hangingPunct="1">
                        <a:lnSpc>
                          <a:spcPct val="100000"/>
                        </a:lnSpc>
                        <a:spcBef>
                          <a:spcPct val="0"/>
                        </a:spcBef>
                        <a:spcAft>
                          <a:spcPct val="0"/>
                        </a:spcAft>
                        <a:buClrTx/>
                        <a:buSzTx/>
                        <a:buFontTx/>
                        <a:buNone/>
                        <a:tabLst/>
                      </a:pPr>
                      <a:endParaRPr kumimoji="0" lang="en-US" altLang="en-US" sz="1100" b="0" i="0" u="none" strike="noStrike" cap="none" normalizeH="0" baseline="0" dirty="0" smtClean="0">
                        <a:ln>
                          <a:noFill/>
                        </a:ln>
                        <a:solidFill>
                          <a:srgbClr val="7F7F7F"/>
                        </a:solidFill>
                        <a:effectLst/>
                        <a:latin typeface="Arial" charset="0"/>
                        <a:ea typeface="ＭＳ Ｐゴシック" charset="-128"/>
                      </a:endParaRPr>
                    </a:p>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US" sz="1100" b="0" i="0" u="none" strike="noStrike" cap="none" normalizeH="0" baseline="0" dirty="0" smtClean="0">
                          <a:ln>
                            <a:noFill/>
                          </a:ln>
                          <a:solidFill>
                            <a:srgbClr val="7F7F7F"/>
                          </a:solidFill>
                          <a:effectLst/>
                          <a:latin typeface="Arial" charset="0"/>
                          <a:ea typeface="ＭＳ Ｐゴシック" charset="-128"/>
                        </a:rPr>
                        <a:t>   Other</a:t>
                      </a:r>
                      <a:endParaRPr kumimoji="0" lang="en-US" altLang="en-US" sz="1100" b="0" i="0" u="none" strike="noStrike" cap="none" normalizeH="0" baseline="0" dirty="0">
                        <a:ln>
                          <a:noFill/>
                        </a:ln>
                        <a:solidFill>
                          <a:srgbClr val="7F7F7F"/>
                        </a:solidFill>
                        <a:effectLst/>
                        <a:latin typeface="Arial" charset="0"/>
                        <a:ea typeface="ＭＳ Ｐゴシック" charset="-128"/>
                      </a:endParaRPr>
                    </a:p>
                  </a:txBody>
                  <a:tcPr marT="91456" marB="45728" horzOverflow="overflow">
                    <a:lnL w="6350" cap="flat" cmpd="sng" algn="ctr">
                      <a:solidFill>
                        <a:srgbClr val="0C2074"/>
                      </a:solidFill>
                      <a:prstDash val="solid"/>
                      <a:round/>
                      <a:headEnd type="none" w="med" len="med"/>
                      <a:tailEnd type="none" w="med" len="med"/>
                    </a:lnL>
                    <a:lnR w="6350" cap="flat" cmpd="sng" algn="ctr">
                      <a:solidFill>
                        <a:srgbClr val="0C2074"/>
                      </a:solidFill>
                      <a:prstDash val="solid"/>
                      <a:round/>
                      <a:headEnd type="none" w="med" len="med"/>
                      <a:tailEnd type="none" w="med" len="med"/>
                    </a:lnR>
                    <a:lnT w="6350" cap="flat" cmpd="sng" algn="ctr">
                      <a:solidFill>
                        <a:srgbClr val="0C2074"/>
                      </a:solidFill>
                      <a:prstDash val="solid"/>
                      <a:round/>
                      <a:headEnd type="none" w="med" len="med"/>
                      <a:tailEnd type="none" w="med" len="med"/>
                    </a:lnT>
                    <a:lnB w="6350" cap="flat" cmpd="sng" algn="ctr">
                      <a:solidFill>
                        <a:srgbClr val="0C2074"/>
                      </a:solidFill>
                      <a:prstDash val="solid"/>
                      <a:round/>
                      <a:headEnd type="none" w="med" len="med"/>
                      <a:tailEnd type="none" w="med" len="med"/>
                    </a:lnB>
                    <a:lnTlToBr>
                      <a:noFill/>
                    </a:lnTlToBr>
                    <a:lnBlToTr>
                      <a:noFill/>
                    </a:lnBlToTr>
                    <a:solidFill>
                      <a:srgbClr val="FFFFFF"/>
                    </a:solidFill>
                  </a:tcPr>
                </a:tc>
                <a:tc>
                  <a:txBody>
                    <a:bodyPr/>
                    <a:lstStyle>
                      <a:lvl1pPr eaLnBrk="0" hangingPunct="0">
                        <a:spcAft>
                          <a:spcPts val="600"/>
                        </a:spcAft>
                        <a:buFont typeface="Arial" charset="0"/>
                        <a:defRPr>
                          <a:solidFill>
                            <a:schemeClr val="tx2"/>
                          </a:solidFill>
                          <a:latin typeface="Arial" charset="0"/>
                          <a:ea typeface="ＭＳ Ｐゴシック" charset="-128"/>
                        </a:defRPr>
                      </a:lvl1pPr>
                      <a:lvl2pPr marL="742950" indent="-285750" eaLnBrk="0" hangingPunct="0">
                        <a:spcAft>
                          <a:spcPts val="600"/>
                        </a:spcAft>
                        <a:buFont typeface="Arial" charset="0"/>
                        <a:defRPr sz="1600">
                          <a:solidFill>
                            <a:schemeClr val="tx2"/>
                          </a:solidFill>
                          <a:latin typeface="Arial" charset="0"/>
                          <a:ea typeface="ＭＳ Ｐゴシック" charset="-128"/>
                        </a:defRPr>
                      </a:lvl2pPr>
                      <a:lvl3pPr marL="1143000" indent="-228600" eaLnBrk="0" hangingPunct="0">
                        <a:spcAft>
                          <a:spcPts val="600"/>
                        </a:spcAft>
                        <a:buFont typeface="Arial" charset="0"/>
                        <a:defRPr sz="1400">
                          <a:solidFill>
                            <a:schemeClr val="tx2"/>
                          </a:solidFill>
                          <a:latin typeface="Arial" charset="0"/>
                          <a:ea typeface="ＭＳ Ｐゴシック" charset="-128"/>
                        </a:defRPr>
                      </a:lvl3pPr>
                      <a:lvl4pPr marL="1600200" indent="-228600" eaLnBrk="0" hangingPunct="0">
                        <a:spcAft>
                          <a:spcPts val="600"/>
                        </a:spcAft>
                        <a:buFont typeface="Arial" charset="0"/>
                        <a:defRPr sz="1200">
                          <a:solidFill>
                            <a:schemeClr val="tx2"/>
                          </a:solidFill>
                          <a:latin typeface="Arial" charset="0"/>
                          <a:ea typeface="ＭＳ Ｐゴシック" charset="-128"/>
                        </a:defRPr>
                      </a:lvl4pPr>
                      <a:lvl5pPr marL="2057400" indent="-228600" eaLnBrk="0" hangingPunct="0">
                        <a:spcAft>
                          <a:spcPts val="600"/>
                        </a:spcAft>
                        <a:buFont typeface="Arial" charset="0"/>
                        <a:defRPr sz="1000">
                          <a:solidFill>
                            <a:schemeClr val="tx2"/>
                          </a:solidFill>
                          <a:latin typeface="Arial" charset="0"/>
                          <a:ea typeface="ＭＳ Ｐゴシック" charset="-128"/>
                        </a:defRPr>
                      </a:lvl5pPr>
                      <a:lvl6pPr marL="2514600" indent="-228600" eaLnBrk="0" fontAlgn="base" hangingPunct="0">
                        <a:spcBef>
                          <a:spcPct val="0"/>
                        </a:spcBef>
                        <a:spcAft>
                          <a:spcPts val="600"/>
                        </a:spcAft>
                        <a:buFont typeface="Arial" charset="0"/>
                        <a:defRPr sz="1000">
                          <a:solidFill>
                            <a:schemeClr val="tx2"/>
                          </a:solidFill>
                          <a:latin typeface="Arial" charset="0"/>
                          <a:ea typeface="ＭＳ Ｐゴシック" charset="-128"/>
                        </a:defRPr>
                      </a:lvl6pPr>
                      <a:lvl7pPr marL="2971800" indent="-228600" eaLnBrk="0" fontAlgn="base" hangingPunct="0">
                        <a:spcBef>
                          <a:spcPct val="0"/>
                        </a:spcBef>
                        <a:spcAft>
                          <a:spcPts val="600"/>
                        </a:spcAft>
                        <a:buFont typeface="Arial" charset="0"/>
                        <a:defRPr sz="1000">
                          <a:solidFill>
                            <a:schemeClr val="tx2"/>
                          </a:solidFill>
                          <a:latin typeface="Arial" charset="0"/>
                          <a:ea typeface="ＭＳ Ｐゴシック" charset="-128"/>
                        </a:defRPr>
                      </a:lvl7pPr>
                      <a:lvl8pPr marL="3429000" indent="-228600" eaLnBrk="0" fontAlgn="base" hangingPunct="0">
                        <a:spcBef>
                          <a:spcPct val="0"/>
                        </a:spcBef>
                        <a:spcAft>
                          <a:spcPts val="600"/>
                        </a:spcAft>
                        <a:buFont typeface="Arial" charset="0"/>
                        <a:defRPr sz="1000">
                          <a:solidFill>
                            <a:schemeClr val="tx2"/>
                          </a:solidFill>
                          <a:latin typeface="Arial" charset="0"/>
                          <a:ea typeface="ＭＳ Ｐゴシック" charset="-128"/>
                        </a:defRPr>
                      </a:lvl8pPr>
                      <a:lvl9pPr marL="3886200" indent="-228600" eaLnBrk="0" fontAlgn="base" hangingPunct="0">
                        <a:spcBef>
                          <a:spcPct val="0"/>
                        </a:spcBef>
                        <a:spcAft>
                          <a:spcPts val="600"/>
                        </a:spcAft>
                        <a:buFont typeface="Arial" charset="0"/>
                        <a:defRPr sz="1000">
                          <a:solidFill>
                            <a:schemeClr val="tx2"/>
                          </a:solidFill>
                          <a:latin typeface="Arial" charset="0"/>
                          <a:ea typeface="ＭＳ Ｐゴシック"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US" sz="1200" b="0" i="0" u="none" strike="noStrike" cap="none" normalizeH="0" baseline="0" dirty="0">
                          <a:ln>
                            <a:noFill/>
                          </a:ln>
                          <a:solidFill>
                            <a:srgbClr val="67B2E8"/>
                          </a:solidFill>
                          <a:effectLst/>
                          <a:latin typeface="Arial" charset="0"/>
                          <a:ea typeface="ＭＳ Ｐゴシック" charset="-128"/>
                        </a:rPr>
                        <a:t>ALIGNMENT</a:t>
                      </a:r>
                    </a:p>
                    <a:p>
                      <a:pPr marL="0" marR="0" lvl="0" indent="0" algn="l" defTabSz="914400" rtl="0" eaLnBrk="1" fontAlgn="base" latinLnBrk="0" hangingPunct="1">
                        <a:lnSpc>
                          <a:spcPct val="130000"/>
                        </a:lnSpc>
                        <a:spcBef>
                          <a:spcPct val="0"/>
                        </a:spcBef>
                        <a:spcAft>
                          <a:spcPct val="0"/>
                        </a:spcAft>
                        <a:buClrTx/>
                        <a:buSzTx/>
                        <a:buFontTx/>
                        <a:buNone/>
                        <a:tabLst/>
                      </a:pPr>
                      <a:r>
                        <a:rPr kumimoji="0" lang="en-US" altLang="en-US" sz="1100" b="0" i="0" u="none" strike="noStrike" cap="none" normalizeH="0" baseline="0" dirty="0" smtClean="0">
                          <a:ln>
                            <a:noFill/>
                          </a:ln>
                          <a:solidFill>
                            <a:srgbClr val="7F7F7F"/>
                          </a:solidFill>
                          <a:effectLst/>
                          <a:latin typeface="Arial" charset="0"/>
                          <a:ea typeface="ＭＳ Ｐゴシック" charset="-128"/>
                        </a:rPr>
                        <a:t>   Internal </a:t>
                      </a:r>
                      <a:r>
                        <a:rPr kumimoji="0" lang="en-US" altLang="en-US" sz="1100" b="0" i="0" u="none" strike="noStrike" cap="none" normalizeH="0" baseline="0" dirty="0">
                          <a:ln>
                            <a:noFill/>
                          </a:ln>
                          <a:solidFill>
                            <a:srgbClr val="7F7F7F"/>
                          </a:solidFill>
                          <a:effectLst/>
                          <a:latin typeface="Arial" charset="0"/>
                          <a:ea typeface="ＭＳ Ｐゴシック" charset="-128"/>
                        </a:rPr>
                        <a:t>(Sponsors)</a:t>
                      </a:r>
                    </a:p>
                    <a:p>
                      <a:pPr marL="0" marR="0" lvl="0" indent="0" algn="l" defTabSz="914400" rtl="0" eaLnBrk="1" fontAlgn="base" latinLnBrk="0" hangingPunct="1">
                        <a:lnSpc>
                          <a:spcPct val="110000"/>
                        </a:lnSpc>
                        <a:spcBef>
                          <a:spcPct val="0"/>
                        </a:spcBef>
                        <a:spcAft>
                          <a:spcPct val="0"/>
                        </a:spcAft>
                        <a:buClrTx/>
                        <a:buSzTx/>
                        <a:buFontTx/>
                        <a:buNone/>
                        <a:tabLst/>
                      </a:pPr>
                      <a:r>
                        <a:rPr kumimoji="0" lang="en-US" altLang="en-US" sz="1100" b="0" i="0" u="none" strike="noStrike" cap="none" normalizeH="0" baseline="0" dirty="0" smtClean="0">
                          <a:ln>
                            <a:noFill/>
                          </a:ln>
                          <a:solidFill>
                            <a:srgbClr val="7F7F7F"/>
                          </a:solidFill>
                          <a:effectLst/>
                          <a:latin typeface="Arial" charset="0"/>
                          <a:ea typeface="ＭＳ Ｐゴシック" charset="-128"/>
                        </a:rPr>
                        <a:t>   </a:t>
                      </a:r>
                    </a:p>
                    <a:p>
                      <a:pPr marL="0" marR="0" lvl="0" indent="0" algn="l" defTabSz="914400" rtl="0" eaLnBrk="1" fontAlgn="base" latinLnBrk="0" hangingPunct="1">
                        <a:lnSpc>
                          <a:spcPct val="110000"/>
                        </a:lnSpc>
                        <a:spcBef>
                          <a:spcPct val="0"/>
                        </a:spcBef>
                        <a:spcAft>
                          <a:spcPct val="0"/>
                        </a:spcAft>
                        <a:buClrTx/>
                        <a:buSzTx/>
                        <a:buFontTx/>
                        <a:buNone/>
                        <a:tabLst/>
                      </a:pPr>
                      <a:r>
                        <a:rPr kumimoji="0" lang="en-US" altLang="en-US" sz="1100" b="0" i="0" u="none" strike="noStrike" cap="none" normalizeH="0" baseline="0" dirty="0" smtClean="0">
                          <a:ln>
                            <a:noFill/>
                          </a:ln>
                          <a:solidFill>
                            <a:srgbClr val="7F7F7F"/>
                          </a:solidFill>
                          <a:effectLst/>
                          <a:latin typeface="Arial" charset="0"/>
                          <a:ea typeface="ＭＳ Ｐゴシック" charset="-128"/>
                        </a:rPr>
                        <a:t>   External </a:t>
                      </a:r>
                      <a:r>
                        <a:rPr kumimoji="0" lang="en-US" altLang="en-US" sz="1100" b="0" i="0" u="none" strike="noStrike" cap="none" normalizeH="0" baseline="0" dirty="0">
                          <a:ln>
                            <a:noFill/>
                          </a:ln>
                          <a:solidFill>
                            <a:srgbClr val="7F7F7F"/>
                          </a:solidFill>
                          <a:effectLst/>
                          <a:latin typeface="Arial" charset="0"/>
                          <a:ea typeface="ＭＳ Ｐゴシック" charset="-128"/>
                        </a:rPr>
                        <a:t>(Sponsors)</a:t>
                      </a:r>
                    </a:p>
                  </a:txBody>
                  <a:tcPr marT="91456" marB="45728" horzOverflow="overflow">
                    <a:lnL w="6350" cap="flat" cmpd="sng" algn="ctr">
                      <a:solidFill>
                        <a:srgbClr val="0C2074"/>
                      </a:solidFill>
                      <a:prstDash val="solid"/>
                      <a:round/>
                      <a:headEnd type="none" w="med" len="med"/>
                      <a:tailEnd type="none" w="med" len="med"/>
                    </a:lnL>
                    <a:lnR w="6350" cap="flat" cmpd="sng" algn="ctr">
                      <a:solidFill>
                        <a:srgbClr val="0C2074"/>
                      </a:solidFill>
                      <a:prstDash val="solid"/>
                      <a:round/>
                      <a:headEnd type="none" w="med" len="med"/>
                      <a:tailEnd type="none" w="med" len="med"/>
                    </a:lnR>
                    <a:lnT w="6350" cap="flat" cmpd="sng" algn="ctr">
                      <a:solidFill>
                        <a:srgbClr val="0C2074"/>
                      </a:solidFill>
                      <a:prstDash val="solid"/>
                      <a:round/>
                      <a:headEnd type="none" w="med" len="med"/>
                      <a:tailEnd type="none" w="med" len="med"/>
                    </a:lnT>
                    <a:lnB w="6350" cap="flat" cmpd="sng" algn="ctr">
                      <a:solidFill>
                        <a:srgbClr val="0C2074"/>
                      </a:solidFill>
                      <a:prstDash val="solid"/>
                      <a:round/>
                      <a:headEnd type="none" w="med" len="med"/>
                      <a:tailEnd type="none" w="med" len="med"/>
                    </a:lnB>
                    <a:lnTlToBr>
                      <a:noFill/>
                    </a:lnTlToBr>
                    <a:lnBlToTr>
                      <a:noFill/>
                    </a:lnBlToTr>
                    <a:solidFill>
                      <a:srgbClr val="FFFFFF"/>
                    </a:solidFill>
                  </a:tcPr>
                </a:tc>
                <a:tc>
                  <a:txBody>
                    <a:bodyPr/>
                    <a:lstStyle>
                      <a:lvl1pPr eaLnBrk="0" hangingPunct="0">
                        <a:spcAft>
                          <a:spcPts val="600"/>
                        </a:spcAft>
                        <a:buFont typeface="Arial" charset="0"/>
                        <a:defRPr>
                          <a:solidFill>
                            <a:schemeClr val="tx2"/>
                          </a:solidFill>
                          <a:latin typeface="Arial" charset="0"/>
                          <a:ea typeface="ＭＳ Ｐゴシック" charset="-128"/>
                        </a:defRPr>
                      </a:lvl1pPr>
                      <a:lvl2pPr marL="742950" indent="-285750" eaLnBrk="0" hangingPunct="0">
                        <a:spcAft>
                          <a:spcPts val="600"/>
                        </a:spcAft>
                        <a:buFont typeface="Arial" charset="0"/>
                        <a:defRPr sz="1600">
                          <a:solidFill>
                            <a:schemeClr val="tx2"/>
                          </a:solidFill>
                          <a:latin typeface="Arial" charset="0"/>
                          <a:ea typeface="ＭＳ Ｐゴシック" charset="-128"/>
                        </a:defRPr>
                      </a:lvl2pPr>
                      <a:lvl3pPr marL="1143000" indent="-228600" eaLnBrk="0" hangingPunct="0">
                        <a:spcAft>
                          <a:spcPts val="600"/>
                        </a:spcAft>
                        <a:buFont typeface="Arial" charset="0"/>
                        <a:defRPr sz="1400">
                          <a:solidFill>
                            <a:schemeClr val="tx2"/>
                          </a:solidFill>
                          <a:latin typeface="Arial" charset="0"/>
                          <a:ea typeface="ＭＳ Ｐゴシック" charset="-128"/>
                        </a:defRPr>
                      </a:lvl3pPr>
                      <a:lvl4pPr marL="1600200" indent="-228600" eaLnBrk="0" hangingPunct="0">
                        <a:spcAft>
                          <a:spcPts val="600"/>
                        </a:spcAft>
                        <a:buFont typeface="Arial" charset="0"/>
                        <a:defRPr sz="1200">
                          <a:solidFill>
                            <a:schemeClr val="tx2"/>
                          </a:solidFill>
                          <a:latin typeface="Arial" charset="0"/>
                          <a:ea typeface="ＭＳ Ｐゴシック" charset="-128"/>
                        </a:defRPr>
                      </a:lvl4pPr>
                      <a:lvl5pPr marL="2057400" indent="-228600" eaLnBrk="0" hangingPunct="0">
                        <a:spcAft>
                          <a:spcPts val="600"/>
                        </a:spcAft>
                        <a:buFont typeface="Arial" charset="0"/>
                        <a:defRPr sz="1000">
                          <a:solidFill>
                            <a:schemeClr val="tx2"/>
                          </a:solidFill>
                          <a:latin typeface="Arial" charset="0"/>
                          <a:ea typeface="ＭＳ Ｐゴシック" charset="-128"/>
                        </a:defRPr>
                      </a:lvl5pPr>
                      <a:lvl6pPr marL="2514600" indent="-228600" eaLnBrk="0" fontAlgn="base" hangingPunct="0">
                        <a:spcBef>
                          <a:spcPct val="0"/>
                        </a:spcBef>
                        <a:spcAft>
                          <a:spcPts val="600"/>
                        </a:spcAft>
                        <a:buFont typeface="Arial" charset="0"/>
                        <a:defRPr sz="1000">
                          <a:solidFill>
                            <a:schemeClr val="tx2"/>
                          </a:solidFill>
                          <a:latin typeface="Arial" charset="0"/>
                          <a:ea typeface="ＭＳ Ｐゴシック" charset="-128"/>
                        </a:defRPr>
                      </a:lvl6pPr>
                      <a:lvl7pPr marL="2971800" indent="-228600" eaLnBrk="0" fontAlgn="base" hangingPunct="0">
                        <a:spcBef>
                          <a:spcPct val="0"/>
                        </a:spcBef>
                        <a:spcAft>
                          <a:spcPts val="600"/>
                        </a:spcAft>
                        <a:buFont typeface="Arial" charset="0"/>
                        <a:defRPr sz="1000">
                          <a:solidFill>
                            <a:schemeClr val="tx2"/>
                          </a:solidFill>
                          <a:latin typeface="Arial" charset="0"/>
                          <a:ea typeface="ＭＳ Ｐゴシック" charset="-128"/>
                        </a:defRPr>
                      </a:lvl7pPr>
                      <a:lvl8pPr marL="3429000" indent="-228600" eaLnBrk="0" fontAlgn="base" hangingPunct="0">
                        <a:spcBef>
                          <a:spcPct val="0"/>
                        </a:spcBef>
                        <a:spcAft>
                          <a:spcPts val="600"/>
                        </a:spcAft>
                        <a:buFont typeface="Arial" charset="0"/>
                        <a:defRPr sz="1000">
                          <a:solidFill>
                            <a:schemeClr val="tx2"/>
                          </a:solidFill>
                          <a:latin typeface="Arial" charset="0"/>
                          <a:ea typeface="ＭＳ Ｐゴシック" charset="-128"/>
                        </a:defRPr>
                      </a:lvl8pPr>
                      <a:lvl9pPr marL="3886200" indent="-228600" eaLnBrk="0" fontAlgn="base" hangingPunct="0">
                        <a:spcBef>
                          <a:spcPct val="0"/>
                        </a:spcBef>
                        <a:spcAft>
                          <a:spcPts val="600"/>
                        </a:spcAft>
                        <a:buFont typeface="Arial" charset="0"/>
                        <a:defRPr sz="1000">
                          <a:solidFill>
                            <a:schemeClr val="tx2"/>
                          </a:solidFill>
                          <a:latin typeface="Arial" charset="0"/>
                          <a:ea typeface="ＭＳ Ｐゴシック"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US" sz="1200" b="0" i="0" u="none" strike="noStrike" cap="none" normalizeH="0" baseline="0" dirty="0">
                          <a:ln>
                            <a:noFill/>
                          </a:ln>
                          <a:solidFill>
                            <a:srgbClr val="67B2E8"/>
                          </a:solidFill>
                          <a:effectLst/>
                          <a:latin typeface="Arial" charset="0"/>
                          <a:ea typeface="ＭＳ Ｐゴシック" charset="-128"/>
                        </a:rPr>
                        <a:t>METRICS</a:t>
                      </a:r>
                    </a:p>
                  </a:txBody>
                  <a:tcPr marT="91456" marB="45728" horzOverflow="overflow">
                    <a:lnL w="6350" cap="flat" cmpd="sng" algn="ctr">
                      <a:solidFill>
                        <a:srgbClr val="0C2074"/>
                      </a:solidFill>
                      <a:prstDash val="solid"/>
                      <a:round/>
                      <a:headEnd type="none" w="med" len="med"/>
                      <a:tailEnd type="none" w="med" len="med"/>
                    </a:lnL>
                    <a:lnR>
                      <a:noFill/>
                    </a:lnR>
                    <a:lnT w="6350" cap="flat" cmpd="sng" algn="ctr">
                      <a:solidFill>
                        <a:srgbClr val="0C2074"/>
                      </a:solidFill>
                      <a:prstDash val="solid"/>
                      <a:round/>
                      <a:headEnd type="none" w="med" len="med"/>
                      <a:tailEnd type="none" w="med" len="med"/>
                    </a:lnT>
                    <a:lnB w="6350" cap="flat" cmpd="sng" algn="ctr">
                      <a:solidFill>
                        <a:srgbClr val="0C2074"/>
                      </a:solidFill>
                      <a:prstDash val="solid"/>
                      <a:round/>
                      <a:headEnd type="none" w="med" len="med"/>
                      <a:tailEnd type="none" w="med" len="med"/>
                    </a:lnB>
                    <a:lnTlToBr>
                      <a:noFill/>
                    </a:lnTlToBr>
                    <a:lnBlToTr>
                      <a:noFill/>
                    </a:lnBlToTr>
                    <a:solidFill>
                      <a:srgbClr val="FFFFFF"/>
                    </a:solidFill>
                  </a:tcPr>
                </a:tc>
              </a:tr>
              <a:tr h="1195406">
                <a:tc>
                  <a:txBody>
                    <a:bodyPr/>
                    <a:lstStyle>
                      <a:lvl1pPr eaLnBrk="0" hangingPunct="0">
                        <a:spcAft>
                          <a:spcPts val="600"/>
                        </a:spcAft>
                        <a:buFont typeface="Arial" charset="0"/>
                        <a:defRPr>
                          <a:solidFill>
                            <a:schemeClr val="tx2"/>
                          </a:solidFill>
                          <a:latin typeface="Arial" charset="0"/>
                          <a:ea typeface="ＭＳ Ｐゴシック" charset="-128"/>
                        </a:defRPr>
                      </a:lvl1pPr>
                      <a:lvl2pPr marL="742950" indent="-285750" eaLnBrk="0" hangingPunct="0">
                        <a:spcAft>
                          <a:spcPts val="600"/>
                        </a:spcAft>
                        <a:buFont typeface="Arial" charset="0"/>
                        <a:defRPr sz="1600">
                          <a:solidFill>
                            <a:schemeClr val="tx2"/>
                          </a:solidFill>
                          <a:latin typeface="Arial" charset="0"/>
                          <a:ea typeface="ＭＳ Ｐゴシック" charset="-128"/>
                        </a:defRPr>
                      </a:lvl2pPr>
                      <a:lvl3pPr marL="1143000" indent="-228600" eaLnBrk="0" hangingPunct="0">
                        <a:spcAft>
                          <a:spcPts val="600"/>
                        </a:spcAft>
                        <a:buFont typeface="Arial" charset="0"/>
                        <a:defRPr sz="1400">
                          <a:solidFill>
                            <a:schemeClr val="tx2"/>
                          </a:solidFill>
                          <a:latin typeface="Arial" charset="0"/>
                          <a:ea typeface="ＭＳ Ｐゴシック" charset="-128"/>
                        </a:defRPr>
                      </a:lvl3pPr>
                      <a:lvl4pPr marL="1600200" indent="-228600" eaLnBrk="0" hangingPunct="0">
                        <a:spcAft>
                          <a:spcPts val="600"/>
                        </a:spcAft>
                        <a:buFont typeface="Arial" charset="0"/>
                        <a:defRPr sz="1200">
                          <a:solidFill>
                            <a:schemeClr val="tx2"/>
                          </a:solidFill>
                          <a:latin typeface="Arial" charset="0"/>
                          <a:ea typeface="ＭＳ Ｐゴシック" charset="-128"/>
                        </a:defRPr>
                      </a:lvl4pPr>
                      <a:lvl5pPr marL="2057400" indent="-228600" eaLnBrk="0" hangingPunct="0">
                        <a:spcAft>
                          <a:spcPts val="600"/>
                        </a:spcAft>
                        <a:buFont typeface="Arial" charset="0"/>
                        <a:defRPr sz="1000">
                          <a:solidFill>
                            <a:schemeClr val="tx2"/>
                          </a:solidFill>
                          <a:latin typeface="Arial" charset="0"/>
                          <a:ea typeface="ＭＳ Ｐゴシック" charset="-128"/>
                        </a:defRPr>
                      </a:lvl5pPr>
                      <a:lvl6pPr marL="2514600" indent="-228600" eaLnBrk="0" fontAlgn="base" hangingPunct="0">
                        <a:spcBef>
                          <a:spcPct val="0"/>
                        </a:spcBef>
                        <a:spcAft>
                          <a:spcPts val="600"/>
                        </a:spcAft>
                        <a:buFont typeface="Arial" charset="0"/>
                        <a:defRPr sz="1000">
                          <a:solidFill>
                            <a:schemeClr val="tx2"/>
                          </a:solidFill>
                          <a:latin typeface="Arial" charset="0"/>
                          <a:ea typeface="ＭＳ Ｐゴシック" charset="-128"/>
                        </a:defRPr>
                      </a:lvl6pPr>
                      <a:lvl7pPr marL="2971800" indent="-228600" eaLnBrk="0" fontAlgn="base" hangingPunct="0">
                        <a:spcBef>
                          <a:spcPct val="0"/>
                        </a:spcBef>
                        <a:spcAft>
                          <a:spcPts val="600"/>
                        </a:spcAft>
                        <a:buFont typeface="Arial" charset="0"/>
                        <a:defRPr sz="1000">
                          <a:solidFill>
                            <a:schemeClr val="tx2"/>
                          </a:solidFill>
                          <a:latin typeface="Arial" charset="0"/>
                          <a:ea typeface="ＭＳ Ｐゴシック" charset="-128"/>
                        </a:defRPr>
                      </a:lvl7pPr>
                      <a:lvl8pPr marL="3429000" indent="-228600" eaLnBrk="0" fontAlgn="base" hangingPunct="0">
                        <a:spcBef>
                          <a:spcPct val="0"/>
                        </a:spcBef>
                        <a:spcAft>
                          <a:spcPts val="600"/>
                        </a:spcAft>
                        <a:buFont typeface="Arial" charset="0"/>
                        <a:defRPr sz="1000">
                          <a:solidFill>
                            <a:schemeClr val="tx2"/>
                          </a:solidFill>
                          <a:latin typeface="Arial" charset="0"/>
                          <a:ea typeface="ＭＳ Ｐゴシック" charset="-128"/>
                        </a:defRPr>
                      </a:lvl8pPr>
                      <a:lvl9pPr marL="3886200" indent="-228600" eaLnBrk="0" fontAlgn="base" hangingPunct="0">
                        <a:spcBef>
                          <a:spcPct val="0"/>
                        </a:spcBef>
                        <a:spcAft>
                          <a:spcPts val="600"/>
                        </a:spcAft>
                        <a:buFont typeface="Arial" charset="0"/>
                        <a:defRPr sz="1000">
                          <a:solidFill>
                            <a:schemeClr val="tx2"/>
                          </a:solidFill>
                          <a:latin typeface="Arial" charset="0"/>
                          <a:ea typeface="ＭＳ Ｐゴシック"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US" sz="1200" b="0" i="0" u="none" strike="noStrike" cap="none" normalizeH="0" baseline="0" dirty="0">
                          <a:ln>
                            <a:noFill/>
                          </a:ln>
                          <a:solidFill>
                            <a:srgbClr val="67B2E8"/>
                          </a:solidFill>
                          <a:effectLst/>
                          <a:latin typeface="Arial" charset="0"/>
                          <a:ea typeface="ＭＳ Ｐゴシック" charset="-128"/>
                        </a:rPr>
                        <a:t>HYPOTHESIS</a:t>
                      </a:r>
                    </a:p>
                    <a:p>
                      <a:pPr marL="0" marR="0" lvl="0" indent="0" algn="l" defTabSz="914400" rtl="0" eaLnBrk="1" fontAlgn="base" latinLnBrk="0" hangingPunct="1">
                        <a:lnSpc>
                          <a:spcPct val="130000"/>
                        </a:lnSpc>
                        <a:spcBef>
                          <a:spcPct val="0"/>
                        </a:spcBef>
                        <a:spcAft>
                          <a:spcPct val="0"/>
                        </a:spcAft>
                        <a:buClrTx/>
                        <a:buSzTx/>
                        <a:buFontTx/>
                        <a:buNone/>
                        <a:tabLst/>
                      </a:pPr>
                      <a:r>
                        <a:rPr kumimoji="0" lang="en-US" altLang="en-US" sz="1100" b="0" i="0" u="none" strike="noStrike" cap="none" normalizeH="0" baseline="0" dirty="0" smtClean="0">
                          <a:ln>
                            <a:noFill/>
                          </a:ln>
                          <a:solidFill>
                            <a:srgbClr val="7F7F7F"/>
                          </a:solidFill>
                          <a:effectLst/>
                          <a:latin typeface="Arial" charset="0"/>
                          <a:ea typeface="ＭＳ Ｐゴシック" charset="-128"/>
                        </a:rPr>
                        <a:t>   Hunch</a:t>
                      </a:r>
                      <a:endParaRPr kumimoji="0" lang="en-US" altLang="en-US" sz="1100" b="0" i="0" u="none" strike="noStrike" cap="none" normalizeH="0" baseline="0" dirty="0">
                        <a:ln>
                          <a:noFill/>
                        </a:ln>
                        <a:solidFill>
                          <a:srgbClr val="7F7F7F"/>
                        </a:solidFill>
                        <a:effectLst/>
                        <a:latin typeface="Arial" charset="0"/>
                        <a:ea typeface="ＭＳ Ｐゴシック" charset="-128"/>
                      </a:endParaRPr>
                    </a:p>
                  </a:txBody>
                  <a:tcPr marT="91456" marB="45728" horzOverflow="overflow">
                    <a:lnL>
                      <a:noFill/>
                    </a:lnL>
                    <a:lnR w="6350" cap="flat" cmpd="sng" algn="ctr">
                      <a:solidFill>
                        <a:srgbClr val="0C2074"/>
                      </a:solidFill>
                      <a:prstDash val="solid"/>
                      <a:round/>
                      <a:headEnd type="none" w="med" len="med"/>
                      <a:tailEnd type="none" w="med" len="med"/>
                    </a:lnR>
                    <a:lnT w="6350" cap="flat" cmpd="sng" algn="ctr">
                      <a:solidFill>
                        <a:srgbClr val="0C2074"/>
                      </a:solidFill>
                      <a:prstDash val="solid"/>
                      <a:round/>
                      <a:headEnd type="none" w="med" len="med"/>
                      <a:tailEnd type="none" w="med" len="med"/>
                    </a:lnT>
                    <a:lnB>
                      <a:noFill/>
                    </a:lnB>
                    <a:lnTlToBr>
                      <a:noFill/>
                    </a:lnTlToBr>
                    <a:lnBlToTr>
                      <a:noFill/>
                    </a:lnBlToTr>
                    <a:solidFill>
                      <a:srgbClr val="FFFFFF"/>
                    </a:solidFill>
                  </a:tcPr>
                </a:tc>
                <a:tc>
                  <a:txBody>
                    <a:bodyPr/>
                    <a:lstStyle>
                      <a:lvl1pPr eaLnBrk="0" hangingPunct="0">
                        <a:spcAft>
                          <a:spcPts val="600"/>
                        </a:spcAft>
                        <a:buFont typeface="Arial" charset="0"/>
                        <a:defRPr>
                          <a:solidFill>
                            <a:schemeClr val="tx2"/>
                          </a:solidFill>
                          <a:latin typeface="Arial" charset="0"/>
                          <a:ea typeface="ＭＳ Ｐゴシック" charset="-128"/>
                        </a:defRPr>
                      </a:lvl1pPr>
                      <a:lvl2pPr marL="742950" indent="-285750" eaLnBrk="0" hangingPunct="0">
                        <a:spcAft>
                          <a:spcPts val="600"/>
                        </a:spcAft>
                        <a:buFont typeface="Arial" charset="0"/>
                        <a:defRPr sz="1600">
                          <a:solidFill>
                            <a:schemeClr val="tx2"/>
                          </a:solidFill>
                          <a:latin typeface="Arial" charset="0"/>
                          <a:ea typeface="ＭＳ Ｐゴシック" charset="-128"/>
                        </a:defRPr>
                      </a:lvl2pPr>
                      <a:lvl3pPr marL="1143000" indent="-228600" eaLnBrk="0" hangingPunct="0">
                        <a:spcAft>
                          <a:spcPts val="600"/>
                        </a:spcAft>
                        <a:buFont typeface="Arial" charset="0"/>
                        <a:defRPr sz="1400">
                          <a:solidFill>
                            <a:schemeClr val="tx2"/>
                          </a:solidFill>
                          <a:latin typeface="Arial" charset="0"/>
                          <a:ea typeface="ＭＳ Ｐゴシック" charset="-128"/>
                        </a:defRPr>
                      </a:lvl3pPr>
                      <a:lvl4pPr marL="1600200" indent="-228600" eaLnBrk="0" hangingPunct="0">
                        <a:spcAft>
                          <a:spcPts val="600"/>
                        </a:spcAft>
                        <a:buFont typeface="Arial" charset="0"/>
                        <a:defRPr sz="1200">
                          <a:solidFill>
                            <a:schemeClr val="tx2"/>
                          </a:solidFill>
                          <a:latin typeface="Arial" charset="0"/>
                          <a:ea typeface="ＭＳ Ｐゴシック" charset="-128"/>
                        </a:defRPr>
                      </a:lvl4pPr>
                      <a:lvl5pPr marL="2057400" indent="-228600" eaLnBrk="0" hangingPunct="0">
                        <a:spcAft>
                          <a:spcPts val="600"/>
                        </a:spcAft>
                        <a:buFont typeface="Arial" charset="0"/>
                        <a:defRPr sz="1000">
                          <a:solidFill>
                            <a:schemeClr val="tx2"/>
                          </a:solidFill>
                          <a:latin typeface="Arial" charset="0"/>
                          <a:ea typeface="ＭＳ Ｐゴシック" charset="-128"/>
                        </a:defRPr>
                      </a:lvl5pPr>
                      <a:lvl6pPr marL="2514600" indent="-228600" eaLnBrk="0" fontAlgn="base" hangingPunct="0">
                        <a:spcBef>
                          <a:spcPct val="0"/>
                        </a:spcBef>
                        <a:spcAft>
                          <a:spcPts val="600"/>
                        </a:spcAft>
                        <a:buFont typeface="Arial" charset="0"/>
                        <a:defRPr sz="1000">
                          <a:solidFill>
                            <a:schemeClr val="tx2"/>
                          </a:solidFill>
                          <a:latin typeface="Arial" charset="0"/>
                          <a:ea typeface="ＭＳ Ｐゴシック" charset="-128"/>
                        </a:defRPr>
                      </a:lvl6pPr>
                      <a:lvl7pPr marL="2971800" indent="-228600" eaLnBrk="0" fontAlgn="base" hangingPunct="0">
                        <a:spcBef>
                          <a:spcPct val="0"/>
                        </a:spcBef>
                        <a:spcAft>
                          <a:spcPts val="600"/>
                        </a:spcAft>
                        <a:buFont typeface="Arial" charset="0"/>
                        <a:defRPr sz="1000">
                          <a:solidFill>
                            <a:schemeClr val="tx2"/>
                          </a:solidFill>
                          <a:latin typeface="Arial" charset="0"/>
                          <a:ea typeface="ＭＳ Ｐゴシック" charset="-128"/>
                        </a:defRPr>
                      </a:lvl7pPr>
                      <a:lvl8pPr marL="3429000" indent="-228600" eaLnBrk="0" fontAlgn="base" hangingPunct="0">
                        <a:spcBef>
                          <a:spcPct val="0"/>
                        </a:spcBef>
                        <a:spcAft>
                          <a:spcPts val="600"/>
                        </a:spcAft>
                        <a:buFont typeface="Arial" charset="0"/>
                        <a:defRPr sz="1000">
                          <a:solidFill>
                            <a:schemeClr val="tx2"/>
                          </a:solidFill>
                          <a:latin typeface="Arial" charset="0"/>
                          <a:ea typeface="ＭＳ Ｐゴシック" charset="-128"/>
                        </a:defRPr>
                      </a:lvl8pPr>
                      <a:lvl9pPr marL="3886200" indent="-228600" eaLnBrk="0" fontAlgn="base" hangingPunct="0">
                        <a:spcBef>
                          <a:spcPct val="0"/>
                        </a:spcBef>
                        <a:spcAft>
                          <a:spcPts val="600"/>
                        </a:spcAft>
                        <a:buFont typeface="Arial" charset="0"/>
                        <a:defRPr sz="1000">
                          <a:solidFill>
                            <a:schemeClr val="tx2"/>
                          </a:solidFill>
                          <a:latin typeface="Arial" charset="0"/>
                          <a:ea typeface="ＭＳ Ｐゴシック"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US" sz="1200" b="0" i="0" u="none" strike="noStrike" cap="none" normalizeH="0" baseline="0" dirty="0">
                          <a:ln>
                            <a:noFill/>
                          </a:ln>
                          <a:solidFill>
                            <a:srgbClr val="67B2E8"/>
                          </a:solidFill>
                          <a:effectLst/>
                          <a:latin typeface="Arial" charset="0"/>
                          <a:ea typeface="ＭＳ Ｐゴシック" charset="-128"/>
                        </a:rPr>
                        <a:t>MARKET</a:t>
                      </a:r>
                    </a:p>
                    <a:p>
                      <a:pPr marL="0" marR="0" lvl="0" indent="0" algn="l" defTabSz="914400" rtl="0" eaLnBrk="1" fontAlgn="base" latinLnBrk="0" hangingPunct="1">
                        <a:lnSpc>
                          <a:spcPct val="130000"/>
                        </a:lnSpc>
                        <a:spcBef>
                          <a:spcPct val="0"/>
                        </a:spcBef>
                        <a:spcAft>
                          <a:spcPct val="0"/>
                        </a:spcAft>
                        <a:buClrTx/>
                        <a:buSzTx/>
                        <a:buFontTx/>
                        <a:buNone/>
                        <a:tabLst/>
                      </a:pPr>
                      <a:r>
                        <a:rPr kumimoji="0" lang="en-US" altLang="en-US" sz="1100" b="0" i="0" u="none" strike="noStrike" cap="none" normalizeH="0" baseline="0" dirty="0" smtClean="0">
                          <a:ln>
                            <a:noFill/>
                          </a:ln>
                          <a:solidFill>
                            <a:srgbClr val="7F7F7F"/>
                          </a:solidFill>
                          <a:effectLst/>
                          <a:latin typeface="Arial" charset="0"/>
                          <a:ea typeface="ＭＳ Ｐゴシック" charset="-128"/>
                        </a:rPr>
                        <a:t>   Internal</a:t>
                      </a:r>
                      <a:endParaRPr kumimoji="0" lang="en-US" altLang="en-US" sz="1100" b="0" i="0" u="none" strike="noStrike" cap="none" normalizeH="0" baseline="0" dirty="0">
                        <a:ln>
                          <a:noFill/>
                        </a:ln>
                        <a:solidFill>
                          <a:srgbClr val="7F7F7F"/>
                        </a:solidFill>
                        <a:effectLst/>
                        <a:latin typeface="Arial" charset="0"/>
                        <a:ea typeface="ＭＳ Ｐゴシック" charset="-128"/>
                      </a:endParaRPr>
                    </a:p>
                    <a:p>
                      <a:pPr marL="0" marR="0" lvl="0" indent="0" algn="l" defTabSz="914400" rtl="0" eaLnBrk="1" fontAlgn="base" latinLnBrk="0" hangingPunct="1">
                        <a:lnSpc>
                          <a:spcPct val="100000"/>
                        </a:lnSpc>
                        <a:spcBef>
                          <a:spcPct val="0"/>
                        </a:spcBef>
                        <a:spcAft>
                          <a:spcPct val="0"/>
                        </a:spcAft>
                        <a:buClrTx/>
                        <a:buSzTx/>
                        <a:buFontTx/>
                        <a:buNone/>
                        <a:tabLst/>
                      </a:pPr>
                      <a:endParaRPr kumimoji="0" lang="en-US" altLang="en-US" sz="1100" b="0" i="0" u="none" strike="noStrike" cap="none" normalizeH="0" baseline="0" dirty="0" smtClean="0">
                        <a:ln>
                          <a:noFill/>
                        </a:ln>
                        <a:solidFill>
                          <a:srgbClr val="7F7F7F"/>
                        </a:solidFill>
                        <a:effectLst/>
                        <a:latin typeface="Arial" charset="0"/>
                        <a:ea typeface="ＭＳ Ｐゴシック" charset="-128"/>
                      </a:endParaRPr>
                    </a:p>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US" sz="1100" b="0" i="0" u="none" strike="noStrike" cap="none" normalizeH="0" baseline="0" dirty="0" smtClean="0">
                          <a:ln>
                            <a:noFill/>
                          </a:ln>
                          <a:solidFill>
                            <a:srgbClr val="7F7F7F"/>
                          </a:solidFill>
                          <a:effectLst/>
                          <a:latin typeface="Arial" charset="0"/>
                          <a:ea typeface="ＭＳ Ｐゴシック" charset="-128"/>
                        </a:rPr>
                        <a:t>   External</a:t>
                      </a:r>
                      <a:endParaRPr kumimoji="0" lang="en-US" altLang="en-US" sz="1100" b="0" i="0" u="none" strike="noStrike" cap="none" normalizeH="0" baseline="0" dirty="0">
                        <a:ln>
                          <a:noFill/>
                        </a:ln>
                        <a:solidFill>
                          <a:srgbClr val="7F7F7F"/>
                        </a:solidFill>
                        <a:effectLst/>
                        <a:latin typeface="Arial" charset="0"/>
                        <a:ea typeface="ＭＳ Ｐゴシック" charset="-128"/>
                      </a:endParaRPr>
                    </a:p>
                  </a:txBody>
                  <a:tcPr marT="91456" marB="45728" horzOverflow="overflow">
                    <a:lnL w="6350" cap="flat" cmpd="sng" algn="ctr">
                      <a:solidFill>
                        <a:srgbClr val="0C2074"/>
                      </a:solidFill>
                      <a:prstDash val="solid"/>
                      <a:round/>
                      <a:headEnd type="none" w="med" len="med"/>
                      <a:tailEnd type="none" w="med" len="med"/>
                    </a:lnL>
                    <a:lnR w="6350" cap="flat" cmpd="sng" algn="ctr">
                      <a:solidFill>
                        <a:srgbClr val="0C2074"/>
                      </a:solidFill>
                      <a:prstDash val="solid"/>
                      <a:round/>
                      <a:headEnd type="none" w="med" len="med"/>
                      <a:tailEnd type="none" w="med" len="med"/>
                    </a:lnR>
                    <a:lnT w="6350" cap="flat" cmpd="sng" algn="ctr">
                      <a:solidFill>
                        <a:srgbClr val="0C2074"/>
                      </a:solidFill>
                      <a:prstDash val="solid"/>
                      <a:round/>
                      <a:headEnd type="none" w="med" len="med"/>
                      <a:tailEnd type="none" w="med" len="med"/>
                    </a:lnT>
                    <a:lnB>
                      <a:noFill/>
                    </a:lnB>
                    <a:lnTlToBr>
                      <a:noFill/>
                    </a:lnTlToBr>
                    <a:lnBlToTr>
                      <a:noFill/>
                    </a:lnBlToTr>
                    <a:solidFill>
                      <a:srgbClr val="FFFFFF"/>
                    </a:solidFill>
                  </a:tcPr>
                </a:tc>
                <a:tc>
                  <a:txBody>
                    <a:bodyPr/>
                    <a:lstStyle>
                      <a:lvl1pPr eaLnBrk="0" hangingPunct="0">
                        <a:spcAft>
                          <a:spcPts val="600"/>
                        </a:spcAft>
                        <a:buFont typeface="Arial" charset="0"/>
                        <a:defRPr>
                          <a:solidFill>
                            <a:schemeClr val="tx2"/>
                          </a:solidFill>
                          <a:latin typeface="Arial" charset="0"/>
                          <a:ea typeface="ＭＳ Ｐゴシック" charset="-128"/>
                        </a:defRPr>
                      </a:lvl1pPr>
                      <a:lvl2pPr marL="742950" indent="-285750" eaLnBrk="0" hangingPunct="0">
                        <a:spcAft>
                          <a:spcPts val="600"/>
                        </a:spcAft>
                        <a:buFont typeface="Arial" charset="0"/>
                        <a:defRPr sz="1600">
                          <a:solidFill>
                            <a:schemeClr val="tx2"/>
                          </a:solidFill>
                          <a:latin typeface="Arial" charset="0"/>
                          <a:ea typeface="ＭＳ Ｐゴシック" charset="-128"/>
                        </a:defRPr>
                      </a:lvl2pPr>
                      <a:lvl3pPr marL="1143000" indent="-228600" eaLnBrk="0" hangingPunct="0">
                        <a:spcAft>
                          <a:spcPts val="600"/>
                        </a:spcAft>
                        <a:buFont typeface="Arial" charset="0"/>
                        <a:defRPr sz="1400">
                          <a:solidFill>
                            <a:schemeClr val="tx2"/>
                          </a:solidFill>
                          <a:latin typeface="Arial" charset="0"/>
                          <a:ea typeface="ＭＳ Ｐゴシック" charset="-128"/>
                        </a:defRPr>
                      </a:lvl3pPr>
                      <a:lvl4pPr marL="1600200" indent="-228600" eaLnBrk="0" hangingPunct="0">
                        <a:spcAft>
                          <a:spcPts val="600"/>
                        </a:spcAft>
                        <a:buFont typeface="Arial" charset="0"/>
                        <a:defRPr sz="1200">
                          <a:solidFill>
                            <a:schemeClr val="tx2"/>
                          </a:solidFill>
                          <a:latin typeface="Arial" charset="0"/>
                          <a:ea typeface="ＭＳ Ｐゴシック" charset="-128"/>
                        </a:defRPr>
                      </a:lvl4pPr>
                      <a:lvl5pPr marL="2057400" indent="-228600" eaLnBrk="0" hangingPunct="0">
                        <a:spcAft>
                          <a:spcPts val="600"/>
                        </a:spcAft>
                        <a:buFont typeface="Arial" charset="0"/>
                        <a:defRPr sz="1000">
                          <a:solidFill>
                            <a:schemeClr val="tx2"/>
                          </a:solidFill>
                          <a:latin typeface="Arial" charset="0"/>
                          <a:ea typeface="ＭＳ Ｐゴシック" charset="-128"/>
                        </a:defRPr>
                      </a:lvl5pPr>
                      <a:lvl6pPr marL="2514600" indent="-228600" eaLnBrk="0" fontAlgn="base" hangingPunct="0">
                        <a:spcBef>
                          <a:spcPct val="0"/>
                        </a:spcBef>
                        <a:spcAft>
                          <a:spcPts val="600"/>
                        </a:spcAft>
                        <a:buFont typeface="Arial" charset="0"/>
                        <a:defRPr sz="1000">
                          <a:solidFill>
                            <a:schemeClr val="tx2"/>
                          </a:solidFill>
                          <a:latin typeface="Arial" charset="0"/>
                          <a:ea typeface="ＭＳ Ｐゴシック" charset="-128"/>
                        </a:defRPr>
                      </a:lvl6pPr>
                      <a:lvl7pPr marL="2971800" indent="-228600" eaLnBrk="0" fontAlgn="base" hangingPunct="0">
                        <a:spcBef>
                          <a:spcPct val="0"/>
                        </a:spcBef>
                        <a:spcAft>
                          <a:spcPts val="600"/>
                        </a:spcAft>
                        <a:buFont typeface="Arial" charset="0"/>
                        <a:defRPr sz="1000">
                          <a:solidFill>
                            <a:schemeClr val="tx2"/>
                          </a:solidFill>
                          <a:latin typeface="Arial" charset="0"/>
                          <a:ea typeface="ＭＳ Ｐゴシック" charset="-128"/>
                        </a:defRPr>
                      </a:lvl7pPr>
                      <a:lvl8pPr marL="3429000" indent="-228600" eaLnBrk="0" fontAlgn="base" hangingPunct="0">
                        <a:spcBef>
                          <a:spcPct val="0"/>
                        </a:spcBef>
                        <a:spcAft>
                          <a:spcPts val="600"/>
                        </a:spcAft>
                        <a:buFont typeface="Arial" charset="0"/>
                        <a:defRPr sz="1000">
                          <a:solidFill>
                            <a:schemeClr val="tx2"/>
                          </a:solidFill>
                          <a:latin typeface="Arial" charset="0"/>
                          <a:ea typeface="ＭＳ Ｐゴシック" charset="-128"/>
                        </a:defRPr>
                      </a:lvl8pPr>
                      <a:lvl9pPr marL="3886200" indent="-228600" eaLnBrk="0" fontAlgn="base" hangingPunct="0">
                        <a:spcBef>
                          <a:spcPct val="0"/>
                        </a:spcBef>
                        <a:spcAft>
                          <a:spcPts val="600"/>
                        </a:spcAft>
                        <a:buFont typeface="Arial" charset="0"/>
                        <a:defRPr sz="1000">
                          <a:solidFill>
                            <a:schemeClr val="tx2"/>
                          </a:solidFill>
                          <a:latin typeface="Arial" charset="0"/>
                          <a:ea typeface="ＭＳ Ｐゴシック"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US" sz="1200" b="0" i="0" u="none" strike="noStrike" cap="none" normalizeH="0" baseline="0" dirty="0">
                          <a:ln>
                            <a:noFill/>
                          </a:ln>
                          <a:solidFill>
                            <a:srgbClr val="67B2E8"/>
                          </a:solidFill>
                          <a:effectLst/>
                          <a:latin typeface="Arial" charset="0"/>
                          <a:ea typeface="ＭＳ Ｐゴシック" charset="-128"/>
                        </a:rPr>
                        <a:t>TECHNOLOGY</a:t>
                      </a:r>
                    </a:p>
                  </a:txBody>
                  <a:tcPr marT="91456" marB="45728" horzOverflow="overflow">
                    <a:lnL w="6350" cap="flat" cmpd="sng" algn="ctr">
                      <a:solidFill>
                        <a:srgbClr val="0C2074"/>
                      </a:solidFill>
                      <a:prstDash val="solid"/>
                      <a:round/>
                      <a:headEnd type="none" w="med" len="med"/>
                      <a:tailEnd type="none" w="med" len="med"/>
                    </a:lnL>
                    <a:lnR w="6350" cap="flat" cmpd="sng" algn="ctr">
                      <a:solidFill>
                        <a:srgbClr val="0C2074"/>
                      </a:solidFill>
                      <a:prstDash val="solid"/>
                      <a:round/>
                      <a:headEnd type="none" w="med" len="med"/>
                      <a:tailEnd type="none" w="med" len="med"/>
                    </a:lnR>
                    <a:lnT w="6350" cap="flat" cmpd="sng" algn="ctr">
                      <a:solidFill>
                        <a:srgbClr val="0C2074"/>
                      </a:solidFill>
                      <a:prstDash val="solid"/>
                      <a:round/>
                      <a:headEnd type="none" w="med" len="med"/>
                      <a:tailEnd type="none" w="med" len="med"/>
                    </a:lnT>
                    <a:lnB>
                      <a:noFill/>
                    </a:lnB>
                    <a:lnTlToBr>
                      <a:noFill/>
                    </a:lnTlToBr>
                    <a:lnBlToTr>
                      <a:noFill/>
                    </a:lnBlToTr>
                    <a:solidFill>
                      <a:srgbClr val="FFFFFF"/>
                    </a:solidFill>
                  </a:tcPr>
                </a:tc>
                <a:tc>
                  <a:txBody>
                    <a:bodyPr/>
                    <a:lstStyle>
                      <a:lvl1pPr eaLnBrk="0" hangingPunct="0">
                        <a:spcAft>
                          <a:spcPts val="600"/>
                        </a:spcAft>
                        <a:buFont typeface="Arial" charset="0"/>
                        <a:defRPr>
                          <a:solidFill>
                            <a:schemeClr val="tx2"/>
                          </a:solidFill>
                          <a:latin typeface="Arial" charset="0"/>
                          <a:ea typeface="ＭＳ Ｐゴシック" charset="-128"/>
                        </a:defRPr>
                      </a:lvl1pPr>
                      <a:lvl2pPr marL="742950" indent="-285750" eaLnBrk="0" hangingPunct="0">
                        <a:spcAft>
                          <a:spcPts val="600"/>
                        </a:spcAft>
                        <a:buFont typeface="Arial" charset="0"/>
                        <a:defRPr sz="1600">
                          <a:solidFill>
                            <a:schemeClr val="tx2"/>
                          </a:solidFill>
                          <a:latin typeface="Arial" charset="0"/>
                          <a:ea typeface="ＭＳ Ｐゴシック" charset="-128"/>
                        </a:defRPr>
                      </a:lvl2pPr>
                      <a:lvl3pPr marL="1143000" indent="-228600" eaLnBrk="0" hangingPunct="0">
                        <a:spcAft>
                          <a:spcPts val="600"/>
                        </a:spcAft>
                        <a:buFont typeface="Arial" charset="0"/>
                        <a:defRPr sz="1400">
                          <a:solidFill>
                            <a:schemeClr val="tx2"/>
                          </a:solidFill>
                          <a:latin typeface="Arial" charset="0"/>
                          <a:ea typeface="ＭＳ Ｐゴシック" charset="-128"/>
                        </a:defRPr>
                      </a:lvl3pPr>
                      <a:lvl4pPr marL="1600200" indent="-228600" eaLnBrk="0" hangingPunct="0">
                        <a:spcAft>
                          <a:spcPts val="600"/>
                        </a:spcAft>
                        <a:buFont typeface="Arial" charset="0"/>
                        <a:defRPr sz="1200">
                          <a:solidFill>
                            <a:schemeClr val="tx2"/>
                          </a:solidFill>
                          <a:latin typeface="Arial" charset="0"/>
                          <a:ea typeface="ＭＳ Ｐゴシック" charset="-128"/>
                        </a:defRPr>
                      </a:lvl4pPr>
                      <a:lvl5pPr marL="2057400" indent="-228600" eaLnBrk="0" hangingPunct="0">
                        <a:spcAft>
                          <a:spcPts val="600"/>
                        </a:spcAft>
                        <a:buFont typeface="Arial" charset="0"/>
                        <a:defRPr sz="1000">
                          <a:solidFill>
                            <a:schemeClr val="tx2"/>
                          </a:solidFill>
                          <a:latin typeface="Arial" charset="0"/>
                          <a:ea typeface="ＭＳ Ｐゴシック" charset="-128"/>
                        </a:defRPr>
                      </a:lvl5pPr>
                      <a:lvl6pPr marL="2514600" indent="-228600" eaLnBrk="0" fontAlgn="base" hangingPunct="0">
                        <a:spcBef>
                          <a:spcPct val="0"/>
                        </a:spcBef>
                        <a:spcAft>
                          <a:spcPts val="600"/>
                        </a:spcAft>
                        <a:buFont typeface="Arial" charset="0"/>
                        <a:defRPr sz="1000">
                          <a:solidFill>
                            <a:schemeClr val="tx2"/>
                          </a:solidFill>
                          <a:latin typeface="Arial" charset="0"/>
                          <a:ea typeface="ＭＳ Ｐゴシック" charset="-128"/>
                        </a:defRPr>
                      </a:lvl6pPr>
                      <a:lvl7pPr marL="2971800" indent="-228600" eaLnBrk="0" fontAlgn="base" hangingPunct="0">
                        <a:spcBef>
                          <a:spcPct val="0"/>
                        </a:spcBef>
                        <a:spcAft>
                          <a:spcPts val="600"/>
                        </a:spcAft>
                        <a:buFont typeface="Arial" charset="0"/>
                        <a:defRPr sz="1000">
                          <a:solidFill>
                            <a:schemeClr val="tx2"/>
                          </a:solidFill>
                          <a:latin typeface="Arial" charset="0"/>
                          <a:ea typeface="ＭＳ Ｐゴシック" charset="-128"/>
                        </a:defRPr>
                      </a:lvl7pPr>
                      <a:lvl8pPr marL="3429000" indent="-228600" eaLnBrk="0" fontAlgn="base" hangingPunct="0">
                        <a:spcBef>
                          <a:spcPct val="0"/>
                        </a:spcBef>
                        <a:spcAft>
                          <a:spcPts val="600"/>
                        </a:spcAft>
                        <a:buFont typeface="Arial" charset="0"/>
                        <a:defRPr sz="1000">
                          <a:solidFill>
                            <a:schemeClr val="tx2"/>
                          </a:solidFill>
                          <a:latin typeface="Arial" charset="0"/>
                          <a:ea typeface="ＭＳ Ｐゴシック" charset="-128"/>
                        </a:defRPr>
                      </a:lvl8pPr>
                      <a:lvl9pPr marL="3886200" indent="-228600" eaLnBrk="0" fontAlgn="base" hangingPunct="0">
                        <a:spcBef>
                          <a:spcPct val="0"/>
                        </a:spcBef>
                        <a:spcAft>
                          <a:spcPts val="600"/>
                        </a:spcAft>
                        <a:buFont typeface="Arial" charset="0"/>
                        <a:defRPr sz="1000">
                          <a:solidFill>
                            <a:schemeClr val="tx2"/>
                          </a:solidFill>
                          <a:latin typeface="Arial" charset="0"/>
                          <a:ea typeface="ＭＳ Ｐゴシック"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US" sz="1200" b="0" i="0" u="none" strike="noStrike" cap="none" normalizeH="0" baseline="0" dirty="0">
                          <a:ln>
                            <a:noFill/>
                          </a:ln>
                          <a:solidFill>
                            <a:srgbClr val="67B2E8"/>
                          </a:solidFill>
                          <a:effectLst/>
                          <a:latin typeface="Arial" charset="0"/>
                          <a:ea typeface="ＭＳ Ｐゴシック" charset="-128"/>
                        </a:rPr>
                        <a:t>IMPACT</a:t>
                      </a:r>
                    </a:p>
                    <a:p>
                      <a:pPr marL="0" marR="0" lvl="0" indent="0" algn="l" defTabSz="914400" rtl="0" eaLnBrk="1" fontAlgn="base" latinLnBrk="0" hangingPunct="1">
                        <a:lnSpc>
                          <a:spcPct val="130000"/>
                        </a:lnSpc>
                        <a:spcBef>
                          <a:spcPct val="0"/>
                        </a:spcBef>
                        <a:spcAft>
                          <a:spcPct val="0"/>
                        </a:spcAft>
                        <a:buClrTx/>
                        <a:buSzTx/>
                        <a:buFontTx/>
                        <a:buNone/>
                        <a:tabLst/>
                      </a:pPr>
                      <a:r>
                        <a:rPr kumimoji="0" lang="en-US" altLang="en-US" sz="1100" b="0" i="0" u="none" strike="noStrike" cap="none" normalizeH="0" baseline="0" dirty="0" smtClean="0">
                          <a:ln>
                            <a:noFill/>
                          </a:ln>
                          <a:solidFill>
                            <a:srgbClr val="7F7F7F"/>
                          </a:solidFill>
                          <a:effectLst/>
                          <a:latin typeface="Arial" charset="0"/>
                          <a:ea typeface="ＭＳ Ｐゴシック" charset="-128"/>
                        </a:rPr>
                        <a:t>   Business </a:t>
                      </a:r>
                      <a:r>
                        <a:rPr kumimoji="0" lang="en-US" altLang="en-US" sz="1100" b="0" i="0" u="none" strike="noStrike" cap="none" normalizeH="0" baseline="0" dirty="0">
                          <a:ln>
                            <a:noFill/>
                          </a:ln>
                          <a:solidFill>
                            <a:srgbClr val="7F7F7F"/>
                          </a:solidFill>
                          <a:effectLst/>
                          <a:latin typeface="Arial" charset="0"/>
                          <a:ea typeface="ＭＳ Ｐゴシック" charset="-128"/>
                        </a:rPr>
                        <a:t>Model</a:t>
                      </a:r>
                    </a:p>
                  </a:txBody>
                  <a:tcPr marT="91456" marB="45728" horzOverflow="overflow">
                    <a:lnL w="6350" cap="flat" cmpd="sng" algn="ctr">
                      <a:solidFill>
                        <a:srgbClr val="0C2074"/>
                      </a:solidFill>
                      <a:prstDash val="solid"/>
                      <a:round/>
                      <a:headEnd type="none" w="med" len="med"/>
                      <a:tailEnd type="none" w="med" len="med"/>
                    </a:lnL>
                    <a:lnR>
                      <a:noFill/>
                    </a:lnR>
                    <a:lnT w="6350" cap="flat" cmpd="sng" algn="ctr">
                      <a:solidFill>
                        <a:srgbClr val="0C2074"/>
                      </a:solidFill>
                      <a:prstDash val="solid"/>
                      <a:round/>
                      <a:headEnd type="none" w="med" len="med"/>
                      <a:tailEnd type="none" w="med" len="med"/>
                    </a:lnT>
                    <a:lnB>
                      <a:noFill/>
                    </a:lnB>
                    <a:lnTlToBr>
                      <a:noFill/>
                    </a:lnTlToBr>
                    <a:lnBlToTr>
                      <a:noFill/>
                    </a:lnBlToTr>
                    <a:solidFill>
                      <a:srgbClr val="FFFFFF"/>
                    </a:solidFill>
                  </a:tcPr>
                </a:tc>
              </a:tr>
            </a:tbl>
          </a:graphicData>
        </a:graphic>
      </p:graphicFrame>
      <p:sp>
        <p:nvSpPr>
          <p:cNvPr id="2" name="Rectangle 1"/>
          <p:cNvSpPr/>
          <p:nvPr/>
        </p:nvSpPr>
        <p:spPr>
          <a:xfrm>
            <a:off x="8001000" y="6553200"/>
            <a:ext cx="990600" cy="2286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228600" y="341412"/>
            <a:ext cx="4876800" cy="307777"/>
          </a:xfrm>
          <a:prstGeom prst="rect">
            <a:avLst/>
          </a:prstGeom>
          <a:noFill/>
        </p:spPr>
        <p:txBody>
          <a:bodyPr wrap="square" rtlCol="0">
            <a:spAutoFit/>
          </a:bodyPr>
          <a:lstStyle/>
          <a:p>
            <a:r>
              <a:rPr lang="en-US" sz="1400" dirty="0" smtClean="0">
                <a:solidFill>
                  <a:srgbClr val="67B2E8"/>
                </a:solidFill>
              </a:rPr>
              <a:t>PROJECT NAME: Business </a:t>
            </a:r>
            <a:r>
              <a:rPr lang="en-US" sz="1400" dirty="0" smtClean="0">
                <a:solidFill>
                  <a:srgbClr val="67B2E8"/>
                </a:solidFill>
              </a:rPr>
              <a:t>&amp; Technology </a:t>
            </a:r>
            <a:r>
              <a:rPr lang="en-US" sz="1400" dirty="0" smtClean="0">
                <a:solidFill>
                  <a:srgbClr val="67B2E8"/>
                </a:solidFill>
              </a:rPr>
              <a:t>Bridge</a:t>
            </a:r>
            <a:endParaRPr lang="en-US" sz="1400" dirty="0">
              <a:solidFill>
                <a:srgbClr val="67B2E8"/>
              </a:solidFill>
            </a:endParaRPr>
          </a:p>
        </p:txBody>
      </p:sp>
      <p:sp>
        <p:nvSpPr>
          <p:cNvPr id="9" name="TextBox 8"/>
          <p:cNvSpPr txBox="1"/>
          <p:nvPr/>
        </p:nvSpPr>
        <p:spPr>
          <a:xfrm>
            <a:off x="222738" y="6272533"/>
            <a:ext cx="2057401" cy="307777"/>
          </a:xfrm>
          <a:prstGeom prst="rect">
            <a:avLst/>
          </a:prstGeom>
          <a:noFill/>
        </p:spPr>
        <p:txBody>
          <a:bodyPr wrap="square" rtlCol="0">
            <a:spAutoFit/>
          </a:bodyPr>
          <a:lstStyle/>
          <a:p>
            <a:r>
              <a:rPr lang="en-US" sz="1400" dirty="0" smtClean="0">
                <a:solidFill>
                  <a:srgbClr val="67B2E8"/>
                </a:solidFill>
              </a:rPr>
              <a:t>DATE: _____________</a:t>
            </a:r>
            <a:endParaRPr lang="en-US" sz="1400" dirty="0">
              <a:solidFill>
                <a:srgbClr val="67B2E8"/>
              </a:solidFill>
            </a:endParaRPr>
          </a:p>
        </p:txBody>
      </p:sp>
      <p:pic>
        <p:nvPicPr>
          <p:cNvPr id="6" name="Picture 5"/>
          <p:cNvPicPr>
            <a:picLocks noChangeAspect="1"/>
          </p:cNvPicPr>
          <p:nvPr/>
        </p:nvPicPr>
        <p:blipFill>
          <a:blip r:embed="rId2"/>
          <a:stretch>
            <a:fillRect/>
          </a:stretch>
        </p:blipFill>
        <p:spPr>
          <a:xfrm>
            <a:off x="7010400" y="6361235"/>
            <a:ext cx="1610295" cy="438150"/>
          </a:xfrm>
          <a:prstGeom prst="rect">
            <a:avLst/>
          </a:prstGeom>
        </p:spPr>
      </p:pic>
      <p:sp>
        <p:nvSpPr>
          <p:cNvPr id="11" name="TextBox 10"/>
          <p:cNvSpPr txBox="1"/>
          <p:nvPr/>
        </p:nvSpPr>
        <p:spPr>
          <a:xfrm>
            <a:off x="2362200" y="6272533"/>
            <a:ext cx="1295400" cy="307777"/>
          </a:xfrm>
          <a:prstGeom prst="rect">
            <a:avLst/>
          </a:prstGeom>
          <a:noFill/>
        </p:spPr>
        <p:txBody>
          <a:bodyPr wrap="square" rtlCol="0">
            <a:spAutoFit/>
          </a:bodyPr>
          <a:lstStyle/>
          <a:p>
            <a:r>
              <a:rPr lang="en-US" sz="1400" smtClean="0">
                <a:solidFill>
                  <a:srgbClr val="67B2E8"/>
                </a:solidFill>
              </a:rPr>
              <a:t>NOTES:</a:t>
            </a:r>
            <a:endParaRPr lang="en-US" sz="1400" dirty="0">
              <a:solidFill>
                <a:srgbClr val="67B2E8"/>
              </a:solidFill>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7" name="Title 1"/>
          <p:cNvSpPr txBox="1">
            <a:spLocks/>
          </p:cNvSpPr>
          <p:nvPr/>
        </p:nvSpPr>
        <p:spPr bwMode="auto">
          <a:xfrm>
            <a:off x="1752600" y="369888"/>
            <a:ext cx="662305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lIns="0" tIns="0" rIns="0" bIns="0"/>
          <a:lstStyle>
            <a:lvl1pPr eaLnBrk="0" hangingPunct="0">
              <a:defRPr sz="2400">
                <a:solidFill>
                  <a:schemeClr val="tx1"/>
                </a:solidFill>
                <a:latin typeface="Arial" charset="0"/>
                <a:ea typeface="ＭＳ Ｐゴシック" charset="-128"/>
              </a:defRPr>
            </a:lvl1pPr>
            <a:lvl2pPr marL="742950" indent="-285750" eaLnBrk="0" hangingPunct="0">
              <a:defRPr sz="2400">
                <a:solidFill>
                  <a:schemeClr val="tx1"/>
                </a:solidFill>
                <a:latin typeface="Arial" charset="0"/>
                <a:ea typeface="ＭＳ Ｐゴシック" charset="-128"/>
              </a:defRPr>
            </a:lvl2pPr>
            <a:lvl3pPr marL="1143000" indent="-228600" eaLnBrk="0" hangingPunct="0">
              <a:defRPr sz="2400">
                <a:solidFill>
                  <a:schemeClr val="tx1"/>
                </a:solidFill>
                <a:latin typeface="Arial" charset="0"/>
                <a:ea typeface="ＭＳ Ｐゴシック" charset="-128"/>
              </a:defRPr>
            </a:lvl3pPr>
            <a:lvl4pPr marL="1600200" indent="-228600" eaLnBrk="0" hangingPunct="0">
              <a:defRPr sz="2400">
                <a:solidFill>
                  <a:schemeClr val="tx1"/>
                </a:solidFill>
                <a:latin typeface="Arial" charset="0"/>
                <a:ea typeface="ＭＳ Ｐゴシック" charset="-128"/>
              </a:defRPr>
            </a:lvl4pPr>
            <a:lvl5pPr marL="2057400" indent="-228600" eaLnBrk="0" hangingPunct="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algn="r" eaLnBrk="1" hangingPunct="1"/>
            <a:r>
              <a:rPr lang="en-US" altLang="en-US" sz="2800"/>
              <a:t>INNOVATION CANVAS</a:t>
            </a:r>
          </a:p>
        </p:txBody>
      </p:sp>
      <p:graphicFrame>
        <p:nvGraphicFramePr>
          <p:cNvPr id="7" name="Table 6"/>
          <p:cNvGraphicFramePr>
            <a:graphicFrameLocks noGrp="1"/>
          </p:cNvGraphicFramePr>
          <p:nvPr/>
        </p:nvGraphicFramePr>
        <p:xfrm>
          <a:off x="522790" y="990600"/>
          <a:ext cx="8077200" cy="914400"/>
        </p:xfrm>
        <a:graphic>
          <a:graphicData uri="http://schemas.openxmlformats.org/drawingml/2006/table">
            <a:tbl>
              <a:tblPr/>
              <a:tblGrid>
                <a:gridCol w="2019300"/>
                <a:gridCol w="2019300"/>
                <a:gridCol w="2019300"/>
                <a:gridCol w="2019300"/>
              </a:tblGrid>
              <a:tr h="914400">
                <a:tc>
                  <a:txBody>
                    <a:bodyPr/>
                    <a:lstStyle>
                      <a:lvl1pPr eaLnBrk="0" hangingPunct="0">
                        <a:spcAft>
                          <a:spcPts val="600"/>
                        </a:spcAft>
                        <a:buFont typeface="Arial" charset="0"/>
                        <a:defRPr>
                          <a:solidFill>
                            <a:schemeClr val="tx2"/>
                          </a:solidFill>
                          <a:latin typeface="Arial" charset="0"/>
                          <a:ea typeface="ＭＳ Ｐゴシック" charset="-128"/>
                        </a:defRPr>
                      </a:lvl1pPr>
                      <a:lvl2pPr marL="742950" indent="-285750" eaLnBrk="0" hangingPunct="0">
                        <a:spcAft>
                          <a:spcPts val="600"/>
                        </a:spcAft>
                        <a:buFont typeface="Arial" charset="0"/>
                        <a:defRPr sz="1600">
                          <a:solidFill>
                            <a:schemeClr val="tx2"/>
                          </a:solidFill>
                          <a:latin typeface="Arial" charset="0"/>
                          <a:ea typeface="ＭＳ Ｐゴシック" charset="-128"/>
                        </a:defRPr>
                      </a:lvl2pPr>
                      <a:lvl3pPr marL="1143000" indent="-228600" eaLnBrk="0" hangingPunct="0">
                        <a:spcAft>
                          <a:spcPts val="600"/>
                        </a:spcAft>
                        <a:buFont typeface="Arial" charset="0"/>
                        <a:defRPr sz="1400">
                          <a:solidFill>
                            <a:schemeClr val="tx2"/>
                          </a:solidFill>
                          <a:latin typeface="Arial" charset="0"/>
                          <a:ea typeface="ＭＳ Ｐゴシック" charset="-128"/>
                        </a:defRPr>
                      </a:lvl3pPr>
                      <a:lvl4pPr marL="1600200" indent="-228600" eaLnBrk="0" hangingPunct="0">
                        <a:spcAft>
                          <a:spcPts val="600"/>
                        </a:spcAft>
                        <a:buFont typeface="Arial" charset="0"/>
                        <a:defRPr sz="1200">
                          <a:solidFill>
                            <a:schemeClr val="tx2"/>
                          </a:solidFill>
                          <a:latin typeface="Arial" charset="0"/>
                          <a:ea typeface="ＭＳ Ｐゴシック" charset="-128"/>
                        </a:defRPr>
                      </a:lvl4pPr>
                      <a:lvl5pPr marL="2057400" indent="-228600" eaLnBrk="0" hangingPunct="0">
                        <a:spcAft>
                          <a:spcPts val="600"/>
                        </a:spcAft>
                        <a:buFont typeface="Arial" charset="0"/>
                        <a:defRPr sz="1000">
                          <a:solidFill>
                            <a:schemeClr val="tx2"/>
                          </a:solidFill>
                          <a:latin typeface="Arial" charset="0"/>
                          <a:ea typeface="ＭＳ Ｐゴシック" charset="-128"/>
                        </a:defRPr>
                      </a:lvl5pPr>
                      <a:lvl6pPr marL="2514600" indent="-228600" eaLnBrk="0" fontAlgn="base" hangingPunct="0">
                        <a:spcBef>
                          <a:spcPct val="0"/>
                        </a:spcBef>
                        <a:spcAft>
                          <a:spcPts val="600"/>
                        </a:spcAft>
                        <a:buFont typeface="Arial" charset="0"/>
                        <a:defRPr sz="1000">
                          <a:solidFill>
                            <a:schemeClr val="tx2"/>
                          </a:solidFill>
                          <a:latin typeface="Arial" charset="0"/>
                          <a:ea typeface="ＭＳ Ｐゴシック" charset="-128"/>
                        </a:defRPr>
                      </a:lvl6pPr>
                      <a:lvl7pPr marL="2971800" indent="-228600" eaLnBrk="0" fontAlgn="base" hangingPunct="0">
                        <a:spcBef>
                          <a:spcPct val="0"/>
                        </a:spcBef>
                        <a:spcAft>
                          <a:spcPts val="600"/>
                        </a:spcAft>
                        <a:buFont typeface="Arial" charset="0"/>
                        <a:defRPr sz="1000">
                          <a:solidFill>
                            <a:schemeClr val="tx2"/>
                          </a:solidFill>
                          <a:latin typeface="Arial" charset="0"/>
                          <a:ea typeface="ＭＳ Ｐゴシック" charset="-128"/>
                        </a:defRPr>
                      </a:lvl7pPr>
                      <a:lvl8pPr marL="3429000" indent="-228600" eaLnBrk="0" fontAlgn="base" hangingPunct="0">
                        <a:spcBef>
                          <a:spcPct val="0"/>
                        </a:spcBef>
                        <a:spcAft>
                          <a:spcPts val="600"/>
                        </a:spcAft>
                        <a:buFont typeface="Arial" charset="0"/>
                        <a:defRPr sz="1000">
                          <a:solidFill>
                            <a:schemeClr val="tx2"/>
                          </a:solidFill>
                          <a:latin typeface="Arial" charset="0"/>
                          <a:ea typeface="ＭＳ Ｐゴシック" charset="-128"/>
                        </a:defRPr>
                      </a:lvl8pPr>
                      <a:lvl9pPr marL="3886200" indent="-228600" eaLnBrk="0" fontAlgn="base" hangingPunct="0">
                        <a:spcBef>
                          <a:spcPct val="0"/>
                        </a:spcBef>
                        <a:spcAft>
                          <a:spcPts val="600"/>
                        </a:spcAft>
                        <a:buFont typeface="Arial" charset="0"/>
                        <a:defRPr sz="1000">
                          <a:solidFill>
                            <a:schemeClr val="tx2"/>
                          </a:solidFill>
                          <a:latin typeface="Arial" charset="0"/>
                          <a:ea typeface="ＭＳ Ｐゴシック"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400" b="0" i="0" u="none" strike="noStrike" cap="none" normalizeH="0" baseline="0" dirty="0">
                          <a:ln>
                            <a:noFill/>
                          </a:ln>
                          <a:solidFill>
                            <a:schemeClr val="bg1"/>
                          </a:solidFill>
                          <a:effectLst/>
                          <a:latin typeface="Arial" charset="0"/>
                          <a:ea typeface="ＭＳ Ｐゴシック" charset="-128"/>
                        </a:rPr>
                        <a:t>GENERAL INFO</a:t>
                      </a:r>
                    </a:p>
                  </a:txBody>
                  <a:tcPr marT="45745" marB="45745" anchor="ctr" horzOverflow="overflow">
                    <a:lnL>
                      <a:noFill/>
                    </a:lnL>
                    <a:lnR>
                      <a:noFill/>
                    </a:lnR>
                    <a:lnT>
                      <a:noFill/>
                    </a:lnT>
                    <a:lnB>
                      <a:noFill/>
                    </a:lnB>
                    <a:lnTlToBr>
                      <a:noFill/>
                    </a:lnTlToBr>
                    <a:lnBlToTr>
                      <a:noFill/>
                    </a:lnBlToTr>
                    <a:solidFill>
                      <a:srgbClr val="67B2E8"/>
                    </a:solidFill>
                  </a:tcPr>
                </a:tc>
                <a:tc>
                  <a:txBody>
                    <a:bodyPr/>
                    <a:lstStyle>
                      <a:lvl1pPr eaLnBrk="0" hangingPunct="0">
                        <a:spcAft>
                          <a:spcPts val="600"/>
                        </a:spcAft>
                        <a:buFont typeface="Arial" charset="0"/>
                        <a:defRPr>
                          <a:solidFill>
                            <a:schemeClr val="tx2"/>
                          </a:solidFill>
                          <a:latin typeface="Arial" charset="0"/>
                          <a:ea typeface="ＭＳ Ｐゴシック" charset="-128"/>
                        </a:defRPr>
                      </a:lvl1pPr>
                      <a:lvl2pPr marL="742950" indent="-285750" eaLnBrk="0" hangingPunct="0">
                        <a:spcAft>
                          <a:spcPts val="600"/>
                        </a:spcAft>
                        <a:buFont typeface="Arial" charset="0"/>
                        <a:defRPr sz="1600">
                          <a:solidFill>
                            <a:schemeClr val="tx2"/>
                          </a:solidFill>
                          <a:latin typeface="Arial" charset="0"/>
                          <a:ea typeface="ＭＳ Ｐゴシック" charset="-128"/>
                        </a:defRPr>
                      </a:lvl2pPr>
                      <a:lvl3pPr marL="1143000" indent="-228600" eaLnBrk="0" hangingPunct="0">
                        <a:spcAft>
                          <a:spcPts val="600"/>
                        </a:spcAft>
                        <a:buFont typeface="Arial" charset="0"/>
                        <a:defRPr sz="1400">
                          <a:solidFill>
                            <a:schemeClr val="tx2"/>
                          </a:solidFill>
                          <a:latin typeface="Arial" charset="0"/>
                          <a:ea typeface="ＭＳ Ｐゴシック" charset="-128"/>
                        </a:defRPr>
                      </a:lvl3pPr>
                      <a:lvl4pPr marL="1600200" indent="-228600" eaLnBrk="0" hangingPunct="0">
                        <a:spcAft>
                          <a:spcPts val="600"/>
                        </a:spcAft>
                        <a:buFont typeface="Arial" charset="0"/>
                        <a:defRPr sz="1200">
                          <a:solidFill>
                            <a:schemeClr val="tx2"/>
                          </a:solidFill>
                          <a:latin typeface="Arial" charset="0"/>
                          <a:ea typeface="ＭＳ Ｐゴシック" charset="-128"/>
                        </a:defRPr>
                      </a:lvl4pPr>
                      <a:lvl5pPr marL="2057400" indent="-228600" eaLnBrk="0" hangingPunct="0">
                        <a:spcAft>
                          <a:spcPts val="600"/>
                        </a:spcAft>
                        <a:buFont typeface="Arial" charset="0"/>
                        <a:defRPr sz="1000">
                          <a:solidFill>
                            <a:schemeClr val="tx2"/>
                          </a:solidFill>
                          <a:latin typeface="Arial" charset="0"/>
                          <a:ea typeface="ＭＳ Ｐゴシック" charset="-128"/>
                        </a:defRPr>
                      </a:lvl5pPr>
                      <a:lvl6pPr marL="2514600" indent="-228600" eaLnBrk="0" fontAlgn="base" hangingPunct="0">
                        <a:spcBef>
                          <a:spcPct val="0"/>
                        </a:spcBef>
                        <a:spcAft>
                          <a:spcPts val="600"/>
                        </a:spcAft>
                        <a:buFont typeface="Arial" charset="0"/>
                        <a:defRPr sz="1000">
                          <a:solidFill>
                            <a:schemeClr val="tx2"/>
                          </a:solidFill>
                          <a:latin typeface="Arial" charset="0"/>
                          <a:ea typeface="ＭＳ Ｐゴシック" charset="-128"/>
                        </a:defRPr>
                      </a:lvl6pPr>
                      <a:lvl7pPr marL="2971800" indent="-228600" eaLnBrk="0" fontAlgn="base" hangingPunct="0">
                        <a:spcBef>
                          <a:spcPct val="0"/>
                        </a:spcBef>
                        <a:spcAft>
                          <a:spcPts val="600"/>
                        </a:spcAft>
                        <a:buFont typeface="Arial" charset="0"/>
                        <a:defRPr sz="1000">
                          <a:solidFill>
                            <a:schemeClr val="tx2"/>
                          </a:solidFill>
                          <a:latin typeface="Arial" charset="0"/>
                          <a:ea typeface="ＭＳ Ｐゴシック" charset="-128"/>
                        </a:defRPr>
                      </a:lvl7pPr>
                      <a:lvl8pPr marL="3429000" indent="-228600" eaLnBrk="0" fontAlgn="base" hangingPunct="0">
                        <a:spcBef>
                          <a:spcPct val="0"/>
                        </a:spcBef>
                        <a:spcAft>
                          <a:spcPts val="600"/>
                        </a:spcAft>
                        <a:buFont typeface="Arial" charset="0"/>
                        <a:defRPr sz="1000">
                          <a:solidFill>
                            <a:schemeClr val="tx2"/>
                          </a:solidFill>
                          <a:latin typeface="Arial" charset="0"/>
                          <a:ea typeface="ＭＳ Ｐゴシック" charset="-128"/>
                        </a:defRPr>
                      </a:lvl8pPr>
                      <a:lvl9pPr marL="3886200" indent="-228600" eaLnBrk="0" fontAlgn="base" hangingPunct="0">
                        <a:spcBef>
                          <a:spcPct val="0"/>
                        </a:spcBef>
                        <a:spcAft>
                          <a:spcPts val="600"/>
                        </a:spcAft>
                        <a:buFont typeface="Arial" charset="0"/>
                        <a:defRPr sz="1000">
                          <a:solidFill>
                            <a:schemeClr val="tx2"/>
                          </a:solidFill>
                          <a:latin typeface="Arial" charset="0"/>
                          <a:ea typeface="ＭＳ Ｐゴシック"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US" sz="1200" b="0" i="0" u="none" strike="noStrike" cap="none" normalizeH="0" baseline="0" dirty="0">
                          <a:ln>
                            <a:noFill/>
                          </a:ln>
                          <a:solidFill>
                            <a:srgbClr val="67B2E8"/>
                          </a:solidFill>
                          <a:effectLst/>
                          <a:latin typeface="Arial" charset="0"/>
                          <a:ea typeface="ＭＳ Ｐゴシック" charset="-128"/>
                        </a:rPr>
                        <a:t>PROJECT TEAM</a:t>
                      </a:r>
                    </a:p>
                    <a:p>
                      <a:pPr marL="0" marR="0" lvl="0" indent="0" algn="l" defTabSz="914400" rtl="0" eaLnBrk="1" fontAlgn="base" latinLnBrk="0" hangingPunct="1">
                        <a:lnSpc>
                          <a:spcPct val="130000"/>
                        </a:lnSpc>
                        <a:spcBef>
                          <a:spcPct val="0"/>
                        </a:spcBef>
                        <a:spcAft>
                          <a:spcPct val="0"/>
                        </a:spcAft>
                        <a:buClrTx/>
                        <a:buSzTx/>
                        <a:buFontTx/>
                        <a:buNone/>
                        <a:tabLst/>
                      </a:pPr>
                      <a:r>
                        <a:rPr kumimoji="0" lang="en-US" altLang="en-US" sz="1100" b="0" i="0" u="none" strike="noStrike" cap="none" normalizeH="0" baseline="0" dirty="0">
                          <a:ln>
                            <a:noFill/>
                          </a:ln>
                          <a:solidFill>
                            <a:srgbClr val="7F7F7F"/>
                          </a:solidFill>
                          <a:effectLst/>
                          <a:latin typeface="Arial" charset="0"/>
                          <a:ea typeface="ＭＳ Ｐゴシック" charset="-128"/>
                        </a:rPr>
                        <a:t>Lead(s</a:t>
                      </a:r>
                      <a:r>
                        <a:rPr kumimoji="0" lang="en-US" altLang="en-US" sz="1100" b="0" i="0" u="none" strike="noStrike" cap="none" normalizeH="0" baseline="0" dirty="0" smtClean="0">
                          <a:ln>
                            <a:noFill/>
                          </a:ln>
                          <a:solidFill>
                            <a:srgbClr val="7F7F7F"/>
                          </a:solidFill>
                          <a:effectLst/>
                          <a:latin typeface="Arial" charset="0"/>
                          <a:ea typeface="ＭＳ Ｐゴシック" charset="-128"/>
                        </a:rPr>
                        <a:t>): </a:t>
                      </a:r>
                      <a:endParaRPr kumimoji="0" lang="en-US" altLang="en-US" sz="1100" b="0" i="0" u="none" strike="noStrike" cap="none" normalizeH="0" baseline="0" dirty="0">
                        <a:ln>
                          <a:noFill/>
                        </a:ln>
                        <a:solidFill>
                          <a:srgbClr val="7F7F7F"/>
                        </a:solidFill>
                        <a:effectLst/>
                        <a:latin typeface="Arial" charset="0"/>
                        <a:ea typeface="ＭＳ Ｐゴシック" charset="-128"/>
                      </a:endParaRPr>
                    </a:p>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US" sz="1100" b="0" i="0" u="none" strike="noStrike" cap="none" normalizeH="0" baseline="0" dirty="0" smtClean="0">
                          <a:ln>
                            <a:noFill/>
                          </a:ln>
                          <a:solidFill>
                            <a:srgbClr val="7F7F7F"/>
                          </a:solidFill>
                          <a:effectLst/>
                          <a:latin typeface="Arial" charset="0"/>
                          <a:ea typeface="ＭＳ Ｐゴシック" charset="-128"/>
                        </a:rPr>
                        <a:t>SME’s: </a:t>
                      </a:r>
                      <a:endParaRPr kumimoji="0" lang="en-US" altLang="en-US" sz="1100" b="0" i="0" u="none" strike="noStrike" cap="none" normalizeH="0" baseline="0" dirty="0">
                        <a:ln>
                          <a:noFill/>
                        </a:ln>
                        <a:solidFill>
                          <a:srgbClr val="7F7F7F"/>
                        </a:solidFill>
                        <a:effectLst/>
                        <a:latin typeface="Arial" charset="0"/>
                        <a:ea typeface="ＭＳ Ｐゴシック" charset="-128"/>
                      </a:endParaRPr>
                    </a:p>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US" sz="1100" b="0" i="0" u="none" strike="noStrike" cap="none" normalizeH="0" baseline="0" dirty="0" smtClean="0">
                          <a:ln>
                            <a:noFill/>
                          </a:ln>
                          <a:solidFill>
                            <a:srgbClr val="7F7F7F"/>
                          </a:solidFill>
                          <a:effectLst/>
                          <a:latin typeface="Arial" charset="0"/>
                          <a:ea typeface="ＭＳ Ｐゴシック" charset="-128"/>
                        </a:rPr>
                        <a:t>Sponsors: </a:t>
                      </a:r>
                      <a:endParaRPr kumimoji="0" lang="en-US" altLang="en-US" sz="1100" b="0" i="0" u="none" strike="noStrike" cap="none" normalizeH="0" baseline="0" dirty="0">
                        <a:ln>
                          <a:noFill/>
                        </a:ln>
                        <a:solidFill>
                          <a:srgbClr val="7F7F7F"/>
                        </a:solidFill>
                        <a:effectLst/>
                        <a:latin typeface="Arial" charset="0"/>
                        <a:ea typeface="ＭＳ Ｐゴシック" charset="-128"/>
                      </a:endParaRPr>
                    </a:p>
                  </a:txBody>
                  <a:tcPr marT="45745" marB="45745" horzOverflow="overflow">
                    <a:lnL>
                      <a:noFill/>
                    </a:lnL>
                    <a:lnR w="6350" cap="flat" cmpd="sng" algn="ctr">
                      <a:solidFill>
                        <a:srgbClr val="0C2074"/>
                      </a:solidFill>
                      <a:prstDash val="solid"/>
                      <a:round/>
                      <a:headEnd type="none" w="med" len="med"/>
                      <a:tailEnd type="none" w="med" len="med"/>
                    </a:lnR>
                    <a:lnT>
                      <a:noFill/>
                    </a:lnT>
                    <a:lnB>
                      <a:noFill/>
                    </a:lnB>
                    <a:lnTlToBr>
                      <a:noFill/>
                    </a:lnTlToBr>
                    <a:lnBlToTr>
                      <a:noFill/>
                    </a:lnBlToTr>
                    <a:solidFill>
                      <a:schemeClr val="bg1"/>
                    </a:solidFill>
                  </a:tcPr>
                </a:tc>
                <a:tc>
                  <a:txBody>
                    <a:bodyPr/>
                    <a:lstStyle>
                      <a:lvl1pPr eaLnBrk="0" hangingPunct="0">
                        <a:spcAft>
                          <a:spcPts val="600"/>
                        </a:spcAft>
                        <a:buFont typeface="Arial" charset="0"/>
                        <a:defRPr>
                          <a:solidFill>
                            <a:schemeClr val="tx2"/>
                          </a:solidFill>
                          <a:latin typeface="Arial" charset="0"/>
                          <a:ea typeface="ＭＳ Ｐゴシック" charset="-128"/>
                        </a:defRPr>
                      </a:lvl1pPr>
                      <a:lvl2pPr marL="742950" indent="-285750" eaLnBrk="0" hangingPunct="0">
                        <a:spcAft>
                          <a:spcPts val="600"/>
                        </a:spcAft>
                        <a:buFont typeface="Arial" charset="0"/>
                        <a:defRPr sz="1600">
                          <a:solidFill>
                            <a:schemeClr val="tx2"/>
                          </a:solidFill>
                          <a:latin typeface="Arial" charset="0"/>
                          <a:ea typeface="ＭＳ Ｐゴシック" charset="-128"/>
                        </a:defRPr>
                      </a:lvl2pPr>
                      <a:lvl3pPr marL="1143000" indent="-228600" eaLnBrk="0" hangingPunct="0">
                        <a:spcAft>
                          <a:spcPts val="600"/>
                        </a:spcAft>
                        <a:buFont typeface="Arial" charset="0"/>
                        <a:defRPr sz="1400">
                          <a:solidFill>
                            <a:schemeClr val="tx2"/>
                          </a:solidFill>
                          <a:latin typeface="Arial" charset="0"/>
                          <a:ea typeface="ＭＳ Ｐゴシック" charset="-128"/>
                        </a:defRPr>
                      </a:lvl3pPr>
                      <a:lvl4pPr marL="1600200" indent="-228600" eaLnBrk="0" hangingPunct="0">
                        <a:spcAft>
                          <a:spcPts val="600"/>
                        </a:spcAft>
                        <a:buFont typeface="Arial" charset="0"/>
                        <a:defRPr sz="1200">
                          <a:solidFill>
                            <a:schemeClr val="tx2"/>
                          </a:solidFill>
                          <a:latin typeface="Arial" charset="0"/>
                          <a:ea typeface="ＭＳ Ｐゴシック" charset="-128"/>
                        </a:defRPr>
                      </a:lvl4pPr>
                      <a:lvl5pPr marL="2057400" indent="-228600" eaLnBrk="0" hangingPunct="0">
                        <a:spcAft>
                          <a:spcPts val="600"/>
                        </a:spcAft>
                        <a:buFont typeface="Arial" charset="0"/>
                        <a:defRPr sz="1000">
                          <a:solidFill>
                            <a:schemeClr val="tx2"/>
                          </a:solidFill>
                          <a:latin typeface="Arial" charset="0"/>
                          <a:ea typeface="ＭＳ Ｐゴシック" charset="-128"/>
                        </a:defRPr>
                      </a:lvl5pPr>
                      <a:lvl6pPr marL="2514600" indent="-228600" eaLnBrk="0" fontAlgn="base" hangingPunct="0">
                        <a:spcBef>
                          <a:spcPct val="0"/>
                        </a:spcBef>
                        <a:spcAft>
                          <a:spcPts val="600"/>
                        </a:spcAft>
                        <a:buFont typeface="Arial" charset="0"/>
                        <a:defRPr sz="1000">
                          <a:solidFill>
                            <a:schemeClr val="tx2"/>
                          </a:solidFill>
                          <a:latin typeface="Arial" charset="0"/>
                          <a:ea typeface="ＭＳ Ｐゴシック" charset="-128"/>
                        </a:defRPr>
                      </a:lvl6pPr>
                      <a:lvl7pPr marL="2971800" indent="-228600" eaLnBrk="0" fontAlgn="base" hangingPunct="0">
                        <a:spcBef>
                          <a:spcPct val="0"/>
                        </a:spcBef>
                        <a:spcAft>
                          <a:spcPts val="600"/>
                        </a:spcAft>
                        <a:buFont typeface="Arial" charset="0"/>
                        <a:defRPr sz="1000">
                          <a:solidFill>
                            <a:schemeClr val="tx2"/>
                          </a:solidFill>
                          <a:latin typeface="Arial" charset="0"/>
                          <a:ea typeface="ＭＳ Ｐゴシック" charset="-128"/>
                        </a:defRPr>
                      </a:lvl7pPr>
                      <a:lvl8pPr marL="3429000" indent="-228600" eaLnBrk="0" fontAlgn="base" hangingPunct="0">
                        <a:spcBef>
                          <a:spcPct val="0"/>
                        </a:spcBef>
                        <a:spcAft>
                          <a:spcPts val="600"/>
                        </a:spcAft>
                        <a:buFont typeface="Arial" charset="0"/>
                        <a:defRPr sz="1000">
                          <a:solidFill>
                            <a:schemeClr val="tx2"/>
                          </a:solidFill>
                          <a:latin typeface="Arial" charset="0"/>
                          <a:ea typeface="ＭＳ Ｐゴシック" charset="-128"/>
                        </a:defRPr>
                      </a:lvl8pPr>
                      <a:lvl9pPr marL="3886200" indent="-228600" eaLnBrk="0" fontAlgn="base" hangingPunct="0">
                        <a:spcBef>
                          <a:spcPct val="0"/>
                        </a:spcBef>
                        <a:spcAft>
                          <a:spcPts val="600"/>
                        </a:spcAft>
                        <a:buFont typeface="Arial" charset="0"/>
                        <a:defRPr sz="1000">
                          <a:solidFill>
                            <a:schemeClr val="tx2"/>
                          </a:solidFill>
                          <a:latin typeface="Arial" charset="0"/>
                          <a:ea typeface="ＭＳ Ｐゴシック"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US" sz="1200" b="0" i="0" u="none" strike="noStrike" cap="none" normalizeH="0" baseline="0">
                          <a:ln>
                            <a:noFill/>
                          </a:ln>
                          <a:solidFill>
                            <a:srgbClr val="67B2E8"/>
                          </a:solidFill>
                          <a:effectLst/>
                          <a:latin typeface="Arial" charset="0"/>
                          <a:ea typeface="ＭＳ Ｐゴシック" charset="-128"/>
                        </a:rPr>
                        <a:t>BUSINESS LINE</a:t>
                      </a:r>
                    </a:p>
                  </a:txBody>
                  <a:tcPr marT="45745" marB="45745" horzOverflow="overflow">
                    <a:lnL w="6350" cap="flat" cmpd="sng" algn="ctr">
                      <a:solidFill>
                        <a:srgbClr val="0C2074"/>
                      </a:solidFill>
                      <a:prstDash val="solid"/>
                      <a:round/>
                      <a:headEnd type="none" w="med" len="med"/>
                      <a:tailEnd type="none" w="med" len="med"/>
                    </a:lnL>
                    <a:lnR w="6350" cap="flat" cmpd="sng" algn="ctr">
                      <a:solidFill>
                        <a:srgbClr val="0C2074"/>
                      </a:solidFill>
                      <a:prstDash val="solid"/>
                      <a:round/>
                      <a:headEnd type="none" w="med" len="med"/>
                      <a:tailEnd type="none" w="med" len="med"/>
                    </a:lnR>
                    <a:lnT>
                      <a:noFill/>
                    </a:lnT>
                    <a:lnB>
                      <a:noFill/>
                    </a:lnB>
                    <a:lnTlToBr>
                      <a:noFill/>
                    </a:lnTlToBr>
                    <a:lnBlToTr>
                      <a:noFill/>
                    </a:lnBlToTr>
                    <a:solidFill>
                      <a:schemeClr val="bg1"/>
                    </a:solidFill>
                  </a:tcPr>
                </a:tc>
                <a:tc>
                  <a:txBody>
                    <a:bodyPr/>
                    <a:lstStyle>
                      <a:lvl1pPr eaLnBrk="0" hangingPunct="0">
                        <a:spcAft>
                          <a:spcPts val="600"/>
                        </a:spcAft>
                        <a:buFont typeface="Arial" charset="0"/>
                        <a:defRPr>
                          <a:solidFill>
                            <a:schemeClr val="tx2"/>
                          </a:solidFill>
                          <a:latin typeface="Arial" charset="0"/>
                          <a:ea typeface="ＭＳ Ｐゴシック" charset="-128"/>
                        </a:defRPr>
                      </a:lvl1pPr>
                      <a:lvl2pPr marL="742950" indent="-285750" eaLnBrk="0" hangingPunct="0">
                        <a:spcAft>
                          <a:spcPts val="600"/>
                        </a:spcAft>
                        <a:buFont typeface="Arial" charset="0"/>
                        <a:defRPr sz="1600">
                          <a:solidFill>
                            <a:schemeClr val="tx2"/>
                          </a:solidFill>
                          <a:latin typeface="Arial" charset="0"/>
                          <a:ea typeface="ＭＳ Ｐゴシック" charset="-128"/>
                        </a:defRPr>
                      </a:lvl2pPr>
                      <a:lvl3pPr marL="1143000" indent="-228600" eaLnBrk="0" hangingPunct="0">
                        <a:spcAft>
                          <a:spcPts val="600"/>
                        </a:spcAft>
                        <a:buFont typeface="Arial" charset="0"/>
                        <a:defRPr sz="1400">
                          <a:solidFill>
                            <a:schemeClr val="tx2"/>
                          </a:solidFill>
                          <a:latin typeface="Arial" charset="0"/>
                          <a:ea typeface="ＭＳ Ｐゴシック" charset="-128"/>
                        </a:defRPr>
                      </a:lvl3pPr>
                      <a:lvl4pPr marL="1600200" indent="-228600" eaLnBrk="0" hangingPunct="0">
                        <a:spcAft>
                          <a:spcPts val="600"/>
                        </a:spcAft>
                        <a:buFont typeface="Arial" charset="0"/>
                        <a:defRPr sz="1200">
                          <a:solidFill>
                            <a:schemeClr val="tx2"/>
                          </a:solidFill>
                          <a:latin typeface="Arial" charset="0"/>
                          <a:ea typeface="ＭＳ Ｐゴシック" charset="-128"/>
                        </a:defRPr>
                      </a:lvl4pPr>
                      <a:lvl5pPr marL="2057400" indent="-228600" eaLnBrk="0" hangingPunct="0">
                        <a:spcAft>
                          <a:spcPts val="600"/>
                        </a:spcAft>
                        <a:buFont typeface="Arial" charset="0"/>
                        <a:defRPr sz="1000">
                          <a:solidFill>
                            <a:schemeClr val="tx2"/>
                          </a:solidFill>
                          <a:latin typeface="Arial" charset="0"/>
                          <a:ea typeface="ＭＳ Ｐゴシック" charset="-128"/>
                        </a:defRPr>
                      </a:lvl5pPr>
                      <a:lvl6pPr marL="2514600" indent="-228600" eaLnBrk="0" fontAlgn="base" hangingPunct="0">
                        <a:spcBef>
                          <a:spcPct val="0"/>
                        </a:spcBef>
                        <a:spcAft>
                          <a:spcPts val="600"/>
                        </a:spcAft>
                        <a:buFont typeface="Arial" charset="0"/>
                        <a:defRPr sz="1000">
                          <a:solidFill>
                            <a:schemeClr val="tx2"/>
                          </a:solidFill>
                          <a:latin typeface="Arial" charset="0"/>
                          <a:ea typeface="ＭＳ Ｐゴシック" charset="-128"/>
                        </a:defRPr>
                      </a:lvl6pPr>
                      <a:lvl7pPr marL="2971800" indent="-228600" eaLnBrk="0" fontAlgn="base" hangingPunct="0">
                        <a:spcBef>
                          <a:spcPct val="0"/>
                        </a:spcBef>
                        <a:spcAft>
                          <a:spcPts val="600"/>
                        </a:spcAft>
                        <a:buFont typeface="Arial" charset="0"/>
                        <a:defRPr sz="1000">
                          <a:solidFill>
                            <a:schemeClr val="tx2"/>
                          </a:solidFill>
                          <a:latin typeface="Arial" charset="0"/>
                          <a:ea typeface="ＭＳ Ｐゴシック" charset="-128"/>
                        </a:defRPr>
                      </a:lvl7pPr>
                      <a:lvl8pPr marL="3429000" indent="-228600" eaLnBrk="0" fontAlgn="base" hangingPunct="0">
                        <a:spcBef>
                          <a:spcPct val="0"/>
                        </a:spcBef>
                        <a:spcAft>
                          <a:spcPts val="600"/>
                        </a:spcAft>
                        <a:buFont typeface="Arial" charset="0"/>
                        <a:defRPr sz="1000">
                          <a:solidFill>
                            <a:schemeClr val="tx2"/>
                          </a:solidFill>
                          <a:latin typeface="Arial" charset="0"/>
                          <a:ea typeface="ＭＳ Ｐゴシック" charset="-128"/>
                        </a:defRPr>
                      </a:lvl8pPr>
                      <a:lvl9pPr marL="3886200" indent="-228600" eaLnBrk="0" fontAlgn="base" hangingPunct="0">
                        <a:spcBef>
                          <a:spcPct val="0"/>
                        </a:spcBef>
                        <a:spcAft>
                          <a:spcPts val="600"/>
                        </a:spcAft>
                        <a:buFont typeface="Arial" charset="0"/>
                        <a:defRPr sz="1000">
                          <a:solidFill>
                            <a:schemeClr val="tx2"/>
                          </a:solidFill>
                          <a:latin typeface="Arial" charset="0"/>
                          <a:ea typeface="ＭＳ Ｐゴシック"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US" sz="1200" b="0" i="0" u="none" strike="noStrike" cap="none" normalizeH="0" baseline="0" dirty="0">
                          <a:ln>
                            <a:noFill/>
                          </a:ln>
                          <a:solidFill>
                            <a:srgbClr val="67B2E8"/>
                          </a:solidFill>
                          <a:effectLst/>
                          <a:latin typeface="Arial" charset="0"/>
                          <a:ea typeface="ＭＳ Ｐゴシック" charset="-128"/>
                        </a:rPr>
                        <a:t>GOAL CATEGORY</a:t>
                      </a:r>
                    </a:p>
                    <a:p>
                      <a:pPr marL="0" marR="0" lvl="0" indent="0" algn="l" defTabSz="914400" rtl="0" eaLnBrk="1" fontAlgn="base" latinLnBrk="0" hangingPunct="1">
                        <a:lnSpc>
                          <a:spcPct val="130000"/>
                        </a:lnSpc>
                        <a:spcBef>
                          <a:spcPct val="0"/>
                        </a:spcBef>
                        <a:spcAft>
                          <a:spcPct val="0"/>
                        </a:spcAft>
                        <a:buClrTx/>
                        <a:buSzTx/>
                        <a:buFontTx/>
                        <a:buNone/>
                        <a:tabLst/>
                      </a:pPr>
                      <a:r>
                        <a:rPr kumimoji="0" lang="en-US" altLang="en-US" sz="1100" b="0" i="0" u="none" strike="noStrike" cap="none" normalizeH="0" baseline="0" dirty="0">
                          <a:ln>
                            <a:noFill/>
                          </a:ln>
                          <a:solidFill>
                            <a:srgbClr val="7F7F7F"/>
                          </a:solidFill>
                          <a:effectLst/>
                          <a:latin typeface="Arial" charset="0"/>
                          <a:ea typeface="ＭＳ Ｐゴシック" charset="-128"/>
                        </a:rPr>
                        <a:t>+Revenue</a:t>
                      </a:r>
                    </a:p>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US" sz="1100" b="0" i="0" u="none" strike="noStrike" cap="none" normalizeH="0" baseline="0" dirty="0">
                          <a:ln>
                            <a:noFill/>
                          </a:ln>
                          <a:solidFill>
                            <a:srgbClr val="7F7F7F"/>
                          </a:solidFill>
                          <a:effectLst/>
                          <a:latin typeface="Arial" charset="0"/>
                          <a:ea typeface="ＭＳ Ｐゴシック" charset="-128"/>
                        </a:rPr>
                        <a:t>+Efficiency</a:t>
                      </a:r>
                    </a:p>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US" sz="1100" b="0" i="0" u="none" strike="noStrike" cap="none" normalizeH="0" baseline="0" dirty="0">
                          <a:ln>
                            <a:noFill/>
                          </a:ln>
                          <a:solidFill>
                            <a:srgbClr val="7F7F7F"/>
                          </a:solidFill>
                          <a:effectLst/>
                          <a:latin typeface="Arial" charset="0"/>
                          <a:ea typeface="ＭＳ Ｐゴシック" charset="-128"/>
                        </a:rPr>
                        <a:t>+CX</a:t>
                      </a:r>
                    </a:p>
                  </a:txBody>
                  <a:tcPr marT="45745" marB="45745" horzOverflow="overflow">
                    <a:lnL w="6350" cap="flat" cmpd="sng" algn="ctr">
                      <a:solidFill>
                        <a:srgbClr val="0C2074"/>
                      </a:solidFill>
                      <a:prstDash val="solid"/>
                      <a:round/>
                      <a:headEnd type="none" w="med" len="med"/>
                      <a:tailEnd type="none" w="med" len="med"/>
                    </a:lnL>
                    <a:lnR>
                      <a:noFill/>
                    </a:lnR>
                    <a:lnT>
                      <a:noFill/>
                    </a:lnT>
                    <a:lnB>
                      <a:noFill/>
                    </a:lnB>
                    <a:lnTlToBr>
                      <a:noFill/>
                    </a:lnTlToBr>
                    <a:lnBlToTr>
                      <a:noFill/>
                    </a:lnBlToTr>
                    <a:solidFill>
                      <a:schemeClr val="bg1"/>
                    </a:solidFill>
                  </a:tcPr>
                </a:tc>
              </a:tr>
            </a:tbl>
          </a:graphicData>
        </a:graphic>
      </p:graphicFrame>
      <p:graphicFrame>
        <p:nvGraphicFramePr>
          <p:cNvPr id="8" name="Table 7"/>
          <p:cNvGraphicFramePr>
            <a:graphicFrameLocks noGrp="1"/>
          </p:cNvGraphicFramePr>
          <p:nvPr/>
        </p:nvGraphicFramePr>
        <p:xfrm>
          <a:off x="533400" y="1981196"/>
          <a:ext cx="8077200" cy="4114803"/>
        </p:xfrm>
        <a:graphic>
          <a:graphicData uri="http://schemas.openxmlformats.org/drawingml/2006/table">
            <a:tbl>
              <a:tblPr/>
              <a:tblGrid>
                <a:gridCol w="2019300"/>
                <a:gridCol w="2019300"/>
                <a:gridCol w="2019300"/>
                <a:gridCol w="2019300"/>
              </a:tblGrid>
              <a:tr h="374748">
                <a:tc gridSpan="2">
                  <a:txBody>
                    <a:bodyPr/>
                    <a:lstStyle>
                      <a:lvl1pPr eaLnBrk="0" hangingPunct="0">
                        <a:spcAft>
                          <a:spcPts val="600"/>
                        </a:spcAft>
                        <a:buFont typeface="Arial" charset="0"/>
                        <a:defRPr>
                          <a:solidFill>
                            <a:schemeClr val="tx2"/>
                          </a:solidFill>
                          <a:latin typeface="Arial" charset="0"/>
                          <a:ea typeface="ＭＳ Ｐゴシック" charset="-128"/>
                        </a:defRPr>
                      </a:lvl1pPr>
                      <a:lvl2pPr marL="742950" indent="-285750" eaLnBrk="0" hangingPunct="0">
                        <a:spcAft>
                          <a:spcPts val="600"/>
                        </a:spcAft>
                        <a:buFont typeface="Arial" charset="0"/>
                        <a:defRPr sz="1600">
                          <a:solidFill>
                            <a:schemeClr val="tx2"/>
                          </a:solidFill>
                          <a:latin typeface="Arial" charset="0"/>
                          <a:ea typeface="ＭＳ Ｐゴシック" charset="-128"/>
                        </a:defRPr>
                      </a:lvl2pPr>
                      <a:lvl3pPr marL="1143000" indent="-228600" eaLnBrk="0" hangingPunct="0">
                        <a:spcAft>
                          <a:spcPts val="600"/>
                        </a:spcAft>
                        <a:buFont typeface="Arial" charset="0"/>
                        <a:defRPr sz="1400">
                          <a:solidFill>
                            <a:schemeClr val="tx2"/>
                          </a:solidFill>
                          <a:latin typeface="Arial" charset="0"/>
                          <a:ea typeface="ＭＳ Ｐゴシック" charset="-128"/>
                        </a:defRPr>
                      </a:lvl3pPr>
                      <a:lvl4pPr marL="1600200" indent="-228600" eaLnBrk="0" hangingPunct="0">
                        <a:spcAft>
                          <a:spcPts val="600"/>
                        </a:spcAft>
                        <a:buFont typeface="Arial" charset="0"/>
                        <a:defRPr sz="1200">
                          <a:solidFill>
                            <a:schemeClr val="tx2"/>
                          </a:solidFill>
                          <a:latin typeface="Arial" charset="0"/>
                          <a:ea typeface="ＭＳ Ｐゴシック" charset="-128"/>
                        </a:defRPr>
                      </a:lvl4pPr>
                      <a:lvl5pPr marL="2057400" indent="-228600" eaLnBrk="0" hangingPunct="0">
                        <a:spcAft>
                          <a:spcPts val="600"/>
                        </a:spcAft>
                        <a:buFont typeface="Arial" charset="0"/>
                        <a:defRPr sz="1000">
                          <a:solidFill>
                            <a:schemeClr val="tx2"/>
                          </a:solidFill>
                          <a:latin typeface="Arial" charset="0"/>
                          <a:ea typeface="ＭＳ Ｐゴシック" charset="-128"/>
                        </a:defRPr>
                      </a:lvl5pPr>
                      <a:lvl6pPr marL="2514600" indent="-228600" eaLnBrk="0" fontAlgn="base" hangingPunct="0">
                        <a:spcBef>
                          <a:spcPct val="0"/>
                        </a:spcBef>
                        <a:spcAft>
                          <a:spcPts val="600"/>
                        </a:spcAft>
                        <a:buFont typeface="Arial" charset="0"/>
                        <a:defRPr sz="1000">
                          <a:solidFill>
                            <a:schemeClr val="tx2"/>
                          </a:solidFill>
                          <a:latin typeface="Arial" charset="0"/>
                          <a:ea typeface="ＭＳ Ｐゴシック" charset="-128"/>
                        </a:defRPr>
                      </a:lvl6pPr>
                      <a:lvl7pPr marL="2971800" indent="-228600" eaLnBrk="0" fontAlgn="base" hangingPunct="0">
                        <a:spcBef>
                          <a:spcPct val="0"/>
                        </a:spcBef>
                        <a:spcAft>
                          <a:spcPts val="600"/>
                        </a:spcAft>
                        <a:buFont typeface="Arial" charset="0"/>
                        <a:defRPr sz="1000">
                          <a:solidFill>
                            <a:schemeClr val="tx2"/>
                          </a:solidFill>
                          <a:latin typeface="Arial" charset="0"/>
                          <a:ea typeface="ＭＳ Ｐゴシック" charset="-128"/>
                        </a:defRPr>
                      </a:lvl7pPr>
                      <a:lvl8pPr marL="3429000" indent="-228600" eaLnBrk="0" fontAlgn="base" hangingPunct="0">
                        <a:spcBef>
                          <a:spcPct val="0"/>
                        </a:spcBef>
                        <a:spcAft>
                          <a:spcPts val="600"/>
                        </a:spcAft>
                        <a:buFont typeface="Arial" charset="0"/>
                        <a:defRPr sz="1000">
                          <a:solidFill>
                            <a:schemeClr val="tx2"/>
                          </a:solidFill>
                          <a:latin typeface="Arial" charset="0"/>
                          <a:ea typeface="ＭＳ Ｐゴシック" charset="-128"/>
                        </a:defRPr>
                      </a:lvl8pPr>
                      <a:lvl9pPr marL="3886200" indent="-228600" eaLnBrk="0" fontAlgn="base" hangingPunct="0">
                        <a:spcBef>
                          <a:spcPct val="0"/>
                        </a:spcBef>
                        <a:spcAft>
                          <a:spcPts val="600"/>
                        </a:spcAft>
                        <a:buFont typeface="Arial" charset="0"/>
                        <a:defRPr sz="1000">
                          <a:solidFill>
                            <a:schemeClr val="tx2"/>
                          </a:solidFill>
                          <a:latin typeface="Arial" charset="0"/>
                          <a:ea typeface="ＭＳ Ｐゴシック"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200" b="0" i="0" u="none" strike="noStrike" cap="none" normalizeH="0" baseline="0" dirty="0">
                          <a:ln>
                            <a:noFill/>
                          </a:ln>
                          <a:solidFill>
                            <a:schemeClr val="bg1"/>
                          </a:solidFill>
                          <a:effectLst/>
                          <a:latin typeface="Arial" charset="0"/>
                          <a:ea typeface="ＭＳ Ｐゴシック" charset="-128"/>
                        </a:rPr>
                        <a:t>DESIRABILITY</a:t>
                      </a:r>
                    </a:p>
                  </a:txBody>
                  <a:tcPr marT="91456" marB="45728" horzOverflow="overflow">
                    <a:lnL>
                      <a:noFill/>
                    </a:lnL>
                    <a:lnR w="6350" cap="flat" cmpd="sng" algn="ctr">
                      <a:solidFill>
                        <a:srgbClr val="FFFFFF"/>
                      </a:solidFill>
                      <a:prstDash val="solid"/>
                      <a:round/>
                      <a:headEnd type="none" w="med" len="med"/>
                      <a:tailEnd type="none" w="med" len="med"/>
                    </a:lnR>
                    <a:lnT>
                      <a:noFill/>
                    </a:lnT>
                    <a:lnB w="6350" cap="flat" cmpd="sng" algn="ctr">
                      <a:solidFill>
                        <a:srgbClr val="FFFFFF"/>
                      </a:solidFill>
                      <a:prstDash val="solid"/>
                      <a:round/>
                      <a:headEnd type="none" w="med" len="med"/>
                      <a:tailEnd type="none" w="med" len="med"/>
                    </a:lnB>
                    <a:lnTlToBr>
                      <a:noFill/>
                    </a:lnTlToBr>
                    <a:lnBlToTr>
                      <a:noFill/>
                    </a:lnBlToTr>
                    <a:solidFill>
                      <a:srgbClr val="67B2E8"/>
                    </a:solidFill>
                  </a:tcPr>
                </a:tc>
                <a:tc hMerge="1">
                  <a:txBody>
                    <a:bodyPr/>
                    <a:lstStyle/>
                    <a:p>
                      <a:endParaRPr lang="en-US"/>
                    </a:p>
                  </a:txBody>
                  <a:tcPr/>
                </a:tc>
                <a:tc>
                  <a:txBody>
                    <a:bodyPr/>
                    <a:lstStyle>
                      <a:lvl1pPr eaLnBrk="0" hangingPunct="0">
                        <a:spcAft>
                          <a:spcPts val="600"/>
                        </a:spcAft>
                        <a:buFont typeface="Arial" charset="0"/>
                        <a:defRPr>
                          <a:solidFill>
                            <a:schemeClr val="tx2"/>
                          </a:solidFill>
                          <a:latin typeface="Arial" charset="0"/>
                          <a:ea typeface="ＭＳ Ｐゴシック" charset="-128"/>
                        </a:defRPr>
                      </a:lvl1pPr>
                      <a:lvl2pPr marL="742950" indent="-285750" eaLnBrk="0" hangingPunct="0">
                        <a:spcAft>
                          <a:spcPts val="600"/>
                        </a:spcAft>
                        <a:buFont typeface="Arial" charset="0"/>
                        <a:defRPr sz="1600">
                          <a:solidFill>
                            <a:schemeClr val="tx2"/>
                          </a:solidFill>
                          <a:latin typeface="Arial" charset="0"/>
                          <a:ea typeface="ＭＳ Ｐゴシック" charset="-128"/>
                        </a:defRPr>
                      </a:lvl2pPr>
                      <a:lvl3pPr marL="1143000" indent="-228600" eaLnBrk="0" hangingPunct="0">
                        <a:spcAft>
                          <a:spcPts val="600"/>
                        </a:spcAft>
                        <a:buFont typeface="Arial" charset="0"/>
                        <a:defRPr sz="1400">
                          <a:solidFill>
                            <a:schemeClr val="tx2"/>
                          </a:solidFill>
                          <a:latin typeface="Arial" charset="0"/>
                          <a:ea typeface="ＭＳ Ｐゴシック" charset="-128"/>
                        </a:defRPr>
                      </a:lvl3pPr>
                      <a:lvl4pPr marL="1600200" indent="-228600" eaLnBrk="0" hangingPunct="0">
                        <a:spcAft>
                          <a:spcPts val="600"/>
                        </a:spcAft>
                        <a:buFont typeface="Arial" charset="0"/>
                        <a:defRPr sz="1200">
                          <a:solidFill>
                            <a:schemeClr val="tx2"/>
                          </a:solidFill>
                          <a:latin typeface="Arial" charset="0"/>
                          <a:ea typeface="ＭＳ Ｐゴシック" charset="-128"/>
                        </a:defRPr>
                      </a:lvl4pPr>
                      <a:lvl5pPr marL="2057400" indent="-228600" eaLnBrk="0" hangingPunct="0">
                        <a:spcAft>
                          <a:spcPts val="600"/>
                        </a:spcAft>
                        <a:buFont typeface="Arial" charset="0"/>
                        <a:defRPr sz="1000">
                          <a:solidFill>
                            <a:schemeClr val="tx2"/>
                          </a:solidFill>
                          <a:latin typeface="Arial" charset="0"/>
                          <a:ea typeface="ＭＳ Ｐゴシック" charset="-128"/>
                        </a:defRPr>
                      </a:lvl5pPr>
                      <a:lvl6pPr marL="2514600" indent="-228600" eaLnBrk="0" fontAlgn="base" hangingPunct="0">
                        <a:spcBef>
                          <a:spcPct val="0"/>
                        </a:spcBef>
                        <a:spcAft>
                          <a:spcPts val="600"/>
                        </a:spcAft>
                        <a:buFont typeface="Arial" charset="0"/>
                        <a:defRPr sz="1000">
                          <a:solidFill>
                            <a:schemeClr val="tx2"/>
                          </a:solidFill>
                          <a:latin typeface="Arial" charset="0"/>
                          <a:ea typeface="ＭＳ Ｐゴシック" charset="-128"/>
                        </a:defRPr>
                      </a:lvl6pPr>
                      <a:lvl7pPr marL="2971800" indent="-228600" eaLnBrk="0" fontAlgn="base" hangingPunct="0">
                        <a:spcBef>
                          <a:spcPct val="0"/>
                        </a:spcBef>
                        <a:spcAft>
                          <a:spcPts val="600"/>
                        </a:spcAft>
                        <a:buFont typeface="Arial" charset="0"/>
                        <a:defRPr sz="1000">
                          <a:solidFill>
                            <a:schemeClr val="tx2"/>
                          </a:solidFill>
                          <a:latin typeface="Arial" charset="0"/>
                          <a:ea typeface="ＭＳ Ｐゴシック" charset="-128"/>
                        </a:defRPr>
                      </a:lvl7pPr>
                      <a:lvl8pPr marL="3429000" indent="-228600" eaLnBrk="0" fontAlgn="base" hangingPunct="0">
                        <a:spcBef>
                          <a:spcPct val="0"/>
                        </a:spcBef>
                        <a:spcAft>
                          <a:spcPts val="600"/>
                        </a:spcAft>
                        <a:buFont typeface="Arial" charset="0"/>
                        <a:defRPr sz="1000">
                          <a:solidFill>
                            <a:schemeClr val="tx2"/>
                          </a:solidFill>
                          <a:latin typeface="Arial" charset="0"/>
                          <a:ea typeface="ＭＳ Ｐゴシック" charset="-128"/>
                        </a:defRPr>
                      </a:lvl8pPr>
                      <a:lvl9pPr marL="3886200" indent="-228600" eaLnBrk="0" fontAlgn="base" hangingPunct="0">
                        <a:spcBef>
                          <a:spcPct val="0"/>
                        </a:spcBef>
                        <a:spcAft>
                          <a:spcPts val="600"/>
                        </a:spcAft>
                        <a:buFont typeface="Arial" charset="0"/>
                        <a:defRPr sz="1000">
                          <a:solidFill>
                            <a:schemeClr val="tx2"/>
                          </a:solidFill>
                          <a:latin typeface="Arial" charset="0"/>
                          <a:ea typeface="ＭＳ Ｐゴシック"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200" b="0" i="0" u="none" strike="noStrike" cap="none" normalizeH="0" baseline="0" dirty="0">
                          <a:ln>
                            <a:noFill/>
                          </a:ln>
                          <a:solidFill>
                            <a:schemeClr val="bg1"/>
                          </a:solidFill>
                          <a:effectLst/>
                          <a:latin typeface="Arial" charset="0"/>
                          <a:ea typeface="ＭＳ Ｐゴシック" charset="-128"/>
                        </a:rPr>
                        <a:t>FEASIBILITY</a:t>
                      </a:r>
                    </a:p>
                  </a:txBody>
                  <a:tcPr marT="91456" marB="45728" horzOverflow="overflow">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FFFFFF"/>
                      </a:solidFill>
                      <a:prstDash val="solid"/>
                      <a:round/>
                      <a:headEnd type="none" w="med" len="med"/>
                      <a:tailEnd type="none" w="med" len="med"/>
                    </a:lnB>
                    <a:lnTlToBr>
                      <a:noFill/>
                    </a:lnTlToBr>
                    <a:lnBlToTr>
                      <a:noFill/>
                    </a:lnBlToTr>
                    <a:solidFill>
                      <a:srgbClr val="67B2E8"/>
                    </a:solidFill>
                  </a:tcPr>
                </a:tc>
                <a:tc>
                  <a:txBody>
                    <a:bodyPr/>
                    <a:lstStyle>
                      <a:lvl1pPr eaLnBrk="0" hangingPunct="0">
                        <a:spcAft>
                          <a:spcPts val="600"/>
                        </a:spcAft>
                        <a:buFont typeface="Arial" charset="0"/>
                        <a:defRPr>
                          <a:solidFill>
                            <a:schemeClr val="tx2"/>
                          </a:solidFill>
                          <a:latin typeface="Arial" charset="0"/>
                          <a:ea typeface="ＭＳ Ｐゴシック" charset="-128"/>
                        </a:defRPr>
                      </a:lvl1pPr>
                      <a:lvl2pPr marL="742950" indent="-285750" eaLnBrk="0" hangingPunct="0">
                        <a:spcAft>
                          <a:spcPts val="600"/>
                        </a:spcAft>
                        <a:buFont typeface="Arial" charset="0"/>
                        <a:defRPr sz="1600">
                          <a:solidFill>
                            <a:schemeClr val="tx2"/>
                          </a:solidFill>
                          <a:latin typeface="Arial" charset="0"/>
                          <a:ea typeface="ＭＳ Ｐゴシック" charset="-128"/>
                        </a:defRPr>
                      </a:lvl2pPr>
                      <a:lvl3pPr marL="1143000" indent="-228600" eaLnBrk="0" hangingPunct="0">
                        <a:spcAft>
                          <a:spcPts val="600"/>
                        </a:spcAft>
                        <a:buFont typeface="Arial" charset="0"/>
                        <a:defRPr sz="1400">
                          <a:solidFill>
                            <a:schemeClr val="tx2"/>
                          </a:solidFill>
                          <a:latin typeface="Arial" charset="0"/>
                          <a:ea typeface="ＭＳ Ｐゴシック" charset="-128"/>
                        </a:defRPr>
                      </a:lvl3pPr>
                      <a:lvl4pPr marL="1600200" indent="-228600" eaLnBrk="0" hangingPunct="0">
                        <a:spcAft>
                          <a:spcPts val="600"/>
                        </a:spcAft>
                        <a:buFont typeface="Arial" charset="0"/>
                        <a:defRPr sz="1200">
                          <a:solidFill>
                            <a:schemeClr val="tx2"/>
                          </a:solidFill>
                          <a:latin typeface="Arial" charset="0"/>
                          <a:ea typeface="ＭＳ Ｐゴシック" charset="-128"/>
                        </a:defRPr>
                      </a:lvl4pPr>
                      <a:lvl5pPr marL="2057400" indent="-228600" eaLnBrk="0" hangingPunct="0">
                        <a:spcAft>
                          <a:spcPts val="600"/>
                        </a:spcAft>
                        <a:buFont typeface="Arial" charset="0"/>
                        <a:defRPr sz="1000">
                          <a:solidFill>
                            <a:schemeClr val="tx2"/>
                          </a:solidFill>
                          <a:latin typeface="Arial" charset="0"/>
                          <a:ea typeface="ＭＳ Ｐゴシック" charset="-128"/>
                        </a:defRPr>
                      </a:lvl5pPr>
                      <a:lvl6pPr marL="2514600" indent="-228600" eaLnBrk="0" fontAlgn="base" hangingPunct="0">
                        <a:spcBef>
                          <a:spcPct val="0"/>
                        </a:spcBef>
                        <a:spcAft>
                          <a:spcPts val="600"/>
                        </a:spcAft>
                        <a:buFont typeface="Arial" charset="0"/>
                        <a:defRPr sz="1000">
                          <a:solidFill>
                            <a:schemeClr val="tx2"/>
                          </a:solidFill>
                          <a:latin typeface="Arial" charset="0"/>
                          <a:ea typeface="ＭＳ Ｐゴシック" charset="-128"/>
                        </a:defRPr>
                      </a:lvl6pPr>
                      <a:lvl7pPr marL="2971800" indent="-228600" eaLnBrk="0" fontAlgn="base" hangingPunct="0">
                        <a:spcBef>
                          <a:spcPct val="0"/>
                        </a:spcBef>
                        <a:spcAft>
                          <a:spcPts val="600"/>
                        </a:spcAft>
                        <a:buFont typeface="Arial" charset="0"/>
                        <a:defRPr sz="1000">
                          <a:solidFill>
                            <a:schemeClr val="tx2"/>
                          </a:solidFill>
                          <a:latin typeface="Arial" charset="0"/>
                          <a:ea typeface="ＭＳ Ｐゴシック" charset="-128"/>
                        </a:defRPr>
                      </a:lvl7pPr>
                      <a:lvl8pPr marL="3429000" indent="-228600" eaLnBrk="0" fontAlgn="base" hangingPunct="0">
                        <a:spcBef>
                          <a:spcPct val="0"/>
                        </a:spcBef>
                        <a:spcAft>
                          <a:spcPts val="600"/>
                        </a:spcAft>
                        <a:buFont typeface="Arial" charset="0"/>
                        <a:defRPr sz="1000">
                          <a:solidFill>
                            <a:schemeClr val="tx2"/>
                          </a:solidFill>
                          <a:latin typeface="Arial" charset="0"/>
                          <a:ea typeface="ＭＳ Ｐゴシック" charset="-128"/>
                        </a:defRPr>
                      </a:lvl8pPr>
                      <a:lvl9pPr marL="3886200" indent="-228600" eaLnBrk="0" fontAlgn="base" hangingPunct="0">
                        <a:spcBef>
                          <a:spcPct val="0"/>
                        </a:spcBef>
                        <a:spcAft>
                          <a:spcPts val="600"/>
                        </a:spcAft>
                        <a:buFont typeface="Arial" charset="0"/>
                        <a:defRPr sz="1000">
                          <a:solidFill>
                            <a:schemeClr val="tx2"/>
                          </a:solidFill>
                          <a:latin typeface="Arial" charset="0"/>
                          <a:ea typeface="ＭＳ Ｐゴシック"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200" b="0" i="0" u="none" strike="noStrike" cap="none" normalizeH="0" baseline="0" dirty="0">
                          <a:ln>
                            <a:noFill/>
                          </a:ln>
                          <a:solidFill>
                            <a:schemeClr val="bg1"/>
                          </a:solidFill>
                          <a:effectLst/>
                          <a:latin typeface="Arial" charset="0"/>
                          <a:ea typeface="ＭＳ Ｐゴシック" charset="-128"/>
                        </a:rPr>
                        <a:t>VIABILITY</a:t>
                      </a:r>
                    </a:p>
                  </a:txBody>
                  <a:tcPr marT="91456" marB="45728" horzOverflow="overflow">
                    <a:lnL w="6350" cap="flat" cmpd="sng" algn="ctr">
                      <a:solidFill>
                        <a:srgbClr val="FFFFFF"/>
                      </a:solidFill>
                      <a:prstDash val="solid"/>
                      <a:round/>
                      <a:headEnd type="none" w="med" len="med"/>
                      <a:tailEnd type="none" w="med" len="med"/>
                    </a:lnL>
                    <a:lnR>
                      <a:noFill/>
                    </a:lnR>
                    <a:lnT>
                      <a:noFill/>
                    </a:lnT>
                    <a:lnB w="6350" cap="flat" cmpd="sng" algn="ctr">
                      <a:solidFill>
                        <a:srgbClr val="FFFFFF"/>
                      </a:solidFill>
                      <a:prstDash val="solid"/>
                      <a:round/>
                      <a:headEnd type="none" w="med" len="med"/>
                      <a:tailEnd type="none" w="med" len="med"/>
                    </a:lnB>
                    <a:lnTlToBr>
                      <a:noFill/>
                    </a:lnTlToBr>
                    <a:lnBlToTr>
                      <a:noFill/>
                    </a:lnBlToTr>
                    <a:solidFill>
                      <a:srgbClr val="67B2E8"/>
                    </a:solidFill>
                  </a:tcPr>
                </a:tc>
              </a:tr>
              <a:tr h="1246685">
                <a:tc>
                  <a:txBody>
                    <a:bodyPr/>
                    <a:lstStyle>
                      <a:lvl1pPr eaLnBrk="0" hangingPunct="0">
                        <a:spcAft>
                          <a:spcPts val="600"/>
                        </a:spcAft>
                        <a:buFont typeface="Arial" charset="0"/>
                        <a:defRPr>
                          <a:solidFill>
                            <a:schemeClr val="tx2"/>
                          </a:solidFill>
                          <a:latin typeface="Arial" charset="0"/>
                          <a:ea typeface="ＭＳ Ｐゴシック" charset="-128"/>
                        </a:defRPr>
                      </a:lvl1pPr>
                      <a:lvl2pPr marL="742950" indent="-285750" eaLnBrk="0" hangingPunct="0">
                        <a:spcAft>
                          <a:spcPts val="600"/>
                        </a:spcAft>
                        <a:buFont typeface="Arial" charset="0"/>
                        <a:defRPr sz="1600">
                          <a:solidFill>
                            <a:schemeClr val="tx2"/>
                          </a:solidFill>
                          <a:latin typeface="Arial" charset="0"/>
                          <a:ea typeface="ＭＳ Ｐゴシック" charset="-128"/>
                        </a:defRPr>
                      </a:lvl2pPr>
                      <a:lvl3pPr marL="1143000" indent="-228600" eaLnBrk="0" hangingPunct="0">
                        <a:spcAft>
                          <a:spcPts val="600"/>
                        </a:spcAft>
                        <a:buFont typeface="Arial" charset="0"/>
                        <a:defRPr sz="1400">
                          <a:solidFill>
                            <a:schemeClr val="tx2"/>
                          </a:solidFill>
                          <a:latin typeface="Arial" charset="0"/>
                          <a:ea typeface="ＭＳ Ｐゴシック" charset="-128"/>
                        </a:defRPr>
                      </a:lvl3pPr>
                      <a:lvl4pPr marL="1600200" indent="-228600" eaLnBrk="0" hangingPunct="0">
                        <a:spcAft>
                          <a:spcPts val="600"/>
                        </a:spcAft>
                        <a:buFont typeface="Arial" charset="0"/>
                        <a:defRPr sz="1200">
                          <a:solidFill>
                            <a:schemeClr val="tx2"/>
                          </a:solidFill>
                          <a:latin typeface="Arial" charset="0"/>
                          <a:ea typeface="ＭＳ Ｐゴシック" charset="-128"/>
                        </a:defRPr>
                      </a:lvl4pPr>
                      <a:lvl5pPr marL="2057400" indent="-228600" eaLnBrk="0" hangingPunct="0">
                        <a:spcAft>
                          <a:spcPts val="600"/>
                        </a:spcAft>
                        <a:buFont typeface="Arial" charset="0"/>
                        <a:defRPr sz="1000">
                          <a:solidFill>
                            <a:schemeClr val="tx2"/>
                          </a:solidFill>
                          <a:latin typeface="Arial" charset="0"/>
                          <a:ea typeface="ＭＳ Ｐゴシック" charset="-128"/>
                        </a:defRPr>
                      </a:lvl5pPr>
                      <a:lvl6pPr marL="2514600" indent="-228600" eaLnBrk="0" fontAlgn="base" hangingPunct="0">
                        <a:spcBef>
                          <a:spcPct val="0"/>
                        </a:spcBef>
                        <a:spcAft>
                          <a:spcPts val="600"/>
                        </a:spcAft>
                        <a:buFont typeface="Arial" charset="0"/>
                        <a:defRPr sz="1000">
                          <a:solidFill>
                            <a:schemeClr val="tx2"/>
                          </a:solidFill>
                          <a:latin typeface="Arial" charset="0"/>
                          <a:ea typeface="ＭＳ Ｐゴシック" charset="-128"/>
                        </a:defRPr>
                      </a:lvl6pPr>
                      <a:lvl7pPr marL="2971800" indent="-228600" eaLnBrk="0" fontAlgn="base" hangingPunct="0">
                        <a:spcBef>
                          <a:spcPct val="0"/>
                        </a:spcBef>
                        <a:spcAft>
                          <a:spcPts val="600"/>
                        </a:spcAft>
                        <a:buFont typeface="Arial" charset="0"/>
                        <a:defRPr sz="1000">
                          <a:solidFill>
                            <a:schemeClr val="tx2"/>
                          </a:solidFill>
                          <a:latin typeface="Arial" charset="0"/>
                          <a:ea typeface="ＭＳ Ｐゴシック" charset="-128"/>
                        </a:defRPr>
                      </a:lvl7pPr>
                      <a:lvl8pPr marL="3429000" indent="-228600" eaLnBrk="0" fontAlgn="base" hangingPunct="0">
                        <a:spcBef>
                          <a:spcPct val="0"/>
                        </a:spcBef>
                        <a:spcAft>
                          <a:spcPts val="600"/>
                        </a:spcAft>
                        <a:buFont typeface="Arial" charset="0"/>
                        <a:defRPr sz="1000">
                          <a:solidFill>
                            <a:schemeClr val="tx2"/>
                          </a:solidFill>
                          <a:latin typeface="Arial" charset="0"/>
                          <a:ea typeface="ＭＳ Ｐゴシック" charset="-128"/>
                        </a:defRPr>
                      </a:lvl8pPr>
                      <a:lvl9pPr marL="3886200" indent="-228600" eaLnBrk="0" fontAlgn="base" hangingPunct="0">
                        <a:spcBef>
                          <a:spcPct val="0"/>
                        </a:spcBef>
                        <a:spcAft>
                          <a:spcPts val="600"/>
                        </a:spcAft>
                        <a:buFont typeface="Arial" charset="0"/>
                        <a:defRPr sz="1000">
                          <a:solidFill>
                            <a:schemeClr val="tx2"/>
                          </a:solidFill>
                          <a:latin typeface="Arial" charset="0"/>
                          <a:ea typeface="ＭＳ Ｐゴシック"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US" sz="1200" b="0" i="0" u="none" strike="noStrike" cap="none" normalizeH="0" baseline="0" dirty="0">
                          <a:ln>
                            <a:noFill/>
                          </a:ln>
                          <a:solidFill>
                            <a:srgbClr val="67B2E8"/>
                          </a:solidFill>
                          <a:effectLst/>
                          <a:latin typeface="Arial" charset="0"/>
                          <a:ea typeface="ＭＳ Ｐゴシック" charset="-128"/>
                        </a:rPr>
                        <a:t>PROBLEM / OPPORTUNITY</a:t>
                      </a:r>
                    </a:p>
                  </a:txBody>
                  <a:tcPr marT="91456" marB="45728" horzOverflow="overflow">
                    <a:lnL>
                      <a:noFill/>
                    </a:lnL>
                    <a:lnR w="6350" cap="flat" cmpd="sng" algn="ctr">
                      <a:solidFill>
                        <a:srgbClr val="0C2074"/>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0C2074"/>
                      </a:solidFill>
                      <a:prstDash val="solid"/>
                      <a:round/>
                      <a:headEnd type="none" w="med" len="med"/>
                      <a:tailEnd type="none" w="med" len="med"/>
                    </a:lnB>
                    <a:lnTlToBr>
                      <a:noFill/>
                    </a:lnTlToBr>
                    <a:lnBlToTr>
                      <a:noFill/>
                    </a:lnBlToTr>
                    <a:solidFill>
                      <a:srgbClr val="FFFFFF"/>
                    </a:solidFill>
                  </a:tcPr>
                </a:tc>
                <a:tc>
                  <a:txBody>
                    <a:bodyPr/>
                    <a:lstStyle>
                      <a:lvl1pPr eaLnBrk="0" hangingPunct="0">
                        <a:spcAft>
                          <a:spcPts val="600"/>
                        </a:spcAft>
                        <a:buFont typeface="Arial" charset="0"/>
                        <a:defRPr>
                          <a:solidFill>
                            <a:schemeClr val="tx2"/>
                          </a:solidFill>
                          <a:latin typeface="Arial" charset="0"/>
                          <a:ea typeface="ＭＳ Ｐゴシック" charset="-128"/>
                        </a:defRPr>
                      </a:lvl1pPr>
                      <a:lvl2pPr marL="742950" indent="-285750" eaLnBrk="0" hangingPunct="0">
                        <a:spcAft>
                          <a:spcPts val="600"/>
                        </a:spcAft>
                        <a:buFont typeface="Arial" charset="0"/>
                        <a:defRPr sz="1600">
                          <a:solidFill>
                            <a:schemeClr val="tx2"/>
                          </a:solidFill>
                          <a:latin typeface="Arial" charset="0"/>
                          <a:ea typeface="ＭＳ Ｐゴシック" charset="-128"/>
                        </a:defRPr>
                      </a:lvl2pPr>
                      <a:lvl3pPr marL="1143000" indent="-228600" eaLnBrk="0" hangingPunct="0">
                        <a:spcAft>
                          <a:spcPts val="600"/>
                        </a:spcAft>
                        <a:buFont typeface="Arial" charset="0"/>
                        <a:defRPr sz="1400">
                          <a:solidFill>
                            <a:schemeClr val="tx2"/>
                          </a:solidFill>
                          <a:latin typeface="Arial" charset="0"/>
                          <a:ea typeface="ＭＳ Ｐゴシック" charset="-128"/>
                        </a:defRPr>
                      </a:lvl3pPr>
                      <a:lvl4pPr marL="1600200" indent="-228600" eaLnBrk="0" hangingPunct="0">
                        <a:spcAft>
                          <a:spcPts val="600"/>
                        </a:spcAft>
                        <a:buFont typeface="Arial" charset="0"/>
                        <a:defRPr sz="1200">
                          <a:solidFill>
                            <a:schemeClr val="tx2"/>
                          </a:solidFill>
                          <a:latin typeface="Arial" charset="0"/>
                          <a:ea typeface="ＭＳ Ｐゴシック" charset="-128"/>
                        </a:defRPr>
                      </a:lvl4pPr>
                      <a:lvl5pPr marL="2057400" indent="-228600" eaLnBrk="0" hangingPunct="0">
                        <a:spcAft>
                          <a:spcPts val="600"/>
                        </a:spcAft>
                        <a:buFont typeface="Arial" charset="0"/>
                        <a:defRPr sz="1000">
                          <a:solidFill>
                            <a:schemeClr val="tx2"/>
                          </a:solidFill>
                          <a:latin typeface="Arial" charset="0"/>
                          <a:ea typeface="ＭＳ Ｐゴシック" charset="-128"/>
                        </a:defRPr>
                      </a:lvl5pPr>
                      <a:lvl6pPr marL="2514600" indent="-228600" eaLnBrk="0" fontAlgn="base" hangingPunct="0">
                        <a:spcBef>
                          <a:spcPct val="0"/>
                        </a:spcBef>
                        <a:spcAft>
                          <a:spcPts val="600"/>
                        </a:spcAft>
                        <a:buFont typeface="Arial" charset="0"/>
                        <a:defRPr sz="1000">
                          <a:solidFill>
                            <a:schemeClr val="tx2"/>
                          </a:solidFill>
                          <a:latin typeface="Arial" charset="0"/>
                          <a:ea typeface="ＭＳ Ｐゴシック" charset="-128"/>
                        </a:defRPr>
                      </a:lvl6pPr>
                      <a:lvl7pPr marL="2971800" indent="-228600" eaLnBrk="0" fontAlgn="base" hangingPunct="0">
                        <a:spcBef>
                          <a:spcPct val="0"/>
                        </a:spcBef>
                        <a:spcAft>
                          <a:spcPts val="600"/>
                        </a:spcAft>
                        <a:buFont typeface="Arial" charset="0"/>
                        <a:defRPr sz="1000">
                          <a:solidFill>
                            <a:schemeClr val="tx2"/>
                          </a:solidFill>
                          <a:latin typeface="Arial" charset="0"/>
                          <a:ea typeface="ＭＳ Ｐゴシック" charset="-128"/>
                        </a:defRPr>
                      </a:lvl7pPr>
                      <a:lvl8pPr marL="3429000" indent="-228600" eaLnBrk="0" fontAlgn="base" hangingPunct="0">
                        <a:spcBef>
                          <a:spcPct val="0"/>
                        </a:spcBef>
                        <a:spcAft>
                          <a:spcPts val="600"/>
                        </a:spcAft>
                        <a:buFont typeface="Arial" charset="0"/>
                        <a:defRPr sz="1000">
                          <a:solidFill>
                            <a:schemeClr val="tx2"/>
                          </a:solidFill>
                          <a:latin typeface="Arial" charset="0"/>
                          <a:ea typeface="ＭＳ Ｐゴシック" charset="-128"/>
                        </a:defRPr>
                      </a:lvl8pPr>
                      <a:lvl9pPr marL="3886200" indent="-228600" eaLnBrk="0" fontAlgn="base" hangingPunct="0">
                        <a:spcBef>
                          <a:spcPct val="0"/>
                        </a:spcBef>
                        <a:spcAft>
                          <a:spcPts val="600"/>
                        </a:spcAft>
                        <a:buFont typeface="Arial" charset="0"/>
                        <a:defRPr sz="1000">
                          <a:solidFill>
                            <a:schemeClr val="tx2"/>
                          </a:solidFill>
                          <a:latin typeface="Arial" charset="0"/>
                          <a:ea typeface="ＭＳ Ｐゴシック"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US" sz="1200" b="0" i="0" u="none" strike="noStrike" cap="none" normalizeH="0" baseline="0">
                          <a:ln>
                            <a:noFill/>
                          </a:ln>
                          <a:solidFill>
                            <a:srgbClr val="67B2E8"/>
                          </a:solidFill>
                          <a:effectLst/>
                          <a:latin typeface="Arial" charset="0"/>
                          <a:ea typeface="ＭＳ Ｐゴシック" charset="-128"/>
                        </a:rPr>
                        <a:t>SOLUTION</a:t>
                      </a:r>
                    </a:p>
                  </a:txBody>
                  <a:tcPr marT="91456" marB="45728" horzOverflow="overflow">
                    <a:lnL w="6350" cap="flat" cmpd="sng" algn="ctr">
                      <a:solidFill>
                        <a:srgbClr val="0C2074"/>
                      </a:solidFill>
                      <a:prstDash val="solid"/>
                      <a:round/>
                      <a:headEnd type="none" w="med" len="med"/>
                      <a:tailEnd type="none" w="med" len="med"/>
                    </a:lnL>
                    <a:lnR w="6350" cap="flat" cmpd="sng" algn="ctr">
                      <a:solidFill>
                        <a:srgbClr val="0C2074"/>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0C2074"/>
                      </a:solidFill>
                      <a:prstDash val="solid"/>
                      <a:round/>
                      <a:headEnd type="none" w="med" len="med"/>
                      <a:tailEnd type="none" w="med" len="med"/>
                    </a:lnB>
                    <a:lnTlToBr>
                      <a:noFill/>
                    </a:lnTlToBr>
                    <a:lnBlToTr>
                      <a:noFill/>
                    </a:lnBlToTr>
                    <a:solidFill>
                      <a:srgbClr val="FFFFFF"/>
                    </a:solidFill>
                  </a:tcPr>
                </a:tc>
                <a:tc>
                  <a:txBody>
                    <a:bodyPr/>
                    <a:lstStyle>
                      <a:lvl1pPr eaLnBrk="0" hangingPunct="0">
                        <a:spcAft>
                          <a:spcPts val="600"/>
                        </a:spcAft>
                        <a:buFont typeface="Arial" charset="0"/>
                        <a:defRPr>
                          <a:solidFill>
                            <a:schemeClr val="tx2"/>
                          </a:solidFill>
                          <a:latin typeface="Arial" charset="0"/>
                          <a:ea typeface="ＭＳ Ｐゴシック" charset="-128"/>
                        </a:defRPr>
                      </a:lvl1pPr>
                      <a:lvl2pPr eaLnBrk="0" hangingPunct="0">
                        <a:spcAft>
                          <a:spcPts val="600"/>
                        </a:spcAft>
                        <a:buFont typeface="Arial" charset="0"/>
                        <a:defRPr sz="1600">
                          <a:solidFill>
                            <a:schemeClr val="tx2"/>
                          </a:solidFill>
                          <a:latin typeface="Arial" charset="0"/>
                          <a:ea typeface="ＭＳ Ｐゴシック" charset="-128"/>
                        </a:defRPr>
                      </a:lvl2pPr>
                      <a:lvl3pPr marL="1143000" indent="-228600" eaLnBrk="0" hangingPunct="0">
                        <a:spcAft>
                          <a:spcPts val="600"/>
                        </a:spcAft>
                        <a:buFont typeface="Arial" charset="0"/>
                        <a:defRPr sz="1400">
                          <a:solidFill>
                            <a:schemeClr val="tx2"/>
                          </a:solidFill>
                          <a:latin typeface="Arial" charset="0"/>
                          <a:ea typeface="ＭＳ Ｐゴシック" charset="-128"/>
                        </a:defRPr>
                      </a:lvl3pPr>
                      <a:lvl4pPr marL="1600200" indent="-228600" eaLnBrk="0" hangingPunct="0">
                        <a:spcAft>
                          <a:spcPts val="600"/>
                        </a:spcAft>
                        <a:buFont typeface="Arial" charset="0"/>
                        <a:defRPr sz="1200">
                          <a:solidFill>
                            <a:schemeClr val="tx2"/>
                          </a:solidFill>
                          <a:latin typeface="Arial" charset="0"/>
                          <a:ea typeface="ＭＳ Ｐゴシック" charset="-128"/>
                        </a:defRPr>
                      </a:lvl4pPr>
                      <a:lvl5pPr marL="2057400" indent="-228600" eaLnBrk="0" hangingPunct="0">
                        <a:spcAft>
                          <a:spcPts val="600"/>
                        </a:spcAft>
                        <a:buFont typeface="Arial" charset="0"/>
                        <a:defRPr sz="1000">
                          <a:solidFill>
                            <a:schemeClr val="tx2"/>
                          </a:solidFill>
                          <a:latin typeface="Arial" charset="0"/>
                          <a:ea typeface="ＭＳ Ｐゴシック" charset="-128"/>
                        </a:defRPr>
                      </a:lvl5pPr>
                      <a:lvl6pPr marL="2514600" indent="-228600" eaLnBrk="0" fontAlgn="base" hangingPunct="0">
                        <a:spcBef>
                          <a:spcPct val="0"/>
                        </a:spcBef>
                        <a:spcAft>
                          <a:spcPts val="600"/>
                        </a:spcAft>
                        <a:buFont typeface="Arial" charset="0"/>
                        <a:defRPr sz="1000">
                          <a:solidFill>
                            <a:schemeClr val="tx2"/>
                          </a:solidFill>
                          <a:latin typeface="Arial" charset="0"/>
                          <a:ea typeface="ＭＳ Ｐゴシック" charset="-128"/>
                        </a:defRPr>
                      </a:lvl6pPr>
                      <a:lvl7pPr marL="2971800" indent="-228600" eaLnBrk="0" fontAlgn="base" hangingPunct="0">
                        <a:spcBef>
                          <a:spcPct val="0"/>
                        </a:spcBef>
                        <a:spcAft>
                          <a:spcPts val="600"/>
                        </a:spcAft>
                        <a:buFont typeface="Arial" charset="0"/>
                        <a:defRPr sz="1000">
                          <a:solidFill>
                            <a:schemeClr val="tx2"/>
                          </a:solidFill>
                          <a:latin typeface="Arial" charset="0"/>
                          <a:ea typeface="ＭＳ Ｐゴシック" charset="-128"/>
                        </a:defRPr>
                      </a:lvl7pPr>
                      <a:lvl8pPr marL="3429000" indent="-228600" eaLnBrk="0" fontAlgn="base" hangingPunct="0">
                        <a:spcBef>
                          <a:spcPct val="0"/>
                        </a:spcBef>
                        <a:spcAft>
                          <a:spcPts val="600"/>
                        </a:spcAft>
                        <a:buFont typeface="Arial" charset="0"/>
                        <a:defRPr sz="1000">
                          <a:solidFill>
                            <a:schemeClr val="tx2"/>
                          </a:solidFill>
                          <a:latin typeface="Arial" charset="0"/>
                          <a:ea typeface="ＭＳ Ｐゴシック" charset="-128"/>
                        </a:defRPr>
                      </a:lvl8pPr>
                      <a:lvl9pPr marL="3886200" indent="-228600" eaLnBrk="0" fontAlgn="base" hangingPunct="0">
                        <a:spcBef>
                          <a:spcPct val="0"/>
                        </a:spcBef>
                        <a:spcAft>
                          <a:spcPts val="600"/>
                        </a:spcAft>
                        <a:buFont typeface="Arial" charset="0"/>
                        <a:defRPr sz="1000">
                          <a:solidFill>
                            <a:schemeClr val="tx2"/>
                          </a:solidFill>
                          <a:latin typeface="Arial" charset="0"/>
                          <a:ea typeface="ＭＳ Ｐゴシック"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US" sz="1200" b="0" i="0" u="none" strike="noStrike" cap="none" normalizeH="0" baseline="0">
                          <a:ln>
                            <a:noFill/>
                          </a:ln>
                          <a:solidFill>
                            <a:srgbClr val="67B2E8"/>
                          </a:solidFill>
                          <a:effectLst/>
                          <a:latin typeface="Arial" charset="0"/>
                          <a:ea typeface="ＭＳ Ｐゴシック" charset="-128"/>
                        </a:rPr>
                        <a:t>RISK &amp; COMPLIANCE</a:t>
                      </a:r>
                    </a:p>
                    <a:p>
                      <a:pPr marL="0" marR="0" lvl="1" indent="0" algn="l" defTabSz="914400" rtl="0" eaLnBrk="1" fontAlgn="base" latinLnBrk="0" hangingPunct="1">
                        <a:lnSpc>
                          <a:spcPct val="130000"/>
                        </a:lnSpc>
                        <a:spcBef>
                          <a:spcPct val="0"/>
                        </a:spcBef>
                        <a:spcAft>
                          <a:spcPct val="0"/>
                        </a:spcAft>
                        <a:buClrTx/>
                        <a:buSzTx/>
                        <a:buFontTx/>
                        <a:buNone/>
                        <a:tabLst/>
                      </a:pPr>
                      <a:r>
                        <a:rPr kumimoji="0" lang="en-US" altLang="en-US" sz="1100" b="0" i="0" u="none" strike="noStrike" cap="none" normalizeH="0" baseline="0">
                          <a:ln>
                            <a:noFill/>
                          </a:ln>
                          <a:solidFill>
                            <a:srgbClr val="7F7F7F"/>
                          </a:solidFill>
                          <a:effectLst/>
                          <a:latin typeface="Arial" charset="0"/>
                          <a:ea typeface="ＭＳ Ｐゴシック" charset="-128"/>
                        </a:rPr>
                        <a:t>Legal</a:t>
                      </a:r>
                    </a:p>
                    <a:p>
                      <a:pPr marL="0" marR="0" lvl="1" indent="0" algn="l" defTabSz="914400" rtl="0" eaLnBrk="1" fontAlgn="base" latinLnBrk="0" hangingPunct="1">
                        <a:lnSpc>
                          <a:spcPct val="100000"/>
                        </a:lnSpc>
                        <a:spcBef>
                          <a:spcPct val="0"/>
                        </a:spcBef>
                        <a:spcAft>
                          <a:spcPct val="0"/>
                        </a:spcAft>
                        <a:buClrTx/>
                        <a:buSzTx/>
                        <a:buFontTx/>
                        <a:buNone/>
                        <a:tabLst/>
                      </a:pPr>
                      <a:r>
                        <a:rPr kumimoji="0" lang="en-US" altLang="en-US" sz="1100" b="0" i="0" u="none" strike="noStrike" cap="none" normalizeH="0" baseline="0">
                          <a:ln>
                            <a:noFill/>
                          </a:ln>
                          <a:solidFill>
                            <a:srgbClr val="7F7F7F"/>
                          </a:solidFill>
                          <a:effectLst/>
                          <a:latin typeface="Arial" charset="0"/>
                          <a:ea typeface="ＭＳ Ｐゴシック" charset="-128"/>
                        </a:rPr>
                        <a:t>Ethical</a:t>
                      </a:r>
                    </a:p>
                    <a:p>
                      <a:pPr marL="0" marR="0" lvl="1" indent="0" algn="l" defTabSz="914400" rtl="0" eaLnBrk="1" fontAlgn="base" latinLnBrk="0" hangingPunct="1">
                        <a:lnSpc>
                          <a:spcPct val="100000"/>
                        </a:lnSpc>
                        <a:spcBef>
                          <a:spcPct val="0"/>
                        </a:spcBef>
                        <a:spcAft>
                          <a:spcPct val="0"/>
                        </a:spcAft>
                        <a:buClrTx/>
                        <a:buSzTx/>
                        <a:buFontTx/>
                        <a:buNone/>
                        <a:tabLst/>
                      </a:pPr>
                      <a:r>
                        <a:rPr kumimoji="0" lang="en-US" altLang="en-US" sz="1100" b="0" i="0" u="none" strike="noStrike" cap="none" normalizeH="0" baseline="0">
                          <a:ln>
                            <a:noFill/>
                          </a:ln>
                          <a:solidFill>
                            <a:srgbClr val="7F7F7F"/>
                          </a:solidFill>
                          <a:effectLst/>
                          <a:latin typeface="Arial" charset="0"/>
                          <a:ea typeface="ＭＳ Ｐゴシック" charset="-128"/>
                        </a:rPr>
                        <a:t>Reputational</a:t>
                      </a:r>
                    </a:p>
                    <a:p>
                      <a:pPr marL="0" marR="0" lvl="1" indent="0" algn="l" defTabSz="914400" rtl="0" eaLnBrk="1" fontAlgn="base" latinLnBrk="0" hangingPunct="1">
                        <a:lnSpc>
                          <a:spcPct val="100000"/>
                        </a:lnSpc>
                        <a:spcBef>
                          <a:spcPct val="0"/>
                        </a:spcBef>
                        <a:spcAft>
                          <a:spcPct val="0"/>
                        </a:spcAft>
                        <a:buClrTx/>
                        <a:buSzTx/>
                        <a:buFontTx/>
                        <a:buNone/>
                        <a:tabLst/>
                      </a:pPr>
                      <a:r>
                        <a:rPr kumimoji="0" lang="en-US" altLang="en-US" sz="1100" b="0" i="0" u="none" strike="noStrike" cap="none" normalizeH="0" baseline="0">
                          <a:ln>
                            <a:noFill/>
                          </a:ln>
                          <a:solidFill>
                            <a:srgbClr val="7F7F7F"/>
                          </a:solidFill>
                          <a:effectLst/>
                          <a:latin typeface="Arial" charset="0"/>
                          <a:ea typeface="ＭＳ Ｐゴシック" charset="-128"/>
                        </a:rPr>
                        <a:t>Market</a:t>
                      </a:r>
                    </a:p>
                  </a:txBody>
                  <a:tcPr marT="91456" marB="45728" horzOverflow="overflow">
                    <a:lnL w="6350" cap="flat" cmpd="sng" algn="ctr">
                      <a:solidFill>
                        <a:srgbClr val="0C2074"/>
                      </a:solidFill>
                      <a:prstDash val="solid"/>
                      <a:round/>
                      <a:headEnd type="none" w="med" len="med"/>
                      <a:tailEnd type="none" w="med" len="med"/>
                    </a:lnL>
                    <a:lnR w="6350" cap="flat" cmpd="sng" algn="ctr">
                      <a:solidFill>
                        <a:srgbClr val="0C2074"/>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0C2074"/>
                      </a:solidFill>
                      <a:prstDash val="solid"/>
                      <a:round/>
                      <a:headEnd type="none" w="med" len="med"/>
                      <a:tailEnd type="none" w="med" len="med"/>
                    </a:lnB>
                    <a:lnTlToBr>
                      <a:noFill/>
                    </a:lnTlToBr>
                    <a:lnBlToTr>
                      <a:noFill/>
                    </a:lnBlToTr>
                    <a:solidFill>
                      <a:srgbClr val="FFFFFF"/>
                    </a:solidFill>
                  </a:tcPr>
                </a:tc>
                <a:tc>
                  <a:txBody>
                    <a:bodyPr/>
                    <a:lstStyle>
                      <a:lvl1pPr eaLnBrk="0" hangingPunct="0">
                        <a:spcAft>
                          <a:spcPts val="600"/>
                        </a:spcAft>
                        <a:buFont typeface="Arial" charset="0"/>
                        <a:defRPr>
                          <a:solidFill>
                            <a:schemeClr val="tx2"/>
                          </a:solidFill>
                          <a:latin typeface="Arial" charset="0"/>
                          <a:ea typeface="ＭＳ Ｐゴシック" charset="-128"/>
                        </a:defRPr>
                      </a:lvl1pPr>
                      <a:lvl2pPr eaLnBrk="0" hangingPunct="0">
                        <a:spcAft>
                          <a:spcPts val="600"/>
                        </a:spcAft>
                        <a:buFont typeface="Arial" charset="0"/>
                        <a:defRPr sz="1600">
                          <a:solidFill>
                            <a:schemeClr val="tx2"/>
                          </a:solidFill>
                          <a:latin typeface="Arial" charset="0"/>
                          <a:ea typeface="ＭＳ Ｐゴシック" charset="-128"/>
                        </a:defRPr>
                      </a:lvl2pPr>
                      <a:lvl3pPr marL="1143000" indent="-228600" eaLnBrk="0" hangingPunct="0">
                        <a:spcAft>
                          <a:spcPts val="600"/>
                        </a:spcAft>
                        <a:buFont typeface="Arial" charset="0"/>
                        <a:defRPr sz="1400">
                          <a:solidFill>
                            <a:schemeClr val="tx2"/>
                          </a:solidFill>
                          <a:latin typeface="Arial" charset="0"/>
                          <a:ea typeface="ＭＳ Ｐゴシック" charset="-128"/>
                        </a:defRPr>
                      </a:lvl3pPr>
                      <a:lvl4pPr marL="1600200" indent="-228600" eaLnBrk="0" hangingPunct="0">
                        <a:spcAft>
                          <a:spcPts val="600"/>
                        </a:spcAft>
                        <a:buFont typeface="Arial" charset="0"/>
                        <a:defRPr sz="1200">
                          <a:solidFill>
                            <a:schemeClr val="tx2"/>
                          </a:solidFill>
                          <a:latin typeface="Arial" charset="0"/>
                          <a:ea typeface="ＭＳ Ｐゴシック" charset="-128"/>
                        </a:defRPr>
                      </a:lvl4pPr>
                      <a:lvl5pPr marL="2057400" indent="-228600" eaLnBrk="0" hangingPunct="0">
                        <a:spcAft>
                          <a:spcPts val="600"/>
                        </a:spcAft>
                        <a:buFont typeface="Arial" charset="0"/>
                        <a:defRPr sz="1000">
                          <a:solidFill>
                            <a:schemeClr val="tx2"/>
                          </a:solidFill>
                          <a:latin typeface="Arial" charset="0"/>
                          <a:ea typeface="ＭＳ Ｐゴシック" charset="-128"/>
                        </a:defRPr>
                      </a:lvl5pPr>
                      <a:lvl6pPr marL="2514600" indent="-228600" eaLnBrk="0" fontAlgn="base" hangingPunct="0">
                        <a:spcBef>
                          <a:spcPct val="0"/>
                        </a:spcBef>
                        <a:spcAft>
                          <a:spcPts val="600"/>
                        </a:spcAft>
                        <a:buFont typeface="Arial" charset="0"/>
                        <a:defRPr sz="1000">
                          <a:solidFill>
                            <a:schemeClr val="tx2"/>
                          </a:solidFill>
                          <a:latin typeface="Arial" charset="0"/>
                          <a:ea typeface="ＭＳ Ｐゴシック" charset="-128"/>
                        </a:defRPr>
                      </a:lvl6pPr>
                      <a:lvl7pPr marL="2971800" indent="-228600" eaLnBrk="0" fontAlgn="base" hangingPunct="0">
                        <a:spcBef>
                          <a:spcPct val="0"/>
                        </a:spcBef>
                        <a:spcAft>
                          <a:spcPts val="600"/>
                        </a:spcAft>
                        <a:buFont typeface="Arial" charset="0"/>
                        <a:defRPr sz="1000">
                          <a:solidFill>
                            <a:schemeClr val="tx2"/>
                          </a:solidFill>
                          <a:latin typeface="Arial" charset="0"/>
                          <a:ea typeface="ＭＳ Ｐゴシック" charset="-128"/>
                        </a:defRPr>
                      </a:lvl7pPr>
                      <a:lvl8pPr marL="3429000" indent="-228600" eaLnBrk="0" fontAlgn="base" hangingPunct="0">
                        <a:spcBef>
                          <a:spcPct val="0"/>
                        </a:spcBef>
                        <a:spcAft>
                          <a:spcPts val="600"/>
                        </a:spcAft>
                        <a:buFont typeface="Arial" charset="0"/>
                        <a:defRPr sz="1000">
                          <a:solidFill>
                            <a:schemeClr val="tx2"/>
                          </a:solidFill>
                          <a:latin typeface="Arial" charset="0"/>
                          <a:ea typeface="ＭＳ Ｐゴシック" charset="-128"/>
                        </a:defRPr>
                      </a:lvl8pPr>
                      <a:lvl9pPr marL="3886200" indent="-228600" eaLnBrk="0" fontAlgn="base" hangingPunct="0">
                        <a:spcBef>
                          <a:spcPct val="0"/>
                        </a:spcBef>
                        <a:spcAft>
                          <a:spcPts val="600"/>
                        </a:spcAft>
                        <a:buFont typeface="Arial" charset="0"/>
                        <a:defRPr sz="1000">
                          <a:solidFill>
                            <a:schemeClr val="tx2"/>
                          </a:solidFill>
                          <a:latin typeface="Arial" charset="0"/>
                          <a:ea typeface="ＭＳ Ｐゴシック"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US" sz="1200" b="0" i="0" u="none" strike="noStrike" cap="none" normalizeH="0" baseline="0" dirty="0">
                          <a:ln>
                            <a:noFill/>
                          </a:ln>
                          <a:solidFill>
                            <a:srgbClr val="67B2E8"/>
                          </a:solidFill>
                          <a:effectLst/>
                          <a:latin typeface="Arial" charset="0"/>
                          <a:ea typeface="ＭＳ Ｐゴシック" charset="-128"/>
                        </a:rPr>
                        <a:t>CHANNELS</a:t>
                      </a:r>
                    </a:p>
                    <a:p>
                      <a:pPr marL="0" marR="0" lvl="1" indent="0" algn="l" defTabSz="914400" rtl="0" eaLnBrk="1" fontAlgn="base" latinLnBrk="0" hangingPunct="1">
                        <a:lnSpc>
                          <a:spcPct val="130000"/>
                        </a:lnSpc>
                        <a:spcBef>
                          <a:spcPct val="0"/>
                        </a:spcBef>
                        <a:spcAft>
                          <a:spcPct val="0"/>
                        </a:spcAft>
                        <a:buClrTx/>
                        <a:buSzTx/>
                        <a:buFontTx/>
                        <a:buNone/>
                        <a:tabLst/>
                      </a:pPr>
                      <a:r>
                        <a:rPr kumimoji="0" lang="en-US" altLang="en-US" sz="1100" b="0" i="0" u="none" strike="noStrike" cap="none" normalizeH="0" baseline="0" dirty="0">
                          <a:ln>
                            <a:noFill/>
                          </a:ln>
                          <a:solidFill>
                            <a:srgbClr val="7F7F7F"/>
                          </a:solidFill>
                          <a:effectLst/>
                          <a:latin typeface="Arial" charset="0"/>
                          <a:ea typeface="ＭＳ Ｐゴシック" charset="-128"/>
                        </a:rPr>
                        <a:t>Supply</a:t>
                      </a:r>
                    </a:p>
                    <a:p>
                      <a:pPr marL="0" marR="0" lvl="1" indent="0" algn="l" defTabSz="914400" rtl="0" eaLnBrk="1" fontAlgn="base" latinLnBrk="0" hangingPunct="1">
                        <a:lnSpc>
                          <a:spcPct val="100000"/>
                        </a:lnSpc>
                        <a:spcBef>
                          <a:spcPct val="0"/>
                        </a:spcBef>
                        <a:spcAft>
                          <a:spcPct val="0"/>
                        </a:spcAft>
                        <a:buClrTx/>
                        <a:buSzTx/>
                        <a:buFontTx/>
                        <a:buNone/>
                        <a:tabLst/>
                      </a:pPr>
                      <a:r>
                        <a:rPr kumimoji="0" lang="en-US" altLang="en-US" sz="1100" b="0" i="0" u="none" strike="noStrike" cap="none" normalizeH="0" baseline="0" dirty="0">
                          <a:ln>
                            <a:noFill/>
                          </a:ln>
                          <a:solidFill>
                            <a:srgbClr val="7F7F7F"/>
                          </a:solidFill>
                          <a:effectLst/>
                          <a:latin typeface="Arial" charset="0"/>
                          <a:ea typeface="ＭＳ Ｐゴシック" charset="-128"/>
                        </a:rPr>
                        <a:t>Sales</a:t>
                      </a:r>
                    </a:p>
                    <a:p>
                      <a:pPr marL="0" marR="0" lvl="1" indent="0" algn="l" defTabSz="914400" rtl="0" eaLnBrk="1" fontAlgn="base" latinLnBrk="0" hangingPunct="1">
                        <a:lnSpc>
                          <a:spcPct val="100000"/>
                        </a:lnSpc>
                        <a:spcBef>
                          <a:spcPct val="0"/>
                        </a:spcBef>
                        <a:spcAft>
                          <a:spcPct val="0"/>
                        </a:spcAft>
                        <a:buClrTx/>
                        <a:buSzTx/>
                        <a:buFontTx/>
                        <a:buNone/>
                        <a:tabLst/>
                      </a:pPr>
                      <a:r>
                        <a:rPr kumimoji="0" lang="en-US" altLang="en-US" sz="1100" b="0" i="0" u="none" strike="noStrike" cap="none" normalizeH="0" baseline="0" dirty="0">
                          <a:ln>
                            <a:noFill/>
                          </a:ln>
                          <a:solidFill>
                            <a:srgbClr val="7F7F7F"/>
                          </a:solidFill>
                          <a:effectLst/>
                          <a:latin typeface="Arial" charset="0"/>
                          <a:ea typeface="ＭＳ Ｐゴシック" charset="-128"/>
                        </a:rPr>
                        <a:t>Delivery</a:t>
                      </a:r>
                    </a:p>
                  </a:txBody>
                  <a:tcPr marT="91456" marB="45728" horzOverflow="overflow">
                    <a:lnL w="6350" cap="flat" cmpd="sng" algn="ctr">
                      <a:solidFill>
                        <a:srgbClr val="0C2074"/>
                      </a:solidFill>
                      <a:prstDash val="solid"/>
                      <a:round/>
                      <a:headEnd type="none" w="med" len="med"/>
                      <a:tailEnd type="none" w="med" len="med"/>
                    </a:lnL>
                    <a:lnR>
                      <a:noFill/>
                    </a:lnR>
                    <a:lnT w="6350" cap="flat" cmpd="sng" algn="ctr">
                      <a:solidFill>
                        <a:srgbClr val="FFFFFF"/>
                      </a:solidFill>
                      <a:prstDash val="solid"/>
                      <a:round/>
                      <a:headEnd type="none" w="med" len="med"/>
                      <a:tailEnd type="none" w="med" len="med"/>
                    </a:lnT>
                    <a:lnB w="6350" cap="flat" cmpd="sng" algn="ctr">
                      <a:solidFill>
                        <a:srgbClr val="0C2074"/>
                      </a:solidFill>
                      <a:prstDash val="solid"/>
                      <a:round/>
                      <a:headEnd type="none" w="med" len="med"/>
                      <a:tailEnd type="none" w="med" len="med"/>
                    </a:lnB>
                    <a:lnTlToBr>
                      <a:noFill/>
                    </a:lnTlToBr>
                    <a:lnBlToTr>
                      <a:noFill/>
                    </a:lnBlToTr>
                    <a:solidFill>
                      <a:srgbClr val="FFFFFF"/>
                    </a:solidFill>
                  </a:tcPr>
                </a:tc>
              </a:tr>
              <a:tr h="1246685">
                <a:tc>
                  <a:txBody>
                    <a:bodyPr/>
                    <a:lstStyle>
                      <a:lvl1pPr eaLnBrk="0" hangingPunct="0">
                        <a:spcAft>
                          <a:spcPts val="600"/>
                        </a:spcAft>
                        <a:buFont typeface="Arial" charset="0"/>
                        <a:defRPr>
                          <a:solidFill>
                            <a:schemeClr val="tx2"/>
                          </a:solidFill>
                          <a:latin typeface="Arial" charset="0"/>
                          <a:ea typeface="ＭＳ Ｐゴシック" charset="-128"/>
                        </a:defRPr>
                      </a:lvl1pPr>
                      <a:lvl2pPr marL="742950" indent="-285750" eaLnBrk="0" hangingPunct="0">
                        <a:spcAft>
                          <a:spcPts val="600"/>
                        </a:spcAft>
                        <a:buFont typeface="Arial" charset="0"/>
                        <a:defRPr sz="1600">
                          <a:solidFill>
                            <a:schemeClr val="tx2"/>
                          </a:solidFill>
                          <a:latin typeface="Arial" charset="0"/>
                          <a:ea typeface="ＭＳ Ｐゴシック" charset="-128"/>
                        </a:defRPr>
                      </a:lvl2pPr>
                      <a:lvl3pPr marL="1143000" indent="-228600" eaLnBrk="0" hangingPunct="0">
                        <a:spcAft>
                          <a:spcPts val="600"/>
                        </a:spcAft>
                        <a:buFont typeface="Arial" charset="0"/>
                        <a:defRPr sz="1400">
                          <a:solidFill>
                            <a:schemeClr val="tx2"/>
                          </a:solidFill>
                          <a:latin typeface="Arial" charset="0"/>
                          <a:ea typeface="ＭＳ Ｐゴシック" charset="-128"/>
                        </a:defRPr>
                      </a:lvl3pPr>
                      <a:lvl4pPr marL="1600200" indent="-228600" eaLnBrk="0" hangingPunct="0">
                        <a:spcAft>
                          <a:spcPts val="600"/>
                        </a:spcAft>
                        <a:buFont typeface="Arial" charset="0"/>
                        <a:defRPr sz="1200">
                          <a:solidFill>
                            <a:schemeClr val="tx2"/>
                          </a:solidFill>
                          <a:latin typeface="Arial" charset="0"/>
                          <a:ea typeface="ＭＳ Ｐゴシック" charset="-128"/>
                        </a:defRPr>
                      </a:lvl4pPr>
                      <a:lvl5pPr marL="2057400" indent="-228600" eaLnBrk="0" hangingPunct="0">
                        <a:spcAft>
                          <a:spcPts val="600"/>
                        </a:spcAft>
                        <a:buFont typeface="Arial" charset="0"/>
                        <a:defRPr sz="1000">
                          <a:solidFill>
                            <a:schemeClr val="tx2"/>
                          </a:solidFill>
                          <a:latin typeface="Arial" charset="0"/>
                          <a:ea typeface="ＭＳ Ｐゴシック" charset="-128"/>
                        </a:defRPr>
                      </a:lvl5pPr>
                      <a:lvl6pPr marL="2514600" indent="-228600" eaLnBrk="0" fontAlgn="base" hangingPunct="0">
                        <a:spcBef>
                          <a:spcPct val="0"/>
                        </a:spcBef>
                        <a:spcAft>
                          <a:spcPts val="600"/>
                        </a:spcAft>
                        <a:buFont typeface="Arial" charset="0"/>
                        <a:defRPr sz="1000">
                          <a:solidFill>
                            <a:schemeClr val="tx2"/>
                          </a:solidFill>
                          <a:latin typeface="Arial" charset="0"/>
                          <a:ea typeface="ＭＳ Ｐゴシック" charset="-128"/>
                        </a:defRPr>
                      </a:lvl6pPr>
                      <a:lvl7pPr marL="2971800" indent="-228600" eaLnBrk="0" fontAlgn="base" hangingPunct="0">
                        <a:spcBef>
                          <a:spcPct val="0"/>
                        </a:spcBef>
                        <a:spcAft>
                          <a:spcPts val="600"/>
                        </a:spcAft>
                        <a:buFont typeface="Arial" charset="0"/>
                        <a:defRPr sz="1000">
                          <a:solidFill>
                            <a:schemeClr val="tx2"/>
                          </a:solidFill>
                          <a:latin typeface="Arial" charset="0"/>
                          <a:ea typeface="ＭＳ Ｐゴシック" charset="-128"/>
                        </a:defRPr>
                      </a:lvl7pPr>
                      <a:lvl8pPr marL="3429000" indent="-228600" eaLnBrk="0" fontAlgn="base" hangingPunct="0">
                        <a:spcBef>
                          <a:spcPct val="0"/>
                        </a:spcBef>
                        <a:spcAft>
                          <a:spcPts val="600"/>
                        </a:spcAft>
                        <a:buFont typeface="Arial" charset="0"/>
                        <a:defRPr sz="1000">
                          <a:solidFill>
                            <a:schemeClr val="tx2"/>
                          </a:solidFill>
                          <a:latin typeface="Arial" charset="0"/>
                          <a:ea typeface="ＭＳ Ｐゴシック" charset="-128"/>
                        </a:defRPr>
                      </a:lvl8pPr>
                      <a:lvl9pPr marL="3886200" indent="-228600" eaLnBrk="0" fontAlgn="base" hangingPunct="0">
                        <a:spcBef>
                          <a:spcPct val="0"/>
                        </a:spcBef>
                        <a:spcAft>
                          <a:spcPts val="600"/>
                        </a:spcAft>
                        <a:buFont typeface="Arial" charset="0"/>
                        <a:defRPr sz="1000">
                          <a:solidFill>
                            <a:schemeClr val="tx2"/>
                          </a:solidFill>
                          <a:latin typeface="Arial" charset="0"/>
                          <a:ea typeface="ＭＳ Ｐゴシック"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US" sz="1200" b="0" i="0" u="none" strike="noStrike" cap="none" normalizeH="0" baseline="0">
                          <a:ln>
                            <a:noFill/>
                          </a:ln>
                          <a:solidFill>
                            <a:srgbClr val="67B2E8"/>
                          </a:solidFill>
                          <a:effectLst/>
                          <a:latin typeface="Arial" charset="0"/>
                          <a:ea typeface="ＭＳ Ｐゴシック" charset="-128"/>
                        </a:rPr>
                        <a:t>TARGET AUDIENCE(S)</a:t>
                      </a:r>
                    </a:p>
                    <a:p>
                      <a:pPr marL="0" marR="0" lvl="0" indent="0" algn="l" defTabSz="914400" rtl="0" eaLnBrk="1" fontAlgn="base" latinLnBrk="0" hangingPunct="1">
                        <a:lnSpc>
                          <a:spcPct val="130000"/>
                        </a:lnSpc>
                        <a:spcBef>
                          <a:spcPct val="0"/>
                        </a:spcBef>
                        <a:spcAft>
                          <a:spcPct val="0"/>
                        </a:spcAft>
                        <a:buClrTx/>
                        <a:buSzTx/>
                        <a:buFontTx/>
                        <a:buNone/>
                        <a:tabLst/>
                      </a:pPr>
                      <a:r>
                        <a:rPr kumimoji="0" lang="en-US" altLang="en-US" sz="1100" b="0" i="0" u="none" strike="noStrike" cap="none" normalizeH="0" baseline="0">
                          <a:ln>
                            <a:noFill/>
                          </a:ln>
                          <a:solidFill>
                            <a:srgbClr val="7F7F7F"/>
                          </a:solidFill>
                          <a:effectLst/>
                          <a:latin typeface="Arial" charset="0"/>
                          <a:ea typeface="ＭＳ Ｐゴシック" charset="-128"/>
                        </a:rPr>
                        <a:t>Primary</a:t>
                      </a:r>
                    </a:p>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US" sz="1100" b="0" i="0" u="none" strike="noStrike" cap="none" normalizeH="0" baseline="0">
                          <a:ln>
                            <a:noFill/>
                          </a:ln>
                          <a:solidFill>
                            <a:srgbClr val="7F7F7F"/>
                          </a:solidFill>
                          <a:effectLst/>
                          <a:latin typeface="Arial" charset="0"/>
                          <a:ea typeface="ＭＳ Ｐゴシック" charset="-128"/>
                        </a:rPr>
                        <a:t>Secondary</a:t>
                      </a:r>
                    </a:p>
                  </a:txBody>
                  <a:tcPr marT="91456" marB="45728" horzOverflow="overflow">
                    <a:lnL>
                      <a:noFill/>
                    </a:lnL>
                    <a:lnR w="6350" cap="flat" cmpd="sng" algn="ctr">
                      <a:solidFill>
                        <a:srgbClr val="0C2074"/>
                      </a:solidFill>
                      <a:prstDash val="solid"/>
                      <a:round/>
                      <a:headEnd type="none" w="med" len="med"/>
                      <a:tailEnd type="none" w="med" len="med"/>
                    </a:lnR>
                    <a:lnT w="6350" cap="flat" cmpd="sng" algn="ctr">
                      <a:solidFill>
                        <a:srgbClr val="0C2074"/>
                      </a:solidFill>
                      <a:prstDash val="solid"/>
                      <a:round/>
                      <a:headEnd type="none" w="med" len="med"/>
                      <a:tailEnd type="none" w="med" len="med"/>
                    </a:lnT>
                    <a:lnB w="6350" cap="flat" cmpd="sng" algn="ctr">
                      <a:solidFill>
                        <a:srgbClr val="0C2074"/>
                      </a:solidFill>
                      <a:prstDash val="solid"/>
                      <a:round/>
                      <a:headEnd type="none" w="med" len="med"/>
                      <a:tailEnd type="none" w="med" len="med"/>
                    </a:lnB>
                    <a:lnTlToBr>
                      <a:noFill/>
                    </a:lnTlToBr>
                    <a:lnBlToTr>
                      <a:noFill/>
                    </a:lnBlToTr>
                    <a:solidFill>
                      <a:srgbClr val="FFFFFF"/>
                    </a:solidFill>
                  </a:tcPr>
                </a:tc>
                <a:tc>
                  <a:txBody>
                    <a:bodyPr/>
                    <a:lstStyle>
                      <a:lvl1pPr eaLnBrk="0" hangingPunct="0">
                        <a:spcAft>
                          <a:spcPts val="600"/>
                        </a:spcAft>
                        <a:buFont typeface="Arial" charset="0"/>
                        <a:defRPr>
                          <a:solidFill>
                            <a:schemeClr val="tx2"/>
                          </a:solidFill>
                          <a:latin typeface="Arial" charset="0"/>
                          <a:ea typeface="ＭＳ Ｐゴシック" charset="-128"/>
                        </a:defRPr>
                      </a:lvl1pPr>
                      <a:lvl2pPr marL="742950" indent="-285750" eaLnBrk="0" hangingPunct="0">
                        <a:spcAft>
                          <a:spcPts val="600"/>
                        </a:spcAft>
                        <a:buFont typeface="Arial" charset="0"/>
                        <a:defRPr sz="1600">
                          <a:solidFill>
                            <a:schemeClr val="tx2"/>
                          </a:solidFill>
                          <a:latin typeface="Arial" charset="0"/>
                          <a:ea typeface="ＭＳ Ｐゴシック" charset="-128"/>
                        </a:defRPr>
                      </a:lvl2pPr>
                      <a:lvl3pPr marL="1143000" indent="-228600" eaLnBrk="0" hangingPunct="0">
                        <a:spcAft>
                          <a:spcPts val="600"/>
                        </a:spcAft>
                        <a:buFont typeface="Arial" charset="0"/>
                        <a:defRPr sz="1400">
                          <a:solidFill>
                            <a:schemeClr val="tx2"/>
                          </a:solidFill>
                          <a:latin typeface="Arial" charset="0"/>
                          <a:ea typeface="ＭＳ Ｐゴシック" charset="-128"/>
                        </a:defRPr>
                      </a:lvl3pPr>
                      <a:lvl4pPr marL="1600200" indent="-228600" eaLnBrk="0" hangingPunct="0">
                        <a:spcAft>
                          <a:spcPts val="600"/>
                        </a:spcAft>
                        <a:buFont typeface="Arial" charset="0"/>
                        <a:defRPr sz="1200">
                          <a:solidFill>
                            <a:schemeClr val="tx2"/>
                          </a:solidFill>
                          <a:latin typeface="Arial" charset="0"/>
                          <a:ea typeface="ＭＳ Ｐゴシック" charset="-128"/>
                        </a:defRPr>
                      </a:lvl4pPr>
                      <a:lvl5pPr marL="2057400" indent="-228600" eaLnBrk="0" hangingPunct="0">
                        <a:spcAft>
                          <a:spcPts val="600"/>
                        </a:spcAft>
                        <a:buFont typeface="Arial" charset="0"/>
                        <a:defRPr sz="1000">
                          <a:solidFill>
                            <a:schemeClr val="tx2"/>
                          </a:solidFill>
                          <a:latin typeface="Arial" charset="0"/>
                          <a:ea typeface="ＭＳ Ｐゴシック" charset="-128"/>
                        </a:defRPr>
                      </a:lvl5pPr>
                      <a:lvl6pPr marL="2514600" indent="-228600" eaLnBrk="0" fontAlgn="base" hangingPunct="0">
                        <a:spcBef>
                          <a:spcPct val="0"/>
                        </a:spcBef>
                        <a:spcAft>
                          <a:spcPts val="600"/>
                        </a:spcAft>
                        <a:buFont typeface="Arial" charset="0"/>
                        <a:defRPr sz="1000">
                          <a:solidFill>
                            <a:schemeClr val="tx2"/>
                          </a:solidFill>
                          <a:latin typeface="Arial" charset="0"/>
                          <a:ea typeface="ＭＳ Ｐゴシック" charset="-128"/>
                        </a:defRPr>
                      </a:lvl6pPr>
                      <a:lvl7pPr marL="2971800" indent="-228600" eaLnBrk="0" fontAlgn="base" hangingPunct="0">
                        <a:spcBef>
                          <a:spcPct val="0"/>
                        </a:spcBef>
                        <a:spcAft>
                          <a:spcPts val="600"/>
                        </a:spcAft>
                        <a:buFont typeface="Arial" charset="0"/>
                        <a:defRPr sz="1000">
                          <a:solidFill>
                            <a:schemeClr val="tx2"/>
                          </a:solidFill>
                          <a:latin typeface="Arial" charset="0"/>
                          <a:ea typeface="ＭＳ Ｐゴシック" charset="-128"/>
                        </a:defRPr>
                      </a:lvl7pPr>
                      <a:lvl8pPr marL="3429000" indent="-228600" eaLnBrk="0" fontAlgn="base" hangingPunct="0">
                        <a:spcBef>
                          <a:spcPct val="0"/>
                        </a:spcBef>
                        <a:spcAft>
                          <a:spcPts val="600"/>
                        </a:spcAft>
                        <a:buFont typeface="Arial" charset="0"/>
                        <a:defRPr sz="1000">
                          <a:solidFill>
                            <a:schemeClr val="tx2"/>
                          </a:solidFill>
                          <a:latin typeface="Arial" charset="0"/>
                          <a:ea typeface="ＭＳ Ｐゴシック" charset="-128"/>
                        </a:defRPr>
                      </a:lvl8pPr>
                      <a:lvl9pPr marL="3886200" indent="-228600" eaLnBrk="0" fontAlgn="base" hangingPunct="0">
                        <a:spcBef>
                          <a:spcPct val="0"/>
                        </a:spcBef>
                        <a:spcAft>
                          <a:spcPts val="600"/>
                        </a:spcAft>
                        <a:buFont typeface="Arial" charset="0"/>
                        <a:defRPr sz="1000">
                          <a:solidFill>
                            <a:schemeClr val="tx2"/>
                          </a:solidFill>
                          <a:latin typeface="Arial" charset="0"/>
                          <a:ea typeface="ＭＳ Ｐゴシック"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US" sz="1200" b="0" i="0" u="none" strike="noStrike" cap="none" normalizeH="0" baseline="0">
                          <a:ln>
                            <a:noFill/>
                          </a:ln>
                          <a:solidFill>
                            <a:srgbClr val="67B2E8"/>
                          </a:solidFill>
                          <a:effectLst/>
                          <a:latin typeface="Arial" charset="0"/>
                          <a:ea typeface="ＭＳ Ｐゴシック" charset="-128"/>
                        </a:rPr>
                        <a:t>VALUE PROP(S)</a:t>
                      </a:r>
                    </a:p>
                    <a:p>
                      <a:pPr marL="0" marR="0" lvl="0" indent="0" algn="l" defTabSz="914400" rtl="0" eaLnBrk="1" fontAlgn="base" latinLnBrk="0" hangingPunct="1">
                        <a:lnSpc>
                          <a:spcPct val="130000"/>
                        </a:lnSpc>
                        <a:spcBef>
                          <a:spcPct val="0"/>
                        </a:spcBef>
                        <a:spcAft>
                          <a:spcPct val="0"/>
                        </a:spcAft>
                        <a:buClrTx/>
                        <a:buSzTx/>
                        <a:buFontTx/>
                        <a:buNone/>
                        <a:tabLst/>
                      </a:pPr>
                      <a:r>
                        <a:rPr kumimoji="0" lang="en-US" altLang="en-US" sz="1100" b="0" i="0" u="none" strike="noStrike" cap="none" normalizeH="0" baseline="0">
                          <a:ln>
                            <a:noFill/>
                          </a:ln>
                          <a:solidFill>
                            <a:srgbClr val="7F7F7F"/>
                          </a:solidFill>
                          <a:effectLst/>
                          <a:latin typeface="Arial" charset="0"/>
                          <a:ea typeface="ＭＳ Ｐゴシック" charset="-128"/>
                        </a:rPr>
                        <a:t>Customers</a:t>
                      </a:r>
                    </a:p>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US" sz="1100" b="0" i="0" u="none" strike="noStrike" cap="none" normalizeH="0" baseline="0">
                          <a:ln>
                            <a:noFill/>
                          </a:ln>
                          <a:solidFill>
                            <a:srgbClr val="7F7F7F"/>
                          </a:solidFill>
                          <a:effectLst/>
                          <a:latin typeface="Arial" charset="0"/>
                          <a:ea typeface="ＭＳ Ｐゴシック" charset="-128"/>
                        </a:rPr>
                        <a:t>Bank </a:t>
                      </a:r>
                    </a:p>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US" sz="1100" b="0" i="0" u="none" strike="noStrike" cap="none" normalizeH="0" baseline="0">
                          <a:ln>
                            <a:noFill/>
                          </a:ln>
                          <a:solidFill>
                            <a:srgbClr val="7F7F7F"/>
                          </a:solidFill>
                          <a:effectLst/>
                          <a:latin typeface="Arial" charset="0"/>
                          <a:ea typeface="ＭＳ Ｐゴシック" charset="-128"/>
                        </a:rPr>
                        <a:t>Other</a:t>
                      </a:r>
                    </a:p>
                  </a:txBody>
                  <a:tcPr marT="91456" marB="45728" horzOverflow="overflow">
                    <a:lnL w="6350" cap="flat" cmpd="sng" algn="ctr">
                      <a:solidFill>
                        <a:srgbClr val="0C2074"/>
                      </a:solidFill>
                      <a:prstDash val="solid"/>
                      <a:round/>
                      <a:headEnd type="none" w="med" len="med"/>
                      <a:tailEnd type="none" w="med" len="med"/>
                    </a:lnL>
                    <a:lnR w="6350" cap="flat" cmpd="sng" algn="ctr">
                      <a:solidFill>
                        <a:srgbClr val="0C2074"/>
                      </a:solidFill>
                      <a:prstDash val="solid"/>
                      <a:round/>
                      <a:headEnd type="none" w="med" len="med"/>
                      <a:tailEnd type="none" w="med" len="med"/>
                    </a:lnR>
                    <a:lnT w="6350" cap="flat" cmpd="sng" algn="ctr">
                      <a:solidFill>
                        <a:srgbClr val="0C2074"/>
                      </a:solidFill>
                      <a:prstDash val="solid"/>
                      <a:round/>
                      <a:headEnd type="none" w="med" len="med"/>
                      <a:tailEnd type="none" w="med" len="med"/>
                    </a:lnT>
                    <a:lnB w="6350" cap="flat" cmpd="sng" algn="ctr">
                      <a:solidFill>
                        <a:srgbClr val="0C2074"/>
                      </a:solidFill>
                      <a:prstDash val="solid"/>
                      <a:round/>
                      <a:headEnd type="none" w="med" len="med"/>
                      <a:tailEnd type="none" w="med" len="med"/>
                    </a:lnB>
                    <a:lnTlToBr>
                      <a:noFill/>
                    </a:lnTlToBr>
                    <a:lnBlToTr>
                      <a:noFill/>
                    </a:lnBlToTr>
                    <a:solidFill>
                      <a:srgbClr val="FFFFFF"/>
                    </a:solidFill>
                  </a:tcPr>
                </a:tc>
                <a:tc>
                  <a:txBody>
                    <a:bodyPr/>
                    <a:lstStyle>
                      <a:lvl1pPr eaLnBrk="0" hangingPunct="0">
                        <a:spcAft>
                          <a:spcPts val="600"/>
                        </a:spcAft>
                        <a:buFont typeface="Arial" charset="0"/>
                        <a:defRPr>
                          <a:solidFill>
                            <a:schemeClr val="tx2"/>
                          </a:solidFill>
                          <a:latin typeface="Arial" charset="0"/>
                          <a:ea typeface="ＭＳ Ｐゴシック" charset="-128"/>
                        </a:defRPr>
                      </a:lvl1pPr>
                      <a:lvl2pPr marL="742950" indent="-285750" eaLnBrk="0" hangingPunct="0">
                        <a:spcAft>
                          <a:spcPts val="600"/>
                        </a:spcAft>
                        <a:buFont typeface="Arial" charset="0"/>
                        <a:defRPr sz="1600">
                          <a:solidFill>
                            <a:schemeClr val="tx2"/>
                          </a:solidFill>
                          <a:latin typeface="Arial" charset="0"/>
                          <a:ea typeface="ＭＳ Ｐゴシック" charset="-128"/>
                        </a:defRPr>
                      </a:lvl2pPr>
                      <a:lvl3pPr marL="1143000" indent="-228600" eaLnBrk="0" hangingPunct="0">
                        <a:spcAft>
                          <a:spcPts val="600"/>
                        </a:spcAft>
                        <a:buFont typeface="Arial" charset="0"/>
                        <a:defRPr sz="1400">
                          <a:solidFill>
                            <a:schemeClr val="tx2"/>
                          </a:solidFill>
                          <a:latin typeface="Arial" charset="0"/>
                          <a:ea typeface="ＭＳ Ｐゴシック" charset="-128"/>
                        </a:defRPr>
                      </a:lvl3pPr>
                      <a:lvl4pPr marL="1600200" indent="-228600" eaLnBrk="0" hangingPunct="0">
                        <a:spcAft>
                          <a:spcPts val="600"/>
                        </a:spcAft>
                        <a:buFont typeface="Arial" charset="0"/>
                        <a:defRPr sz="1200">
                          <a:solidFill>
                            <a:schemeClr val="tx2"/>
                          </a:solidFill>
                          <a:latin typeface="Arial" charset="0"/>
                          <a:ea typeface="ＭＳ Ｐゴシック" charset="-128"/>
                        </a:defRPr>
                      </a:lvl4pPr>
                      <a:lvl5pPr marL="2057400" indent="-228600" eaLnBrk="0" hangingPunct="0">
                        <a:spcAft>
                          <a:spcPts val="600"/>
                        </a:spcAft>
                        <a:buFont typeface="Arial" charset="0"/>
                        <a:defRPr sz="1000">
                          <a:solidFill>
                            <a:schemeClr val="tx2"/>
                          </a:solidFill>
                          <a:latin typeface="Arial" charset="0"/>
                          <a:ea typeface="ＭＳ Ｐゴシック" charset="-128"/>
                        </a:defRPr>
                      </a:lvl5pPr>
                      <a:lvl6pPr marL="2514600" indent="-228600" eaLnBrk="0" fontAlgn="base" hangingPunct="0">
                        <a:spcBef>
                          <a:spcPct val="0"/>
                        </a:spcBef>
                        <a:spcAft>
                          <a:spcPts val="600"/>
                        </a:spcAft>
                        <a:buFont typeface="Arial" charset="0"/>
                        <a:defRPr sz="1000">
                          <a:solidFill>
                            <a:schemeClr val="tx2"/>
                          </a:solidFill>
                          <a:latin typeface="Arial" charset="0"/>
                          <a:ea typeface="ＭＳ Ｐゴシック" charset="-128"/>
                        </a:defRPr>
                      </a:lvl6pPr>
                      <a:lvl7pPr marL="2971800" indent="-228600" eaLnBrk="0" fontAlgn="base" hangingPunct="0">
                        <a:spcBef>
                          <a:spcPct val="0"/>
                        </a:spcBef>
                        <a:spcAft>
                          <a:spcPts val="600"/>
                        </a:spcAft>
                        <a:buFont typeface="Arial" charset="0"/>
                        <a:defRPr sz="1000">
                          <a:solidFill>
                            <a:schemeClr val="tx2"/>
                          </a:solidFill>
                          <a:latin typeface="Arial" charset="0"/>
                          <a:ea typeface="ＭＳ Ｐゴシック" charset="-128"/>
                        </a:defRPr>
                      </a:lvl7pPr>
                      <a:lvl8pPr marL="3429000" indent="-228600" eaLnBrk="0" fontAlgn="base" hangingPunct="0">
                        <a:spcBef>
                          <a:spcPct val="0"/>
                        </a:spcBef>
                        <a:spcAft>
                          <a:spcPts val="600"/>
                        </a:spcAft>
                        <a:buFont typeface="Arial" charset="0"/>
                        <a:defRPr sz="1000">
                          <a:solidFill>
                            <a:schemeClr val="tx2"/>
                          </a:solidFill>
                          <a:latin typeface="Arial" charset="0"/>
                          <a:ea typeface="ＭＳ Ｐゴシック" charset="-128"/>
                        </a:defRPr>
                      </a:lvl8pPr>
                      <a:lvl9pPr marL="3886200" indent="-228600" eaLnBrk="0" fontAlgn="base" hangingPunct="0">
                        <a:spcBef>
                          <a:spcPct val="0"/>
                        </a:spcBef>
                        <a:spcAft>
                          <a:spcPts val="600"/>
                        </a:spcAft>
                        <a:buFont typeface="Arial" charset="0"/>
                        <a:defRPr sz="1000">
                          <a:solidFill>
                            <a:schemeClr val="tx2"/>
                          </a:solidFill>
                          <a:latin typeface="Arial" charset="0"/>
                          <a:ea typeface="ＭＳ Ｐゴシック"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US" sz="1200" b="0" i="0" u="none" strike="noStrike" cap="none" normalizeH="0" baseline="0">
                          <a:ln>
                            <a:noFill/>
                          </a:ln>
                          <a:solidFill>
                            <a:srgbClr val="67B2E8"/>
                          </a:solidFill>
                          <a:effectLst/>
                          <a:latin typeface="Arial" charset="0"/>
                          <a:ea typeface="ＭＳ Ｐゴシック" charset="-128"/>
                        </a:rPr>
                        <a:t>ALIGNMENT</a:t>
                      </a:r>
                    </a:p>
                    <a:p>
                      <a:pPr marL="0" marR="0" lvl="0" indent="0" algn="l" defTabSz="914400" rtl="0" eaLnBrk="1" fontAlgn="base" latinLnBrk="0" hangingPunct="1">
                        <a:lnSpc>
                          <a:spcPct val="130000"/>
                        </a:lnSpc>
                        <a:spcBef>
                          <a:spcPct val="0"/>
                        </a:spcBef>
                        <a:spcAft>
                          <a:spcPct val="0"/>
                        </a:spcAft>
                        <a:buClrTx/>
                        <a:buSzTx/>
                        <a:buFontTx/>
                        <a:buNone/>
                        <a:tabLst/>
                      </a:pPr>
                      <a:r>
                        <a:rPr kumimoji="0" lang="en-US" altLang="en-US" sz="1100" b="0" i="0" u="none" strike="noStrike" cap="none" normalizeH="0" baseline="0">
                          <a:ln>
                            <a:noFill/>
                          </a:ln>
                          <a:solidFill>
                            <a:srgbClr val="7F7F7F"/>
                          </a:solidFill>
                          <a:effectLst/>
                          <a:latin typeface="Arial" charset="0"/>
                          <a:ea typeface="ＭＳ Ｐゴシック" charset="-128"/>
                        </a:rPr>
                        <a:t>Internal (Sponsors)</a:t>
                      </a:r>
                    </a:p>
                    <a:p>
                      <a:pPr marL="0" marR="0" lvl="0" indent="0" algn="l" defTabSz="914400" rtl="0" eaLnBrk="1" fontAlgn="base" latinLnBrk="0" hangingPunct="1">
                        <a:lnSpc>
                          <a:spcPct val="110000"/>
                        </a:lnSpc>
                        <a:spcBef>
                          <a:spcPct val="0"/>
                        </a:spcBef>
                        <a:spcAft>
                          <a:spcPct val="0"/>
                        </a:spcAft>
                        <a:buClrTx/>
                        <a:buSzTx/>
                        <a:buFontTx/>
                        <a:buNone/>
                        <a:tabLst/>
                      </a:pPr>
                      <a:r>
                        <a:rPr kumimoji="0" lang="en-US" altLang="en-US" sz="1100" b="0" i="0" u="none" strike="noStrike" cap="none" normalizeH="0" baseline="0">
                          <a:ln>
                            <a:noFill/>
                          </a:ln>
                          <a:solidFill>
                            <a:srgbClr val="7F7F7F"/>
                          </a:solidFill>
                          <a:effectLst/>
                          <a:latin typeface="Arial" charset="0"/>
                          <a:ea typeface="ＭＳ Ｐゴシック" charset="-128"/>
                        </a:rPr>
                        <a:t>External (Sponsors)</a:t>
                      </a:r>
                    </a:p>
                  </a:txBody>
                  <a:tcPr marT="91456" marB="45728" horzOverflow="overflow">
                    <a:lnL w="6350" cap="flat" cmpd="sng" algn="ctr">
                      <a:solidFill>
                        <a:srgbClr val="0C2074"/>
                      </a:solidFill>
                      <a:prstDash val="solid"/>
                      <a:round/>
                      <a:headEnd type="none" w="med" len="med"/>
                      <a:tailEnd type="none" w="med" len="med"/>
                    </a:lnL>
                    <a:lnR w="6350" cap="flat" cmpd="sng" algn="ctr">
                      <a:solidFill>
                        <a:srgbClr val="0C2074"/>
                      </a:solidFill>
                      <a:prstDash val="solid"/>
                      <a:round/>
                      <a:headEnd type="none" w="med" len="med"/>
                      <a:tailEnd type="none" w="med" len="med"/>
                    </a:lnR>
                    <a:lnT w="6350" cap="flat" cmpd="sng" algn="ctr">
                      <a:solidFill>
                        <a:srgbClr val="0C2074"/>
                      </a:solidFill>
                      <a:prstDash val="solid"/>
                      <a:round/>
                      <a:headEnd type="none" w="med" len="med"/>
                      <a:tailEnd type="none" w="med" len="med"/>
                    </a:lnT>
                    <a:lnB w="6350" cap="flat" cmpd="sng" algn="ctr">
                      <a:solidFill>
                        <a:srgbClr val="0C2074"/>
                      </a:solidFill>
                      <a:prstDash val="solid"/>
                      <a:round/>
                      <a:headEnd type="none" w="med" len="med"/>
                      <a:tailEnd type="none" w="med" len="med"/>
                    </a:lnB>
                    <a:lnTlToBr>
                      <a:noFill/>
                    </a:lnTlToBr>
                    <a:lnBlToTr>
                      <a:noFill/>
                    </a:lnBlToTr>
                    <a:solidFill>
                      <a:srgbClr val="FFFFFF"/>
                    </a:solidFill>
                  </a:tcPr>
                </a:tc>
                <a:tc>
                  <a:txBody>
                    <a:bodyPr/>
                    <a:lstStyle>
                      <a:lvl1pPr eaLnBrk="0" hangingPunct="0">
                        <a:spcAft>
                          <a:spcPts val="600"/>
                        </a:spcAft>
                        <a:buFont typeface="Arial" charset="0"/>
                        <a:defRPr>
                          <a:solidFill>
                            <a:schemeClr val="tx2"/>
                          </a:solidFill>
                          <a:latin typeface="Arial" charset="0"/>
                          <a:ea typeface="ＭＳ Ｐゴシック" charset="-128"/>
                        </a:defRPr>
                      </a:lvl1pPr>
                      <a:lvl2pPr marL="742950" indent="-285750" eaLnBrk="0" hangingPunct="0">
                        <a:spcAft>
                          <a:spcPts val="600"/>
                        </a:spcAft>
                        <a:buFont typeface="Arial" charset="0"/>
                        <a:defRPr sz="1600">
                          <a:solidFill>
                            <a:schemeClr val="tx2"/>
                          </a:solidFill>
                          <a:latin typeface="Arial" charset="0"/>
                          <a:ea typeface="ＭＳ Ｐゴシック" charset="-128"/>
                        </a:defRPr>
                      </a:lvl2pPr>
                      <a:lvl3pPr marL="1143000" indent="-228600" eaLnBrk="0" hangingPunct="0">
                        <a:spcAft>
                          <a:spcPts val="600"/>
                        </a:spcAft>
                        <a:buFont typeface="Arial" charset="0"/>
                        <a:defRPr sz="1400">
                          <a:solidFill>
                            <a:schemeClr val="tx2"/>
                          </a:solidFill>
                          <a:latin typeface="Arial" charset="0"/>
                          <a:ea typeface="ＭＳ Ｐゴシック" charset="-128"/>
                        </a:defRPr>
                      </a:lvl3pPr>
                      <a:lvl4pPr marL="1600200" indent="-228600" eaLnBrk="0" hangingPunct="0">
                        <a:spcAft>
                          <a:spcPts val="600"/>
                        </a:spcAft>
                        <a:buFont typeface="Arial" charset="0"/>
                        <a:defRPr sz="1200">
                          <a:solidFill>
                            <a:schemeClr val="tx2"/>
                          </a:solidFill>
                          <a:latin typeface="Arial" charset="0"/>
                          <a:ea typeface="ＭＳ Ｐゴシック" charset="-128"/>
                        </a:defRPr>
                      </a:lvl4pPr>
                      <a:lvl5pPr marL="2057400" indent="-228600" eaLnBrk="0" hangingPunct="0">
                        <a:spcAft>
                          <a:spcPts val="600"/>
                        </a:spcAft>
                        <a:buFont typeface="Arial" charset="0"/>
                        <a:defRPr sz="1000">
                          <a:solidFill>
                            <a:schemeClr val="tx2"/>
                          </a:solidFill>
                          <a:latin typeface="Arial" charset="0"/>
                          <a:ea typeface="ＭＳ Ｐゴシック" charset="-128"/>
                        </a:defRPr>
                      </a:lvl5pPr>
                      <a:lvl6pPr marL="2514600" indent="-228600" eaLnBrk="0" fontAlgn="base" hangingPunct="0">
                        <a:spcBef>
                          <a:spcPct val="0"/>
                        </a:spcBef>
                        <a:spcAft>
                          <a:spcPts val="600"/>
                        </a:spcAft>
                        <a:buFont typeface="Arial" charset="0"/>
                        <a:defRPr sz="1000">
                          <a:solidFill>
                            <a:schemeClr val="tx2"/>
                          </a:solidFill>
                          <a:latin typeface="Arial" charset="0"/>
                          <a:ea typeface="ＭＳ Ｐゴシック" charset="-128"/>
                        </a:defRPr>
                      </a:lvl6pPr>
                      <a:lvl7pPr marL="2971800" indent="-228600" eaLnBrk="0" fontAlgn="base" hangingPunct="0">
                        <a:spcBef>
                          <a:spcPct val="0"/>
                        </a:spcBef>
                        <a:spcAft>
                          <a:spcPts val="600"/>
                        </a:spcAft>
                        <a:buFont typeface="Arial" charset="0"/>
                        <a:defRPr sz="1000">
                          <a:solidFill>
                            <a:schemeClr val="tx2"/>
                          </a:solidFill>
                          <a:latin typeface="Arial" charset="0"/>
                          <a:ea typeface="ＭＳ Ｐゴシック" charset="-128"/>
                        </a:defRPr>
                      </a:lvl7pPr>
                      <a:lvl8pPr marL="3429000" indent="-228600" eaLnBrk="0" fontAlgn="base" hangingPunct="0">
                        <a:spcBef>
                          <a:spcPct val="0"/>
                        </a:spcBef>
                        <a:spcAft>
                          <a:spcPts val="600"/>
                        </a:spcAft>
                        <a:buFont typeface="Arial" charset="0"/>
                        <a:defRPr sz="1000">
                          <a:solidFill>
                            <a:schemeClr val="tx2"/>
                          </a:solidFill>
                          <a:latin typeface="Arial" charset="0"/>
                          <a:ea typeface="ＭＳ Ｐゴシック" charset="-128"/>
                        </a:defRPr>
                      </a:lvl8pPr>
                      <a:lvl9pPr marL="3886200" indent="-228600" eaLnBrk="0" fontAlgn="base" hangingPunct="0">
                        <a:spcBef>
                          <a:spcPct val="0"/>
                        </a:spcBef>
                        <a:spcAft>
                          <a:spcPts val="600"/>
                        </a:spcAft>
                        <a:buFont typeface="Arial" charset="0"/>
                        <a:defRPr sz="1000">
                          <a:solidFill>
                            <a:schemeClr val="tx2"/>
                          </a:solidFill>
                          <a:latin typeface="Arial" charset="0"/>
                          <a:ea typeface="ＭＳ Ｐゴシック"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US" sz="1200" b="0" i="0" u="none" strike="noStrike" cap="none" normalizeH="0" baseline="0" dirty="0">
                          <a:ln>
                            <a:noFill/>
                          </a:ln>
                          <a:solidFill>
                            <a:srgbClr val="67B2E8"/>
                          </a:solidFill>
                          <a:effectLst/>
                          <a:latin typeface="Arial" charset="0"/>
                          <a:ea typeface="ＭＳ Ｐゴシック" charset="-128"/>
                        </a:rPr>
                        <a:t>METRICS</a:t>
                      </a:r>
                    </a:p>
                  </a:txBody>
                  <a:tcPr marT="91456" marB="45728" horzOverflow="overflow">
                    <a:lnL w="6350" cap="flat" cmpd="sng" algn="ctr">
                      <a:solidFill>
                        <a:srgbClr val="0C2074"/>
                      </a:solidFill>
                      <a:prstDash val="solid"/>
                      <a:round/>
                      <a:headEnd type="none" w="med" len="med"/>
                      <a:tailEnd type="none" w="med" len="med"/>
                    </a:lnL>
                    <a:lnR>
                      <a:noFill/>
                    </a:lnR>
                    <a:lnT w="6350" cap="flat" cmpd="sng" algn="ctr">
                      <a:solidFill>
                        <a:srgbClr val="0C2074"/>
                      </a:solidFill>
                      <a:prstDash val="solid"/>
                      <a:round/>
                      <a:headEnd type="none" w="med" len="med"/>
                      <a:tailEnd type="none" w="med" len="med"/>
                    </a:lnT>
                    <a:lnB w="6350" cap="flat" cmpd="sng" algn="ctr">
                      <a:solidFill>
                        <a:srgbClr val="0C2074"/>
                      </a:solidFill>
                      <a:prstDash val="solid"/>
                      <a:round/>
                      <a:headEnd type="none" w="med" len="med"/>
                      <a:tailEnd type="none" w="med" len="med"/>
                    </a:lnB>
                    <a:lnTlToBr>
                      <a:noFill/>
                    </a:lnTlToBr>
                    <a:lnBlToTr>
                      <a:noFill/>
                    </a:lnBlToTr>
                    <a:solidFill>
                      <a:srgbClr val="FFFFFF"/>
                    </a:solidFill>
                  </a:tcPr>
                </a:tc>
              </a:tr>
              <a:tr h="1246685">
                <a:tc>
                  <a:txBody>
                    <a:bodyPr/>
                    <a:lstStyle>
                      <a:lvl1pPr eaLnBrk="0" hangingPunct="0">
                        <a:spcAft>
                          <a:spcPts val="600"/>
                        </a:spcAft>
                        <a:buFont typeface="Arial" charset="0"/>
                        <a:defRPr>
                          <a:solidFill>
                            <a:schemeClr val="tx2"/>
                          </a:solidFill>
                          <a:latin typeface="Arial" charset="0"/>
                          <a:ea typeface="ＭＳ Ｐゴシック" charset="-128"/>
                        </a:defRPr>
                      </a:lvl1pPr>
                      <a:lvl2pPr marL="742950" indent="-285750" eaLnBrk="0" hangingPunct="0">
                        <a:spcAft>
                          <a:spcPts val="600"/>
                        </a:spcAft>
                        <a:buFont typeface="Arial" charset="0"/>
                        <a:defRPr sz="1600">
                          <a:solidFill>
                            <a:schemeClr val="tx2"/>
                          </a:solidFill>
                          <a:latin typeface="Arial" charset="0"/>
                          <a:ea typeface="ＭＳ Ｐゴシック" charset="-128"/>
                        </a:defRPr>
                      </a:lvl2pPr>
                      <a:lvl3pPr marL="1143000" indent="-228600" eaLnBrk="0" hangingPunct="0">
                        <a:spcAft>
                          <a:spcPts val="600"/>
                        </a:spcAft>
                        <a:buFont typeface="Arial" charset="0"/>
                        <a:defRPr sz="1400">
                          <a:solidFill>
                            <a:schemeClr val="tx2"/>
                          </a:solidFill>
                          <a:latin typeface="Arial" charset="0"/>
                          <a:ea typeface="ＭＳ Ｐゴシック" charset="-128"/>
                        </a:defRPr>
                      </a:lvl3pPr>
                      <a:lvl4pPr marL="1600200" indent="-228600" eaLnBrk="0" hangingPunct="0">
                        <a:spcAft>
                          <a:spcPts val="600"/>
                        </a:spcAft>
                        <a:buFont typeface="Arial" charset="0"/>
                        <a:defRPr sz="1200">
                          <a:solidFill>
                            <a:schemeClr val="tx2"/>
                          </a:solidFill>
                          <a:latin typeface="Arial" charset="0"/>
                          <a:ea typeface="ＭＳ Ｐゴシック" charset="-128"/>
                        </a:defRPr>
                      </a:lvl4pPr>
                      <a:lvl5pPr marL="2057400" indent="-228600" eaLnBrk="0" hangingPunct="0">
                        <a:spcAft>
                          <a:spcPts val="600"/>
                        </a:spcAft>
                        <a:buFont typeface="Arial" charset="0"/>
                        <a:defRPr sz="1000">
                          <a:solidFill>
                            <a:schemeClr val="tx2"/>
                          </a:solidFill>
                          <a:latin typeface="Arial" charset="0"/>
                          <a:ea typeface="ＭＳ Ｐゴシック" charset="-128"/>
                        </a:defRPr>
                      </a:lvl5pPr>
                      <a:lvl6pPr marL="2514600" indent="-228600" eaLnBrk="0" fontAlgn="base" hangingPunct="0">
                        <a:spcBef>
                          <a:spcPct val="0"/>
                        </a:spcBef>
                        <a:spcAft>
                          <a:spcPts val="600"/>
                        </a:spcAft>
                        <a:buFont typeface="Arial" charset="0"/>
                        <a:defRPr sz="1000">
                          <a:solidFill>
                            <a:schemeClr val="tx2"/>
                          </a:solidFill>
                          <a:latin typeface="Arial" charset="0"/>
                          <a:ea typeface="ＭＳ Ｐゴシック" charset="-128"/>
                        </a:defRPr>
                      </a:lvl6pPr>
                      <a:lvl7pPr marL="2971800" indent="-228600" eaLnBrk="0" fontAlgn="base" hangingPunct="0">
                        <a:spcBef>
                          <a:spcPct val="0"/>
                        </a:spcBef>
                        <a:spcAft>
                          <a:spcPts val="600"/>
                        </a:spcAft>
                        <a:buFont typeface="Arial" charset="0"/>
                        <a:defRPr sz="1000">
                          <a:solidFill>
                            <a:schemeClr val="tx2"/>
                          </a:solidFill>
                          <a:latin typeface="Arial" charset="0"/>
                          <a:ea typeface="ＭＳ Ｐゴシック" charset="-128"/>
                        </a:defRPr>
                      </a:lvl7pPr>
                      <a:lvl8pPr marL="3429000" indent="-228600" eaLnBrk="0" fontAlgn="base" hangingPunct="0">
                        <a:spcBef>
                          <a:spcPct val="0"/>
                        </a:spcBef>
                        <a:spcAft>
                          <a:spcPts val="600"/>
                        </a:spcAft>
                        <a:buFont typeface="Arial" charset="0"/>
                        <a:defRPr sz="1000">
                          <a:solidFill>
                            <a:schemeClr val="tx2"/>
                          </a:solidFill>
                          <a:latin typeface="Arial" charset="0"/>
                          <a:ea typeface="ＭＳ Ｐゴシック" charset="-128"/>
                        </a:defRPr>
                      </a:lvl8pPr>
                      <a:lvl9pPr marL="3886200" indent="-228600" eaLnBrk="0" fontAlgn="base" hangingPunct="0">
                        <a:spcBef>
                          <a:spcPct val="0"/>
                        </a:spcBef>
                        <a:spcAft>
                          <a:spcPts val="600"/>
                        </a:spcAft>
                        <a:buFont typeface="Arial" charset="0"/>
                        <a:defRPr sz="1000">
                          <a:solidFill>
                            <a:schemeClr val="tx2"/>
                          </a:solidFill>
                          <a:latin typeface="Arial" charset="0"/>
                          <a:ea typeface="ＭＳ Ｐゴシック"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US" sz="1200" b="0" i="0" u="none" strike="noStrike" cap="none" normalizeH="0" baseline="0">
                          <a:ln>
                            <a:noFill/>
                          </a:ln>
                          <a:solidFill>
                            <a:srgbClr val="67B2E8"/>
                          </a:solidFill>
                          <a:effectLst/>
                          <a:latin typeface="Arial" charset="0"/>
                          <a:ea typeface="ＭＳ Ｐゴシック" charset="-128"/>
                        </a:rPr>
                        <a:t>HYPOTHESIS</a:t>
                      </a:r>
                    </a:p>
                    <a:p>
                      <a:pPr marL="0" marR="0" lvl="0" indent="0" algn="l" defTabSz="914400" rtl="0" eaLnBrk="1" fontAlgn="base" latinLnBrk="0" hangingPunct="1">
                        <a:lnSpc>
                          <a:spcPct val="130000"/>
                        </a:lnSpc>
                        <a:spcBef>
                          <a:spcPct val="0"/>
                        </a:spcBef>
                        <a:spcAft>
                          <a:spcPct val="0"/>
                        </a:spcAft>
                        <a:buClrTx/>
                        <a:buSzTx/>
                        <a:buFontTx/>
                        <a:buNone/>
                        <a:tabLst/>
                      </a:pPr>
                      <a:r>
                        <a:rPr kumimoji="0" lang="en-US" altLang="en-US" sz="1100" b="0" i="0" u="none" strike="noStrike" cap="none" normalizeH="0" baseline="0">
                          <a:ln>
                            <a:noFill/>
                          </a:ln>
                          <a:solidFill>
                            <a:srgbClr val="7F7F7F"/>
                          </a:solidFill>
                          <a:effectLst/>
                          <a:latin typeface="Arial" charset="0"/>
                          <a:ea typeface="ＭＳ Ｐゴシック" charset="-128"/>
                        </a:rPr>
                        <a:t>Hunch</a:t>
                      </a:r>
                    </a:p>
                  </a:txBody>
                  <a:tcPr marT="91456" marB="45728" horzOverflow="overflow">
                    <a:lnL>
                      <a:noFill/>
                    </a:lnL>
                    <a:lnR w="6350" cap="flat" cmpd="sng" algn="ctr">
                      <a:solidFill>
                        <a:srgbClr val="0C2074"/>
                      </a:solidFill>
                      <a:prstDash val="solid"/>
                      <a:round/>
                      <a:headEnd type="none" w="med" len="med"/>
                      <a:tailEnd type="none" w="med" len="med"/>
                    </a:lnR>
                    <a:lnT w="6350" cap="flat" cmpd="sng" algn="ctr">
                      <a:solidFill>
                        <a:srgbClr val="0C2074"/>
                      </a:solidFill>
                      <a:prstDash val="solid"/>
                      <a:round/>
                      <a:headEnd type="none" w="med" len="med"/>
                      <a:tailEnd type="none" w="med" len="med"/>
                    </a:lnT>
                    <a:lnB>
                      <a:noFill/>
                    </a:lnB>
                    <a:lnTlToBr>
                      <a:noFill/>
                    </a:lnTlToBr>
                    <a:lnBlToTr>
                      <a:noFill/>
                    </a:lnBlToTr>
                    <a:solidFill>
                      <a:srgbClr val="FFFFFF"/>
                    </a:solidFill>
                  </a:tcPr>
                </a:tc>
                <a:tc>
                  <a:txBody>
                    <a:bodyPr/>
                    <a:lstStyle>
                      <a:lvl1pPr eaLnBrk="0" hangingPunct="0">
                        <a:spcAft>
                          <a:spcPts val="600"/>
                        </a:spcAft>
                        <a:buFont typeface="Arial" charset="0"/>
                        <a:defRPr>
                          <a:solidFill>
                            <a:schemeClr val="tx2"/>
                          </a:solidFill>
                          <a:latin typeface="Arial" charset="0"/>
                          <a:ea typeface="ＭＳ Ｐゴシック" charset="-128"/>
                        </a:defRPr>
                      </a:lvl1pPr>
                      <a:lvl2pPr marL="742950" indent="-285750" eaLnBrk="0" hangingPunct="0">
                        <a:spcAft>
                          <a:spcPts val="600"/>
                        </a:spcAft>
                        <a:buFont typeface="Arial" charset="0"/>
                        <a:defRPr sz="1600">
                          <a:solidFill>
                            <a:schemeClr val="tx2"/>
                          </a:solidFill>
                          <a:latin typeface="Arial" charset="0"/>
                          <a:ea typeface="ＭＳ Ｐゴシック" charset="-128"/>
                        </a:defRPr>
                      </a:lvl2pPr>
                      <a:lvl3pPr marL="1143000" indent="-228600" eaLnBrk="0" hangingPunct="0">
                        <a:spcAft>
                          <a:spcPts val="600"/>
                        </a:spcAft>
                        <a:buFont typeface="Arial" charset="0"/>
                        <a:defRPr sz="1400">
                          <a:solidFill>
                            <a:schemeClr val="tx2"/>
                          </a:solidFill>
                          <a:latin typeface="Arial" charset="0"/>
                          <a:ea typeface="ＭＳ Ｐゴシック" charset="-128"/>
                        </a:defRPr>
                      </a:lvl3pPr>
                      <a:lvl4pPr marL="1600200" indent="-228600" eaLnBrk="0" hangingPunct="0">
                        <a:spcAft>
                          <a:spcPts val="600"/>
                        </a:spcAft>
                        <a:buFont typeface="Arial" charset="0"/>
                        <a:defRPr sz="1200">
                          <a:solidFill>
                            <a:schemeClr val="tx2"/>
                          </a:solidFill>
                          <a:latin typeface="Arial" charset="0"/>
                          <a:ea typeface="ＭＳ Ｐゴシック" charset="-128"/>
                        </a:defRPr>
                      </a:lvl4pPr>
                      <a:lvl5pPr marL="2057400" indent="-228600" eaLnBrk="0" hangingPunct="0">
                        <a:spcAft>
                          <a:spcPts val="600"/>
                        </a:spcAft>
                        <a:buFont typeface="Arial" charset="0"/>
                        <a:defRPr sz="1000">
                          <a:solidFill>
                            <a:schemeClr val="tx2"/>
                          </a:solidFill>
                          <a:latin typeface="Arial" charset="0"/>
                          <a:ea typeface="ＭＳ Ｐゴシック" charset="-128"/>
                        </a:defRPr>
                      </a:lvl5pPr>
                      <a:lvl6pPr marL="2514600" indent="-228600" eaLnBrk="0" fontAlgn="base" hangingPunct="0">
                        <a:spcBef>
                          <a:spcPct val="0"/>
                        </a:spcBef>
                        <a:spcAft>
                          <a:spcPts val="600"/>
                        </a:spcAft>
                        <a:buFont typeface="Arial" charset="0"/>
                        <a:defRPr sz="1000">
                          <a:solidFill>
                            <a:schemeClr val="tx2"/>
                          </a:solidFill>
                          <a:latin typeface="Arial" charset="0"/>
                          <a:ea typeface="ＭＳ Ｐゴシック" charset="-128"/>
                        </a:defRPr>
                      </a:lvl6pPr>
                      <a:lvl7pPr marL="2971800" indent="-228600" eaLnBrk="0" fontAlgn="base" hangingPunct="0">
                        <a:spcBef>
                          <a:spcPct val="0"/>
                        </a:spcBef>
                        <a:spcAft>
                          <a:spcPts val="600"/>
                        </a:spcAft>
                        <a:buFont typeface="Arial" charset="0"/>
                        <a:defRPr sz="1000">
                          <a:solidFill>
                            <a:schemeClr val="tx2"/>
                          </a:solidFill>
                          <a:latin typeface="Arial" charset="0"/>
                          <a:ea typeface="ＭＳ Ｐゴシック" charset="-128"/>
                        </a:defRPr>
                      </a:lvl7pPr>
                      <a:lvl8pPr marL="3429000" indent="-228600" eaLnBrk="0" fontAlgn="base" hangingPunct="0">
                        <a:spcBef>
                          <a:spcPct val="0"/>
                        </a:spcBef>
                        <a:spcAft>
                          <a:spcPts val="600"/>
                        </a:spcAft>
                        <a:buFont typeface="Arial" charset="0"/>
                        <a:defRPr sz="1000">
                          <a:solidFill>
                            <a:schemeClr val="tx2"/>
                          </a:solidFill>
                          <a:latin typeface="Arial" charset="0"/>
                          <a:ea typeface="ＭＳ Ｐゴシック" charset="-128"/>
                        </a:defRPr>
                      </a:lvl8pPr>
                      <a:lvl9pPr marL="3886200" indent="-228600" eaLnBrk="0" fontAlgn="base" hangingPunct="0">
                        <a:spcBef>
                          <a:spcPct val="0"/>
                        </a:spcBef>
                        <a:spcAft>
                          <a:spcPts val="600"/>
                        </a:spcAft>
                        <a:buFont typeface="Arial" charset="0"/>
                        <a:defRPr sz="1000">
                          <a:solidFill>
                            <a:schemeClr val="tx2"/>
                          </a:solidFill>
                          <a:latin typeface="Arial" charset="0"/>
                          <a:ea typeface="ＭＳ Ｐゴシック"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US" sz="1200" b="0" i="0" u="none" strike="noStrike" cap="none" normalizeH="0" baseline="0" dirty="0">
                          <a:ln>
                            <a:noFill/>
                          </a:ln>
                          <a:solidFill>
                            <a:srgbClr val="67B2E8"/>
                          </a:solidFill>
                          <a:effectLst/>
                          <a:latin typeface="Arial" charset="0"/>
                          <a:ea typeface="ＭＳ Ｐゴシック" charset="-128"/>
                        </a:rPr>
                        <a:t>MARKET</a:t>
                      </a:r>
                    </a:p>
                    <a:p>
                      <a:pPr marL="0" marR="0" lvl="0" indent="0" algn="l" defTabSz="914400" rtl="0" eaLnBrk="1" fontAlgn="base" latinLnBrk="0" hangingPunct="1">
                        <a:lnSpc>
                          <a:spcPct val="130000"/>
                        </a:lnSpc>
                        <a:spcBef>
                          <a:spcPct val="0"/>
                        </a:spcBef>
                        <a:spcAft>
                          <a:spcPct val="0"/>
                        </a:spcAft>
                        <a:buClrTx/>
                        <a:buSzTx/>
                        <a:buFontTx/>
                        <a:buNone/>
                        <a:tabLst/>
                      </a:pPr>
                      <a:r>
                        <a:rPr kumimoji="0" lang="en-US" altLang="en-US" sz="1100" b="0" i="0" u="none" strike="noStrike" cap="none" normalizeH="0" baseline="0" dirty="0">
                          <a:ln>
                            <a:noFill/>
                          </a:ln>
                          <a:solidFill>
                            <a:srgbClr val="7F7F7F"/>
                          </a:solidFill>
                          <a:effectLst/>
                          <a:latin typeface="Arial" charset="0"/>
                          <a:ea typeface="ＭＳ Ｐゴシック" charset="-128"/>
                        </a:rPr>
                        <a:t>Internal</a:t>
                      </a:r>
                    </a:p>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US" sz="1100" b="0" i="0" u="none" strike="noStrike" cap="none" normalizeH="0" baseline="0" dirty="0">
                          <a:ln>
                            <a:noFill/>
                          </a:ln>
                          <a:solidFill>
                            <a:srgbClr val="7F7F7F"/>
                          </a:solidFill>
                          <a:effectLst/>
                          <a:latin typeface="Arial" charset="0"/>
                          <a:ea typeface="ＭＳ Ｐゴシック" charset="-128"/>
                        </a:rPr>
                        <a:t>External</a:t>
                      </a:r>
                    </a:p>
                  </a:txBody>
                  <a:tcPr marT="91456" marB="45728" horzOverflow="overflow">
                    <a:lnL w="6350" cap="flat" cmpd="sng" algn="ctr">
                      <a:solidFill>
                        <a:srgbClr val="0C2074"/>
                      </a:solidFill>
                      <a:prstDash val="solid"/>
                      <a:round/>
                      <a:headEnd type="none" w="med" len="med"/>
                      <a:tailEnd type="none" w="med" len="med"/>
                    </a:lnL>
                    <a:lnR w="6350" cap="flat" cmpd="sng" algn="ctr">
                      <a:solidFill>
                        <a:srgbClr val="0C2074"/>
                      </a:solidFill>
                      <a:prstDash val="solid"/>
                      <a:round/>
                      <a:headEnd type="none" w="med" len="med"/>
                      <a:tailEnd type="none" w="med" len="med"/>
                    </a:lnR>
                    <a:lnT w="6350" cap="flat" cmpd="sng" algn="ctr">
                      <a:solidFill>
                        <a:srgbClr val="0C2074"/>
                      </a:solidFill>
                      <a:prstDash val="solid"/>
                      <a:round/>
                      <a:headEnd type="none" w="med" len="med"/>
                      <a:tailEnd type="none" w="med" len="med"/>
                    </a:lnT>
                    <a:lnB>
                      <a:noFill/>
                    </a:lnB>
                    <a:lnTlToBr>
                      <a:noFill/>
                    </a:lnTlToBr>
                    <a:lnBlToTr>
                      <a:noFill/>
                    </a:lnBlToTr>
                    <a:solidFill>
                      <a:srgbClr val="FFFFFF"/>
                    </a:solidFill>
                  </a:tcPr>
                </a:tc>
                <a:tc>
                  <a:txBody>
                    <a:bodyPr/>
                    <a:lstStyle>
                      <a:lvl1pPr eaLnBrk="0" hangingPunct="0">
                        <a:spcAft>
                          <a:spcPts val="600"/>
                        </a:spcAft>
                        <a:buFont typeface="Arial" charset="0"/>
                        <a:defRPr>
                          <a:solidFill>
                            <a:schemeClr val="tx2"/>
                          </a:solidFill>
                          <a:latin typeface="Arial" charset="0"/>
                          <a:ea typeface="ＭＳ Ｐゴシック" charset="-128"/>
                        </a:defRPr>
                      </a:lvl1pPr>
                      <a:lvl2pPr marL="742950" indent="-285750" eaLnBrk="0" hangingPunct="0">
                        <a:spcAft>
                          <a:spcPts val="600"/>
                        </a:spcAft>
                        <a:buFont typeface="Arial" charset="0"/>
                        <a:defRPr sz="1600">
                          <a:solidFill>
                            <a:schemeClr val="tx2"/>
                          </a:solidFill>
                          <a:latin typeface="Arial" charset="0"/>
                          <a:ea typeface="ＭＳ Ｐゴシック" charset="-128"/>
                        </a:defRPr>
                      </a:lvl2pPr>
                      <a:lvl3pPr marL="1143000" indent="-228600" eaLnBrk="0" hangingPunct="0">
                        <a:spcAft>
                          <a:spcPts val="600"/>
                        </a:spcAft>
                        <a:buFont typeface="Arial" charset="0"/>
                        <a:defRPr sz="1400">
                          <a:solidFill>
                            <a:schemeClr val="tx2"/>
                          </a:solidFill>
                          <a:latin typeface="Arial" charset="0"/>
                          <a:ea typeface="ＭＳ Ｐゴシック" charset="-128"/>
                        </a:defRPr>
                      </a:lvl3pPr>
                      <a:lvl4pPr marL="1600200" indent="-228600" eaLnBrk="0" hangingPunct="0">
                        <a:spcAft>
                          <a:spcPts val="600"/>
                        </a:spcAft>
                        <a:buFont typeface="Arial" charset="0"/>
                        <a:defRPr sz="1200">
                          <a:solidFill>
                            <a:schemeClr val="tx2"/>
                          </a:solidFill>
                          <a:latin typeface="Arial" charset="0"/>
                          <a:ea typeface="ＭＳ Ｐゴシック" charset="-128"/>
                        </a:defRPr>
                      </a:lvl4pPr>
                      <a:lvl5pPr marL="2057400" indent="-228600" eaLnBrk="0" hangingPunct="0">
                        <a:spcAft>
                          <a:spcPts val="600"/>
                        </a:spcAft>
                        <a:buFont typeface="Arial" charset="0"/>
                        <a:defRPr sz="1000">
                          <a:solidFill>
                            <a:schemeClr val="tx2"/>
                          </a:solidFill>
                          <a:latin typeface="Arial" charset="0"/>
                          <a:ea typeface="ＭＳ Ｐゴシック" charset="-128"/>
                        </a:defRPr>
                      </a:lvl5pPr>
                      <a:lvl6pPr marL="2514600" indent="-228600" eaLnBrk="0" fontAlgn="base" hangingPunct="0">
                        <a:spcBef>
                          <a:spcPct val="0"/>
                        </a:spcBef>
                        <a:spcAft>
                          <a:spcPts val="600"/>
                        </a:spcAft>
                        <a:buFont typeface="Arial" charset="0"/>
                        <a:defRPr sz="1000">
                          <a:solidFill>
                            <a:schemeClr val="tx2"/>
                          </a:solidFill>
                          <a:latin typeface="Arial" charset="0"/>
                          <a:ea typeface="ＭＳ Ｐゴシック" charset="-128"/>
                        </a:defRPr>
                      </a:lvl6pPr>
                      <a:lvl7pPr marL="2971800" indent="-228600" eaLnBrk="0" fontAlgn="base" hangingPunct="0">
                        <a:spcBef>
                          <a:spcPct val="0"/>
                        </a:spcBef>
                        <a:spcAft>
                          <a:spcPts val="600"/>
                        </a:spcAft>
                        <a:buFont typeface="Arial" charset="0"/>
                        <a:defRPr sz="1000">
                          <a:solidFill>
                            <a:schemeClr val="tx2"/>
                          </a:solidFill>
                          <a:latin typeface="Arial" charset="0"/>
                          <a:ea typeface="ＭＳ Ｐゴシック" charset="-128"/>
                        </a:defRPr>
                      </a:lvl7pPr>
                      <a:lvl8pPr marL="3429000" indent="-228600" eaLnBrk="0" fontAlgn="base" hangingPunct="0">
                        <a:spcBef>
                          <a:spcPct val="0"/>
                        </a:spcBef>
                        <a:spcAft>
                          <a:spcPts val="600"/>
                        </a:spcAft>
                        <a:buFont typeface="Arial" charset="0"/>
                        <a:defRPr sz="1000">
                          <a:solidFill>
                            <a:schemeClr val="tx2"/>
                          </a:solidFill>
                          <a:latin typeface="Arial" charset="0"/>
                          <a:ea typeface="ＭＳ Ｐゴシック" charset="-128"/>
                        </a:defRPr>
                      </a:lvl8pPr>
                      <a:lvl9pPr marL="3886200" indent="-228600" eaLnBrk="0" fontAlgn="base" hangingPunct="0">
                        <a:spcBef>
                          <a:spcPct val="0"/>
                        </a:spcBef>
                        <a:spcAft>
                          <a:spcPts val="600"/>
                        </a:spcAft>
                        <a:buFont typeface="Arial" charset="0"/>
                        <a:defRPr sz="1000">
                          <a:solidFill>
                            <a:schemeClr val="tx2"/>
                          </a:solidFill>
                          <a:latin typeface="Arial" charset="0"/>
                          <a:ea typeface="ＭＳ Ｐゴシック"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US" sz="1200" b="0" i="0" u="none" strike="noStrike" cap="none" normalizeH="0" baseline="0" dirty="0">
                          <a:ln>
                            <a:noFill/>
                          </a:ln>
                          <a:solidFill>
                            <a:srgbClr val="67B2E8"/>
                          </a:solidFill>
                          <a:effectLst/>
                          <a:latin typeface="Arial" charset="0"/>
                          <a:ea typeface="ＭＳ Ｐゴシック" charset="-128"/>
                        </a:rPr>
                        <a:t>TECHNOLOGY</a:t>
                      </a:r>
                    </a:p>
                  </a:txBody>
                  <a:tcPr marT="91456" marB="45728" horzOverflow="overflow">
                    <a:lnL w="6350" cap="flat" cmpd="sng" algn="ctr">
                      <a:solidFill>
                        <a:srgbClr val="0C2074"/>
                      </a:solidFill>
                      <a:prstDash val="solid"/>
                      <a:round/>
                      <a:headEnd type="none" w="med" len="med"/>
                      <a:tailEnd type="none" w="med" len="med"/>
                    </a:lnL>
                    <a:lnR w="6350" cap="flat" cmpd="sng" algn="ctr">
                      <a:solidFill>
                        <a:srgbClr val="0C2074"/>
                      </a:solidFill>
                      <a:prstDash val="solid"/>
                      <a:round/>
                      <a:headEnd type="none" w="med" len="med"/>
                      <a:tailEnd type="none" w="med" len="med"/>
                    </a:lnR>
                    <a:lnT w="6350" cap="flat" cmpd="sng" algn="ctr">
                      <a:solidFill>
                        <a:srgbClr val="0C2074"/>
                      </a:solidFill>
                      <a:prstDash val="solid"/>
                      <a:round/>
                      <a:headEnd type="none" w="med" len="med"/>
                      <a:tailEnd type="none" w="med" len="med"/>
                    </a:lnT>
                    <a:lnB>
                      <a:noFill/>
                    </a:lnB>
                    <a:lnTlToBr>
                      <a:noFill/>
                    </a:lnTlToBr>
                    <a:lnBlToTr>
                      <a:noFill/>
                    </a:lnBlToTr>
                    <a:solidFill>
                      <a:srgbClr val="FFFFFF"/>
                    </a:solidFill>
                  </a:tcPr>
                </a:tc>
                <a:tc>
                  <a:txBody>
                    <a:bodyPr/>
                    <a:lstStyle>
                      <a:lvl1pPr eaLnBrk="0" hangingPunct="0">
                        <a:spcAft>
                          <a:spcPts val="600"/>
                        </a:spcAft>
                        <a:buFont typeface="Arial" charset="0"/>
                        <a:defRPr>
                          <a:solidFill>
                            <a:schemeClr val="tx2"/>
                          </a:solidFill>
                          <a:latin typeface="Arial" charset="0"/>
                          <a:ea typeface="ＭＳ Ｐゴシック" charset="-128"/>
                        </a:defRPr>
                      </a:lvl1pPr>
                      <a:lvl2pPr marL="742950" indent="-285750" eaLnBrk="0" hangingPunct="0">
                        <a:spcAft>
                          <a:spcPts val="600"/>
                        </a:spcAft>
                        <a:buFont typeface="Arial" charset="0"/>
                        <a:defRPr sz="1600">
                          <a:solidFill>
                            <a:schemeClr val="tx2"/>
                          </a:solidFill>
                          <a:latin typeface="Arial" charset="0"/>
                          <a:ea typeface="ＭＳ Ｐゴシック" charset="-128"/>
                        </a:defRPr>
                      </a:lvl2pPr>
                      <a:lvl3pPr marL="1143000" indent="-228600" eaLnBrk="0" hangingPunct="0">
                        <a:spcAft>
                          <a:spcPts val="600"/>
                        </a:spcAft>
                        <a:buFont typeface="Arial" charset="0"/>
                        <a:defRPr sz="1400">
                          <a:solidFill>
                            <a:schemeClr val="tx2"/>
                          </a:solidFill>
                          <a:latin typeface="Arial" charset="0"/>
                          <a:ea typeface="ＭＳ Ｐゴシック" charset="-128"/>
                        </a:defRPr>
                      </a:lvl3pPr>
                      <a:lvl4pPr marL="1600200" indent="-228600" eaLnBrk="0" hangingPunct="0">
                        <a:spcAft>
                          <a:spcPts val="600"/>
                        </a:spcAft>
                        <a:buFont typeface="Arial" charset="0"/>
                        <a:defRPr sz="1200">
                          <a:solidFill>
                            <a:schemeClr val="tx2"/>
                          </a:solidFill>
                          <a:latin typeface="Arial" charset="0"/>
                          <a:ea typeface="ＭＳ Ｐゴシック" charset="-128"/>
                        </a:defRPr>
                      </a:lvl4pPr>
                      <a:lvl5pPr marL="2057400" indent="-228600" eaLnBrk="0" hangingPunct="0">
                        <a:spcAft>
                          <a:spcPts val="600"/>
                        </a:spcAft>
                        <a:buFont typeface="Arial" charset="0"/>
                        <a:defRPr sz="1000">
                          <a:solidFill>
                            <a:schemeClr val="tx2"/>
                          </a:solidFill>
                          <a:latin typeface="Arial" charset="0"/>
                          <a:ea typeface="ＭＳ Ｐゴシック" charset="-128"/>
                        </a:defRPr>
                      </a:lvl5pPr>
                      <a:lvl6pPr marL="2514600" indent="-228600" eaLnBrk="0" fontAlgn="base" hangingPunct="0">
                        <a:spcBef>
                          <a:spcPct val="0"/>
                        </a:spcBef>
                        <a:spcAft>
                          <a:spcPts val="600"/>
                        </a:spcAft>
                        <a:buFont typeface="Arial" charset="0"/>
                        <a:defRPr sz="1000">
                          <a:solidFill>
                            <a:schemeClr val="tx2"/>
                          </a:solidFill>
                          <a:latin typeface="Arial" charset="0"/>
                          <a:ea typeface="ＭＳ Ｐゴシック" charset="-128"/>
                        </a:defRPr>
                      </a:lvl6pPr>
                      <a:lvl7pPr marL="2971800" indent="-228600" eaLnBrk="0" fontAlgn="base" hangingPunct="0">
                        <a:spcBef>
                          <a:spcPct val="0"/>
                        </a:spcBef>
                        <a:spcAft>
                          <a:spcPts val="600"/>
                        </a:spcAft>
                        <a:buFont typeface="Arial" charset="0"/>
                        <a:defRPr sz="1000">
                          <a:solidFill>
                            <a:schemeClr val="tx2"/>
                          </a:solidFill>
                          <a:latin typeface="Arial" charset="0"/>
                          <a:ea typeface="ＭＳ Ｐゴシック" charset="-128"/>
                        </a:defRPr>
                      </a:lvl7pPr>
                      <a:lvl8pPr marL="3429000" indent="-228600" eaLnBrk="0" fontAlgn="base" hangingPunct="0">
                        <a:spcBef>
                          <a:spcPct val="0"/>
                        </a:spcBef>
                        <a:spcAft>
                          <a:spcPts val="600"/>
                        </a:spcAft>
                        <a:buFont typeface="Arial" charset="0"/>
                        <a:defRPr sz="1000">
                          <a:solidFill>
                            <a:schemeClr val="tx2"/>
                          </a:solidFill>
                          <a:latin typeface="Arial" charset="0"/>
                          <a:ea typeface="ＭＳ Ｐゴシック" charset="-128"/>
                        </a:defRPr>
                      </a:lvl8pPr>
                      <a:lvl9pPr marL="3886200" indent="-228600" eaLnBrk="0" fontAlgn="base" hangingPunct="0">
                        <a:spcBef>
                          <a:spcPct val="0"/>
                        </a:spcBef>
                        <a:spcAft>
                          <a:spcPts val="600"/>
                        </a:spcAft>
                        <a:buFont typeface="Arial" charset="0"/>
                        <a:defRPr sz="1000">
                          <a:solidFill>
                            <a:schemeClr val="tx2"/>
                          </a:solidFill>
                          <a:latin typeface="Arial" charset="0"/>
                          <a:ea typeface="ＭＳ Ｐゴシック"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US" sz="1200" b="0" i="0" u="none" strike="noStrike" cap="none" normalizeH="0" baseline="0" dirty="0">
                          <a:ln>
                            <a:noFill/>
                          </a:ln>
                          <a:solidFill>
                            <a:srgbClr val="67B2E8"/>
                          </a:solidFill>
                          <a:effectLst/>
                          <a:latin typeface="Arial" charset="0"/>
                          <a:ea typeface="ＭＳ Ｐゴシック" charset="-128"/>
                        </a:rPr>
                        <a:t>IMPACT</a:t>
                      </a:r>
                    </a:p>
                    <a:p>
                      <a:pPr marL="0" marR="0" lvl="0" indent="0" algn="l" defTabSz="914400" rtl="0" eaLnBrk="1" fontAlgn="base" latinLnBrk="0" hangingPunct="1">
                        <a:lnSpc>
                          <a:spcPct val="130000"/>
                        </a:lnSpc>
                        <a:spcBef>
                          <a:spcPct val="0"/>
                        </a:spcBef>
                        <a:spcAft>
                          <a:spcPct val="0"/>
                        </a:spcAft>
                        <a:buClrTx/>
                        <a:buSzTx/>
                        <a:buFontTx/>
                        <a:buNone/>
                        <a:tabLst/>
                      </a:pPr>
                      <a:r>
                        <a:rPr kumimoji="0" lang="en-US" altLang="en-US" sz="1100" b="0" i="0" u="none" strike="noStrike" cap="none" normalizeH="0" baseline="0" dirty="0">
                          <a:ln>
                            <a:noFill/>
                          </a:ln>
                          <a:solidFill>
                            <a:srgbClr val="7F7F7F"/>
                          </a:solidFill>
                          <a:effectLst/>
                          <a:latin typeface="Arial" charset="0"/>
                          <a:ea typeface="ＭＳ Ｐゴシック" charset="-128"/>
                        </a:rPr>
                        <a:t>Business Model</a:t>
                      </a:r>
                    </a:p>
                  </a:txBody>
                  <a:tcPr marT="91456" marB="45728" horzOverflow="overflow">
                    <a:lnL w="6350" cap="flat" cmpd="sng" algn="ctr">
                      <a:solidFill>
                        <a:srgbClr val="0C2074"/>
                      </a:solidFill>
                      <a:prstDash val="solid"/>
                      <a:round/>
                      <a:headEnd type="none" w="med" len="med"/>
                      <a:tailEnd type="none" w="med" len="med"/>
                    </a:lnL>
                    <a:lnR>
                      <a:noFill/>
                    </a:lnR>
                    <a:lnT w="6350" cap="flat" cmpd="sng" algn="ctr">
                      <a:solidFill>
                        <a:srgbClr val="0C2074"/>
                      </a:solidFill>
                      <a:prstDash val="solid"/>
                      <a:round/>
                      <a:headEnd type="none" w="med" len="med"/>
                      <a:tailEnd type="none" w="med" len="med"/>
                    </a:lnT>
                    <a:lnB>
                      <a:noFill/>
                    </a:lnB>
                    <a:lnTlToBr>
                      <a:noFill/>
                    </a:lnTlToBr>
                    <a:lnBlToTr>
                      <a:noFill/>
                    </a:lnBlToTr>
                    <a:solidFill>
                      <a:srgbClr val="FFFFFF"/>
                    </a:solidFill>
                  </a:tcPr>
                </a:tc>
              </a:tr>
            </a:tbl>
          </a:graphicData>
        </a:graphic>
      </p:graphicFrame>
    </p:spTree>
    <p:extLst>
      <p:ext uri="{BB962C8B-B14F-4D97-AF65-F5344CB8AC3E}">
        <p14:creationId xmlns:p14="http://schemas.microsoft.com/office/powerpoint/2010/main" val="1532944021"/>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1" name="Title 1"/>
          <p:cNvSpPr>
            <a:spLocks noGrp="1"/>
          </p:cNvSpPr>
          <p:nvPr>
            <p:ph type="title"/>
          </p:nvPr>
        </p:nvSpPr>
        <p:spPr>
          <a:xfrm>
            <a:off x="1752600" y="369888"/>
            <a:ext cx="6623050" cy="762000"/>
          </a:xfrm>
        </p:spPr>
        <p:txBody>
          <a:bodyPr anchor="t"/>
          <a:lstStyle/>
          <a:p>
            <a:pPr algn="r" eaLnBrk="1" hangingPunct="1"/>
            <a:r>
              <a:rPr lang="en-US" altLang="en-US" b="0" dirty="0">
                <a:ea typeface="ＭＳ Ｐゴシック" charset="-128"/>
              </a:rPr>
              <a:t>INNOVATION CANVAS</a:t>
            </a:r>
          </a:p>
        </p:txBody>
      </p:sp>
      <p:graphicFrame>
        <p:nvGraphicFramePr>
          <p:cNvPr id="29" name="Table 28"/>
          <p:cNvGraphicFramePr>
            <a:graphicFrameLocks noGrp="1"/>
          </p:cNvGraphicFramePr>
          <p:nvPr>
            <p:extLst>
              <p:ext uri="{D42A27DB-BD31-4B8C-83A1-F6EECF244321}">
                <p14:modId xmlns:p14="http://schemas.microsoft.com/office/powerpoint/2010/main" val="3028142456"/>
              </p:ext>
            </p:extLst>
          </p:nvPr>
        </p:nvGraphicFramePr>
        <p:xfrm>
          <a:off x="990600" y="1752598"/>
          <a:ext cx="7315200" cy="5022249"/>
        </p:xfrm>
        <a:graphic>
          <a:graphicData uri="http://schemas.openxmlformats.org/drawingml/2006/table">
            <a:tbl>
              <a:tblPr/>
              <a:tblGrid>
                <a:gridCol w="1295400"/>
                <a:gridCol w="6019800"/>
              </a:tblGrid>
              <a:tr h="454403">
                <a:tc gridSpan="2">
                  <a:txBody>
                    <a:bodyPr/>
                    <a:lstStyle>
                      <a:lvl1pPr eaLnBrk="0" hangingPunct="0">
                        <a:spcAft>
                          <a:spcPts val="600"/>
                        </a:spcAft>
                        <a:buFont typeface="Arial" charset="0"/>
                        <a:defRPr>
                          <a:solidFill>
                            <a:schemeClr val="tx2"/>
                          </a:solidFill>
                          <a:latin typeface="Arial" charset="0"/>
                          <a:ea typeface="ＭＳ Ｐゴシック" charset="-128"/>
                        </a:defRPr>
                      </a:lvl1pPr>
                      <a:lvl2pPr marL="742950" indent="-285750" eaLnBrk="0" hangingPunct="0">
                        <a:spcAft>
                          <a:spcPts val="600"/>
                        </a:spcAft>
                        <a:buFont typeface="Arial" charset="0"/>
                        <a:defRPr sz="1600">
                          <a:solidFill>
                            <a:schemeClr val="tx2"/>
                          </a:solidFill>
                          <a:latin typeface="Arial" charset="0"/>
                          <a:ea typeface="ＭＳ Ｐゴシック" charset="-128"/>
                        </a:defRPr>
                      </a:lvl2pPr>
                      <a:lvl3pPr marL="1143000" indent="-228600" eaLnBrk="0" hangingPunct="0">
                        <a:spcAft>
                          <a:spcPts val="600"/>
                        </a:spcAft>
                        <a:buFont typeface="Arial" charset="0"/>
                        <a:defRPr sz="1400">
                          <a:solidFill>
                            <a:schemeClr val="tx2"/>
                          </a:solidFill>
                          <a:latin typeface="Arial" charset="0"/>
                          <a:ea typeface="ＭＳ Ｐゴシック" charset="-128"/>
                        </a:defRPr>
                      </a:lvl3pPr>
                      <a:lvl4pPr marL="1600200" indent="-228600" eaLnBrk="0" hangingPunct="0">
                        <a:spcAft>
                          <a:spcPts val="600"/>
                        </a:spcAft>
                        <a:buFont typeface="Arial" charset="0"/>
                        <a:defRPr sz="1200">
                          <a:solidFill>
                            <a:schemeClr val="tx2"/>
                          </a:solidFill>
                          <a:latin typeface="Arial" charset="0"/>
                          <a:ea typeface="ＭＳ Ｐゴシック" charset="-128"/>
                        </a:defRPr>
                      </a:lvl4pPr>
                      <a:lvl5pPr marL="2057400" indent="-228600" eaLnBrk="0" hangingPunct="0">
                        <a:spcAft>
                          <a:spcPts val="600"/>
                        </a:spcAft>
                        <a:buFont typeface="Arial" charset="0"/>
                        <a:defRPr sz="1000">
                          <a:solidFill>
                            <a:schemeClr val="tx2"/>
                          </a:solidFill>
                          <a:latin typeface="Arial" charset="0"/>
                          <a:ea typeface="ＭＳ Ｐゴシック" charset="-128"/>
                        </a:defRPr>
                      </a:lvl5pPr>
                      <a:lvl6pPr marL="2514600" indent="-228600" eaLnBrk="0" fontAlgn="base" hangingPunct="0">
                        <a:spcBef>
                          <a:spcPct val="0"/>
                        </a:spcBef>
                        <a:spcAft>
                          <a:spcPts val="600"/>
                        </a:spcAft>
                        <a:buFont typeface="Arial" charset="0"/>
                        <a:defRPr sz="1000">
                          <a:solidFill>
                            <a:schemeClr val="tx2"/>
                          </a:solidFill>
                          <a:latin typeface="Arial" charset="0"/>
                          <a:ea typeface="ＭＳ Ｐゴシック" charset="-128"/>
                        </a:defRPr>
                      </a:lvl6pPr>
                      <a:lvl7pPr marL="2971800" indent="-228600" eaLnBrk="0" fontAlgn="base" hangingPunct="0">
                        <a:spcBef>
                          <a:spcPct val="0"/>
                        </a:spcBef>
                        <a:spcAft>
                          <a:spcPts val="600"/>
                        </a:spcAft>
                        <a:buFont typeface="Arial" charset="0"/>
                        <a:defRPr sz="1000">
                          <a:solidFill>
                            <a:schemeClr val="tx2"/>
                          </a:solidFill>
                          <a:latin typeface="Arial" charset="0"/>
                          <a:ea typeface="ＭＳ Ｐゴシック" charset="-128"/>
                        </a:defRPr>
                      </a:lvl7pPr>
                      <a:lvl8pPr marL="3429000" indent="-228600" eaLnBrk="0" fontAlgn="base" hangingPunct="0">
                        <a:spcBef>
                          <a:spcPct val="0"/>
                        </a:spcBef>
                        <a:spcAft>
                          <a:spcPts val="600"/>
                        </a:spcAft>
                        <a:buFont typeface="Arial" charset="0"/>
                        <a:defRPr sz="1000">
                          <a:solidFill>
                            <a:schemeClr val="tx2"/>
                          </a:solidFill>
                          <a:latin typeface="Arial" charset="0"/>
                          <a:ea typeface="ＭＳ Ｐゴシック" charset="-128"/>
                        </a:defRPr>
                      </a:lvl8pPr>
                      <a:lvl9pPr marL="3886200" indent="-228600" eaLnBrk="0" fontAlgn="base" hangingPunct="0">
                        <a:spcBef>
                          <a:spcPct val="0"/>
                        </a:spcBef>
                        <a:spcAft>
                          <a:spcPts val="600"/>
                        </a:spcAft>
                        <a:buFont typeface="Arial" charset="0"/>
                        <a:defRPr sz="1000">
                          <a:solidFill>
                            <a:schemeClr val="tx2"/>
                          </a:solidFill>
                          <a:latin typeface="Arial" charset="0"/>
                          <a:ea typeface="ＭＳ Ｐゴシック"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US" sz="1200" b="0" i="0" u="none" strike="noStrike" cap="none" normalizeH="0" baseline="0" dirty="0">
                          <a:ln>
                            <a:noFill/>
                          </a:ln>
                          <a:solidFill>
                            <a:schemeClr val="bg1"/>
                          </a:solidFill>
                          <a:effectLst/>
                          <a:latin typeface="Arial" charset="0"/>
                          <a:ea typeface="ＭＳ Ｐゴシック" charset="-128"/>
                        </a:rPr>
                        <a:t>DESIRABILITY</a:t>
                      </a:r>
                    </a:p>
                  </a:txBody>
                  <a:tcPr marT="91456" marB="45728" horzOverflow="overflow">
                    <a:lnL>
                      <a:noFill/>
                    </a:lnL>
                    <a:lnR w="6350" cap="flat" cmpd="sng" algn="ctr">
                      <a:solidFill>
                        <a:srgbClr val="FFFFFF"/>
                      </a:solidFill>
                      <a:prstDash val="solid"/>
                      <a:round/>
                      <a:headEnd type="none" w="med" len="med"/>
                      <a:tailEnd type="none" w="med" len="med"/>
                    </a:lnR>
                    <a:lnT>
                      <a:noFill/>
                    </a:lnT>
                    <a:lnB w="6350" cap="flat" cmpd="sng" algn="ctr">
                      <a:solidFill>
                        <a:srgbClr val="FFFFFF"/>
                      </a:solidFill>
                      <a:prstDash val="solid"/>
                      <a:round/>
                      <a:headEnd type="none" w="med" len="med"/>
                      <a:tailEnd type="none" w="med" len="med"/>
                    </a:lnB>
                    <a:lnTlToBr>
                      <a:noFill/>
                    </a:lnTlToBr>
                    <a:lnBlToTr>
                      <a:noFill/>
                    </a:lnBlToTr>
                    <a:solidFill>
                      <a:srgbClr val="67B2E8"/>
                    </a:solidFill>
                  </a:tcPr>
                </a:tc>
                <a:tc hMerge="1">
                  <a:txBody>
                    <a:bodyPr/>
                    <a:lstStyle/>
                    <a:p>
                      <a:endParaRPr lang="en-US"/>
                    </a:p>
                  </a:txBody>
                  <a:tcPr/>
                </a:tc>
              </a:tr>
              <a:tr h="2187460">
                <a:tc>
                  <a:txBody>
                    <a:bodyPr/>
                    <a:lstStyle>
                      <a:lvl1pPr eaLnBrk="0" hangingPunct="0">
                        <a:spcAft>
                          <a:spcPts val="600"/>
                        </a:spcAft>
                        <a:buFont typeface="Arial" charset="0"/>
                        <a:defRPr>
                          <a:solidFill>
                            <a:schemeClr val="tx2"/>
                          </a:solidFill>
                          <a:latin typeface="Arial" charset="0"/>
                          <a:ea typeface="ＭＳ Ｐゴシック" charset="-128"/>
                        </a:defRPr>
                      </a:lvl1pPr>
                      <a:lvl2pPr marL="742950" indent="-285750" eaLnBrk="0" hangingPunct="0">
                        <a:spcAft>
                          <a:spcPts val="600"/>
                        </a:spcAft>
                        <a:buFont typeface="Arial" charset="0"/>
                        <a:defRPr sz="1600">
                          <a:solidFill>
                            <a:schemeClr val="tx2"/>
                          </a:solidFill>
                          <a:latin typeface="Arial" charset="0"/>
                          <a:ea typeface="ＭＳ Ｐゴシック" charset="-128"/>
                        </a:defRPr>
                      </a:lvl2pPr>
                      <a:lvl3pPr marL="1143000" indent="-228600" eaLnBrk="0" hangingPunct="0">
                        <a:spcAft>
                          <a:spcPts val="600"/>
                        </a:spcAft>
                        <a:buFont typeface="Arial" charset="0"/>
                        <a:defRPr sz="1400">
                          <a:solidFill>
                            <a:schemeClr val="tx2"/>
                          </a:solidFill>
                          <a:latin typeface="Arial" charset="0"/>
                          <a:ea typeface="ＭＳ Ｐゴシック" charset="-128"/>
                        </a:defRPr>
                      </a:lvl3pPr>
                      <a:lvl4pPr marL="1600200" indent="-228600" eaLnBrk="0" hangingPunct="0">
                        <a:spcAft>
                          <a:spcPts val="600"/>
                        </a:spcAft>
                        <a:buFont typeface="Arial" charset="0"/>
                        <a:defRPr sz="1200">
                          <a:solidFill>
                            <a:schemeClr val="tx2"/>
                          </a:solidFill>
                          <a:latin typeface="Arial" charset="0"/>
                          <a:ea typeface="ＭＳ Ｐゴシック" charset="-128"/>
                        </a:defRPr>
                      </a:lvl4pPr>
                      <a:lvl5pPr marL="2057400" indent="-228600" eaLnBrk="0" hangingPunct="0">
                        <a:spcAft>
                          <a:spcPts val="600"/>
                        </a:spcAft>
                        <a:buFont typeface="Arial" charset="0"/>
                        <a:defRPr sz="1000">
                          <a:solidFill>
                            <a:schemeClr val="tx2"/>
                          </a:solidFill>
                          <a:latin typeface="Arial" charset="0"/>
                          <a:ea typeface="ＭＳ Ｐゴシック" charset="-128"/>
                        </a:defRPr>
                      </a:lvl5pPr>
                      <a:lvl6pPr marL="2514600" indent="-228600" eaLnBrk="0" fontAlgn="base" hangingPunct="0">
                        <a:spcBef>
                          <a:spcPct val="0"/>
                        </a:spcBef>
                        <a:spcAft>
                          <a:spcPts val="600"/>
                        </a:spcAft>
                        <a:buFont typeface="Arial" charset="0"/>
                        <a:defRPr sz="1000">
                          <a:solidFill>
                            <a:schemeClr val="tx2"/>
                          </a:solidFill>
                          <a:latin typeface="Arial" charset="0"/>
                          <a:ea typeface="ＭＳ Ｐゴシック" charset="-128"/>
                        </a:defRPr>
                      </a:lvl6pPr>
                      <a:lvl7pPr marL="2971800" indent="-228600" eaLnBrk="0" fontAlgn="base" hangingPunct="0">
                        <a:spcBef>
                          <a:spcPct val="0"/>
                        </a:spcBef>
                        <a:spcAft>
                          <a:spcPts val="600"/>
                        </a:spcAft>
                        <a:buFont typeface="Arial" charset="0"/>
                        <a:defRPr sz="1000">
                          <a:solidFill>
                            <a:schemeClr val="tx2"/>
                          </a:solidFill>
                          <a:latin typeface="Arial" charset="0"/>
                          <a:ea typeface="ＭＳ Ｐゴシック" charset="-128"/>
                        </a:defRPr>
                      </a:lvl7pPr>
                      <a:lvl8pPr marL="3429000" indent="-228600" eaLnBrk="0" fontAlgn="base" hangingPunct="0">
                        <a:spcBef>
                          <a:spcPct val="0"/>
                        </a:spcBef>
                        <a:spcAft>
                          <a:spcPts val="600"/>
                        </a:spcAft>
                        <a:buFont typeface="Arial" charset="0"/>
                        <a:defRPr sz="1000">
                          <a:solidFill>
                            <a:schemeClr val="tx2"/>
                          </a:solidFill>
                          <a:latin typeface="Arial" charset="0"/>
                          <a:ea typeface="ＭＳ Ｐゴシック" charset="-128"/>
                        </a:defRPr>
                      </a:lvl8pPr>
                      <a:lvl9pPr marL="3886200" indent="-228600" eaLnBrk="0" fontAlgn="base" hangingPunct="0">
                        <a:spcBef>
                          <a:spcPct val="0"/>
                        </a:spcBef>
                        <a:spcAft>
                          <a:spcPts val="600"/>
                        </a:spcAft>
                        <a:buFont typeface="Arial" charset="0"/>
                        <a:defRPr sz="1000">
                          <a:solidFill>
                            <a:schemeClr val="tx2"/>
                          </a:solidFill>
                          <a:latin typeface="Arial" charset="0"/>
                          <a:ea typeface="ＭＳ Ｐゴシック"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US" sz="1200" b="0" i="0" u="none" strike="noStrike" cap="none" normalizeH="0" baseline="0" dirty="0">
                          <a:ln>
                            <a:noFill/>
                          </a:ln>
                          <a:solidFill>
                            <a:srgbClr val="67B2E8"/>
                          </a:solidFill>
                          <a:effectLst/>
                          <a:latin typeface="Arial" charset="0"/>
                          <a:ea typeface="ＭＳ Ｐゴシック" charset="-128"/>
                        </a:rPr>
                        <a:t>Problem </a:t>
                      </a:r>
                      <a:r>
                        <a:rPr kumimoji="0" lang="en-US" altLang="en-US" sz="1200" b="0" i="0" u="none" strike="noStrike" cap="none" normalizeH="0" baseline="0" dirty="0" smtClean="0">
                          <a:ln>
                            <a:noFill/>
                          </a:ln>
                          <a:solidFill>
                            <a:srgbClr val="67B2E8"/>
                          </a:solidFill>
                          <a:effectLst/>
                          <a:latin typeface="Arial" charset="0"/>
                          <a:ea typeface="ＭＳ Ｐゴシック" charset="-128"/>
                        </a:rPr>
                        <a:t>/ </a:t>
                      </a:r>
                    </a:p>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US" sz="1200" b="0" i="0" u="none" strike="noStrike" cap="none" normalizeH="0" baseline="0" dirty="0" smtClean="0">
                          <a:ln>
                            <a:noFill/>
                          </a:ln>
                          <a:solidFill>
                            <a:srgbClr val="67B2E8"/>
                          </a:solidFill>
                          <a:effectLst/>
                          <a:latin typeface="Arial" charset="0"/>
                          <a:ea typeface="ＭＳ Ｐゴシック" charset="-128"/>
                        </a:rPr>
                        <a:t>Opportunity</a:t>
                      </a:r>
                      <a:endParaRPr kumimoji="0" lang="en-US" altLang="en-US" sz="1200" b="0" i="0" u="none" strike="noStrike" cap="none" normalizeH="0" baseline="0" dirty="0">
                        <a:ln>
                          <a:noFill/>
                        </a:ln>
                        <a:solidFill>
                          <a:srgbClr val="67B2E8"/>
                        </a:solidFill>
                        <a:effectLst/>
                        <a:latin typeface="Arial" charset="0"/>
                        <a:ea typeface="ＭＳ Ｐゴシック" charset="-128"/>
                      </a:endParaRPr>
                    </a:p>
                  </a:txBody>
                  <a:tcPr marT="91456" marB="45728" horzOverflow="overflow">
                    <a:lnL>
                      <a:noFill/>
                    </a:lnL>
                    <a:lnR w="6350" cap="flat" cmpd="sng" algn="ctr">
                      <a:solidFill>
                        <a:srgbClr val="0C2074"/>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0C2074"/>
                      </a:solidFill>
                      <a:prstDash val="solid"/>
                      <a:round/>
                      <a:headEnd type="none" w="med" len="med"/>
                      <a:tailEnd type="none" w="med" len="med"/>
                    </a:lnB>
                    <a:lnTlToBr>
                      <a:noFill/>
                    </a:lnTlToBr>
                    <a:lnBlToTr>
                      <a:noFill/>
                    </a:lnBlToTr>
                    <a:solidFill>
                      <a:srgbClr val="FFFFFF"/>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000" b="0" i="0" u="none" strike="noStrike" cap="none" normalizeH="0" baseline="0" dirty="0" smtClean="0">
                          <a:ln>
                            <a:noFill/>
                          </a:ln>
                          <a:solidFill>
                            <a:schemeClr val="tx1"/>
                          </a:solidFill>
                          <a:effectLst/>
                          <a:latin typeface="Arial" charset="0"/>
                          <a:ea typeface="ＭＳ Ｐゴシック" charset="-128"/>
                        </a:rPr>
                        <a:t>1- We feel that Consolidated view into Business Line’s way of doing business and their business processes information is not readily available, especially for technical teams like TOS, innovation groups.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000" b="0" i="0" u="none" strike="noStrike" cap="none" normalizeH="0" baseline="0" dirty="0" smtClean="0">
                          <a:ln>
                            <a:noFill/>
                          </a:ln>
                          <a:solidFill>
                            <a:schemeClr val="tx1"/>
                          </a:solidFill>
                          <a:effectLst/>
                          <a:latin typeface="Arial" charset="0"/>
                          <a:ea typeface="ＭＳ Ｐゴシック" charset="-128"/>
                        </a:rPr>
                        <a:t>2- There is an opportunity to build a collaboration platform between Business line groups and technical teams where business line can provide information about their business and business processes and then what challenges business lines are facing budget wise, bottlenecks, lack of efficiency. They may also like to share their improvement ideas. Then technical teams can respond with technical suggestions including technical solutions and technology.</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000" b="0" i="0" u="none" strike="noStrike" cap="none" normalizeH="0" baseline="0" dirty="0" smtClean="0">
                          <a:ln>
                            <a:noFill/>
                          </a:ln>
                          <a:solidFill>
                            <a:schemeClr val="tx1"/>
                          </a:solidFill>
                          <a:effectLst/>
                          <a:latin typeface="Arial" charset="0"/>
                          <a:ea typeface="ＭＳ Ｐゴシック" charset="-128"/>
                        </a:rPr>
                        <a:t>3. There is a need of a dedicated team which can guide and direct business lines and technical teams to enter information into information portal and collaborate with each other on a platform. Team can also help/support these groups in using these platforms and in constructing information related to their businesses and challenges being faced, in constructing idea and in constructing business/ technical solutions.</a:t>
                      </a:r>
                    </a:p>
                  </a:txBody>
                  <a:tcPr marT="91456" marB="45728" horzOverflow="overflow">
                    <a:lnL w="6350" cap="flat" cmpd="sng" algn="ctr">
                      <a:solidFill>
                        <a:srgbClr val="0C2074"/>
                      </a:solidFill>
                      <a:prstDash val="solid"/>
                      <a:round/>
                      <a:headEnd type="none" w="med" len="med"/>
                      <a:tailEnd type="none" w="med" len="med"/>
                    </a:lnL>
                    <a:lnR w="6350" cap="flat" cmpd="sng" algn="ctr">
                      <a:solidFill>
                        <a:srgbClr val="0C2074"/>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0C2074"/>
                      </a:solidFill>
                      <a:prstDash val="solid"/>
                      <a:round/>
                      <a:headEnd type="none" w="med" len="med"/>
                      <a:tailEnd type="none" w="med" len="med"/>
                    </a:lnB>
                    <a:lnTlToBr>
                      <a:noFill/>
                    </a:lnTlToBr>
                    <a:lnBlToTr>
                      <a:noFill/>
                    </a:lnBlToTr>
                    <a:solidFill>
                      <a:srgbClr val="FFFFFF"/>
                    </a:solidFill>
                  </a:tcPr>
                </a:tc>
              </a:tr>
              <a:tr h="1511682">
                <a:tc>
                  <a:txBody>
                    <a:bodyPr/>
                    <a:lstStyle>
                      <a:lvl1pPr eaLnBrk="0" hangingPunct="0">
                        <a:spcAft>
                          <a:spcPts val="600"/>
                        </a:spcAft>
                        <a:buFont typeface="Arial" charset="0"/>
                        <a:defRPr>
                          <a:solidFill>
                            <a:schemeClr val="tx2"/>
                          </a:solidFill>
                          <a:latin typeface="Arial" charset="0"/>
                          <a:ea typeface="ＭＳ Ｐゴシック" charset="-128"/>
                        </a:defRPr>
                      </a:lvl1pPr>
                      <a:lvl2pPr marL="742950" indent="-285750" eaLnBrk="0" hangingPunct="0">
                        <a:spcAft>
                          <a:spcPts val="600"/>
                        </a:spcAft>
                        <a:buFont typeface="Arial" charset="0"/>
                        <a:defRPr sz="1600">
                          <a:solidFill>
                            <a:schemeClr val="tx2"/>
                          </a:solidFill>
                          <a:latin typeface="Arial" charset="0"/>
                          <a:ea typeface="ＭＳ Ｐゴシック" charset="-128"/>
                        </a:defRPr>
                      </a:lvl2pPr>
                      <a:lvl3pPr marL="1143000" indent="-228600" eaLnBrk="0" hangingPunct="0">
                        <a:spcAft>
                          <a:spcPts val="600"/>
                        </a:spcAft>
                        <a:buFont typeface="Arial" charset="0"/>
                        <a:defRPr sz="1400">
                          <a:solidFill>
                            <a:schemeClr val="tx2"/>
                          </a:solidFill>
                          <a:latin typeface="Arial" charset="0"/>
                          <a:ea typeface="ＭＳ Ｐゴシック" charset="-128"/>
                        </a:defRPr>
                      </a:lvl3pPr>
                      <a:lvl4pPr marL="1600200" indent="-228600" eaLnBrk="0" hangingPunct="0">
                        <a:spcAft>
                          <a:spcPts val="600"/>
                        </a:spcAft>
                        <a:buFont typeface="Arial" charset="0"/>
                        <a:defRPr sz="1200">
                          <a:solidFill>
                            <a:schemeClr val="tx2"/>
                          </a:solidFill>
                          <a:latin typeface="Arial" charset="0"/>
                          <a:ea typeface="ＭＳ Ｐゴシック" charset="-128"/>
                        </a:defRPr>
                      </a:lvl4pPr>
                      <a:lvl5pPr marL="2057400" indent="-228600" eaLnBrk="0" hangingPunct="0">
                        <a:spcAft>
                          <a:spcPts val="600"/>
                        </a:spcAft>
                        <a:buFont typeface="Arial" charset="0"/>
                        <a:defRPr sz="1000">
                          <a:solidFill>
                            <a:schemeClr val="tx2"/>
                          </a:solidFill>
                          <a:latin typeface="Arial" charset="0"/>
                          <a:ea typeface="ＭＳ Ｐゴシック" charset="-128"/>
                        </a:defRPr>
                      </a:lvl5pPr>
                      <a:lvl6pPr marL="2514600" indent="-228600" eaLnBrk="0" fontAlgn="base" hangingPunct="0">
                        <a:spcBef>
                          <a:spcPct val="0"/>
                        </a:spcBef>
                        <a:spcAft>
                          <a:spcPts val="600"/>
                        </a:spcAft>
                        <a:buFont typeface="Arial" charset="0"/>
                        <a:defRPr sz="1000">
                          <a:solidFill>
                            <a:schemeClr val="tx2"/>
                          </a:solidFill>
                          <a:latin typeface="Arial" charset="0"/>
                          <a:ea typeface="ＭＳ Ｐゴシック" charset="-128"/>
                        </a:defRPr>
                      </a:lvl6pPr>
                      <a:lvl7pPr marL="2971800" indent="-228600" eaLnBrk="0" fontAlgn="base" hangingPunct="0">
                        <a:spcBef>
                          <a:spcPct val="0"/>
                        </a:spcBef>
                        <a:spcAft>
                          <a:spcPts val="600"/>
                        </a:spcAft>
                        <a:buFont typeface="Arial" charset="0"/>
                        <a:defRPr sz="1000">
                          <a:solidFill>
                            <a:schemeClr val="tx2"/>
                          </a:solidFill>
                          <a:latin typeface="Arial" charset="0"/>
                          <a:ea typeface="ＭＳ Ｐゴシック" charset="-128"/>
                        </a:defRPr>
                      </a:lvl7pPr>
                      <a:lvl8pPr marL="3429000" indent="-228600" eaLnBrk="0" fontAlgn="base" hangingPunct="0">
                        <a:spcBef>
                          <a:spcPct val="0"/>
                        </a:spcBef>
                        <a:spcAft>
                          <a:spcPts val="600"/>
                        </a:spcAft>
                        <a:buFont typeface="Arial" charset="0"/>
                        <a:defRPr sz="1000">
                          <a:solidFill>
                            <a:schemeClr val="tx2"/>
                          </a:solidFill>
                          <a:latin typeface="Arial" charset="0"/>
                          <a:ea typeface="ＭＳ Ｐゴシック" charset="-128"/>
                        </a:defRPr>
                      </a:lvl8pPr>
                      <a:lvl9pPr marL="3886200" indent="-228600" eaLnBrk="0" fontAlgn="base" hangingPunct="0">
                        <a:spcBef>
                          <a:spcPct val="0"/>
                        </a:spcBef>
                        <a:spcAft>
                          <a:spcPts val="600"/>
                        </a:spcAft>
                        <a:buFont typeface="Arial" charset="0"/>
                        <a:defRPr sz="1000">
                          <a:solidFill>
                            <a:schemeClr val="tx2"/>
                          </a:solidFill>
                          <a:latin typeface="Arial" charset="0"/>
                          <a:ea typeface="ＭＳ Ｐゴシック"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US" sz="1200" b="0" i="0" u="none" strike="noStrike" cap="none" normalizeH="0" baseline="0" dirty="0">
                          <a:ln>
                            <a:noFill/>
                          </a:ln>
                          <a:solidFill>
                            <a:srgbClr val="67B2E8"/>
                          </a:solidFill>
                          <a:effectLst/>
                          <a:latin typeface="Arial" charset="0"/>
                          <a:ea typeface="ＭＳ Ｐゴシック" charset="-128"/>
                        </a:rPr>
                        <a:t>Target </a:t>
                      </a:r>
                      <a:endParaRPr kumimoji="0" lang="en-US" altLang="en-US" sz="1200" b="0" i="0" u="none" strike="noStrike" cap="none" normalizeH="0" baseline="0" dirty="0" smtClean="0">
                        <a:ln>
                          <a:noFill/>
                        </a:ln>
                        <a:solidFill>
                          <a:srgbClr val="67B2E8"/>
                        </a:solidFill>
                        <a:effectLst/>
                        <a:latin typeface="Arial" charset="0"/>
                        <a:ea typeface="ＭＳ Ｐゴシック" charset="-128"/>
                      </a:endParaRPr>
                    </a:p>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US" sz="1200" b="0" i="0" u="none" strike="noStrike" cap="none" normalizeH="0" baseline="0" dirty="0" smtClean="0">
                          <a:ln>
                            <a:noFill/>
                          </a:ln>
                          <a:solidFill>
                            <a:srgbClr val="67B2E8"/>
                          </a:solidFill>
                          <a:effectLst/>
                          <a:latin typeface="Arial" charset="0"/>
                          <a:ea typeface="ＭＳ Ｐゴシック" charset="-128"/>
                        </a:rPr>
                        <a:t>Audiences</a:t>
                      </a:r>
                      <a:endParaRPr kumimoji="0" lang="en-US" altLang="en-US" sz="1200" b="0" i="0" u="none" strike="noStrike" cap="none" normalizeH="0" baseline="0" dirty="0">
                        <a:ln>
                          <a:noFill/>
                        </a:ln>
                        <a:solidFill>
                          <a:srgbClr val="67B2E8"/>
                        </a:solidFill>
                        <a:effectLst/>
                        <a:latin typeface="Arial" charset="0"/>
                        <a:ea typeface="ＭＳ Ｐゴシック" charset="-128"/>
                      </a:endParaRPr>
                    </a:p>
                    <a:p>
                      <a:pPr marL="0" marR="0" lvl="0" indent="0" algn="l" defTabSz="914400" rtl="0" eaLnBrk="1" fontAlgn="base" latinLnBrk="0" hangingPunct="1">
                        <a:lnSpc>
                          <a:spcPct val="130000"/>
                        </a:lnSpc>
                        <a:spcBef>
                          <a:spcPct val="0"/>
                        </a:spcBef>
                        <a:spcAft>
                          <a:spcPct val="0"/>
                        </a:spcAft>
                        <a:buClrTx/>
                        <a:buSzTx/>
                        <a:buFontTx/>
                        <a:buNone/>
                        <a:tabLst/>
                      </a:pPr>
                      <a:r>
                        <a:rPr kumimoji="0" lang="en-US" altLang="en-US" sz="1100" b="0" i="0" u="none" strike="noStrike" cap="none" normalizeH="0" baseline="0" dirty="0" smtClean="0">
                          <a:ln>
                            <a:noFill/>
                          </a:ln>
                          <a:solidFill>
                            <a:srgbClr val="7F7F7F"/>
                          </a:solidFill>
                          <a:effectLst/>
                          <a:latin typeface="Arial" charset="0"/>
                          <a:ea typeface="ＭＳ Ｐゴシック" charset="-128"/>
                        </a:rPr>
                        <a:t>   Primary</a:t>
                      </a:r>
                      <a:endParaRPr kumimoji="0" lang="en-US" altLang="en-US" sz="1100" b="0" i="0" u="none" strike="noStrike" cap="none" normalizeH="0" baseline="0" dirty="0">
                        <a:ln>
                          <a:noFill/>
                        </a:ln>
                        <a:solidFill>
                          <a:srgbClr val="7F7F7F"/>
                        </a:solidFill>
                        <a:effectLst/>
                        <a:latin typeface="Arial" charset="0"/>
                        <a:ea typeface="ＭＳ Ｐゴシック" charset="-128"/>
                      </a:endParaRPr>
                    </a:p>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US" sz="1100" b="0" i="0" u="none" strike="noStrike" cap="none" normalizeH="0" baseline="0" dirty="0" smtClean="0">
                          <a:ln>
                            <a:noFill/>
                          </a:ln>
                          <a:solidFill>
                            <a:srgbClr val="7F7F7F"/>
                          </a:solidFill>
                          <a:effectLst/>
                          <a:latin typeface="Arial" charset="0"/>
                          <a:ea typeface="ＭＳ Ｐゴシック" charset="-128"/>
                        </a:rPr>
                        <a:t>   Secondary</a:t>
                      </a:r>
                      <a:endParaRPr kumimoji="0" lang="en-US" altLang="en-US" sz="1100" b="0" i="0" u="none" strike="noStrike" cap="none" normalizeH="0" baseline="0" dirty="0">
                        <a:ln>
                          <a:noFill/>
                        </a:ln>
                        <a:solidFill>
                          <a:srgbClr val="7F7F7F"/>
                        </a:solidFill>
                        <a:effectLst/>
                        <a:latin typeface="Arial" charset="0"/>
                        <a:ea typeface="ＭＳ Ｐゴシック" charset="-128"/>
                      </a:endParaRPr>
                    </a:p>
                  </a:txBody>
                  <a:tcPr marT="91456" marB="45728" horzOverflow="overflow">
                    <a:lnL>
                      <a:noFill/>
                    </a:lnL>
                    <a:lnR w="6350" cap="flat" cmpd="sng" algn="ctr">
                      <a:solidFill>
                        <a:srgbClr val="0C2074"/>
                      </a:solidFill>
                      <a:prstDash val="solid"/>
                      <a:round/>
                      <a:headEnd type="none" w="med" len="med"/>
                      <a:tailEnd type="none" w="med" len="med"/>
                    </a:lnR>
                    <a:lnT w="6350" cap="flat" cmpd="sng" algn="ctr">
                      <a:solidFill>
                        <a:srgbClr val="0C2074"/>
                      </a:solidFill>
                      <a:prstDash val="solid"/>
                      <a:round/>
                      <a:headEnd type="none" w="med" len="med"/>
                      <a:tailEnd type="none" w="med" len="med"/>
                    </a:lnT>
                    <a:lnB w="6350" cap="flat" cmpd="sng" algn="ctr">
                      <a:solidFill>
                        <a:srgbClr val="0C2074"/>
                      </a:solidFill>
                      <a:prstDash val="solid"/>
                      <a:round/>
                      <a:headEnd type="none" w="med" len="med"/>
                      <a:tailEnd type="none" w="med" len="med"/>
                    </a:lnB>
                    <a:lnTlToBr>
                      <a:noFill/>
                    </a:lnTlToBr>
                    <a:lnBlToTr>
                      <a:noFill/>
                    </a:lnBlToTr>
                    <a:solidFill>
                      <a:srgbClr val="FFFFFF"/>
                    </a:solidFill>
                  </a:tcPr>
                </a:tc>
                <a:tc>
                  <a:txBody>
                    <a:bodyPr/>
                    <a:lstStyle/>
                    <a:p>
                      <a:r>
                        <a:rPr lang="en-US" dirty="0" smtClean="0"/>
                        <a:t>Primary:</a:t>
                      </a:r>
                      <a:r>
                        <a:rPr lang="en-US" baseline="0" dirty="0" smtClean="0"/>
                        <a:t> Business Lines, TOS, IIR, Innovation Community</a:t>
                      </a:r>
                    </a:p>
                    <a:p>
                      <a:r>
                        <a:rPr lang="en-US" baseline="0" dirty="0" smtClean="0"/>
                        <a:t>Secondary: Better Ideas </a:t>
                      </a:r>
                      <a:endParaRPr lang="en-US" dirty="0"/>
                    </a:p>
                  </a:txBody>
                  <a:tcPr marT="91456" marB="45728" horzOverflow="overflow">
                    <a:lnL w="6350" cap="flat" cmpd="sng" algn="ctr">
                      <a:solidFill>
                        <a:srgbClr val="0C2074"/>
                      </a:solidFill>
                      <a:prstDash val="solid"/>
                      <a:round/>
                      <a:headEnd type="none" w="med" len="med"/>
                      <a:tailEnd type="none" w="med" len="med"/>
                    </a:lnL>
                    <a:lnR w="6350" cap="flat" cmpd="sng" algn="ctr">
                      <a:solidFill>
                        <a:srgbClr val="0C2074"/>
                      </a:solidFill>
                      <a:prstDash val="solid"/>
                      <a:round/>
                      <a:headEnd type="none" w="med" len="med"/>
                      <a:tailEnd type="none" w="med" len="med"/>
                    </a:lnR>
                    <a:lnT w="6350" cap="flat" cmpd="sng" algn="ctr">
                      <a:solidFill>
                        <a:srgbClr val="0C2074"/>
                      </a:solidFill>
                      <a:prstDash val="solid"/>
                      <a:round/>
                      <a:headEnd type="none" w="med" len="med"/>
                      <a:tailEnd type="none" w="med" len="med"/>
                    </a:lnT>
                    <a:lnB w="6350" cap="flat" cmpd="sng" algn="ctr">
                      <a:solidFill>
                        <a:srgbClr val="0C2074"/>
                      </a:solidFill>
                      <a:prstDash val="solid"/>
                      <a:round/>
                      <a:headEnd type="none" w="med" len="med"/>
                      <a:tailEnd type="none" w="med" len="med"/>
                    </a:lnB>
                    <a:lnTlToBr>
                      <a:noFill/>
                    </a:lnTlToBr>
                    <a:lnBlToTr>
                      <a:noFill/>
                    </a:lnBlToTr>
                    <a:solidFill>
                      <a:srgbClr val="FFFFFF"/>
                    </a:solidFill>
                  </a:tcPr>
                </a:tc>
              </a:tr>
              <a:tr h="799457">
                <a:tc>
                  <a:txBody>
                    <a:bodyPr/>
                    <a:lstStyle>
                      <a:lvl1pPr eaLnBrk="0" hangingPunct="0">
                        <a:spcAft>
                          <a:spcPts val="600"/>
                        </a:spcAft>
                        <a:buFont typeface="Arial" charset="0"/>
                        <a:defRPr>
                          <a:solidFill>
                            <a:schemeClr val="tx2"/>
                          </a:solidFill>
                          <a:latin typeface="Arial" charset="0"/>
                          <a:ea typeface="ＭＳ Ｐゴシック" charset="-128"/>
                        </a:defRPr>
                      </a:lvl1pPr>
                      <a:lvl2pPr marL="742950" indent="-285750" eaLnBrk="0" hangingPunct="0">
                        <a:spcAft>
                          <a:spcPts val="600"/>
                        </a:spcAft>
                        <a:buFont typeface="Arial" charset="0"/>
                        <a:defRPr sz="1600">
                          <a:solidFill>
                            <a:schemeClr val="tx2"/>
                          </a:solidFill>
                          <a:latin typeface="Arial" charset="0"/>
                          <a:ea typeface="ＭＳ Ｐゴシック" charset="-128"/>
                        </a:defRPr>
                      </a:lvl2pPr>
                      <a:lvl3pPr marL="1143000" indent="-228600" eaLnBrk="0" hangingPunct="0">
                        <a:spcAft>
                          <a:spcPts val="600"/>
                        </a:spcAft>
                        <a:buFont typeface="Arial" charset="0"/>
                        <a:defRPr sz="1400">
                          <a:solidFill>
                            <a:schemeClr val="tx2"/>
                          </a:solidFill>
                          <a:latin typeface="Arial" charset="0"/>
                          <a:ea typeface="ＭＳ Ｐゴシック" charset="-128"/>
                        </a:defRPr>
                      </a:lvl3pPr>
                      <a:lvl4pPr marL="1600200" indent="-228600" eaLnBrk="0" hangingPunct="0">
                        <a:spcAft>
                          <a:spcPts val="600"/>
                        </a:spcAft>
                        <a:buFont typeface="Arial" charset="0"/>
                        <a:defRPr sz="1200">
                          <a:solidFill>
                            <a:schemeClr val="tx2"/>
                          </a:solidFill>
                          <a:latin typeface="Arial" charset="0"/>
                          <a:ea typeface="ＭＳ Ｐゴシック" charset="-128"/>
                        </a:defRPr>
                      </a:lvl4pPr>
                      <a:lvl5pPr marL="2057400" indent="-228600" eaLnBrk="0" hangingPunct="0">
                        <a:spcAft>
                          <a:spcPts val="600"/>
                        </a:spcAft>
                        <a:buFont typeface="Arial" charset="0"/>
                        <a:defRPr sz="1000">
                          <a:solidFill>
                            <a:schemeClr val="tx2"/>
                          </a:solidFill>
                          <a:latin typeface="Arial" charset="0"/>
                          <a:ea typeface="ＭＳ Ｐゴシック" charset="-128"/>
                        </a:defRPr>
                      </a:lvl5pPr>
                      <a:lvl6pPr marL="2514600" indent="-228600" eaLnBrk="0" fontAlgn="base" hangingPunct="0">
                        <a:spcBef>
                          <a:spcPct val="0"/>
                        </a:spcBef>
                        <a:spcAft>
                          <a:spcPts val="600"/>
                        </a:spcAft>
                        <a:buFont typeface="Arial" charset="0"/>
                        <a:defRPr sz="1000">
                          <a:solidFill>
                            <a:schemeClr val="tx2"/>
                          </a:solidFill>
                          <a:latin typeface="Arial" charset="0"/>
                          <a:ea typeface="ＭＳ Ｐゴシック" charset="-128"/>
                        </a:defRPr>
                      </a:lvl6pPr>
                      <a:lvl7pPr marL="2971800" indent="-228600" eaLnBrk="0" fontAlgn="base" hangingPunct="0">
                        <a:spcBef>
                          <a:spcPct val="0"/>
                        </a:spcBef>
                        <a:spcAft>
                          <a:spcPts val="600"/>
                        </a:spcAft>
                        <a:buFont typeface="Arial" charset="0"/>
                        <a:defRPr sz="1000">
                          <a:solidFill>
                            <a:schemeClr val="tx2"/>
                          </a:solidFill>
                          <a:latin typeface="Arial" charset="0"/>
                          <a:ea typeface="ＭＳ Ｐゴシック" charset="-128"/>
                        </a:defRPr>
                      </a:lvl7pPr>
                      <a:lvl8pPr marL="3429000" indent="-228600" eaLnBrk="0" fontAlgn="base" hangingPunct="0">
                        <a:spcBef>
                          <a:spcPct val="0"/>
                        </a:spcBef>
                        <a:spcAft>
                          <a:spcPts val="600"/>
                        </a:spcAft>
                        <a:buFont typeface="Arial" charset="0"/>
                        <a:defRPr sz="1000">
                          <a:solidFill>
                            <a:schemeClr val="tx2"/>
                          </a:solidFill>
                          <a:latin typeface="Arial" charset="0"/>
                          <a:ea typeface="ＭＳ Ｐゴシック" charset="-128"/>
                        </a:defRPr>
                      </a:lvl8pPr>
                      <a:lvl9pPr marL="3886200" indent="-228600" eaLnBrk="0" fontAlgn="base" hangingPunct="0">
                        <a:spcBef>
                          <a:spcPct val="0"/>
                        </a:spcBef>
                        <a:spcAft>
                          <a:spcPts val="600"/>
                        </a:spcAft>
                        <a:buFont typeface="Arial" charset="0"/>
                        <a:defRPr sz="1000">
                          <a:solidFill>
                            <a:schemeClr val="tx2"/>
                          </a:solidFill>
                          <a:latin typeface="Arial" charset="0"/>
                          <a:ea typeface="ＭＳ Ｐゴシック"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US" sz="1200" b="0" i="0" u="none" strike="noStrike" cap="none" normalizeH="0" baseline="0" dirty="0">
                          <a:ln>
                            <a:noFill/>
                          </a:ln>
                          <a:solidFill>
                            <a:srgbClr val="67B2E8"/>
                          </a:solidFill>
                          <a:effectLst/>
                          <a:latin typeface="Arial" charset="0"/>
                          <a:ea typeface="ＭＳ Ｐゴシック" charset="-128"/>
                        </a:rPr>
                        <a:t>Hypothesis</a:t>
                      </a:r>
                    </a:p>
                    <a:p>
                      <a:pPr marL="0" marR="0" lvl="0" indent="0" algn="l" defTabSz="914400" rtl="0" eaLnBrk="1" fontAlgn="base" latinLnBrk="0" hangingPunct="1">
                        <a:lnSpc>
                          <a:spcPct val="130000"/>
                        </a:lnSpc>
                        <a:spcBef>
                          <a:spcPct val="0"/>
                        </a:spcBef>
                        <a:spcAft>
                          <a:spcPct val="0"/>
                        </a:spcAft>
                        <a:buClrTx/>
                        <a:buSzTx/>
                        <a:buFontTx/>
                        <a:buNone/>
                        <a:tabLst/>
                      </a:pPr>
                      <a:r>
                        <a:rPr kumimoji="0" lang="en-US" altLang="en-US" sz="1100" b="0" i="0" u="none" strike="noStrike" cap="none" normalizeH="0" baseline="0" dirty="0" smtClean="0">
                          <a:ln>
                            <a:noFill/>
                          </a:ln>
                          <a:solidFill>
                            <a:srgbClr val="7F7F7F"/>
                          </a:solidFill>
                          <a:effectLst/>
                          <a:latin typeface="Arial" charset="0"/>
                          <a:ea typeface="ＭＳ Ｐゴシック" charset="-128"/>
                        </a:rPr>
                        <a:t>   Hunch</a:t>
                      </a:r>
                      <a:endParaRPr kumimoji="0" lang="en-US" altLang="en-US" sz="1100" b="0" i="0" u="none" strike="noStrike" cap="none" normalizeH="0" baseline="0" dirty="0">
                        <a:ln>
                          <a:noFill/>
                        </a:ln>
                        <a:solidFill>
                          <a:srgbClr val="7F7F7F"/>
                        </a:solidFill>
                        <a:effectLst/>
                        <a:latin typeface="Arial" charset="0"/>
                        <a:ea typeface="ＭＳ Ｐゴシック" charset="-128"/>
                      </a:endParaRPr>
                    </a:p>
                  </a:txBody>
                  <a:tcPr marT="91456" marB="45728" horzOverflow="overflow">
                    <a:lnL>
                      <a:noFill/>
                    </a:lnL>
                    <a:lnR w="6350" cap="flat" cmpd="sng" algn="ctr">
                      <a:solidFill>
                        <a:srgbClr val="0C2074"/>
                      </a:solidFill>
                      <a:prstDash val="solid"/>
                      <a:round/>
                      <a:headEnd type="none" w="med" len="med"/>
                      <a:tailEnd type="none" w="med" len="med"/>
                    </a:lnR>
                    <a:lnT w="6350" cap="flat" cmpd="sng" algn="ctr">
                      <a:solidFill>
                        <a:srgbClr val="0C2074"/>
                      </a:solidFill>
                      <a:prstDash val="solid"/>
                      <a:round/>
                      <a:headEnd type="none" w="med" len="med"/>
                      <a:tailEnd type="none" w="med" len="med"/>
                    </a:lnT>
                    <a:lnB>
                      <a:noFill/>
                    </a:lnB>
                    <a:lnTlToBr>
                      <a:noFill/>
                    </a:lnTlToBr>
                    <a:lnBlToTr>
                      <a:noFill/>
                    </a:lnBlToTr>
                    <a:solidFill>
                      <a:srgbClr val="FFFFFF"/>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normalizeH="0" baseline="0" dirty="0" smtClean="0">
                          <a:ln>
                            <a:noFill/>
                          </a:ln>
                          <a:solidFill>
                            <a:schemeClr val="tx1"/>
                          </a:solidFill>
                          <a:effectLst/>
                          <a:latin typeface="Arial" charset="0"/>
                          <a:ea typeface="ＭＳ Ｐゴシック" charset="-128"/>
                          <a:cs typeface="+mn-cs"/>
                        </a:rPr>
                        <a:t>Our team suspects that often times little problems become nuances of the job, or big ideas that could offer drastic improvements are untapped potential, because the people that encounter them don’t know who to talk to or where to start. </a:t>
                      </a:r>
                    </a:p>
                    <a:p>
                      <a:endParaRPr lang="en-US" dirty="0"/>
                    </a:p>
                  </a:txBody>
                  <a:tcPr marT="91456" marB="45728" horzOverflow="overflow">
                    <a:lnL w="6350" cap="flat" cmpd="sng" algn="ctr">
                      <a:solidFill>
                        <a:srgbClr val="0C2074"/>
                      </a:solidFill>
                      <a:prstDash val="solid"/>
                      <a:round/>
                      <a:headEnd type="none" w="med" len="med"/>
                      <a:tailEnd type="none" w="med" len="med"/>
                    </a:lnL>
                    <a:lnR w="6350" cap="flat" cmpd="sng" algn="ctr">
                      <a:solidFill>
                        <a:srgbClr val="0C2074"/>
                      </a:solidFill>
                      <a:prstDash val="solid"/>
                      <a:round/>
                      <a:headEnd type="none" w="med" len="med"/>
                      <a:tailEnd type="none" w="med" len="med"/>
                    </a:lnR>
                    <a:lnT w="6350" cap="flat" cmpd="sng" algn="ctr">
                      <a:solidFill>
                        <a:srgbClr val="0C2074"/>
                      </a:solidFill>
                      <a:prstDash val="solid"/>
                      <a:round/>
                      <a:headEnd type="none" w="med" len="med"/>
                      <a:tailEnd type="none" w="med" len="med"/>
                    </a:lnT>
                    <a:lnB>
                      <a:noFill/>
                    </a:lnB>
                    <a:lnTlToBr>
                      <a:noFill/>
                    </a:lnTlToBr>
                    <a:lnBlToTr>
                      <a:noFill/>
                    </a:lnBlToTr>
                    <a:solidFill>
                      <a:srgbClr val="FFFFFF"/>
                    </a:solidFill>
                  </a:tcPr>
                </a:tc>
              </a:tr>
            </a:tbl>
          </a:graphicData>
        </a:graphic>
      </p:graphicFrame>
      <p:sp>
        <p:nvSpPr>
          <p:cNvPr id="3" name="TextBox 2"/>
          <p:cNvSpPr txBox="1"/>
          <p:nvPr/>
        </p:nvSpPr>
        <p:spPr>
          <a:xfrm>
            <a:off x="6705600" y="836650"/>
            <a:ext cx="1752600" cy="307777"/>
          </a:xfrm>
          <a:prstGeom prst="rect">
            <a:avLst/>
          </a:prstGeom>
          <a:noFill/>
        </p:spPr>
        <p:txBody>
          <a:bodyPr wrap="square" rtlCol="0">
            <a:spAutoFit/>
          </a:bodyPr>
          <a:lstStyle/>
          <a:p>
            <a:pPr algn="r"/>
            <a:r>
              <a:rPr lang="en-US" sz="1400" dirty="0" smtClean="0">
                <a:solidFill>
                  <a:srgbClr val="FF0000"/>
                </a:solidFill>
              </a:rPr>
              <a:t>DESIRABILITY - A</a:t>
            </a:r>
            <a:endParaRPr lang="en-US" sz="1400" dirty="0">
              <a:solidFill>
                <a:srgbClr val="FF0000"/>
              </a:solidFill>
            </a:endParaRPr>
          </a:p>
        </p:txBody>
      </p:sp>
    </p:spTree>
    <p:extLst>
      <p:ext uri="{BB962C8B-B14F-4D97-AF65-F5344CB8AC3E}">
        <p14:creationId xmlns:p14="http://schemas.microsoft.com/office/powerpoint/2010/main" val="1587122773"/>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1" name="Title 1"/>
          <p:cNvSpPr>
            <a:spLocks noGrp="1"/>
          </p:cNvSpPr>
          <p:nvPr>
            <p:ph type="title"/>
          </p:nvPr>
        </p:nvSpPr>
        <p:spPr>
          <a:xfrm>
            <a:off x="1752600" y="369888"/>
            <a:ext cx="6623050" cy="762000"/>
          </a:xfrm>
        </p:spPr>
        <p:txBody>
          <a:bodyPr anchor="t"/>
          <a:lstStyle/>
          <a:p>
            <a:pPr algn="r" eaLnBrk="1" hangingPunct="1"/>
            <a:r>
              <a:rPr lang="en-US" altLang="en-US" b="0" dirty="0">
                <a:ea typeface="ＭＳ Ｐゴシック" charset="-128"/>
              </a:rPr>
              <a:t>INNOVATION CANVAS</a:t>
            </a:r>
          </a:p>
        </p:txBody>
      </p:sp>
      <p:graphicFrame>
        <p:nvGraphicFramePr>
          <p:cNvPr id="29" name="Table 28"/>
          <p:cNvGraphicFramePr>
            <a:graphicFrameLocks noGrp="1"/>
          </p:cNvGraphicFramePr>
          <p:nvPr>
            <p:extLst>
              <p:ext uri="{D42A27DB-BD31-4B8C-83A1-F6EECF244321}">
                <p14:modId xmlns:p14="http://schemas.microsoft.com/office/powerpoint/2010/main" val="4216457925"/>
              </p:ext>
            </p:extLst>
          </p:nvPr>
        </p:nvGraphicFramePr>
        <p:xfrm>
          <a:off x="1039429" y="1593395"/>
          <a:ext cx="7315200" cy="5455920"/>
        </p:xfrm>
        <a:graphic>
          <a:graphicData uri="http://schemas.openxmlformats.org/drawingml/2006/table">
            <a:tbl>
              <a:tblPr/>
              <a:tblGrid>
                <a:gridCol w="1295400"/>
                <a:gridCol w="6019800"/>
              </a:tblGrid>
              <a:tr h="431710">
                <a:tc gridSpan="2">
                  <a:txBody>
                    <a:bodyPr/>
                    <a:lstStyle>
                      <a:lvl1pPr eaLnBrk="0" hangingPunct="0">
                        <a:spcAft>
                          <a:spcPts val="600"/>
                        </a:spcAft>
                        <a:buFont typeface="Arial" charset="0"/>
                        <a:defRPr>
                          <a:solidFill>
                            <a:schemeClr val="tx2"/>
                          </a:solidFill>
                          <a:latin typeface="Arial" charset="0"/>
                          <a:ea typeface="ＭＳ Ｐゴシック" charset="-128"/>
                        </a:defRPr>
                      </a:lvl1pPr>
                      <a:lvl2pPr marL="742950" indent="-285750" eaLnBrk="0" hangingPunct="0">
                        <a:spcAft>
                          <a:spcPts val="600"/>
                        </a:spcAft>
                        <a:buFont typeface="Arial" charset="0"/>
                        <a:defRPr sz="1600">
                          <a:solidFill>
                            <a:schemeClr val="tx2"/>
                          </a:solidFill>
                          <a:latin typeface="Arial" charset="0"/>
                          <a:ea typeface="ＭＳ Ｐゴシック" charset="-128"/>
                        </a:defRPr>
                      </a:lvl2pPr>
                      <a:lvl3pPr marL="1143000" indent="-228600" eaLnBrk="0" hangingPunct="0">
                        <a:spcAft>
                          <a:spcPts val="600"/>
                        </a:spcAft>
                        <a:buFont typeface="Arial" charset="0"/>
                        <a:defRPr sz="1400">
                          <a:solidFill>
                            <a:schemeClr val="tx2"/>
                          </a:solidFill>
                          <a:latin typeface="Arial" charset="0"/>
                          <a:ea typeface="ＭＳ Ｐゴシック" charset="-128"/>
                        </a:defRPr>
                      </a:lvl3pPr>
                      <a:lvl4pPr marL="1600200" indent="-228600" eaLnBrk="0" hangingPunct="0">
                        <a:spcAft>
                          <a:spcPts val="600"/>
                        </a:spcAft>
                        <a:buFont typeface="Arial" charset="0"/>
                        <a:defRPr sz="1200">
                          <a:solidFill>
                            <a:schemeClr val="tx2"/>
                          </a:solidFill>
                          <a:latin typeface="Arial" charset="0"/>
                          <a:ea typeface="ＭＳ Ｐゴシック" charset="-128"/>
                        </a:defRPr>
                      </a:lvl4pPr>
                      <a:lvl5pPr marL="2057400" indent="-228600" eaLnBrk="0" hangingPunct="0">
                        <a:spcAft>
                          <a:spcPts val="600"/>
                        </a:spcAft>
                        <a:buFont typeface="Arial" charset="0"/>
                        <a:defRPr sz="1000">
                          <a:solidFill>
                            <a:schemeClr val="tx2"/>
                          </a:solidFill>
                          <a:latin typeface="Arial" charset="0"/>
                          <a:ea typeface="ＭＳ Ｐゴシック" charset="-128"/>
                        </a:defRPr>
                      </a:lvl5pPr>
                      <a:lvl6pPr marL="2514600" indent="-228600" eaLnBrk="0" fontAlgn="base" hangingPunct="0">
                        <a:spcBef>
                          <a:spcPct val="0"/>
                        </a:spcBef>
                        <a:spcAft>
                          <a:spcPts val="600"/>
                        </a:spcAft>
                        <a:buFont typeface="Arial" charset="0"/>
                        <a:defRPr sz="1000">
                          <a:solidFill>
                            <a:schemeClr val="tx2"/>
                          </a:solidFill>
                          <a:latin typeface="Arial" charset="0"/>
                          <a:ea typeface="ＭＳ Ｐゴシック" charset="-128"/>
                        </a:defRPr>
                      </a:lvl6pPr>
                      <a:lvl7pPr marL="2971800" indent="-228600" eaLnBrk="0" fontAlgn="base" hangingPunct="0">
                        <a:spcBef>
                          <a:spcPct val="0"/>
                        </a:spcBef>
                        <a:spcAft>
                          <a:spcPts val="600"/>
                        </a:spcAft>
                        <a:buFont typeface="Arial" charset="0"/>
                        <a:defRPr sz="1000">
                          <a:solidFill>
                            <a:schemeClr val="tx2"/>
                          </a:solidFill>
                          <a:latin typeface="Arial" charset="0"/>
                          <a:ea typeface="ＭＳ Ｐゴシック" charset="-128"/>
                        </a:defRPr>
                      </a:lvl7pPr>
                      <a:lvl8pPr marL="3429000" indent="-228600" eaLnBrk="0" fontAlgn="base" hangingPunct="0">
                        <a:spcBef>
                          <a:spcPct val="0"/>
                        </a:spcBef>
                        <a:spcAft>
                          <a:spcPts val="600"/>
                        </a:spcAft>
                        <a:buFont typeface="Arial" charset="0"/>
                        <a:defRPr sz="1000">
                          <a:solidFill>
                            <a:schemeClr val="tx2"/>
                          </a:solidFill>
                          <a:latin typeface="Arial" charset="0"/>
                          <a:ea typeface="ＭＳ Ｐゴシック" charset="-128"/>
                        </a:defRPr>
                      </a:lvl8pPr>
                      <a:lvl9pPr marL="3886200" indent="-228600" eaLnBrk="0" fontAlgn="base" hangingPunct="0">
                        <a:spcBef>
                          <a:spcPct val="0"/>
                        </a:spcBef>
                        <a:spcAft>
                          <a:spcPts val="600"/>
                        </a:spcAft>
                        <a:buFont typeface="Arial" charset="0"/>
                        <a:defRPr sz="1000">
                          <a:solidFill>
                            <a:schemeClr val="tx2"/>
                          </a:solidFill>
                          <a:latin typeface="Arial" charset="0"/>
                          <a:ea typeface="ＭＳ Ｐゴシック"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US" sz="1200" b="0" i="0" u="none" strike="noStrike" cap="none" normalizeH="0" baseline="0" dirty="0">
                          <a:ln>
                            <a:noFill/>
                          </a:ln>
                          <a:solidFill>
                            <a:schemeClr val="bg1"/>
                          </a:solidFill>
                          <a:effectLst/>
                          <a:latin typeface="Arial" charset="0"/>
                          <a:ea typeface="ＭＳ Ｐゴシック" charset="-128"/>
                        </a:rPr>
                        <a:t>DESIRABILITY</a:t>
                      </a:r>
                    </a:p>
                  </a:txBody>
                  <a:tcPr marT="91456" marB="45728" horzOverflow="overflow">
                    <a:lnL>
                      <a:noFill/>
                    </a:lnL>
                    <a:lnR w="6350" cap="flat" cmpd="sng" algn="ctr">
                      <a:solidFill>
                        <a:srgbClr val="FFFFFF"/>
                      </a:solidFill>
                      <a:prstDash val="solid"/>
                      <a:round/>
                      <a:headEnd type="none" w="med" len="med"/>
                      <a:tailEnd type="none" w="med" len="med"/>
                    </a:lnR>
                    <a:lnT>
                      <a:noFill/>
                    </a:lnT>
                    <a:lnB w="6350" cap="flat" cmpd="sng" algn="ctr">
                      <a:solidFill>
                        <a:srgbClr val="FFFFFF"/>
                      </a:solidFill>
                      <a:prstDash val="solid"/>
                      <a:round/>
                      <a:headEnd type="none" w="med" len="med"/>
                      <a:tailEnd type="none" w="med" len="med"/>
                    </a:lnB>
                    <a:lnTlToBr>
                      <a:noFill/>
                    </a:lnTlToBr>
                    <a:lnBlToTr>
                      <a:noFill/>
                    </a:lnBlToTr>
                    <a:solidFill>
                      <a:srgbClr val="67B2E8"/>
                    </a:solidFill>
                  </a:tcPr>
                </a:tc>
                <a:tc hMerge="1">
                  <a:txBody>
                    <a:bodyPr/>
                    <a:lstStyle/>
                    <a:p>
                      <a:endParaRPr lang="en-US"/>
                    </a:p>
                  </a:txBody>
                  <a:tcPr/>
                </a:tc>
              </a:tr>
              <a:tr h="1436187">
                <a:tc>
                  <a:txBody>
                    <a:bodyPr/>
                    <a:lstStyle>
                      <a:lvl1pPr eaLnBrk="0" hangingPunct="0">
                        <a:spcAft>
                          <a:spcPts val="600"/>
                        </a:spcAft>
                        <a:buFont typeface="Arial" charset="0"/>
                        <a:defRPr>
                          <a:solidFill>
                            <a:schemeClr val="tx2"/>
                          </a:solidFill>
                          <a:latin typeface="Arial" charset="0"/>
                          <a:ea typeface="ＭＳ Ｐゴシック" charset="-128"/>
                        </a:defRPr>
                      </a:lvl1pPr>
                      <a:lvl2pPr marL="742950" indent="-285750" eaLnBrk="0" hangingPunct="0">
                        <a:spcAft>
                          <a:spcPts val="600"/>
                        </a:spcAft>
                        <a:buFont typeface="Arial" charset="0"/>
                        <a:defRPr sz="1600">
                          <a:solidFill>
                            <a:schemeClr val="tx2"/>
                          </a:solidFill>
                          <a:latin typeface="Arial" charset="0"/>
                          <a:ea typeface="ＭＳ Ｐゴシック" charset="-128"/>
                        </a:defRPr>
                      </a:lvl2pPr>
                      <a:lvl3pPr marL="1143000" indent="-228600" eaLnBrk="0" hangingPunct="0">
                        <a:spcAft>
                          <a:spcPts val="600"/>
                        </a:spcAft>
                        <a:buFont typeface="Arial" charset="0"/>
                        <a:defRPr sz="1400">
                          <a:solidFill>
                            <a:schemeClr val="tx2"/>
                          </a:solidFill>
                          <a:latin typeface="Arial" charset="0"/>
                          <a:ea typeface="ＭＳ Ｐゴシック" charset="-128"/>
                        </a:defRPr>
                      </a:lvl3pPr>
                      <a:lvl4pPr marL="1600200" indent="-228600" eaLnBrk="0" hangingPunct="0">
                        <a:spcAft>
                          <a:spcPts val="600"/>
                        </a:spcAft>
                        <a:buFont typeface="Arial" charset="0"/>
                        <a:defRPr sz="1200">
                          <a:solidFill>
                            <a:schemeClr val="tx2"/>
                          </a:solidFill>
                          <a:latin typeface="Arial" charset="0"/>
                          <a:ea typeface="ＭＳ Ｐゴシック" charset="-128"/>
                        </a:defRPr>
                      </a:lvl4pPr>
                      <a:lvl5pPr marL="2057400" indent="-228600" eaLnBrk="0" hangingPunct="0">
                        <a:spcAft>
                          <a:spcPts val="600"/>
                        </a:spcAft>
                        <a:buFont typeface="Arial" charset="0"/>
                        <a:defRPr sz="1000">
                          <a:solidFill>
                            <a:schemeClr val="tx2"/>
                          </a:solidFill>
                          <a:latin typeface="Arial" charset="0"/>
                          <a:ea typeface="ＭＳ Ｐゴシック" charset="-128"/>
                        </a:defRPr>
                      </a:lvl5pPr>
                      <a:lvl6pPr marL="2514600" indent="-228600" eaLnBrk="0" fontAlgn="base" hangingPunct="0">
                        <a:spcBef>
                          <a:spcPct val="0"/>
                        </a:spcBef>
                        <a:spcAft>
                          <a:spcPts val="600"/>
                        </a:spcAft>
                        <a:buFont typeface="Arial" charset="0"/>
                        <a:defRPr sz="1000">
                          <a:solidFill>
                            <a:schemeClr val="tx2"/>
                          </a:solidFill>
                          <a:latin typeface="Arial" charset="0"/>
                          <a:ea typeface="ＭＳ Ｐゴシック" charset="-128"/>
                        </a:defRPr>
                      </a:lvl6pPr>
                      <a:lvl7pPr marL="2971800" indent="-228600" eaLnBrk="0" fontAlgn="base" hangingPunct="0">
                        <a:spcBef>
                          <a:spcPct val="0"/>
                        </a:spcBef>
                        <a:spcAft>
                          <a:spcPts val="600"/>
                        </a:spcAft>
                        <a:buFont typeface="Arial" charset="0"/>
                        <a:defRPr sz="1000">
                          <a:solidFill>
                            <a:schemeClr val="tx2"/>
                          </a:solidFill>
                          <a:latin typeface="Arial" charset="0"/>
                          <a:ea typeface="ＭＳ Ｐゴシック" charset="-128"/>
                        </a:defRPr>
                      </a:lvl7pPr>
                      <a:lvl8pPr marL="3429000" indent="-228600" eaLnBrk="0" fontAlgn="base" hangingPunct="0">
                        <a:spcBef>
                          <a:spcPct val="0"/>
                        </a:spcBef>
                        <a:spcAft>
                          <a:spcPts val="600"/>
                        </a:spcAft>
                        <a:buFont typeface="Arial" charset="0"/>
                        <a:defRPr sz="1000">
                          <a:solidFill>
                            <a:schemeClr val="tx2"/>
                          </a:solidFill>
                          <a:latin typeface="Arial" charset="0"/>
                          <a:ea typeface="ＭＳ Ｐゴシック" charset="-128"/>
                        </a:defRPr>
                      </a:lvl8pPr>
                      <a:lvl9pPr marL="3886200" indent="-228600" eaLnBrk="0" fontAlgn="base" hangingPunct="0">
                        <a:spcBef>
                          <a:spcPct val="0"/>
                        </a:spcBef>
                        <a:spcAft>
                          <a:spcPts val="600"/>
                        </a:spcAft>
                        <a:buFont typeface="Arial" charset="0"/>
                        <a:defRPr sz="1000">
                          <a:solidFill>
                            <a:schemeClr val="tx2"/>
                          </a:solidFill>
                          <a:latin typeface="Arial" charset="0"/>
                          <a:ea typeface="ＭＳ Ｐゴシック"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US" sz="1200" b="0" i="0" u="none" strike="noStrike" cap="none" normalizeH="0" baseline="0" dirty="0">
                          <a:ln>
                            <a:noFill/>
                          </a:ln>
                          <a:solidFill>
                            <a:srgbClr val="67B2E8"/>
                          </a:solidFill>
                          <a:effectLst/>
                          <a:latin typeface="Arial" charset="0"/>
                          <a:ea typeface="ＭＳ Ｐゴシック" charset="-128"/>
                        </a:rPr>
                        <a:t>Solution</a:t>
                      </a:r>
                    </a:p>
                  </a:txBody>
                  <a:tcPr marT="91456" marB="45728" horzOverflow="overflow">
                    <a:lnL>
                      <a:noFill/>
                    </a:lnL>
                    <a:lnR w="6350" cap="flat" cmpd="sng" algn="ctr">
                      <a:solidFill>
                        <a:srgbClr val="0C2074"/>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0C2074"/>
                      </a:solidFill>
                      <a:prstDash val="solid"/>
                      <a:round/>
                      <a:headEnd type="none" w="med" len="med"/>
                      <a:tailEnd type="none" w="med" len="med"/>
                    </a:lnB>
                    <a:lnTlToBr>
                      <a:noFill/>
                    </a:lnTlToBr>
                    <a:lnBlToTr>
                      <a:noFill/>
                    </a:lnBlToTr>
                    <a:solidFill>
                      <a:srgbClr val="FFFFFF"/>
                    </a:solidFill>
                  </a:tcPr>
                </a:tc>
                <a:tc>
                  <a:txBody>
                    <a:bodyPr/>
                    <a:lstStyle/>
                    <a:p>
                      <a:r>
                        <a:rPr lang="en-US" sz="900" dirty="0" smtClean="0"/>
                        <a:t>1- </a:t>
                      </a:r>
                      <a:r>
                        <a:rPr lang="en-US" sz="900" baseline="0" dirty="0" smtClean="0"/>
                        <a:t>Information </a:t>
                      </a:r>
                      <a:r>
                        <a:rPr lang="en-US" sz="900" baseline="0" dirty="0" smtClean="0"/>
                        <a:t>portal like SharePoint can be used to host information for business lines. Business lines can also add links to their sites like e.g. </a:t>
                      </a:r>
                      <a:r>
                        <a:rPr lang="en-US" sz="900" kern="1200" baseline="0" dirty="0" smtClean="0">
                          <a:solidFill>
                            <a:schemeClr val="tx1"/>
                          </a:solidFill>
                          <a:latin typeface="+mn-lt"/>
                          <a:ea typeface="+mn-ea"/>
                          <a:cs typeface="+mn-cs"/>
                        </a:rPr>
                        <a:t>Operational Governance Repository. Business lines can define their procedures/processes in the form of business process diagrams (a very crisp but holistic representation of business processes), and a dedicated team can help them build business process diagrams.</a:t>
                      </a:r>
                    </a:p>
                    <a:p>
                      <a:r>
                        <a:rPr lang="en-US" sz="900" kern="1200" baseline="0" dirty="0" smtClean="0">
                          <a:solidFill>
                            <a:schemeClr val="tx1"/>
                          </a:solidFill>
                          <a:latin typeface="+mn-lt"/>
                          <a:ea typeface="+mn-ea"/>
                          <a:cs typeface="+mn-cs"/>
                        </a:rPr>
                        <a:t>2- Collaboration tool like Yammer can be used to invoke collaboration between business lines and technical teams to collaborate on challenges being faced and possible solutions. The information portal and collaboration tool should integrate with each other. The information portal can have link for Collaboration tool like Yammer and then Yammer can have a group (“Business </a:t>
                      </a:r>
                      <a:r>
                        <a:rPr lang="en-US" sz="900" kern="1200" baseline="0" dirty="0" smtClean="0">
                          <a:solidFill>
                            <a:schemeClr val="tx1"/>
                          </a:solidFill>
                          <a:latin typeface="+mn-lt"/>
                          <a:ea typeface="+mn-ea"/>
                          <a:cs typeface="+mn-cs"/>
                        </a:rPr>
                        <a:t>&amp; </a:t>
                      </a:r>
                      <a:r>
                        <a:rPr lang="en-US" sz="900" kern="1200" baseline="0" dirty="0" smtClean="0">
                          <a:solidFill>
                            <a:schemeClr val="tx1"/>
                          </a:solidFill>
                          <a:latin typeface="+mn-lt"/>
                          <a:ea typeface="+mn-ea"/>
                          <a:cs typeface="+mn-cs"/>
                        </a:rPr>
                        <a:t>Technical </a:t>
                      </a:r>
                      <a:r>
                        <a:rPr lang="en-US" sz="900" kern="1200" baseline="0" dirty="0" smtClean="0">
                          <a:solidFill>
                            <a:schemeClr val="tx1"/>
                          </a:solidFill>
                          <a:latin typeface="+mn-lt"/>
                          <a:ea typeface="+mn-ea"/>
                          <a:cs typeface="+mn-cs"/>
                        </a:rPr>
                        <a:t>Bridge</a:t>
                      </a:r>
                      <a:r>
                        <a:rPr lang="en-US" sz="900" kern="1200" baseline="0" dirty="0" smtClean="0">
                          <a:solidFill>
                            <a:schemeClr val="tx1"/>
                          </a:solidFill>
                          <a:latin typeface="+mn-lt"/>
                          <a:ea typeface="+mn-ea"/>
                          <a:cs typeface="+mn-cs"/>
                        </a:rPr>
                        <a:t>”) which directs towards information portal. Within Yammer group, </a:t>
                      </a:r>
                      <a:r>
                        <a:rPr lang="en-US" sz="900" kern="1200" baseline="0" dirty="0" smtClean="0">
                          <a:solidFill>
                            <a:schemeClr val="tx1"/>
                          </a:solidFill>
                          <a:latin typeface="+mn-lt"/>
                          <a:ea typeface="+mn-ea"/>
                          <a:cs typeface="+mn-cs"/>
                        </a:rPr>
                        <a:t>collaboration on separate </a:t>
                      </a:r>
                      <a:r>
                        <a:rPr lang="en-US" sz="900" kern="1200" baseline="0" dirty="0" smtClean="0">
                          <a:solidFill>
                            <a:schemeClr val="tx1"/>
                          </a:solidFill>
                          <a:latin typeface="+mn-lt"/>
                          <a:ea typeface="+mn-ea"/>
                          <a:cs typeface="+mn-cs"/>
                        </a:rPr>
                        <a:t>business </a:t>
                      </a:r>
                      <a:r>
                        <a:rPr lang="en-US" sz="900" kern="1200" baseline="0" dirty="0" smtClean="0">
                          <a:solidFill>
                            <a:schemeClr val="tx1"/>
                          </a:solidFill>
                          <a:latin typeface="+mn-lt"/>
                          <a:ea typeface="+mn-ea"/>
                          <a:cs typeface="+mn-cs"/>
                        </a:rPr>
                        <a:t>cases (seeking for a different particular solution) can be tracked  through tags or starting a separate conversation.</a:t>
                      </a:r>
                      <a:endParaRPr lang="en-US" sz="900" kern="1200" baseline="0" dirty="0" smtClean="0">
                        <a:solidFill>
                          <a:schemeClr val="tx1"/>
                        </a:solidFill>
                        <a:latin typeface="+mn-lt"/>
                        <a:ea typeface="+mn-ea"/>
                        <a:cs typeface="+mn-cs"/>
                      </a:endParaRPr>
                    </a:p>
                    <a:p>
                      <a:r>
                        <a:rPr lang="en-US" sz="900" kern="1200" baseline="0" dirty="0" smtClean="0">
                          <a:solidFill>
                            <a:schemeClr val="tx1"/>
                          </a:solidFill>
                          <a:latin typeface="+mn-lt"/>
                          <a:ea typeface="+mn-ea"/>
                          <a:cs typeface="+mn-cs"/>
                        </a:rPr>
                        <a:t>3- There should be a dedicated team assigned to this </a:t>
                      </a:r>
                      <a:r>
                        <a:rPr lang="en-US" sz="900" kern="1200" baseline="0" dirty="0" smtClean="0">
                          <a:solidFill>
                            <a:schemeClr val="tx1"/>
                          </a:solidFill>
                          <a:latin typeface="+mn-lt"/>
                          <a:ea typeface="+mn-ea"/>
                          <a:cs typeface="+mn-cs"/>
                        </a:rPr>
                        <a:t>initiative which will have two roles marketing &amp; facilitation. They </a:t>
                      </a:r>
                      <a:r>
                        <a:rPr lang="en-US" sz="900" kern="1200" baseline="0" dirty="0" smtClean="0">
                          <a:solidFill>
                            <a:schemeClr val="tx1"/>
                          </a:solidFill>
                          <a:latin typeface="+mn-lt"/>
                          <a:ea typeface="+mn-ea"/>
                          <a:cs typeface="+mn-cs"/>
                        </a:rPr>
                        <a:t>will be in charge of information portal &amp; collaboration tool. They will </a:t>
                      </a:r>
                      <a:r>
                        <a:rPr lang="en-US" sz="900" kern="1200" baseline="0" dirty="0" smtClean="0">
                          <a:solidFill>
                            <a:schemeClr val="tx1"/>
                          </a:solidFill>
                          <a:latin typeface="+mn-lt"/>
                          <a:ea typeface="+mn-ea"/>
                          <a:cs typeface="+mn-cs"/>
                        </a:rPr>
                        <a:t>be responsible of marketing these tools, will send </a:t>
                      </a:r>
                      <a:r>
                        <a:rPr lang="en-US" sz="900" kern="1200" baseline="0" dirty="0" smtClean="0">
                          <a:solidFill>
                            <a:schemeClr val="tx1"/>
                          </a:solidFill>
                          <a:latin typeface="+mn-lt"/>
                          <a:ea typeface="+mn-ea"/>
                          <a:cs typeface="+mn-cs"/>
                        </a:rPr>
                        <a:t>USB wide messages and will work on bringing people to start using these tools, basically directing business lines and technical teams to use these tools. They will also help/guide business lines to construct information and may be in creating business process diagrams and in </a:t>
                      </a:r>
                      <a:r>
                        <a:rPr lang="en-US" sz="900" kern="1200" baseline="0" dirty="0" smtClean="0">
                          <a:solidFill>
                            <a:schemeClr val="tx1"/>
                          </a:solidFill>
                          <a:latin typeface="+mn-lt"/>
                          <a:ea typeface="+mn-ea"/>
                          <a:cs typeface="+mn-cs"/>
                        </a:rPr>
                        <a:t>starting a conversation to collaborate and  </a:t>
                      </a:r>
                      <a:r>
                        <a:rPr lang="en-US" sz="900" kern="1200" baseline="0" dirty="0" smtClean="0">
                          <a:solidFill>
                            <a:schemeClr val="tx1"/>
                          </a:solidFill>
                          <a:latin typeface="+mn-lt"/>
                          <a:ea typeface="+mn-ea"/>
                          <a:cs typeface="+mn-cs"/>
                        </a:rPr>
                        <a:t>to seek solution for their challenges. They can help technical teams to submit solutions. They will make sure that fruitful collaboration is happening between business lines and technical teams.</a:t>
                      </a:r>
                      <a:endParaRPr lang="en-US" sz="900" kern="1200" baseline="0" dirty="0">
                        <a:solidFill>
                          <a:schemeClr val="tx1"/>
                        </a:solidFill>
                        <a:latin typeface="+mn-lt"/>
                        <a:ea typeface="+mn-ea"/>
                        <a:cs typeface="+mn-cs"/>
                      </a:endParaRPr>
                    </a:p>
                  </a:txBody>
                  <a:tcPr marT="91456" marB="45728" horzOverflow="overflow">
                    <a:lnL w="6350" cap="flat" cmpd="sng" algn="ctr">
                      <a:solidFill>
                        <a:srgbClr val="0C2074"/>
                      </a:solidFill>
                      <a:prstDash val="solid"/>
                      <a:round/>
                      <a:headEnd type="none" w="med" len="med"/>
                      <a:tailEnd type="none" w="med" len="med"/>
                    </a:lnL>
                    <a:lnR w="6350" cap="flat" cmpd="sng" algn="ctr">
                      <a:solidFill>
                        <a:srgbClr val="0C2074"/>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0C2074"/>
                      </a:solidFill>
                      <a:prstDash val="solid"/>
                      <a:round/>
                      <a:headEnd type="none" w="med" len="med"/>
                      <a:tailEnd type="none" w="med" len="med"/>
                    </a:lnB>
                    <a:lnTlToBr>
                      <a:noFill/>
                    </a:lnTlToBr>
                    <a:lnBlToTr>
                      <a:noFill/>
                    </a:lnBlToTr>
                    <a:solidFill>
                      <a:srgbClr val="FFFFFF"/>
                    </a:solidFill>
                  </a:tcPr>
                </a:tc>
              </a:tr>
              <a:tr h="1436187">
                <a:tc>
                  <a:txBody>
                    <a:bodyPr/>
                    <a:lstStyle>
                      <a:lvl1pPr eaLnBrk="0" hangingPunct="0">
                        <a:spcAft>
                          <a:spcPts val="600"/>
                        </a:spcAft>
                        <a:buFont typeface="Arial" charset="0"/>
                        <a:defRPr>
                          <a:solidFill>
                            <a:schemeClr val="tx2"/>
                          </a:solidFill>
                          <a:latin typeface="Arial" charset="0"/>
                          <a:ea typeface="ＭＳ Ｐゴシック" charset="-128"/>
                        </a:defRPr>
                      </a:lvl1pPr>
                      <a:lvl2pPr marL="742950" indent="-285750" eaLnBrk="0" hangingPunct="0">
                        <a:spcAft>
                          <a:spcPts val="600"/>
                        </a:spcAft>
                        <a:buFont typeface="Arial" charset="0"/>
                        <a:defRPr sz="1600">
                          <a:solidFill>
                            <a:schemeClr val="tx2"/>
                          </a:solidFill>
                          <a:latin typeface="Arial" charset="0"/>
                          <a:ea typeface="ＭＳ Ｐゴシック" charset="-128"/>
                        </a:defRPr>
                      </a:lvl2pPr>
                      <a:lvl3pPr marL="1143000" indent="-228600" eaLnBrk="0" hangingPunct="0">
                        <a:spcAft>
                          <a:spcPts val="600"/>
                        </a:spcAft>
                        <a:buFont typeface="Arial" charset="0"/>
                        <a:defRPr sz="1400">
                          <a:solidFill>
                            <a:schemeClr val="tx2"/>
                          </a:solidFill>
                          <a:latin typeface="Arial" charset="0"/>
                          <a:ea typeface="ＭＳ Ｐゴシック" charset="-128"/>
                        </a:defRPr>
                      </a:lvl3pPr>
                      <a:lvl4pPr marL="1600200" indent="-228600" eaLnBrk="0" hangingPunct="0">
                        <a:spcAft>
                          <a:spcPts val="600"/>
                        </a:spcAft>
                        <a:buFont typeface="Arial" charset="0"/>
                        <a:defRPr sz="1200">
                          <a:solidFill>
                            <a:schemeClr val="tx2"/>
                          </a:solidFill>
                          <a:latin typeface="Arial" charset="0"/>
                          <a:ea typeface="ＭＳ Ｐゴシック" charset="-128"/>
                        </a:defRPr>
                      </a:lvl4pPr>
                      <a:lvl5pPr marL="2057400" indent="-228600" eaLnBrk="0" hangingPunct="0">
                        <a:spcAft>
                          <a:spcPts val="600"/>
                        </a:spcAft>
                        <a:buFont typeface="Arial" charset="0"/>
                        <a:defRPr sz="1000">
                          <a:solidFill>
                            <a:schemeClr val="tx2"/>
                          </a:solidFill>
                          <a:latin typeface="Arial" charset="0"/>
                          <a:ea typeface="ＭＳ Ｐゴシック" charset="-128"/>
                        </a:defRPr>
                      </a:lvl5pPr>
                      <a:lvl6pPr marL="2514600" indent="-228600" eaLnBrk="0" fontAlgn="base" hangingPunct="0">
                        <a:spcBef>
                          <a:spcPct val="0"/>
                        </a:spcBef>
                        <a:spcAft>
                          <a:spcPts val="600"/>
                        </a:spcAft>
                        <a:buFont typeface="Arial" charset="0"/>
                        <a:defRPr sz="1000">
                          <a:solidFill>
                            <a:schemeClr val="tx2"/>
                          </a:solidFill>
                          <a:latin typeface="Arial" charset="0"/>
                          <a:ea typeface="ＭＳ Ｐゴシック" charset="-128"/>
                        </a:defRPr>
                      </a:lvl6pPr>
                      <a:lvl7pPr marL="2971800" indent="-228600" eaLnBrk="0" fontAlgn="base" hangingPunct="0">
                        <a:spcBef>
                          <a:spcPct val="0"/>
                        </a:spcBef>
                        <a:spcAft>
                          <a:spcPts val="600"/>
                        </a:spcAft>
                        <a:buFont typeface="Arial" charset="0"/>
                        <a:defRPr sz="1000">
                          <a:solidFill>
                            <a:schemeClr val="tx2"/>
                          </a:solidFill>
                          <a:latin typeface="Arial" charset="0"/>
                          <a:ea typeface="ＭＳ Ｐゴシック" charset="-128"/>
                        </a:defRPr>
                      </a:lvl7pPr>
                      <a:lvl8pPr marL="3429000" indent="-228600" eaLnBrk="0" fontAlgn="base" hangingPunct="0">
                        <a:spcBef>
                          <a:spcPct val="0"/>
                        </a:spcBef>
                        <a:spcAft>
                          <a:spcPts val="600"/>
                        </a:spcAft>
                        <a:buFont typeface="Arial" charset="0"/>
                        <a:defRPr sz="1000">
                          <a:solidFill>
                            <a:schemeClr val="tx2"/>
                          </a:solidFill>
                          <a:latin typeface="Arial" charset="0"/>
                          <a:ea typeface="ＭＳ Ｐゴシック" charset="-128"/>
                        </a:defRPr>
                      </a:lvl8pPr>
                      <a:lvl9pPr marL="3886200" indent="-228600" eaLnBrk="0" fontAlgn="base" hangingPunct="0">
                        <a:spcBef>
                          <a:spcPct val="0"/>
                        </a:spcBef>
                        <a:spcAft>
                          <a:spcPts val="600"/>
                        </a:spcAft>
                        <a:buFont typeface="Arial" charset="0"/>
                        <a:defRPr sz="1000">
                          <a:solidFill>
                            <a:schemeClr val="tx2"/>
                          </a:solidFill>
                          <a:latin typeface="Arial" charset="0"/>
                          <a:ea typeface="ＭＳ Ｐゴシック"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US" sz="1200" b="0" i="0" u="none" strike="noStrike" cap="none" normalizeH="0" baseline="0" dirty="0">
                          <a:ln>
                            <a:noFill/>
                          </a:ln>
                          <a:solidFill>
                            <a:srgbClr val="67B2E8"/>
                          </a:solidFill>
                          <a:effectLst/>
                          <a:latin typeface="Arial" charset="0"/>
                          <a:ea typeface="ＭＳ Ｐゴシック" charset="-128"/>
                        </a:rPr>
                        <a:t>Value </a:t>
                      </a:r>
                      <a:endParaRPr kumimoji="0" lang="en-US" altLang="en-US" sz="1200" b="0" i="0" u="none" strike="noStrike" cap="none" normalizeH="0" baseline="0" dirty="0" smtClean="0">
                        <a:ln>
                          <a:noFill/>
                        </a:ln>
                        <a:solidFill>
                          <a:srgbClr val="67B2E8"/>
                        </a:solidFill>
                        <a:effectLst/>
                        <a:latin typeface="Arial" charset="0"/>
                        <a:ea typeface="ＭＳ Ｐゴシック" charset="-128"/>
                      </a:endParaRPr>
                    </a:p>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US" sz="1200" b="0" i="0" u="none" strike="noStrike" cap="none" normalizeH="0" baseline="0" dirty="0" smtClean="0">
                          <a:ln>
                            <a:noFill/>
                          </a:ln>
                          <a:solidFill>
                            <a:srgbClr val="67B2E8"/>
                          </a:solidFill>
                          <a:effectLst/>
                          <a:latin typeface="Arial" charset="0"/>
                          <a:ea typeface="ＭＳ Ｐゴシック" charset="-128"/>
                        </a:rPr>
                        <a:t>Propositions</a:t>
                      </a:r>
                      <a:endParaRPr kumimoji="0" lang="en-US" altLang="en-US" sz="1200" b="0" i="0" u="none" strike="noStrike" cap="none" normalizeH="0" baseline="0" dirty="0">
                        <a:ln>
                          <a:noFill/>
                        </a:ln>
                        <a:solidFill>
                          <a:srgbClr val="67B2E8"/>
                        </a:solidFill>
                        <a:effectLst/>
                        <a:latin typeface="Arial" charset="0"/>
                        <a:ea typeface="ＭＳ Ｐゴシック" charset="-128"/>
                      </a:endParaRPr>
                    </a:p>
                    <a:p>
                      <a:pPr marL="0" marR="0" lvl="0" indent="0" algn="l" defTabSz="914400" rtl="0" eaLnBrk="1" fontAlgn="base" latinLnBrk="0" hangingPunct="1">
                        <a:lnSpc>
                          <a:spcPct val="130000"/>
                        </a:lnSpc>
                        <a:spcBef>
                          <a:spcPct val="0"/>
                        </a:spcBef>
                        <a:spcAft>
                          <a:spcPct val="0"/>
                        </a:spcAft>
                        <a:buClrTx/>
                        <a:buSzTx/>
                        <a:buFontTx/>
                        <a:buNone/>
                        <a:tabLst/>
                      </a:pPr>
                      <a:r>
                        <a:rPr kumimoji="0" lang="en-US" altLang="en-US" sz="1100" b="0" i="0" u="none" strike="noStrike" cap="none" normalizeH="0" baseline="0" dirty="0" smtClean="0">
                          <a:ln>
                            <a:noFill/>
                          </a:ln>
                          <a:solidFill>
                            <a:srgbClr val="7F7F7F"/>
                          </a:solidFill>
                          <a:effectLst/>
                          <a:latin typeface="Arial" charset="0"/>
                          <a:ea typeface="ＭＳ Ｐゴシック" charset="-128"/>
                        </a:rPr>
                        <a:t>   Customers</a:t>
                      </a:r>
                      <a:endParaRPr kumimoji="0" lang="en-US" altLang="en-US" sz="1100" b="0" i="0" u="none" strike="noStrike" cap="none" normalizeH="0" baseline="0" dirty="0">
                        <a:ln>
                          <a:noFill/>
                        </a:ln>
                        <a:solidFill>
                          <a:srgbClr val="7F7F7F"/>
                        </a:solidFill>
                        <a:effectLst/>
                        <a:latin typeface="Arial" charset="0"/>
                        <a:ea typeface="ＭＳ Ｐゴシック" charset="-128"/>
                      </a:endParaRPr>
                    </a:p>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US" sz="1100" b="0" i="0" u="none" strike="noStrike" cap="none" normalizeH="0" baseline="0" dirty="0" smtClean="0">
                          <a:ln>
                            <a:noFill/>
                          </a:ln>
                          <a:solidFill>
                            <a:srgbClr val="7F7F7F"/>
                          </a:solidFill>
                          <a:effectLst/>
                          <a:latin typeface="Arial" charset="0"/>
                          <a:ea typeface="ＭＳ Ｐゴシック" charset="-128"/>
                        </a:rPr>
                        <a:t>   Bank </a:t>
                      </a:r>
                      <a:endParaRPr kumimoji="0" lang="en-US" altLang="en-US" sz="1100" b="0" i="0" u="none" strike="noStrike" cap="none" normalizeH="0" baseline="0" dirty="0">
                        <a:ln>
                          <a:noFill/>
                        </a:ln>
                        <a:solidFill>
                          <a:srgbClr val="7F7F7F"/>
                        </a:solidFill>
                        <a:effectLst/>
                        <a:latin typeface="Arial" charset="0"/>
                        <a:ea typeface="ＭＳ Ｐゴシック" charset="-128"/>
                      </a:endParaRPr>
                    </a:p>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US" sz="1100" b="0" i="0" u="none" strike="noStrike" cap="none" normalizeH="0" baseline="0" dirty="0" smtClean="0">
                          <a:ln>
                            <a:noFill/>
                          </a:ln>
                          <a:solidFill>
                            <a:srgbClr val="7F7F7F"/>
                          </a:solidFill>
                          <a:effectLst/>
                          <a:latin typeface="Arial" charset="0"/>
                          <a:ea typeface="ＭＳ Ｐゴシック" charset="-128"/>
                        </a:rPr>
                        <a:t>   Other</a:t>
                      </a:r>
                      <a:endParaRPr kumimoji="0" lang="en-US" altLang="en-US" sz="1100" b="0" i="0" u="none" strike="noStrike" cap="none" normalizeH="0" baseline="0" dirty="0">
                        <a:ln>
                          <a:noFill/>
                        </a:ln>
                        <a:solidFill>
                          <a:srgbClr val="7F7F7F"/>
                        </a:solidFill>
                        <a:effectLst/>
                        <a:latin typeface="Arial" charset="0"/>
                        <a:ea typeface="ＭＳ Ｐゴシック" charset="-128"/>
                      </a:endParaRPr>
                    </a:p>
                  </a:txBody>
                  <a:tcPr marT="91456" marB="45728" horzOverflow="overflow">
                    <a:lnL>
                      <a:noFill/>
                    </a:lnL>
                    <a:lnR w="6350" cap="flat" cmpd="sng" algn="ctr">
                      <a:solidFill>
                        <a:srgbClr val="0C2074"/>
                      </a:solidFill>
                      <a:prstDash val="solid"/>
                      <a:round/>
                      <a:headEnd type="none" w="med" len="med"/>
                      <a:tailEnd type="none" w="med" len="med"/>
                    </a:lnR>
                    <a:lnT w="6350" cap="flat" cmpd="sng" algn="ctr">
                      <a:solidFill>
                        <a:srgbClr val="0C2074"/>
                      </a:solidFill>
                      <a:prstDash val="solid"/>
                      <a:round/>
                      <a:headEnd type="none" w="med" len="med"/>
                      <a:tailEnd type="none" w="med" len="med"/>
                    </a:lnT>
                    <a:lnB w="6350" cap="flat" cmpd="sng" algn="ctr">
                      <a:solidFill>
                        <a:srgbClr val="0C2074"/>
                      </a:solidFill>
                      <a:prstDash val="solid"/>
                      <a:round/>
                      <a:headEnd type="none" w="med" len="med"/>
                      <a:tailEnd type="none" w="med" len="med"/>
                    </a:lnB>
                    <a:lnTlToBr>
                      <a:noFill/>
                    </a:lnTlToBr>
                    <a:lnBlToTr>
                      <a:noFill/>
                    </a:lnBlToTr>
                    <a:solidFill>
                      <a:srgbClr val="FFFFFF"/>
                    </a:solidFill>
                  </a:tcPr>
                </a:tc>
                <a:tc>
                  <a:txBody>
                    <a:bodyPr/>
                    <a:lstStyle/>
                    <a:p>
                      <a:pPr marL="342900" indent="-342900">
                        <a:buAutoNum type="arabicPeriod"/>
                      </a:pPr>
                      <a:r>
                        <a:rPr lang="en-US" sz="1000" dirty="0" smtClean="0"/>
                        <a:t>Business</a:t>
                      </a:r>
                      <a:r>
                        <a:rPr lang="en-US" sz="1000" baseline="0" dirty="0" smtClean="0"/>
                        <a:t> lines can seek for solutions</a:t>
                      </a:r>
                    </a:p>
                    <a:p>
                      <a:pPr marL="342900" indent="-342900">
                        <a:buAutoNum type="arabicPeriod"/>
                      </a:pPr>
                      <a:r>
                        <a:rPr lang="en-US" sz="1000" baseline="0" dirty="0" smtClean="0"/>
                        <a:t>Business lines can share challenges they are facing</a:t>
                      </a:r>
                    </a:p>
                    <a:p>
                      <a:pPr marL="342900" indent="-342900">
                        <a:buAutoNum type="arabicPeriod"/>
                      </a:pPr>
                      <a:r>
                        <a:rPr lang="en-US" sz="1000" baseline="0" dirty="0" smtClean="0"/>
                        <a:t>Business lines can share their improvement ideas</a:t>
                      </a:r>
                      <a:r>
                        <a:rPr lang="en-US" sz="1000" baseline="0" dirty="0" smtClean="0"/>
                        <a:t>.</a:t>
                      </a:r>
                    </a:p>
                    <a:p>
                      <a:pPr marL="342900" indent="-342900">
                        <a:buAutoNum type="arabicPeriod"/>
                      </a:pPr>
                      <a:r>
                        <a:rPr lang="en-US" sz="1000" baseline="0" dirty="0" smtClean="0"/>
                        <a:t>Business lines and technical teams can get more educated through team conversations and that can spawn ideas.</a:t>
                      </a:r>
                      <a:endParaRPr lang="en-US" sz="1000" baseline="0" dirty="0" smtClean="0"/>
                    </a:p>
                    <a:p>
                      <a:pPr marL="342900" indent="-342900">
                        <a:buAutoNum type="arabicPeriod"/>
                      </a:pPr>
                      <a:r>
                        <a:rPr lang="en-US" sz="1000" baseline="0" dirty="0" smtClean="0"/>
                        <a:t>Technical teams can propose technical solutions to handle business challenges</a:t>
                      </a:r>
                    </a:p>
                    <a:p>
                      <a:pPr marL="342900" indent="-342900">
                        <a:buAutoNum type="arabicPeriod"/>
                      </a:pPr>
                      <a:r>
                        <a:rPr lang="en-US" sz="1000" baseline="0" dirty="0" smtClean="0"/>
                        <a:t>Technical teams can understand business procedures of several business lines</a:t>
                      </a:r>
                    </a:p>
                    <a:p>
                      <a:pPr marL="342900" indent="-342900">
                        <a:buAutoNum type="arabicPeriod"/>
                      </a:pPr>
                      <a:r>
                        <a:rPr lang="en-US" sz="1000" baseline="0" dirty="0" smtClean="0"/>
                        <a:t>Technical teams can propose ideas.</a:t>
                      </a:r>
                    </a:p>
                    <a:p>
                      <a:pPr marL="342900" indent="-342900">
                        <a:buAutoNum type="arabicPeriod"/>
                      </a:pPr>
                      <a:r>
                        <a:rPr lang="en-US" sz="1000" baseline="0" dirty="0" smtClean="0"/>
                        <a:t>Ideas and technical solution pitches can be generated that can help in revenue generation, increase efficiency, better customer experience.</a:t>
                      </a:r>
                    </a:p>
                    <a:p>
                      <a:pPr marL="342900" indent="-342900">
                        <a:buAutoNum type="arabicPeriod"/>
                      </a:pPr>
                      <a:endParaRPr lang="en-US" sz="1000" dirty="0"/>
                    </a:p>
                  </a:txBody>
                  <a:tcPr marT="91456" marB="45728" horzOverflow="overflow">
                    <a:lnL w="6350" cap="flat" cmpd="sng" algn="ctr">
                      <a:solidFill>
                        <a:srgbClr val="0C2074"/>
                      </a:solidFill>
                      <a:prstDash val="solid"/>
                      <a:round/>
                      <a:headEnd type="none" w="med" len="med"/>
                      <a:tailEnd type="none" w="med" len="med"/>
                    </a:lnL>
                    <a:lnR w="6350" cap="flat" cmpd="sng" algn="ctr">
                      <a:solidFill>
                        <a:srgbClr val="0C2074"/>
                      </a:solidFill>
                      <a:prstDash val="solid"/>
                      <a:round/>
                      <a:headEnd type="none" w="med" len="med"/>
                      <a:tailEnd type="none" w="med" len="med"/>
                    </a:lnR>
                    <a:lnT w="6350" cap="flat" cmpd="sng" algn="ctr">
                      <a:solidFill>
                        <a:srgbClr val="0C2074"/>
                      </a:solidFill>
                      <a:prstDash val="solid"/>
                      <a:round/>
                      <a:headEnd type="none" w="med" len="med"/>
                      <a:tailEnd type="none" w="med" len="med"/>
                    </a:lnT>
                    <a:lnB w="6350" cap="flat" cmpd="sng" algn="ctr">
                      <a:solidFill>
                        <a:srgbClr val="0C2074"/>
                      </a:solidFill>
                      <a:prstDash val="solid"/>
                      <a:round/>
                      <a:headEnd type="none" w="med" len="med"/>
                      <a:tailEnd type="none" w="med" len="med"/>
                    </a:lnB>
                    <a:lnTlToBr>
                      <a:noFill/>
                    </a:lnTlToBr>
                    <a:lnBlToTr>
                      <a:noFill/>
                    </a:lnBlToTr>
                    <a:solidFill>
                      <a:srgbClr val="FFFFFF"/>
                    </a:solidFill>
                  </a:tcPr>
                </a:tc>
              </a:tr>
              <a:tr h="741722">
                <a:tc>
                  <a:txBody>
                    <a:bodyPr/>
                    <a:lstStyle>
                      <a:lvl1pPr eaLnBrk="0" hangingPunct="0">
                        <a:spcAft>
                          <a:spcPts val="600"/>
                        </a:spcAft>
                        <a:buFont typeface="Arial" charset="0"/>
                        <a:defRPr>
                          <a:solidFill>
                            <a:schemeClr val="tx2"/>
                          </a:solidFill>
                          <a:latin typeface="Arial" charset="0"/>
                          <a:ea typeface="ＭＳ Ｐゴシック" charset="-128"/>
                        </a:defRPr>
                      </a:lvl1pPr>
                      <a:lvl2pPr marL="742950" indent="-285750" eaLnBrk="0" hangingPunct="0">
                        <a:spcAft>
                          <a:spcPts val="600"/>
                        </a:spcAft>
                        <a:buFont typeface="Arial" charset="0"/>
                        <a:defRPr sz="1600">
                          <a:solidFill>
                            <a:schemeClr val="tx2"/>
                          </a:solidFill>
                          <a:latin typeface="Arial" charset="0"/>
                          <a:ea typeface="ＭＳ Ｐゴシック" charset="-128"/>
                        </a:defRPr>
                      </a:lvl2pPr>
                      <a:lvl3pPr marL="1143000" indent="-228600" eaLnBrk="0" hangingPunct="0">
                        <a:spcAft>
                          <a:spcPts val="600"/>
                        </a:spcAft>
                        <a:buFont typeface="Arial" charset="0"/>
                        <a:defRPr sz="1400">
                          <a:solidFill>
                            <a:schemeClr val="tx2"/>
                          </a:solidFill>
                          <a:latin typeface="Arial" charset="0"/>
                          <a:ea typeface="ＭＳ Ｐゴシック" charset="-128"/>
                        </a:defRPr>
                      </a:lvl3pPr>
                      <a:lvl4pPr marL="1600200" indent="-228600" eaLnBrk="0" hangingPunct="0">
                        <a:spcAft>
                          <a:spcPts val="600"/>
                        </a:spcAft>
                        <a:buFont typeface="Arial" charset="0"/>
                        <a:defRPr sz="1200">
                          <a:solidFill>
                            <a:schemeClr val="tx2"/>
                          </a:solidFill>
                          <a:latin typeface="Arial" charset="0"/>
                          <a:ea typeface="ＭＳ Ｐゴシック" charset="-128"/>
                        </a:defRPr>
                      </a:lvl4pPr>
                      <a:lvl5pPr marL="2057400" indent="-228600" eaLnBrk="0" hangingPunct="0">
                        <a:spcAft>
                          <a:spcPts val="600"/>
                        </a:spcAft>
                        <a:buFont typeface="Arial" charset="0"/>
                        <a:defRPr sz="1000">
                          <a:solidFill>
                            <a:schemeClr val="tx2"/>
                          </a:solidFill>
                          <a:latin typeface="Arial" charset="0"/>
                          <a:ea typeface="ＭＳ Ｐゴシック" charset="-128"/>
                        </a:defRPr>
                      </a:lvl5pPr>
                      <a:lvl6pPr marL="2514600" indent="-228600" eaLnBrk="0" fontAlgn="base" hangingPunct="0">
                        <a:spcBef>
                          <a:spcPct val="0"/>
                        </a:spcBef>
                        <a:spcAft>
                          <a:spcPts val="600"/>
                        </a:spcAft>
                        <a:buFont typeface="Arial" charset="0"/>
                        <a:defRPr sz="1000">
                          <a:solidFill>
                            <a:schemeClr val="tx2"/>
                          </a:solidFill>
                          <a:latin typeface="Arial" charset="0"/>
                          <a:ea typeface="ＭＳ Ｐゴシック" charset="-128"/>
                        </a:defRPr>
                      </a:lvl6pPr>
                      <a:lvl7pPr marL="2971800" indent="-228600" eaLnBrk="0" fontAlgn="base" hangingPunct="0">
                        <a:spcBef>
                          <a:spcPct val="0"/>
                        </a:spcBef>
                        <a:spcAft>
                          <a:spcPts val="600"/>
                        </a:spcAft>
                        <a:buFont typeface="Arial" charset="0"/>
                        <a:defRPr sz="1000">
                          <a:solidFill>
                            <a:schemeClr val="tx2"/>
                          </a:solidFill>
                          <a:latin typeface="Arial" charset="0"/>
                          <a:ea typeface="ＭＳ Ｐゴシック" charset="-128"/>
                        </a:defRPr>
                      </a:lvl7pPr>
                      <a:lvl8pPr marL="3429000" indent="-228600" eaLnBrk="0" fontAlgn="base" hangingPunct="0">
                        <a:spcBef>
                          <a:spcPct val="0"/>
                        </a:spcBef>
                        <a:spcAft>
                          <a:spcPts val="600"/>
                        </a:spcAft>
                        <a:buFont typeface="Arial" charset="0"/>
                        <a:defRPr sz="1000">
                          <a:solidFill>
                            <a:schemeClr val="tx2"/>
                          </a:solidFill>
                          <a:latin typeface="Arial" charset="0"/>
                          <a:ea typeface="ＭＳ Ｐゴシック" charset="-128"/>
                        </a:defRPr>
                      </a:lvl8pPr>
                      <a:lvl9pPr marL="3886200" indent="-228600" eaLnBrk="0" fontAlgn="base" hangingPunct="0">
                        <a:spcBef>
                          <a:spcPct val="0"/>
                        </a:spcBef>
                        <a:spcAft>
                          <a:spcPts val="600"/>
                        </a:spcAft>
                        <a:buFont typeface="Arial" charset="0"/>
                        <a:defRPr sz="1000">
                          <a:solidFill>
                            <a:schemeClr val="tx2"/>
                          </a:solidFill>
                          <a:latin typeface="Arial" charset="0"/>
                          <a:ea typeface="ＭＳ Ｐゴシック"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US" sz="1200" b="0" i="0" u="none" strike="noStrike" cap="none" normalizeH="0" baseline="0" dirty="0">
                          <a:ln>
                            <a:noFill/>
                          </a:ln>
                          <a:solidFill>
                            <a:srgbClr val="67B2E8"/>
                          </a:solidFill>
                          <a:effectLst/>
                          <a:latin typeface="Arial" charset="0"/>
                          <a:ea typeface="ＭＳ Ｐゴシック" charset="-128"/>
                        </a:rPr>
                        <a:t>Market</a:t>
                      </a:r>
                    </a:p>
                    <a:p>
                      <a:pPr marL="0" marR="0" lvl="0" indent="0" algn="l" defTabSz="914400" rtl="0" eaLnBrk="1" fontAlgn="base" latinLnBrk="0" hangingPunct="1">
                        <a:lnSpc>
                          <a:spcPct val="130000"/>
                        </a:lnSpc>
                        <a:spcBef>
                          <a:spcPct val="0"/>
                        </a:spcBef>
                        <a:spcAft>
                          <a:spcPct val="0"/>
                        </a:spcAft>
                        <a:buClrTx/>
                        <a:buSzTx/>
                        <a:buFontTx/>
                        <a:buNone/>
                        <a:tabLst/>
                      </a:pPr>
                      <a:r>
                        <a:rPr kumimoji="0" lang="en-US" altLang="en-US" sz="1100" b="0" i="0" u="none" strike="noStrike" cap="none" normalizeH="0" baseline="0" dirty="0" smtClean="0">
                          <a:ln>
                            <a:noFill/>
                          </a:ln>
                          <a:solidFill>
                            <a:srgbClr val="7F7F7F"/>
                          </a:solidFill>
                          <a:effectLst/>
                          <a:latin typeface="Arial" charset="0"/>
                          <a:ea typeface="ＭＳ Ｐゴシック" charset="-128"/>
                        </a:rPr>
                        <a:t>   Internal</a:t>
                      </a:r>
                      <a:endParaRPr kumimoji="0" lang="en-US" altLang="en-US" sz="1100" b="0" i="0" u="none" strike="noStrike" cap="none" normalizeH="0" baseline="0" dirty="0">
                        <a:ln>
                          <a:noFill/>
                        </a:ln>
                        <a:solidFill>
                          <a:srgbClr val="7F7F7F"/>
                        </a:solidFill>
                        <a:effectLst/>
                        <a:latin typeface="Arial" charset="0"/>
                        <a:ea typeface="ＭＳ Ｐゴシック" charset="-128"/>
                      </a:endParaRPr>
                    </a:p>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US" sz="1100" b="0" i="0" u="none" strike="noStrike" cap="none" normalizeH="0" baseline="0" dirty="0" smtClean="0">
                          <a:ln>
                            <a:noFill/>
                          </a:ln>
                          <a:solidFill>
                            <a:srgbClr val="7F7F7F"/>
                          </a:solidFill>
                          <a:effectLst/>
                          <a:latin typeface="Arial" charset="0"/>
                          <a:ea typeface="ＭＳ Ｐゴシック" charset="-128"/>
                        </a:rPr>
                        <a:t>   External</a:t>
                      </a:r>
                      <a:endParaRPr kumimoji="0" lang="en-US" altLang="en-US" sz="1100" b="0" i="0" u="none" strike="noStrike" cap="none" normalizeH="0" baseline="0" dirty="0">
                        <a:ln>
                          <a:noFill/>
                        </a:ln>
                        <a:solidFill>
                          <a:srgbClr val="7F7F7F"/>
                        </a:solidFill>
                        <a:effectLst/>
                        <a:latin typeface="Arial" charset="0"/>
                        <a:ea typeface="ＭＳ Ｐゴシック" charset="-128"/>
                      </a:endParaRPr>
                    </a:p>
                  </a:txBody>
                  <a:tcPr marT="91456" marB="45728" horzOverflow="overflow">
                    <a:lnL>
                      <a:noFill/>
                    </a:lnL>
                    <a:lnR w="6350" cap="flat" cmpd="sng" algn="ctr">
                      <a:solidFill>
                        <a:srgbClr val="0C2074"/>
                      </a:solidFill>
                      <a:prstDash val="solid"/>
                      <a:round/>
                      <a:headEnd type="none" w="med" len="med"/>
                      <a:tailEnd type="none" w="med" len="med"/>
                    </a:lnR>
                    <a:lnT w="6350" cap="flat" cmpd="sng" algn="ctr">
                      <a:solidFill>
                        <a:srgbClr val="0C2074"/>
                      </a:solidFill>
                      <a:prstDash val="solid"/>
                      <a:round/>
                      <a:headEnd type="none" w="med" len="med"/>
                      <a:tailEnd type="none" w="med" len="med"/>
                    </a:lnT>
                    <a:lnB>
                      <a:noFill/>
                    </a:lnB>
                    <a:lnTlToBr>
                      <a:noFill/>
                    </a:lnTlToBr>
                    <a:lnBlToTr>
                      <a:noFill/>
                    </a:lnBlToTr>
                    <a:solidFill>
                      <a:srgbClr val="FFFFFF"/>
                    </a:solidFill>
                  </a:tcPr>
                </a:tc>
                <a:tc>
                  <a:txBody>
                    <a:bodyPr/>
                    <a:lstStyle/>
                    <a:p>
                      <a:r>
                        <a:rPr lang="en-US" sz="1000" dirty="0" smtClean="0"/>
                        <a:t>Internal - Business</a:t>
                      </a:r>
                      <a:r>
                        <a:rPr lang="en-US" sz="1000" baseline="0" dirty="0" smtClean="0"/>
                        <a:t> Lines</a:t>
                      </a:r>
                    </a:p>
                    <a:p>
                      <a:r>
                        <a:rPr lang="en-US" sz="1000" baseline="0" dirty="0" smtClean="0"/>
                        <a:t>External - Customers of Business Lines in terms of improved customer experience.</a:t>
                      </a:r>
                      <a:endParaRPr lang="en-US" sz="1000" dirty="0"/>
                    </a:p>
                  </a:txBody>
                  <a:tcPr marT="91456" marB="45728" horzOverflow="overflow">
                    <a:lnL w="6350" cap="flat" cmpd="sng" algn="ctr">
                      <a:solidFill>
                        <a:srgbClr val="0C2074"/>
                      </a:solidFill>
                      <a:prstDash val="solid"/>
                      <a:round/>
                      <a:headEnd type="none" w="med" len="med"/>
                      <a:tailEnd type="none" w="med" len="med"/>
                    </a:lnL>
                    <a:lnR w="6350" cap="flat" cmpd="sng" algn="ctr">
                      <a:solidFill>
                        <a:srgbClr val="0C2074"/>
                      </a:solidFill>
                      <a:prstDash val="solid"/>
                      <a:round/>
                      <a:headEnd type="none" w="med" len="med"/>
                      <a:tailEnd type="none" w="med" len="med"/>
                    </a:lnR>
                    <a:lnT w="6350" cap="flat" cmpd="sng" algn="ctr">
                      <a:solidFill>
                        <a:srgbClr val="0C2074"/>
                      </a:solidFill>
                      <a:prstDash val="solid"/>
                      <a:round/>
                      <a:headEnd type="none" w="med" len="med"/>
                      <a:tailEnd type="none" w="med" len="med"/>
                    </a:lnT>
                    <a:lnB>
                      <a:noFill/>
                    </a:lnB>
                    <a:lnTlToBr>
                      <a:noFill/>
                    </a:lnTlToBr>
                    <a:lnBlToTr>
                      <a:noFill/>
                    </a:lnBlToTr>
                    <a:solidFill>
                      <a:srgbClr val="FFFFFF"/>
                    </a:solidFill>
                  </a:tcPr>
                </a:tc>
              </a:tr>
            </a:tbl>
          </a:graphicData>
        </a:graphic>
      </p:graphicFrame>
      <p:sp>
        <p:nvSpPr>
          <p:cNvPr id="3" name="TextBox 2"/>
          <p:cNvSpPr txBox="1"/>
          <p:nvPr/>
        </p:nvSpPr>
        <p:spPr>
          <a:xfrm>
            <a:off x="6705600" y="836650"/>
            <a:ext cx="1752600" cy="307777"/>
          </a:xfrm>
          <a:prstGeom prst="rect">
            <a:avLst/>
          </a:prstGeom>
          <a:noFill/>
        </p:spPr>
        <p:txBody>
          <a:bodyPr wrap="square" rtlCol="0">
            <a:spAutoFit/>
          </a:bodyPr>
          <a:lstStyle/>
          <a:p>
            <a:pPr algn="r"/>
            <a:r>
              <a:rPr lang="en-US" sz="1400" smtClean="0">
                <a:solidFill>
                  <a:srgbClr val="FF0000"/>
                </a:solidFill>
              </a:rPr>
              <a:t>DESIRABILITY - B</a:t>
            </a:r>
            <a:endParaRPr lang="en-US" sz="1400" dirty="0">
              <a:solidFill>
                <a:srgbClr val="FF0000"/>
              </a:solidFill>
            </a:endParaRPr>
          </a:p>
        </p:txBody>
      </p:sp>
    </p:spTree>
    <p:extLst>
      <p:ext uri="{BB962C8B-B14F-4D97-AF65-F5344CB8AC3E}">
        <p14:creationId xmlns:p14="http://schemas.microsoft.com/office/powerpoint/2010/main" val="1763725036"/>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1" name="Title 1"/>
          <p:cNvSpPr>
            <a:spLocks noGrp="1"/>
          </p:cNvSpPr>
          <p:nvPr>
            <p:ph type="title"/>
          </p:nvPr>
        </p:nvSpPr>
        <p:spPr>
          <a:xfrm>
            <a:off x="1752600" y="369888"/>
            <a:ext cx="6623050" cy="762000"/>
          </a:xfrm>
        </p:spPr>
        <p:txBody>
          <a:bodyPr anchor="t"/>
          <a:lstStyle/>
          <a:p>
            <a:pPr algn="r" eaLnBrk="1" hangingPunct="1"/>
            <a:r>
              <a:rPr lang="en-US" altLang="en-US" b="0" dirty="0">
                <a:ea typeface="ＭＳ Ｐゴシック" charset="-128"/>
              </a:rPr>
              <a:t>INNOVATION CANVAS</a:t>
            </a:r>
          </a:p>
        </p:txBody>
      </p:sp>
      <p:graphicFrame>
        <p:nvGraphicFramePr>
          <p:cNvPr id="29" name="Table 28"/>
          <p:cNvGraphicFramePr>
            <a:graphicFrameLocks noGrp="1"/>
          </p:cNvGraphicFramePr>
          <p:nvPr>
            <p:extLst>
              <p:ext uri="{D42A27DB-BD31-4B8C-83A1-F6EECF244321}">
                <p14:modId xmlns:p14="http://schemas.microsoft.com/office/powerpoint/2010/main" val="1222584455"/>
              </p:ext>
            </p:extLst>
          </p:nvPr>
        </p:nvGraphicFramePr>
        <p:xfrm>
          <a:off x="990600" y="1752600"/>
          <a:ext cx="7315200" cy="4740271"/>
        </p:xfrm>
        <a:graphic>
          <a:graphicData uri="http://schemas.openxmlformats.org/drawingml/2006/table">
            <a:tbl>
              <a:tblPr/>
              <a:tblGrid>
                <a:gridCol w="1295400"/>
                <a:gridCol w="6019800"/>
              </a:tblGrid>
              <a:tr h="431710">
                <a:tc gridSpan="2">
                  <a:txBody>
                    <a:bodyPr/>
                    <a:lstStyle>
                      <a:lvl1pPr eaLnBrk="0" hangingPunct="0">
                        <a:spcAft>
                          <a:spcPts val="600"/>
                        </a:spcAft>
                        <a:buFont typeface="Arial" charset="0"/>
                        <a:defRPr>
                          <a:solidFill>
                            <a:schemeClr val="tx2"/>
                          </a:solidFill>
                          <a:latin typeface="Arial" charset="0"/>
                          <a:ea typeface="ＭＳ Ｐゴシック" charset="-128"/>
                        </a:defRPr>
                      </a:lvl1pPr>
                      <a:lvl2pPr marL="742950" indent="-285750" eaLnBrk="0" hangingPunct="0">
                        <a:spcAft>
                          <a:spcPts val="600"/>
                        </a:spcAft>
                        <a:buFont typeface="Arial" charset="0"/>
                        <a:defRPr sz="1600">
                          <a:solidFill>
                            <a:schemeClr val="tx2"/>
                          </a:solidFill>
                          <a:latin typeface="Arial" charset="0"/>
                          <a:ea typeface="ＭＳ Ｐゴシック" charset="-128"/>
                        </a:defRPr>
                      </a:lvl2pPr>
                      <a:lvl3pPr marL="1143000" indent="-228600" eaLnBrk="0" hangingPunct="0">
                        <a:spcAft>
                          <a:spcPts val="600"/>
                        </a:spcAft>
                        <a:buFont typeface="Arial" charset="0"/>
                        <a:defRPr sz="1400">
                          <a:solidFill>
                            <a:schemeClr val="tx2"/>
                          </a:solidFill>
                          <a:latin typeface="Arial" charset="0"/>
                          <a:ea typeface="ＭＳ Ｐゴシック" charset="-128"/>
                        </a:defRPr>
                      </a:lvl3pPr>
                      <a:lvl4pPr marL="1600200" indent="-228600" eaLnBrk="0" hangingPunct="0">
                        <a:spcAft>
                          <a:spcPts val="600"/>
                        </a:spcAft>
                        <a:buFont typeface="Arial" charset="0"/>
                        <a:defRPr sz="1200">
                          <a:solidFill>
                            <a:schemeClr val="tx2"/>
                          </a:solidFill>
                          <a:latin typeface="Arial" charset="0"/>
                          <a:ea typeface="ＭＳ Ｐゴシック" charset="-128"/>
                        </a:defRPr>
                      </a:lvl4pPr>
                      <a:lvl5pPr marL="2057400" indent="-228600" eaLnBrk="0" hangingPunct="0">
                        <a:spcAft>
                          <a:spcPts val="600"/>
                        </a:spcAft>
                        <a:buFont typeface="Arial" charset="0"/>
                        <a:defRPr sz="1000">
                          <a:solidFill>
                            <a:schemeClr val="tx2"/>
                          </a:solidFill>
                          <a:latin typeface="Arial" charset="0"/>
                          <a:ea typeface="ＭＳ Ｐゴシック" charset="-128"/>
                        </a:defRPr>
                      </a:lvl5pPr>
                      <a:lvl6pPr marL="2514600" indent="-228600" eaLnBrk="0" fontAlgn="base" hangingPunct="0">
                        <a:spcBef>
                          <a:spcPct val="0"/>
                        </a:spcBef>
                        <a:spcAft>
                          <a:spcPts val="600"/>
                        </a:spcAft>
                        <a:buFont typeface="Arial" charset="0"/>
                        <a:defRPr sz="1000">
                          <a:solidFill>
                            <a:schemeClr val="tx2"/>
                          </a:solidFill>
                          <a:latin typeface="Arial" charset="0"/>
                          <a:ea typeface="ＭＳ Ｐゴシック" charset="-128"/>
                        </a:defRPr>
                      </a:lvl6pPr>
                      <a:lvl7pPr marL="2971800" indent="-228600" eaLnBrk="0" fontAlgn="base" hangingPunct="0">
                        <a:spcBef>
                          <a:spcPct val="0"/>
                        </a:spcBef>
                        <a:spcAft>
                          <a:spcPts val="600"/>
                        </a:spcAft>
                        <a:buFont typeface="Arial" charset="0"/>
                        <a:defRPr sz="1000">
                          <a:solidFill>
                            <a:schemeClr val="tx2"/>
                          </a:solidFill>
                          <a:latin typeface="Arial" charset="0"/>
                          <a:ea typeface="ＭＳ Ｐゴシック" charset="-128"/>
                        </a:defRPr>
                      </a:lvl7pPr>
                      <a:lvl8pPr marL="3429000" indent="-228600" eaLnBrk="0" fontAlgn="base" hangingPunct="0">
                        <a:spcBef>
                          <a:spcPct val="0"/>
                        </a:spcBef>
                        <a:spcAft>
                          <a:spcPts val="600"/>
                        </a:spcAft>
                        <a:buFont typeface="Arial" charset="0"/>
                        <a:defRPr sz="1000">
                          <a:solidFill>
                            <a:schemeClr val="tx2"/>
                          </a:solidFill>
                          <a:latin typeface="Arial" charset="0"/>
                          <a:ea typeface="ＭＳ Ｐゴシック" charset="-128"/>
                        </a:defRPr>
                      </a:lvl8pPr>
                      <a:lvl9pPr marL="3886200" indent="-228600" eaLnBrk="0" fontAlgn="base" hangingPunct="0">
                        <a:spcBef>
                          <a:spcPct val="0"/>
                        </a:spcBef>
                        <a:spcAft>
                          <a:spcPts val="600"/>
                        </a:spcAft>
                        <a:buFont typeface="Arial" charset="0"/>
                        <a:defRPr sz="1000">
                          <a:solidFill>
                            <a:schemeClr val="tx2"/>
                          </a:solidFill>
                          <a:latin typeface="Arial" charset="0"/>
                          <a:ea typeface="ＭＳ Ｐゴシック"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US" sz="1200" b="0" i="0" u="none" strike="noStrike" cap="none" normalizeH="0" baseline="0" dirty="0">
                          <a:ln>
                            <a:noFill/>
                          </a:ln>
                          <a:solidFill>
                            <a:schemeClr val="bg1"/>
                          </a:solidFill>
                          <a:effectLst/>
                          <a:latin typeface="Arial" charset="0"/>
                          <a:ea typeface="ＭＳ Ｐゴシック" charset="-128"/>
                        </a:rPr>
                        <a:t>DESIRABILITY</a:t>
                      </a:r>
                    </a:p>
                  </a:txBody>
                  <a:tcPr marT="91456" marB="45728" horzOverflow="overflow">
                    <a:lnL>
                      <a:noFill/>
                    </a:lnL>
                    <a:lnR w="6350" cap="flat" cmpd="sng" algn="ctr">
                      <a:solidFill>
                        <a:srgbClr val="FFFFFF"/>
                      </a:solidFill>
                      <a:prstDash val="solid"/>
                      <a:round/>
                      <a:headEnd type="none" w="med" len="med"/>
                      <a:tailEnd type="none" w="med" len="med"/>
                    </a:lnR>
                    <a:lnT>
                      <a:noFill/>
                    </a:lnT>
                    <a:lnB w="6350" cap="flat" cmpd="sng" algn="ctr">
                      <a:solidFill>
                        <a:srgbClr val="FFFFFF"/>
                      </a:solidFill>
                      <a:prstDash val="solid"/>
                      <a:round/>
                      <a:headEnd type="none" w="med" len="med"/>
                      <a:tailEnd type="none" w="med" len="med"/>
                    </a:lnB>
                    <a:lnTlToBr>
                      <a:noFill/>
                    </a:lnTlToBr>
                    <a:lnBlToTr>
                      <a:noFill/>
                    </a:lnBlToTr>
                    <a:solidFill>
                      <a:srgbClr val="67B2E8"/>
                    </a:solidFill>
                  </a:tcPr>
                </a:tc>
                <a:tc hMerge="1">
                  <a:txBody>
                    <a:bodyPr/>
                    <a:lstStyle/>
                    <a:p>
                      <a:endParaRPr lang="en-US"/>
                    </a:p>
                  </a:txBody>
                  <a:tcPr/>
                </a:tc>
              </a:tr>
              <a:tr h="1436187">
                <a:tc>
                  <a:txBody>
                    <a:bodyPr/>
                    <a:lstStyle>
                      <a:lvl1pPr eaLnBrk="0" hangingPunct="0">
                        <a:spcAft>
                          <a:spcPts val="600"/>
                        </a:spcAft>
                        <a:buFont typeface="Arial" charset="0"/>
                        <a:defRPr>
                          <a:solidFill>
                            <a:schemeClr val="tx2"/>
                          </a:solidFill>
                          <a:latin typeface="Arial" charset="0"/>
                          <a:ea typeface="ＭＳ Ｐゴシック" charset="-128"/>
                        </a:defRPr>
                      </a:lvl1pPr>
                      <a:lvl2pPr eaLnBrk="0" hangingPunct="0">
                        <a:spcAft>
                          <a:spcPts val="600"/>
                        </a:spcAft>
                        <a:buFont typeface="Arial" charset="0"/>
                        <a:defRPr sz="1600">
                          <a:solidFill>
                            <a:schemeClr val="tx2"/>
                          </a:solidFill>
                          <a:latin typeface="Arial" charset="0"/>
                          <a:ea typeface="ＭＳ Ｐゴシック" charset="-128"/>
                        </a:defRPr>
                      </a:lvl2pPr>
                      <a:lvl3pPr marL="1143000" indent="-228600" eaLnBrk="0" hangingPunct="0">
                        <a:spcAft>
                          <a:spcPts val="600"/>
                        </a:spcAft>
                        <a:buFont typeface="Arial" charset="0"/>
                        <a:defRPr sz="1400">
                          <a:solidFill>
                            <a:schemeClr val="tx2"/>
                          </a:solidFill>
                          <a:latin typeface="Arial" charset="0"/>
                          <a:ea typeface="ＭＳ Ｐゴシック" charset="-128"/>
                        </a:defRPr>
                      </a:lvl3pPr>
                      <a:lvl4pPr marL="1600200" indent="-228600" eaLnBrk="0" hangingPunct="0">
                        <a:spcAft>
                          <a:spcPts val="600"/>
                        </a:spcAft>
                        <a:buFont typeface="Arial" charset="0"/>
                        <a:defRPr sz="1200">
                          <a:solidFill>
                            <a:schemeClr val="tx2"/>
                          </a:solidFill>
                          <a:latin typeface="Arial" charset="0"/>
                          <a:ea typeface="ＭＳ Ｐゴシック" charset="-128"/>
                        </a:defRPr>
                      </a:lvl4pPr>
                      <a:lvl5pPr marL="2057400" indent="-228600" eaLnBrk="0" hangingPunct="0">
                        <a:spcAft>
                          <a:spcPts val="600"/>
                        </a:spcAft>
                        <a:buFont typeface="Arial" charset="0"/>
                        <a:defRPr sz="1000">
                          <a:solidFill>
                            <a:schemeClr val="tx2"/>
                          </a:solidFill>
                          <a:latin typeface="Arial" charset="0"/>
                          <a:ea typeface="ＭＳ Ｐゴシック" charset="-128"/>
                        </a:defRPr>
                      </a:lvl5pPr>
                      <a:lvl6pPr marL="2514600" indent="-228600" eaLnBrk="0" fontAlgn="base" hangingPunct="0">
                        <a:spcBef>
                          <a:spcPct val="0"/>
                        </a:spcBef>
                        <a:spcAft>
                          <a:spcPts val="600"/>
                        </a:spcAft>
                        <a:buFont typeface="Arial" charset="0"/>
                        <a:defRPr sz="1000">
                          <a:solidFill>
                            <a:schemeClr val="tx2"/>
                          </a:solidFill>
                          <a:latin typeface="Arial" charset="0"/>
                          <a:ea typeface="ＭＳ Ｐゴシック" charset="-128"/>
                        </a:defRPr>
                      </a:lvl6pPr>
                      <a:lvl7pPr marL="2971800" indent="-228600" eaLnBrk="0" fontAlgn="base" hangingPunct="0">
                        <a:spcBef>
                          <a:spcPct val="0"/>
                        </a:spcBef>
                        <a:spcAft>
                          <a:spcPts val="600"/>
                        </a:spcAft>
                        <a:buFont typeface="Arial" charset="0"/>
                        <a:defRPr sz="1000">
                          <a:solidFill>
                            <a:schemeClr val="tx2"/>
                          </a:solidFill>
                          <a:latin typeface="Arial" charset="0"/>
                          <a:ea typeface="ＭＳ Ｐゴシック" charset="-128"/>
                        </a:defRPr>
                      </a:lvl7pPr>
                      <a:lvl8pPr marL="3429000" indent="-228600" eaLnBrk="0" fontAlgn="base" hangingPunct="0">
                        <a:spcBef>
                          <a:spcPct val="0"/>
                        </a:spcBef>
                        <a:spcAft>
                          <a:spcPts val="600"/>
                        </a:spcAft>
                        <a:buFont typeface="Arial" charset="0"/>
                        <a:defRPr sz="1000">
                          <a:solidFill>
                            <a:schemeClr val="tx2"/>
                          </a:solidFill>
                          <a:latin typeface="Arial" charset="0"/>
                          <a:ea typeface="ＭＳ Ｐゴシック" charset="-128"/>
                        </a:defRPr>
                      </a:lvl8pPr>
                      <a:lvl9pPr marL="3886200" indent="-228600" eaLnBrk="0" fontAlgn="base" hangingPunct="0">
                        <a:spcBef>
                          <a:spcPct val="0"/>
                        </a:spcBef>
                        <a:spcAft>
                          <a:spcPts val="600"/>
                        </a:spcAft>
                        <a:buFont typeface="Arial" charset="0"/>
                        <a:defRPr sz="1000">
                          <a:solidFill>
                            <a:schemeClr val="tx2"/>
                          </a:solidFill>
                          <a:latin typeface="Arial" charset="0"/>
                          <a:ea typeface="ＭＳ Ｐゴシック"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US" sz="1200" b="0" i="0" u="none" strike="noStrike" cap="none" normalizeH="0" baseline="0" dirty="0">
                          <a:ln>
                            <a:noFill/>
                          </a:ln>
                          <a:solidFill>
                            <a:srgbClr val="67B2E8"/>
                          </a:solidFill>
                          <a:effectLst/>
                          <a:latin typeface="Arial" charset="0"/>
                          <a:ea typeface="ＭＳ Ｐゴシック" charset="-128"/>
                        </a:rPr>
                        <a:t>Risk &amp; Compliance</a:t>
                      </a:r>
                    </a:p>
                    <a:p>
                      <a:pPr marL="0" marR="0" lvl="1" indent="0" algn="l" defTabSz="914400" rtl="0" eaLnBrk="1" fontAlgn="base" latinLnBrk="0" hangingPunct="1">
                        <a:lnSpc>
                          <a:spcPct val="130000"/>
                        </a:lnSpc>
                        <a:spcBef>
                          <a:spcPct val="0"/>
                        </a:spcBef>
                        <a:spcAft>
                          <a:spcPct val="0"/>
                        </a:spcAft>
                        <a:buClrTx/>
                        <a:buSzTx/>
                        <a:buFontTx/>
                        <a:buNone/>
                        <a:tabLst/>
                      </a:pPr>
                      <a:r>
                        <a:rPr kumimoji="0" lang="en-US" altLang="en-US" sz="1100" b="0" i="0" u="none" strike="noStrike" cap="none" normalizeH="0" baseline="0" dirty="0" smtClean="0">
                          <a:ln>
                            <a:noFill/>
                          </a:ln>
                          <a:solidFill>
                            <a:srgbClr val="7F7F7F"/>
                          </a:solidFill>
                          <a:effectLst/>
                          <a:latin typeface="Arial" charset="0"/>
                          <a:ea typeface="ＭＳ Ｐゴシック" charset="-128"/>
                        </a:rPr>
                        <a:t>   Legal</a:t>
                      </a:r>
                      <a:endParaRPr kumimoji="0" lang="en-US" altLang="en-US" sz="1100" b="0" i="0" u="none" strike="noStrike" cap="none" normalizeH="0" baseline="0" dirty="0">
                        <a:ln>
                          <a:noFill/>
                        </a:ln>
                        <a:solidFill>
                          <a:srgbClr val="7F7F7F"/>
                        </a:solidFill>
                        <a:effectLst/>
                        <a:latin typeface="Arial" charset="0"/>
                        <a:ea typeface="ＭＳ Ｐゴシック" charset="-128"/>
                      </a:endParaRPr>
                    </a:p>
                    <a:p>
                      <a:pPr marL="0" marR="0" lvl="1" indent="0" algn="l" defTabSz="914400" rtl="0" eaLnBrk="1" fontAlgn="base" latinLnBrk="0" hangingPunct="1">
                        <a:lnSpc>
                          <a:spcPct val="100000"/>
                        </a:lnSpc>
                        <a:spcBef>
                          <a:spcPct val="0"/>
                        </a:spcBef>
                        <a:spcAft>
                          <a:spcPct val="0"/>
                        </a:spcAft>
                        <a:buClrTx/>
                        <a:buSzTx/>
                        <a:buFontTx/>
                        <a:buNone/>
                        <a:tabLst/>
                      </a:pPr>
                      <a:r>
                        <a:rPr kumimoji="0" lang="en-US" altLang="en-US" sz="1100" b="0" i="0" u="none" strike="noStrike" cap="none" normalizeH="0" baseline="0" dirty="0" smtClean="0">
                          <a:ln>
                            <a:noFill/>
                          </a:ln>
                          <a:solidFill>
                            <a:srgbClr val="7F7F7F"/>
                          </a:solidFill>
                          <a:effectLst/>
                          <a:latin typeface="Arial" charset="0"/>
                          <a:ea typeface="ＭＳ Ｐゴシック" charset="-128"/>
                        </a:rPr>
                        <a:t>   Ethical</a:t>
                      </a:r>
                      <a:endParaRPr kumimoji="0" lang="en-US" altLang="en-US" sz="1100" b="0" i="0" u="none" strike="noStrike" cap="none" normalizeH="0" baseline="0" dirty="0">
                        <a:ln>
                          <a:noFill/>
                        </a:ln>
                        <a:solidFill>
                          <a:srgbClr val="7F7F7F"/>
                        </a:solidFill>
                        <a:effectLst/>
                        <a:latin typeface="Arial" charset="0"/>
                        <a:ea typeface="ＭＳ Ｐゴシック" charset="-128"/>
                      </a:endParaRPr>
                    </a:p>
                    <a:p>
                      <a:pPr marL="0" marR="0" lvl="1" indent="0" algn="l" defTabSz="914400" rtl="0" eaLnBrk="1" fontAlgn="base" latinLnBrk="0" hangingPunct="1">
                        <a:lnSpc>
                          <a:spcPct val="100000"/>
                        </a:lnSpc>
                        <a:spcBef>
                          <a:spcPct val="0"/>
                        </a:spcBef>
                        <a:spcAft>
                          <a:spcPct val="0"/>
                        </a:spcAft>
                        <a:buClrTx/>
                        <a:buSzTx/>
                        <a:buFontTx/>
                        <a:buNone/>
                        <a:tabLst/>
                      </a:pPr>
                      <a:r>
                        <a:rPr kumimoji="0" lang="en-US" altLang="en-US" sz="1100" b="0" i="0" u="none" strike="noStrike" cap="none" normalizeH="0" baseline="0" dirty="0" smtClean="0">
                          <a:ln>
                            <a:noFill/>
                          </a:ln>
                          <a:solidFill>
                            <a:srgbClr val="7F7F7F"/>
                          </a:solidFill>
                          <a:effectLst/>
                          <a:latin typeface="Arial" charset="0"/>
                          <a:ea typeface="ＭＳ Ｐゴシック" charset="-128"/>
                        </a:rPr>
                        <a:t>   Reputational</a:t>
                      </a:r>
                      <a:endParaRPr kumimoji="0" lang="en-US" altLang="en-US" sz="1100" b="0" i="0" u="none" strike="noStrike" cap="none" normalizeH="0" baseline="0" dirty="0">
                        <a:ln>
                          <a:noFill/>
                        </a:ln>
                        <a:solidFill>
                          <a:srgbClr val="7F7F7F"/>
                        </a:solidFill>
                        <a:effectLst/>
                        <a:latin typeface="Arial" charset="0"/>
                        <a:ea typeface="ＭＳ Ｐゴシック" charset="-128"/>
                      </a:endParaRPr>
                    </a:p>
                    <a:p>
                      <a:pPr marL="0" marR="0" lvl="1" indent="0" algn="l" defTabSz="914400" rtl="0" eaLnBrk="1" fontAlgn="base" latinLnBrk="0" hangingPunct="1">
                        <a:lnSpc>
                          <a:spcPct val="100000"/>
                        </a:lnSpc>
                        <a:spcBef>
                          <a:spcPct val="0"/>
                        </a:spcBef>
                        <a:spcAft>
                          <a:spcPct val="0"/>
                        </a:spcAft>
                        <a:buClrTx/>
                        <a:buSzTx/>
                        <a:buFontTx/>
                        <a:buNone/>
                        <a:tabLst/>
                      </a:pPr>
                      <a:r>
                        <a:rPr kumimoji="0" lang="en-US" altLang="en-US" sz="1100" b="0" i="0" u="none" strike="noStrike" cap="none" normalizeH="0" baseline="0" dirty="0" smtClean="0">
                          <a:ln>
                            <a:noFill/>
                          </a:ln>
                          <a:solidFill>
                            <a:srgbClr val="7F7F7F"/>
                          </a:solidFill>
                          <a:effectLst/>
                          <a:latin typeface="Arial" charset="0"/>
                          <a:ea typeface="ＭＳ Ｐゴシック" charset="-128"/>
                        </a:rPr>
                        <a:t>   Market</a:t>
                      </a:r>
                      <a:endParaRPr kumimoji="0" lang="en-US" altLang="en-US" sz="1100" b="0" i="0" u="none" strike="noStrike" cap="none" normalizeH="0" baseline="0" dirty="0">
                        <a:ln>
                          <a:noFill/>
                        </a:ln>
                        <a:solidFill>
                          <a:srgbClr val="7F7F7F"/>
                        </a:solidFill>
                        <a:effectLst/>
                        <a:latin typeface="Arial" charset="0"/>
                        <a:ea typeface="ＭＳ Ｐゴシック" charset="-128"/>
                      </a:endParaRPr>
                    </a:p>
                  </a:txBody>
                  <a:tcPr marT="91456" marB="45728" horzOverflow="overflow">
                    <a:lnL>
                      <a:noFill/>
                    </a:lnL>
                    <a:lnR w="6350" cap="flat" cmpd="sng" algn="ctr">
                      <a:solidFill>
                        <a:srgbClr val="0C2074"/>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0C2074"/>
                      </a:solidFill>
                      <a:prstDash val="solid"/>
                      <a:round/>
                      <a:headEnd type="none" w="med" len="med"/>
                      <a:tailEnd type="none" w="med" len="med"/>
                    </a:lnB>
                    <a:lnTlToBr>
                      <a:noFill/>
                    </a:lnTlToBr>
                    <a:lnBlToTr>
                      <a:noFill/>
                    </a:lnBlToTr>
                    <a:solidFill>
                      <a:srgbClr val="FFFFFF"/>
                    </a:solidFill>
                  </a:tcPr>
                </a:tc>
                <a:tc>
                  <a:txBody>
                    <a:bodyPr/>
                    <a:lstStyle/>
                    <a:p>
                      <a:endParaRPr lang="en-US" dirty="0"/>
                    </a:p>
                  </a:txBody>
                  <a:tcPr marT="91456" marB="45728" horzOverflow="overflow">
                    <a:lnL w="6350" cap="flat" cmpd="sng" algn="ctr">
                      <a:solidFill>
                        <a:srgbClr val="0C2074"/>
                      </a:solidFill>
                      <a:prstDash val="solid"/>
                      <a:round/>
                      <a:headEnd type="none" w="med" len="med"/>
                      <a:tailEnd type="none" w="med" len="med"/>
                    </a:lnL>
                    <a:lnR w="6350" cap="flat" cmpd="sng" algn="ctr">
                      <a:solidFill>
                        <a:srgbClr val="0C2074"/>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0C2074"/>
                      </a:solidFill>
                      <a:prstDash val="solid"/>
                      <a:round/>
                      <a:headEnd type="none" w="med" len="med"/>
                      <a:tailEnd type="none" w="med" len="med"/>
                    </a:lnB>
                    <a:lnTlToBr>
                      <a:noFill/>
                    </a:lnTlToBr>
                    <a:lnBlToTr>
                      <a:noFill/>
                    </a:lnBlToTr>
                    <a:solidFill>
                      <a:srgbClr val="FFFFFF"/>
                    </a:solidFill>
                  </a:tcPr>
                </a:tc>
              </a:tr>
              <a:tr h="1436187">
                <a:tc>
                  <a:txBody>
                    <a:bodyPr/>
                    <a:lstStyle>
                      <a:lvl1pPr eaLnBrk="0" hangingPunct="0">
                        <a:spcAft>
                          <a:spcPts val="600"/>
                        </a:spcAft>
                        <a:buFont typeface="Arial" charset="0"/>
                        <a:defRPr>
                          <a:solidFill>
                            <a:schemeClr val="tx2"/>
                          </a:solidFill>
                          <a:latin typeface="Arial" charset="0"/>
                          <a:ea typeface="ＭＳ Ｐゴシック" charset="-128"/>
                        </a:defRPr>
                      </a:lvl1pPr>
                      <a:lvl2pPr marL="742950" indent="-285750" eaLnBrk="0" hangingPunct="0">
                        <a:spcAft>
                          <a:spcPts val="600"/>
                        </a:spcAft>
                        <a:buFont typeface="Arial" charset="0"/>
                        <a:defRPr sz="1600">
                          <a:solidFill>
                            <a:schemeClr val="tx2"/>
                          </a:solidFill>
                          <a:latin typeface="Arial" charset="0"/>
                          <a:ea typeface="ＭＳ Ｐゴシック" charset="-128"/>
                        </a:defRPr>
                      </a:lvl2pPr>
                      <a:lvl3pPr marL="1143000" indent="-228600" eaLnBrk="0" hangingPunct="0">
                        <a:spcAft>
                          <a:spcPts val="600"/>
                        </a:spcAft>
                        <a:buFont typeface="Arial" charset="0"/>
                        <a:defRPr sz="1400">
                          <a:solidFill>
                            <a:schemeClr val="tx2"/>
                          </a:solidFill>
                          <a:latin typeface="Arial" charset="0"/>
                          <a:ea typeface="ＭＳ Ｐゴシック" charset="-128"/>
                        </a:defRPr>
                      </a:lvl3pPr>
                      <a:lvl4pPr marL="1600200" indent="-228600" eaLnBrk="0" hangingPunct="0">
                        <a:spcAft>
                          <a:spcPts val="600"/>
                        </a:spcAft>
                        <a:buFont typeface="Arial" charset="0"/>
                        <a:defRPr sz="1200">
                          <a:solidFill>
                            <a:schemeClr val="tx2"/>
                          </a:solidFill>
                          <a:latin typeface="Arial" charset="0"/>
                          <a:ea typeface="ＭＳ Ｐゴシック" charset="-128"/>
                        </a:defRPr>
                      </a:lvl4pPr>
                      <a:lvl5pPr marL="2057400" indent="-228600" eaLnBrk="0" hangingPunct="0">
                        <a:spcAft>
                          <a:spcPts val="600"/>
                        </a:spcAft>
                        <a:buFont typeface="Arial" charset="0"/>
                        <a:defRPr sz="1000">
                          <a:solidFill>
                            <a:schemeClr val="tx2"/>
                          </a:solidFill>
                          <a:latin typeface="Arial" charset="0"/>
                          <a:ea typeface="ＭＳ Ｐゴシック" charset="-128"/>
                        </a:defRPr>
                      </a:lvl5pPr>
                      <a:lvl6pPr marL="2514600" indent="-228600" eaLnBrk="0" fontAlgn="base" hangingPunct="0">
                        <a:spcBef>
                          <a:spcPct val="0"/>
                        </a:spcBef>
                        <a:spcAft>
                          <a:spcPts val="600"/>
                        </a:spcAft>
                        <a:buFont typeface="Arial" charset="0"/>
                        <a:defRPr sz="1000">
                          <a:solidFill>
                            <a:schemeClr val="tx2"/>
                          </a:solidFill>
                          <a:latin typeface="Arial" charset="0"/>
                          <a:ea typeface="ＭＳ Ｐゴシック" charset="-128"/>
                        </a:defRPr>
                      </a:lvl6pPr>
                      <a:lvl7pPr marL="2971800" indent="-228600" eaLnBrk="0" fontAlgn="base" hangingPunct="0">
                        <a:spcBef>
                          <a:spcPct val="0"/>
                        </a:spcBef>
                        <a:spcAft>
                          <a:spcPts val="600"/>
                        </a:spcAft>
                        <a:buFont typeface="Arial" charset="0"/>
                        <a:defRPr sz="1000">
                          <a:solidFill>
                            <a:schemeClr val="tx2"/>
                          </a:solidFill>
                          <a:latin typeface="Arial" charset="0"/>
                          <a:ea typeface="ＭＳ Ｐゴシック" charset="-128"/>
                        </a:defRPr>
                      </a:lvl7pPr>
                      <a:lvl8pPr marL="3429000" indent="-228600" eaLnBrk="0" fontAlgn="base" hangingPunct="0">
                        <a:spcBef>
                          <a:spcPct val="0"/>
                        </a:spcBef>
                        <a:spcAft>
                          <a:spcPts val="600"/>
                        </a:spcAft>
                        <a:buFont typeface="Arial" charset="0"/>
                        <a:defRPr sz="1000">
                          <a:solidFill>
                            <a:schemeClr val="tx2"/>
                          </a:solidFill>
                          <a:latin typeface="Arial" charset="0"/>
                          <a:ea typeface="ＭＳ Ｐゴシック" charset="-128"/>
                        </a:defRPr>
                      </a:lvl8pPr>
                      <a:lvl9pPr marL="3886200" indent="-228600" eaLnBrk="0" fontAlgn="base" hangingPunct="0">
                        <a:spcBef>
                          <a:spcPct val="0"/>
                        </a:spcBef>
                        <a:spcAft>
                          <a:spcPts val="600"/>
                        </a:spcAft>
                        <a:buFont typeface="Arial" charset="0"/>
                        <a:defRPr sz="1000">
                          <a:solidFill>
                            <a:schemeClr val="tx2"/>
                          </a:solidFill>
                          <a:latin typeface="Arial" charset="0"/>
                          <a:ea typeface="ＭＳ Ｐゴシック"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US" sz="1200" b="0" i="0" u="none" strike="noStrike" cap="none" normalizeH="0" baseline="0" dirty="0">
                          <a:ln>
                            <a:noFill/>
                          </a:ln>
                          <a:solidFill>
                            <a:srgbClr val="67B2E8"/>
                          </a:solidFill>
                          <a:effectLst/>
                          <a:latin typeface="Arial" charset="0"/>
                          <a:ea typeface="ＭＳ Ｐゴシック" charset="-128"/>
                        </a:rPr>
                        <a:t>Alignment</a:t>
                      </a:r>
                    </a:p>
                    <a:p>
                      <a:pPr marL="0" marR="0" lvl="0" indent="0" algn="l" defTabSz="914400" rtl="0" eaLnBrk="1" fontAlgn="base" latinLnBrk="0" hangingPunct="1">
                        <a:lnSpc>
                          <a:spcPct val="130000"/>
                        </a:lnSpc>
                        <a:spcBef>
                          <a:spcPct val="0"/>
                        </a:spcBef>
                        <a:spcAft>
                          <a:spcPct val="0"/>
                        </a:spcAft>
                        <a:buClrTx/>
                        <a:buSzTx/>
                        <a:buFontTx/>
                        <a:buNone/>
                        <a:tabLst/>
                      </a:pPr>
                      <a:r>
                        <a:rPr kumimoji="0" lang="en-US" altLang="en-US" sz="1100" b="0" i="0" u="none" strike="noStrike" cap="none" normalizeH="0" baseline="0" dirty="0" smtClean="0">
                          <a:ln>
                            <a:noFill/>
                          </a:ln>
                          <a:solidFill>
                            <a:srgbClr val="7F7F7F"/>
                          </a:solidFill>
                          <a:effectLst/>
                          <a:latin typeface="Arial" charset="0"/>
                          <a:ea typeface="ＭＳ Ｐゴシック" charset="-128"/>
                        </a:rPr>
                        <a:t>   Internal   </a:t>
                      </a:r>
                    </a:p>
                    <a:p>
                      <a:pPr marL="0" marR="0" lvl="0" indent="0" algn="l" defTabSz="914400" rtl="0" eaLnBrk="1" fontAlgn="base" latinLnBrk="0" hangingPunct="1">
                        <a:lnSpc>
                          <a:spcPct val="130000"/>
                        </a:lnSpc>
                        <a:spcBef>
                          <a:spcPct val="0"/>
                        </a:spcBef>
                        <a:spcAft>
                          <a:spcPct val="0"/>
                        </a:spcAft>
                        <a:buClrTx/>
                        <a:buSzTx/>
                        <a:buFontTx/>
                        <a:buNone/>
                        <a:tabLst/>
                      </a:pPr>
                      <a:r>
                        <a:rPr kumimoji="0" lang="en-US" altLang="en-US" sz="1100" b="0" i="0" u="none" strike="noStrike" cap="none" normalizeH="0" baseline="0" dirty="0" smtClean="0">
                          <a:ln>
                            <a:noFill/>
                          </a:ln>
                          <a:solidFill>
                            <a:srgbClr val="7F7F7F"/>
                          </a:solidFill>
                          <a:effectLst/>
                          <a:latin typeface="Arial" charset="0"/>
                          <a:ea typeface="ＭＳ Ｐゴシック" charset="-128"/>
                        </a:rPr>
                        <a:t>      (</a:t>
                      </a:r>
                      <a:r>
                        <a:rPr kumimoji="0" lang="en-US" altLang="en-US" sz="1100" b="0" i="0" u="none" strike="noStrike" cap="none" normalizeH="0" baseline="0" dirty="0">
                          <a:ln>
                            <a:noFill/>
                          </a:ln>
                          <a:solidFill>
                            <a:srgbClr val="7F7F7F"/>
                          </a:solidFill>
                          <a:effectLst/>
                          <a:latin typeface="Arial" charset="0"/>
                          <a:ea typeface="ＭＳ Ｐゴシック" charset="-128"/>
                        </a:rPr>
                        <a:t>Sponsors)</a:t>
                      </a:r>
                    </a:p>
                    <a:p>
                      <a:pPr marL="0" marR="0" lvl="0" indent="0" algn="l" defTabSz="914400" rtl="0" eaLnBrk="1" fontAlgn="base" latinLnBrk="0" hangingPunct="1">
                        <a:lnSpc>
                          <a:spcPct val="110000"/>
                        </a:lnSpc>
                        <a:spcBef>
                          <a:spcPct val="0"/>
                        </a:spcBef>
                        <a:spcAft>
                          <a:spcPct val="0"/>
                        </a:spcAft>
                        <a:buClrTx/>
                        <a:buSzTx/>
                        <a:buFontTx/>
                        <a:buNone/>
                        <a:tabLst/>
                      </a:pPr>
                      <a:r>
                        <a:rPr kumimoji="0" lang="en-US" altLang="en-US" sz="1100" b="0" i="0" u="none" strike="noStrike" cap="none" normalizeH="0" baseline="0" dirty="0" smtClean="0">
                          <a:ln>
                            <a:noFill/>
                          </a:ln>
                          <a:solidFill>
                            <a:srgbClr val="7F7F7F"/>
                          </a:solidFill>
                          <a:effectLst/>
                          <a:latin typeface="Arial" charset="0"/>
                          <a:ea typeface="ＭＳ Ｐゴシック" charset="-128"/>
                        </a:rPr>
                        <a:t>   External </a:t>
                      </a:r>
                    </a:p>
                    <a:p>
                      <a:pPr marL="0" marR="0" lvl="0" indent="0" algn="l" defTabSz="914400" rtl="0" eaLnBrk="1" fontAlgn="base" latinLnBrk="0" hangingPunct="1">
                        <a:lnSpc>
                          <a:spcPct val="110000"/>
                        </a:lnSpc>
                        <a:spcBef>
                          <a:spcPct val="0"/>
                        </a:spcBef>
                        <a:spcAft>
                          <a:spcPct val="0"/>
                        </a:spcAft>
                        <a:buClrTx/>
                        <a:buSzTx/>
                        <a:buFontTx/>
                        <a:buNone/>
                        <a:tabLst/>
                      </a:pPr>
                      <a:r>
                        <a:rPr kumimoji="0" lang="en-US" altLang="en-US" sz="1100" b="0" i="0" u="none" strike="noStrike" cap="none" normalizeH="0" baseline="0" dirty="0" smtClean="0">
                          <a:ln>
                            <a:noFill/>
                          </a:ln>
                          <a:solidFill>
                            <a:srgbClr val="7F7F7F"/>
                          </a:solidFill>
                          <a:effectLst/>
                          <a:latin typeface="Arial" charset="0"/>
                          <a:ea typeface="ＭＳ Ｐゴシック" charset="-128"/>
                        </a:rPr>
                        <a:t>      (</a:t>
                      </a:r>
                      <a:r>
                        <a:rPr kumimoji="0" lang="en-US" altLang="en-US" sz="1100" b="0" i="0" u="none" strike="noStrike" cap="none" normalizeH="0" baseline="0" dirty="0">
                          <a:ln>
                            <a:noFill/>
                          </a:ln>
                          <a:solidFill>
                            <a:srgbClr val="7F7F7F"/>
                          </a:solidFill>
                          <a:effectLst/>
                          <a:latin typeface="Arial" charset="0"/>
                          <a:ea typeface="ＭＳ Ｐゴシック" charset="-128"/>
                        </a:rPr>
                        <a:t>Sponsors)</a:t>
                      </a:r>
                    </a:p>
                  </a:txBody>
                  <a:tcPr marT="91456" marB="45728" horzOverflow="overflow">
                    <a:lnL>
                      <a:noFill/>
                    </a:lnL>
                    <a:lnR w="6350" cap="flat" cmpd="sng" algn="ctr">
                      <a:solidFill>
                        <a:srgbClr val="0C2074"/>
                      </a:solidFill>
                      <a:prstDash val="solid"/>
                      <a:round/>
                      <a:headEnd type="none" w="med" len="med"/>
                      <a:tailEnd type="none" w="med" len="med"/>
                    </a:lnR>
                    <a:lnT w="6350" cap="flat" cmpd="sng" algn="ctr">
                      <a:solidFill>
                        <a:srgbClr val="0C2074"/>
                      </a:solidFill>
                      <a:prstDash val="solid"/>
                      <a:round/>
                      <a:headEnd type="none" w="med" len="med"/>
                      <a:tailEnd type="none" w="med" len="med"/>
                    </a:lnT>
                    <a:lnB w="6350" cap="flat" cmpd="sng" algn="ctr">
                      <a:solidFill>
                        <a:srgbClr val="0C2074"/>
                      </a:solidFill>
                      <a:prstDash val="solid"/>
                      <a:round/>
                      <a:headEnd type="none" w="med" len="med"/>
                      <a:tailEnd type="none" w="med" len="med"/>
                    </a:lnB>
                    <a:lnTlToBr>
                      <a:noFill/>
                    </a:lnTlToBr>
                    <a:lnBlToTr>
                      <a:noFill/>
                    </a:lnBlToTr>
                    <a:solidFill>
                      <a:srgbClr val="FFFFFF"/>
                    </a:solidFill>
                  </a:tcPr>
                </a:tc>
                <a:tc>
                  <a:txBody>
                    <a:bodyPr/>
                    <a:lstStyle/>
                    <a:p>
                      <a:endParaRPr lang="en-US" dirty="0"/>
                    </a:p>
                  </a:txBody>
                  <a:tcPr marT="91456" marB="45728" horzOverflow="overflow">
                    <a:lnL w="6350" cap="flat" cmpd="sng" algn="ctr">
                      <a:solidFill>
                        <a:srgbClr val="0C2074"/>
                      </a:solidFill>
                      <a:prstDash val="solid"/>
                      <a:round/>
                      <a:headEnd type="none" w="med" len="med"/>
                      <a:tailEnd type="none" w="med" len="med"/>
                    </a:lnL>
                    <a:lnR w="6350" cap="flat" cmpd="sng" algn="ctr">
                      <a:solidFill>
                        <a:srgbClr val="0C2074"/>
                      </a:solidFill>
                      <a:prstDash val="solid"/>
                      <a:round/>
                      <a:headEnd type="none" w="med" len="med"/>
                      <a:tailEnd type="none" w="med" len="med"/>
                    </a:lnR>
                    <a:lnT w="6350" cap="flat" cmpd="sng" algn="ctr">
                      <a:solidFill>
                        <a:srgbClr val="0C2074"/>
                      </a:solidFill>
                      <a:prstDash val="solid"/>
                      <a:round/>
                      <a:headEnd type="none" w="med" len="med"/>
                      <a:tailEnd type="none" w="med" len="med"/>
                    </a:lnT>
                    <a:lnB w="6350" cap="flat" cmpd="sng" algn="ctr">
                      <a:solidFill>
                        <a:srgbClr val="0C2074"/>
                      </a:solidFill>
                      <a:prstDash val="solid"/>
                      <a:round/>
                      <a:headEnd type="none" w="med" len="med"/>
                      <a:tailEnd type="none" w="med" len="med"/>
                    </a:lnB>
                    <a:lnTlToBr>
                      <a:noFill/>
                    </a:lnTlToBr>
                    <a:lnBlToTr>
                      <a:noFill/>
                    </a:lnBlToTr>
                    <a:solidFill>
                      <a:srgbClr val="FFFFFF"/>
                    </a:solidFill>
                  </a:tcPr>
                </a:tc>
              </a:tr>
              <a:tr h="1436187">
                <a:tc>
                  <a:txBody>
                    <a:bodyPr/>
                    <a:lstStyle>
                      <a:lvl1pPr eaLnBrk="0" hangingPunct="0">
                        <a:spcAft>
                          <a:spcPts val="600"/>
                        </a:spcAft>
                        <a:buFont typeface="Arial" charset="0"/>
                        <a:defRPr>
                          <a:solidFill>
                            <a:schemeClr val="tx2"/>
                          </a:solidFill>
                          <a:latin typeface="Arial" charset="0"/>
                          <a:ea typeface="ＭＳ Ｐゴシック" charset="-128"/>
                        </a:defRPr>
                      </a:lvl1pPr>
                      <a:lvl2pPr marL="742950" indent="-285750" eaLnBrk="0" hangingPunct="0">
                        <a:spcAft>
                          <a:spcPts val="600"/>
                        </a:spcAft>
                        <a:buFont typeface="Arial" charset="0"/>
                        <a:defRPr sz="1600">
                          <a:solidFill>
                            <a:schemeClr val="tx2"/>
                          </a:solidFill>
                          <a:latin typeface="Arial" charset="0"/>
                          <a:ea typeface="ＭＳ Ｐゴシック" charset="-128"/>
                        </a:defRPr>
                      </a:lvl2pPr>
                      <a:lvl3pPr marL="1143000" indent="-228600" eaLnBrk="0" hangingPunct="0">
                        <a:spcAft>
                          <a:spcPts val="600"/>
                        </a:spcAft>
                        <a:buFont typeface="Arial" charset="0"/>
                        <a:defRPr sz="1400">
                          <a:solidFill>
                            <a:schemeClr val="tx2"/>
                          </a:solidFill>
                          <a:latin typeface="Arial" charset="0"/>
                          <a:ea typeface="ＭＳ Ｐゴシック" charset="-128"/>
                        </a:defRPr>
                      </a:lvl3pPr>
                      <a:lvl4pPr marL="1600200" indent="-228600" eaLnBrk="0" hangingPunct="0">
                        <a:spcAft>
                          <a:spcPts val="600"/>
                        </a:spcAft>
                        <a:buFont typeface="Arial" charset="0"/>
                        <a:defRPr sz="1200">
                          <a:solidFill>
                            <a:schemeClr val="tx2"/>
                          </a:solidFill>
                          <a:latin typeface="Arial" charset="0"/>
                          <a:ea typeface="ＭＳ Ｐゴシック" charset="-128"/>
                        </a:defRPr>
                      </a:lvl4pPr>
                      <a:lvl5pPr marL="2057400" indent="-228600" eaLnBrk="0" hangingPunct="0">
                        <a:spcAft>
                          <a:spcPts val="600"/>
                        </a:spcAft>
                        <a:buFont typeface="Arial" charset="0"/>
                        <a:defRPr sz="1000">
                          <a:solidFill>
                            <a:schemeClr val="tx2"/>
                          </a:solidFill>
                          <a:latin typeface="Arial" charset="0"/>
                          <a:ea typeface="ＭＳ Ｐゴシック" charset="-128"/>
                        </a:defRPr>
                      </a:lvl5pPr>
                      <a:lvl6pPr marL="2514600" indent="-228600" eaLnBrk="0" fontAlgn="base" hangingPunct="0">
                        <a:spcBef>
                          <a:spcPct val="0"/>
                        </a:spcBef>
                        <a:spcAft>
                          <a:spcPts val="600"/>
                        </a:spcAft>
                        <a:buFont typeface="Arial" charset="0"/>
                        <a:defRPr sz="1000">
                          <a:solidFill>
                            <a:schemeClr val="tx2"/>
                          </a:solidFill>
                          <a:latin typeface="Arial" charset="0"/>
                          <a:ea typeface="ＭＳ Ｐゴシック" charset="-128"/>
                        </a:defRPr>
                      </a:lvl6pPr>
                      <a:lvl7pPr marL="2971800" indent="-228600" eaLnBrk="0" fontAlgn="base" hangingPunct="0">
                        <a:spcBef>
                          <a:spcPct val="0"/>
                        </a:spcBef>
                        <a:spcAft>
                          <a:spcPts val="600"/>
                        </a:spcAft>
                        <a:buFont typeface="Arial" charset="0"/>
                        <a:defRPr sz="1000">
                          <a:solidFill>
                            <a:schemeClr val="tx2"/>
                          </a:solidFill>
                          <a:latin typeface="Arial" charset="0"/>
                          <a:ea typeface="ＭＳ Ｐゴシック" charset="-128"/>
                        </a:defRPr>
                      </a:lvl7pPr>
                      <a:lvl8pPr marL="3429000" indent="-228600" eaLnBrk="0" fontAlgn="base" hangingPunct="0">
                        <a:spcBef>
                          <a:spcPct val="0"/>
                        </a:spcBef>
                        <a:spcAft>
                          <a:spcPts val="600"/>
                        </a:spcAft>
                        <a:buFont typeface="Arial" charset="0"/>
                        <a:defRPr sz="1000">
                          <a:solidFill>
                            <a:schemeClr val="tx2"/>
                          </a:solidFill>
                          <a:latin typeface="Arial" charset="0"/>
                          <a:ea typeface="ＭＳ Ｐゴシック" charset="-128"/>
                        </a:defRPr>
                      </a:lvl8pPr>
                      <a:lvl9pPr marL="3886200" indent="-228600" eaLnBrk="0" fontAlgn="base" hangingPunct="0">
                        <a:spcBef>
                          <a:spcPct val="0"/>
                        </a:spcBef>
                        <a:spcAft>
                          <a:spcPts val="600"/>
                        </a:spcAft>
                        <a:buFont typeface="Arial" charset="0"/>
                        <a:defRPr sz="1000">
                          <a:solidFill>
                            <a:schemeClr val="tx2"/>
                          </a:solidFill>
                          <a:latin typeface="Arial" charset="0"/>
                          <a:ea typeface="ＭＳ Ｐゴシック"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US" sz="1200" b="0" i="0" u="none" strike="noStrike" cap="none" normalizeH="0" baseline="0" dirty="0">
                          <a:ln>
                            <a:noFill/>
                          </a:ln>
                          <a:solidFill>
                            <a:srgbClr val="67B2E8"/>
                          </a:solidFill>
                          <a:effectLst/>
                          <a:latin typeface="Arial" charset="0"/>
                          <a:ea typeface="ＭＳ Ｐゴシック" charset="-128"/>
                        </a:rPr>
                        <a:t>Technology</a:t>
                      </a:r>
                    </a:p>
                  </a:txBody>
                  <a:tcPr marT="91456" marB="45728" horzOverflow="overflow">
                    <a:lnL>
                      <a:noFill/>
                    </a:lnL>
                    <a:lnR w="6350" cap="flat" cmpd="sng" algn="ctr">
                      <a:solidFill>
                        <a:srgbClr val="0C2074"/>
                      </a:solidFill>
                      <a:prstDash val="solid"/>
                      <a:round/>
                      <a:headEnd type="none" w="med" len="med"/>
                      <a:tailEnd type="none" w="med" len="med"/>
                    </a:lnR>
                    <a:lnT w="6350" cap="flat" cmpd="sng" algn="ctr">
                      <a:solidFill>
                        <a:srgbClr val="0C2074"/>
                      </a:solidFill>
                      <a:prstDash val="solid"/>
                      <a:round/>
                      <a:headEnd type="none" w="med" len="med"/>
                      <a:tailEnd type="none" w="med" len="med"/>
                    </a:lnT>
                    <a:lnB>
                      <a:noFill/>
                    </a:lnB>
                    <a:lnTlToBr>
                      <a:noFill/>
                    </a:lnTlToBr>
                    <a:lnBlToTr>
                      <a:noFill/>
                    </a:lnBlToTr>
                    <a:solidFill>
                      <a:srgbClr val="FFFFFF"/>
                    </a:solidFill>
                  </a:tcPr>
                </a:tc>
                <a:tc>
                  <a:txBody>
                    <a:bodyPr/>
                    <a:lstStyle/>
                    <a:p>
                      <a:endParaRPr lang="en-US" dirty="0"/>
                    </a:p>
                  </a:txBody>
                  <a:tcPr marT="91456" marB="45728" horzOverflow="overflow">
                    <a:lnL w="6350" cap="flat" cmpd="sng" algn="ctr">
                      <a:solidFill>
                        <a:srgbClr val="0C2074"/>
                      </a:solidFill>
                      <a:prstDash val="solid"/>
                      <a:round/>
                      <a:headEnd type="none" w="med" len="med"/>
                      <a:tailEnd type="none" w="med" len="med"/>
                    </a:lnL>
                    <a:lnR w="6350" cap="flat" cmpd="sng" algn="ctr">
                      <a:solidFill>
                        <a:srgbClr val="0C2074"/>
                      </a:solidFill>
                      <a:prstDash val="solid"/>
                      <a:round/>
                      <a:headEnd type="none" w="med" len="med"/>
                      <a:tailEnd type="none" w="med" len="med"/>
                    </a:lnR>
                    <a:lnT w="6350" cap="flat" cmpd="sng" algn="ctr">
                      <a:solidFill>
                        <a:srgbClr val="0C2074"/>
                      </a:solidFill>
                      <a:prstDash val="solid"/>
                      <a:round/>
                      <a:headEnd type="none" w="med" len="med"/>
                      <a:tailEnd type="none" w="med" len="med"/>
                    </a:lnT>
                    <a:lnB>
                      <a:noFill/>
                    </a:lnB>
                    <a:lnTlToBr>
                      <a:noFill/>
                    </a:lnTlToBr>
                    <a:lnBlToTr>
                      <a:noFill/>
                    </a:lnBlToTr>
                    <a:solidFill>
                      <a:srgbClr val="FFFFFF"/>
                    </a:solidFill>
                  </a:tcPr>
                </a:tc>
              </a:tr>
            </a:tbl>
          </a:graphicData>
        </a:graphic>
      </p:graphicFrame>
      <p:sp>
        <p:nvSpPr>
          <p:cNvPr id="3" name="TextBox 2"/>
          <p:cNvSpPr txBox="1"/>
          <p:nvPr/>
        </p:nvSpPr>
        <p:spPr>
          <a:xfrm>
            <a:off x="6705600" y="836650"/>
            <a:ext cx="1752600" cy="307777"/>
          </a:xfrm>
          <a:prstGeom prst="rect">
            <a:avLst/>
          </a:prstGeom>
          <a:noFill/>
        </p:spPr>
        <p:txBody>
          <a:bodyPr wrap="square" rtlCol="0">
            <a:spAutoFit/>
          </a:bodyPr>
          <a:lstStyle/>
          <a:p>
            <a:pPr algn="r"/>
            <a:r>
              <a:rPr lang="en-US" sz="1400" dirty="0" smtClean="0">
                <a:solidFill>
                  <a:srgbClr val="FF0000"/>
                </a:solidFill>
              </a:rPr>
              <a:t>FEASABILITY</a:t>
            </a:r>
            <a:endParaRPr lang="en-US" sz="1400" dirty="0">
              <a:solidFill>
                <a:srgbClr val="FF0000"/>
              </a:solidFill>
            </a:endParaRPr>
          </a:p>
        </p:txBody>
      </p:sp>
    </p:spTree>
    <p:extLst>
      <p:ext uri="{BB962C8B-B14F-4D97-AF65-F5344CB8AC3E}">
        <p14:creationId xmlns:p14="http://schemas.microsoft.com/office/powerpoint/2010/main" val="158260503"/>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1" name="Title 1"/>
          <p:cNvSpPr>
            <a:spLocks noGrp="1"/>
          </p:cNvSpPr>
          <p:nvPr>
            <p:ph type="title"/>
          </p:nvPr>
        </p:nvSpPr>
        <p:spPr>
          <a:xfrm>
            <a:off x="1752600" y="369888"/>
            <a:ext cx="6623050" cy="762000"/>
          </a:xfrm>
        </p:spPr>
        <p:txBody>
          <a:bodyPr anchor="t"/>
          <a:lstStyle/>
          <a:p>
            <a:pPr algn="r" eaLnBrk="1" hangingPunct="1"/>
            <a:r>
              <a:rPr lang="en-US" altLang="en-US" b="0" dirty="0">
                <a:ea typeface="ＭＳ Ｐゴシック" charset="-128"/>
              </a:rPr>
              <a:t>INNOVATION CANVAS</a:t>
            </a:r>
          </a:p>
        </p:txBody>
      </p:sp>
      <p:graphicFrame>
        <p:nvGraphicFramePr>
          <p:cNvPr id="29" name="Table 28"/>
          <p:cNvGraphicFramePr>
            <a:graphicFrameLocks noGrp="1"/>
          </p:cNvGraphicFramePr>
          <p:nvPr>
            <p:extLst>
              <p:ext uri="{D42A27DB-BD31-4B8C-83A1-F6EECF244321}">
                <p14:modId xmlns:p14="http://schemas.microsoft.com/office/powerpoint/2010/main" val="1758627917"/>
              </p:ext>
            </p:extLst>
          </p:nvPr>
        </p:nvGraphicFramePr>
        <p:xfrm>
          <a:off x="990600" y="1752600"/>
          <a:ext cx="7315200" cy="4740271"/>
        </p:xfrm>
        <a:graphic>
          <a:graphicData uri="http://schemas.openxmlformats.org/drawingml/2006/table">
            <a:tbl>
              <a:tblPr/>
              <a:tblGrid>
                <a:gridCol w="1295400"/>
                <a:gridCol w="6019800"/>
              </a:tblGrid>
              <a:tr h="431710">
                <a:tc gridSpan="2">
                  <a:txBody>
                    <a:bodyPr/>
                    <a:lstStyle>
                      <a:lvl1pPr eaLnBrk="0" hangingPunct="0">
                        <a:spcAft>
                          <a:spcPts val="600"/>
                        </a:spcAft>
                        <a:buFont typeface="Arial" charset="0"/>
                        <a:defRPr>
                          <a:solidFill>
                            <a:schemeClr val="tx2"/>
                          </a:solidFill>
                          <a:latin typeface="Arial" charset="0"/>
                          <a:ea typeface="ＭＳ Ｐゴシック" charset="-128"/>
                        </a:defRPr>
                      </a:lvl1pPr>
                      <a:lvl2pPr marL="742950" indent="-285750" eaLnBrk="0" hangingPunct="0">
                        <a:spcAft>
                          <a:spcPts val="600"/>
                        </a:spcAft>
                        <a:buFont typeface="Arial" charset="0"/>
                        <a:defRPr sz="1600">
                          <a:solidFill>
                            <a:schemeClr val="tx2"/>
                          </a:solidFill>
                          <a:latin typeface="Arial" charset="0"/>
                          <a:ea typeface="ＭＳ Ｐゴシック" charset="-128"/>
                        </a:defRPr>
                      </a:lvl2pPr>
                      <a:lvl3pPr marL="1143000" indent="-228600" eaLnBrk="0" hangingPunct="0">
                        <a:spcAft>
                          <a:spcPts val="600"/>
                        </a:spcAft>
                        <a:buFont typeface="Arial" charset="0"/>
                        <a:defRPr sz="1400">
                          <a:solidFill>
                            <a:schemeClr val="tx2"/>
                          </a:solidFill>
                          <a:latin typeface="Arial" charset="0"/>
                          <a:ea typeface="ＭＳ Ｐゴシック" charset="-128"/>
                        </a:defRPr>
                      </a:lvl3pPr>
                      <a:lvl4pPr marL="1600200" indent="-228600" eaLnBrk="0" hangingPunct="0">
                        <a:spcAft>
                          <a:spcPts val="600"/>
                        </a:spcAft>
                        <a:buFont typeface="Arial" charset="0"/>
                        <a:defRPr sz="1200">
                          <a:solidFill>
                            <a:schemeClr val="tx2"/>
                          </a:solidFill>
                          <a:latin typeface="Arial" charset="0"/>
                          <a:ea typeface="ＭＳ Ｐゴシック" charset="-128"/>
                        </a:defRPr>
                      </a:lvl4pPr>
                      <a:lvl5pPr marL="2057400" indent="-228600" eaLnBrk="0" hangingPunct="0">
                        <a:spcAft>
                          <a:spcPts val="600"/>
                        </a:spcAft>
                        <a:buFont typeface="Arial" charset="0"/>
                        <a:defRPr sz="1000">
                          <a:solidFill>
                            <a:schemeClr val="tx2"/>
                          </a:solidFill>
                          <a:latin typeface="Arial" charset="0"/>
                          <a:ea typeface="ＭＳ Ｐゴシック" charset="-128"/>
                        </a:defRPr>
                      </a:lvl5pPr>
                      <a:lvl6pPr marL="2514600" indent="-228600" eaLnBrk="0" fontAlgn="base" hangingPunct="0">
                        <a:spcBef>
                          <a:spcPct val="0"/>
                        </a:spcBef>
                        <a:spcAft>
                          <a:spcPts val="600"/>
                        </a:spcAft>
                        <a:buFont typeface="Arial" charset="0"/>
                        <a:defRPr sz="1000">
                          <a:solidFill>
                            <a:schemeClr val="tx2"/>
                          </a:solidFill>
                          <a:latin typeface="Arial" charset="0"/>
                          <a:ea typeface="ＭＳ Ｐゴシック" charset="-128"/>
                        </a:defRPr>
                      </a:lvl6pPr>
                      <a:lvl7pPr marL="2971800" indent="-228600" eaLnBrk="0" fontAlgn="base" hangingPunct="0">
                        <a:spcBef>
                          <a:spcPct val="0"/>
                        </a:spcBef>
                        <a:spcAft>
                          <a:spcPts val="600"/>
                        </a:spcAft>
                        <a:buFont typeface="Arial" charset="0"/>
                        <a:defRPr sz="1000">
                          <a:solidFill>
                            <a:schemeClr val="tx2"/>
                          </a:solidFill>
                          <a:latin typeface="Arial" charset="0"/>
                          <a:ea typeface="ＭＳ Ｐゴシック" charset="-128"/>
                        </a:defRPr>
                      </a:lvl7pPr>
                      <a:lvl8pPr marL="3429000" indent="-228600" eaLnBrk="0" fontAlgn="base" hangingPunct="0">
                        <a:spcBef>
                          <a:spcPct val="0"/>
                        </a:spcBef>
                        <a:spcAft>
                          <a:spcPts val="600"/>
                        </a:spcAft>
                        <a:buFont typeface="Arial" charset="0"/>
                        <a:defRPr sz="1000">
                          <a:solidFill>
                            <a:schemeClr val="tx2"/>
                          </a:solidFill>
                          <a:latin typeface="Arial" charset="0"/>
                          <a:ea typeface="ＭＳ Ｐゴシック" charset="-128"/>
                        </a:defRPr>
                      </a:lvl8pPr>
                      <a:lvl9pPr marL="3886200" indent="-228600" eaLnBrk="0" fontAlgn="base" hangingPunct="0">
                        <a:spcBef>
                          <a:spcPct val="0"/>
                        </a:spcBef>
                        <a:spcAft>
                          <a:spcPts val="600"/>
                        </a:spcAft>
                        <a:buFont typeface="Arial" charset="0"/>
                        <a:defRPr sz="1000">
                          <a:solidFill>
                            <a:schemeClr val="tx2"/>
                          </a:solidFill>
                          <a:latin typeface="Arial" charset="0"/>
                          <a:ea typeface="ＭＳ Ｐゴシック"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US" sz="1200" b="0" i="0" u="none" strike="noStrike" cap="none" normalizeH="0" baseline="0" dirty="0">
                          <a:ln>
                            <a:noFill/>
                          </a:ln>
                          <a:solidFill>
                            <a:schemeClr val="bg1"/>
                          </a:solidFill>
                          <a:effectLst/>
                          <a:latin typeface="Arial" charset="0"/>
                          <a:ea typeface="ＭＳ Ｐゴシック" charset="-128"/>
                        </a:rPr>
                        <a:t>DESIRABILITY</a:t>
                      </a:r>
                    </a:p>
                  </a:txBody>
                  <a:tcPr marT="91456" marB="45728" horzOverflow="overflow">
                    <a:lnL>
                      <a:noFill/>
                    </a:lnL>
                    <a:lnR w="6350" cap="flat" cmpd="sng" algn="ctr">
                      <a:solidFill>
                        <a:srgbClr val="FFFFFF"/>
                      </a:solidFill>
                      <a:prstDash val="solid"/>
                      <a:round/>
                      <a:headEnd type="none" w="med" len="med"/>
                      <a:tailEnd type="none" w="med" len="med"/>
                    </a:lnR>
                    <a:lnT>
                      <a:noFill/>
                    </a:lnT>
                    <a:lnB w="6350" cap="flat" cmpd="sng" algn="ctr">
                      <a:solidFill>
                        <a:srgbClr val="FFFFFF"/>
                      </a:solidFill>
                      <a:prstDash val="solid"/>
                      <a:round/>
                      <a:headEnd type="none" w="med" len="med"/>
                      <a:tailEnd type="none" w="med" len="med"/>
                    </a:lnB>
                    <a:lnTlToBr>
                      <a:noFill/>
                    </a:lnTlToBr>
                    <a:lnBlToTr>
                      <a:noFill/>
                    </a:lnBlToTr>
                    <a:solidFill>
                      <a:srgbClr val="67B2E8"/>
                    </a:solidFill>
                  </a:tcPr>
                </a:tc>
                <a:tc hMerge="1">
                  <a:txBody>
                    <a:bodyPr/>
                    <a:lstStyle/>
                    <a:p>
                      <a:endParaRPr lang="en-US"/>
                    </a:p>
                  </a:txBody>
                  <a:tcPr/>
                </a:tc>
              </a:tr>
              <a:tr h="1436187">
                <a:tc>
                  <a:txBody>
                    <a:bodyPr/>
                    <a:lstStyle>
                      <a:lvl1pPr eaLnBrk="0" hangingPunct="0">
                        <a:spcAft>
                          <a:spcPts val="600"/>
                        </a:spcAft>
                        <a:buFont typeface="Arial" charset="0"/>
                        <a:defRPr>
                          <a:solidFill>
                            <a:schemeClr val="tx2"/>
                          </a:solidFill>
                          <a:latin typeface="Arial" charset="0"/>
                          <a:ea typeface="ＭＳ Ｐゴシック" charset="-128"/>
                        </a:defRPr>
                      </a:lvl1pPr>
                      <a:lvl2pPr eaLnBrk="0" hangingPunct="0">
                        <a:spcAft>
                          <a:spcPts val="600"/>
                        </a:spcAft>
                        <a:buFont typeface="Arial" charset="0"/>
                        <a:defRPr sz="1600">
                          <a:solidFill>
                            <a:schemeClr val="tx2"/>
                          </a:solidFill>
                          <a:latin typeface="Arial" charset="0"/>
                          <a:ea typeface="ＭＳ Ｐゴシック" charset="-128"/>
                        </a:defRPr>
                      </a:lvl2pPr>
                      <a:lvl3pPr marL="1143000" indent="-228600" eaLnBrk="0" hangingPunct="0">
                        <a:spcAft>
                          <a:spcPts val="600"/>
                        </a:spcAft>
                        <a:buFont typeface="Arial" charset="0"/>
                        <a:defRPr sz="1400">
                          <a:solidFill>
                            <a:schemeClr val="tx2"/>
                          </a:solidFill>
                          <a:latin typeface="Arial" charset="0"/>
                          <a:ea typeface="ＭＳ Ｐゴシック" charset="-128"/>
                        </a:defRPr>
                      </a:lvl3pPr>
                      <a:lvl4pPr marL="1600200" indent="-228600" eaLnBrk="0" hangingPunct="0">
                        <a:spcAft>
                          <a:spcPts val="600"/>
                        </a:spcAft>
                        <a:buFont typeface="Arial" charset="0"/>
                        <a:defRPr sz="1200">
                          <a:solidFill>
                            <a:schemeClr val="tx2"/>
                          </a:solidFill>
                          <a:latin typeface="Arial" charset="0"/>
                          <a:ea typeface="ＭＳ Ｐゴシック" charset="-128"/>
                        </a:defRPr>
                      </a:lvl4pPr>
                      <a:lvl5pPr marL="2057400" indent="-228600" eaLnBrk="0" hangingPunct="0">
                        <a:spcAft>
                          <a:spcPts val="600"/>
                        </a:spcAft>
                        <a:buFont typeface="Arial" charset="0"/>
                        <a:defRPr sz="1000">
                          <a:solidFill>
                            <a:schemeClr val="tx2"/>
                          </a:solidFill>
                          <a:latin typeface="Arial" charset="0"/>
                          <a:ea typeface="ＭＳ Ｐゴシック" charset="-128"/>
                        </a:defRPr>
                      </a:lvl5pPr>
                      <a:lvl6pPr marL="2514600" indent="-228600" eaLnBrk="0" fontAlgn="base" hangingPunct="0">
                        <a:spcBef>
                          <a:spcPct val="0"/>
                        </a:spcBef>
                        <a:spcAft>
                          <a:spcPts val="600"/>
                        </a:spcAft>
                        <a:buFont typeface="Arial" charset="0"/>
                        <a:defRPr sz="1000">
                          <a:solidFill>
                            <a:schemeClr val="tx2"/>
                          </a:solidFill>
                          <a:latin typeface="Arial" charset="0"/>
                          <a:ea typeface="ＭＳ Ｐゴシック" charset="-128"/>
                        </a:defRPr>
                      </a:lvl6pPr>
                      <a:lvl7pPr marL="2971800" indent="-228600" eaLnBrk="0" fontAlgn="base" hangingPunct="0">
                        <a:spcBef>
                          <a:spcPct val="0"/>
                        </a:spcBef>
                        <a:spcAft>
                          <a:spcPts val="600"/>
                        </a:spcAft>
                        <a:buFont typeface="Arial" charset="0"/>
                        <a:defRPr sz="1000">
                          <a:solidFill>
                            <a:schemeClr val="tx2"/>
                          </a:solidFill>
                          <a:latin typeface="Arial" charset="0"/>
                          <a:ea typeface="ＭＳ Ｐゴシック" charset="-128"/>
                        </a:defRPr>
                      </a:lvl7pPr>
                      <a:lvl8pPr marL="3429000" indent="-228600" eaLnBrk="0" fontAlgn="base" hangingPunct="0">
                        <a:spcBef>
                          <a:spcPct val="0"/>
                        </a:spcBef>
                        <a:spcAft>
                          <a:spcPts val="600"/>
                        </a:spcAft>
                        <a:buFont typeface="Arial" charset="0"/>
                        <a:defRPr sz="1000">
                          <a:solidFill>
                            <a:schemeClr val="tx2"/>
                          </a:solidFill>
                          <a:latin typeface="Arial" charset="0"/>
                          <a:ea typeface="ＭＳ Ｐゴシック" charset="-128"/>
                        </a:defRPr>
                      </a:lvl8pPr>
                      <a:lvl9pPr marL="3886200" indent="-228600" eaLnBrk="0" fontAlgn="base" hangingPunct="0">
                        <a:spcBef>
                          <a:spcPct val="0"/>
                        </a:spcBef>
                        <a:spcAft>
                          <a:spcPts val="600"/>
                        </a:spcAft>
                        <a:buFont typeface="Arial" charset="0"/>
                        <a:defRPr sz="1000">
                          <a:solidFill>
                            <a:schemeClr val="tx2"/>
                          </a:solidFill>
                          <a:latin typeface="Arial" charset="0"/>
                          <a:ea typeface="ＭＳ Ｐゴシック"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US" sz="1200" b="0" i="0" u="none" strike="noStrike" cap="none" normalizeH="0" baseline="0" dirty="0">
                          <a:ln>
                            <a:noFill/>
                          </a:ln>
                          <a:solidFill>
                            <a:srgbClr val="67B2E8"/>
                          </a:solidFill>
                          <a:effectLst/>
                          <a:latin typeface="Arial" charset="0"/>
                          <a:ea typeface="ＭＳ Ｐゴシック" charset="-128"/>
                        </a:rPr>
                        <a:t>Channels</a:t>
                      </a:r>
                    </a:p>
                    <a:p>
                      <a:pPr marL="0" marR="0" lvl="1" indent="0" algn="l" defTabSz="914400" rtl="0" eaLnBrk="1" fontAlgn="base" latinLnBrk="0" hangingPunct="1">
                        <a:lnSpc>
                          <a:spcPct val="130000"/>
                        </a:lnSpc>
                        <a:spcBef>
                          <a:spcPct val="0"/>
                        </a:spcBef>
                        <a:spcAft>
                          <a:spcPct val="0"/>
                        </a:spcAft>
                        <a:buClrTx/>
                        <a:buSzTx/>
                        <a:buFontTx/>
                        <a:buNone/>
                        <a:tabLst/>
                      </a:pPr>
                      <a:r>
                        <a:rPr kumimoji="0" lang="en-US" altLang="en-US" sz="1100" b="0" i="0" u="none" strike="noStrike" cap="none" normalizeH="0" baseline="0" dirty="0" smtClean="0">
                          <a:ln>
                            <a:noFill/>
                          </a:ln>
                          <a:solidFill>
                            <a:srgbClr val="7F7F7F"/>
                          </a:solidFill>
                          <a:effectLst/>
                          <a:latin typeface="Arial" charset="0"/>
                          <a:ea typeface="ＭＳ Ｐゴシック" charset="-128"/>
                        </a:rPr>
                        <a:t>   Supply</a:t>
                      </a:r>
                      <a:endParaRPr kumimoji="0" lang="en-US" altLang="en-US" sz="1100" b="0" i="0" u="none" strike="noStrike" cap="none" normalizeH="0" baseline="0" dirty="0">
                        <a:ln>
                          <a:noFill/>
                        </a:ln>
                        <a:solidFill>
                          <a:srgbClr val="7F7F7F"/>
                        </a:solidFill>
                        <a:effectLst/>
                        <a:latin typeface="Arial" charset="0"/>
                        <a:ea typeface="ＭＳ Ｐゴシック" charset="-128"/>
                      </a:endParaRPr>
                    </a:p>
                    <a:p>
                      <a:pPr marL="0" marR="0" lvl="1" indent="0" algn="l" defTabSz="914400" rtl="0" eaLnBrk="1" fontAlgn="base" latinLnBrk="0" hangingPunct="1">
                        <a:lnSpc>
                          <a:spcPct val="100000"/>
                        </a:lnSpc>
                        <a:spcBef>
                          <a:spcPct val="0"/>
                        </a:spcBef>
                        <a:spcAft>
                          <a:spcPct val="0"/>
                        </a:spcAft>
                        <a:buClrTx/>
                        <a:buSzTx/>
                        <a:buFontTx/>
                        <a:buNone/>
                        <a:tabLst/>
                      </a:pPr>
                      <a:r>
                        <a:rPr kumimoji="0" lang="en-US" altLang="en-US" sz="1100" b="0" i="0" u="none" strike="noStrike" cap="none" normalizeH="0" baseline="0" dirty="0" smtClean="0">
                          <a:ln>
                            <a:noFill/>
                          </a:ln>
                          <a:solidFill>
                            <a:srgbClr val="7F7F7F"/>
                          </a:solidFill>
                          <a:effectLst/>
                          <a:latin typeface="Arial" charset="0"/>
                          <a:ea typeface="ＭＳ Ｐゴシック" charset="-128"/>
                        </a:rPr>
                        <a:t>   Sales</a:t>
                      </a:r>
                      <a:endParaRPr kumimoji="0" lang="en-US" altLang="en-US" sz="1100" b="0" i="0" u="none" strike="noStrike" cap="none" normalizeH="0" baseline="0" dirty="0">
                        <a:ln>
                          <a:noFill/>
                        </a:ln>
                        <a:solidFill>
                          <a:srgbClr val="7F7F7F"/>
                        </a:solidFill>
                        <a:effectLst/>
                        <a:latin typeface="Arial" charset="0"/>
                        <a:ea typeface="ＭＳ Ｐゴシック" charset="-128"/>
                      </a:endParaRPr>
                    </a:p>
                    <a:p>
                      <a:pPr marL="0" marR="0" lvl="1" indent="0" algn="l" defTabSz="914400" rtl="0" eaLnBrk="1" fontAlgn="base" latinLnBrk="0" hangingPunct="1">
                        <a:lnSpc>
                          <a:spcPct val="100000"/>
                        </a:lnSpc>
                        <a:spcBef>
                          <a:spcPct val="0"/>
                        </a:spcBef>
                        <a:spcAft>
                          <a:spcPct val="0"/>
                        </a:spcAft>
                        <a:buClrTx/>
                        <a:buSzTx/>
                        <a:buFontTx/>
                        <a:buNone/>
                        <a:tabLst/>
                      </a:pPr>
                      <a:r>
                        <a:rPr kumimoji="0" lang="en-US" altLang="en-US" sz="1100" b="0" i="0" u="none" strike="noStrike" cap="none" normalizeH="0" baseline="0" dirty="0" smtClean="0">
                          <a:ln>
                            <a:noFill/>
                          </a:ln>
                          <a:solidFill>
                            <a:srgbClr val="7F7F7F"/>
                          </a:solidFill>
                          <a:effectLst/>
                          <a:latin typeface="Arial" charset="0"/>
                          <a:ea typeface="ＭＳ Ｐゴシック" charset="-128"/>
                        </a:rPr>
                        <a:t>   Delivery</a:t>
                      </a:r>
                      <a:endParaRPr kumimoji="0" lang="en-US" altLang="en-US" sz="1100" b="0" i="0" u="none" strike="noStrike" cap="none" normalizeH="0" baseline="0" dirty="0">
                        <a:ln>
                          <a:noFill/>
                        </a:ln>
                        <a:solidFill>
                          <a:srgbClr val="7F7F7F"/>
                        </a:solidFill>
                        <a:effectLst/>
                        <a:latin typeface="Arial" charset="0"/>
                        <a:ea typeface="ＭＳ Ｐゴシック" charset="-128"/>
                      </a:endParaRPr>
                    </a:p>
                  </a:txBody>
                  <a:tcPr marT="91456" marB="45728" horzOverflow="overflow">
                    <a:lnL>
                      <a:noFill/>
                    </a:lnL>
                    <a:lnR w="6350" cap="flat" cmpd="sng" algn="ctr">
                      <a:solidFill>
                        <a:srgbClr val="0C2074"/>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0C2074"/>
                      </a:solidFill>
                      <a:prstDash val="solid"/>
                      <a:round/>
                      <a:headEnd type="none" w="med" len="med"/>
                      <a:tailEnd type="none" w="med" len="med"/>
                    </a:lnB>
                    <a:lnTlToBr>
                      <a:noFill/>
                    </a:lnTlToBr>
                    <a:lnBlToTr>
                      <a:noFill/>
                    </a:lnBlToTr>
                    <a:solidFill>
                      <a:srgbClr val="FFFFFF"/>
                    </a:solidFill>
                  </a:tcPr>
                </a:tc>
                <a:tc>
                  <a:txBody>
                    <a:bodyPr/>
                    <a:lstStyle/>
                    <a:p>
                      <a:endParaRPr lang="en-US" dirty="0"/>
                    </a:p>
                  </a:txBody>
                  <a:tcPr marT="91456" marB="45728" horzOverflow="overflow">
                    <a:lnL w="6350" cap="flat" cmpd="sng" algn="ctr">
                      <a:solidFill>
                        <a:srgbClr val="0C2074"/>
                      </a:solidFill>
                      <a:prstDash val="solid"/>
                      <a:round/>
                      <a:headEnd type="none" w="med" len="med"/>
                      <a:tailEnd type="none" w="med" len="med"/>
                    </a:lnL>
                    <a:lnR w="6350" cap="flat" cmpd="sng" algn="ctr">
                      <a:solidFill>
                        <a:srgbClr val="0C2074"/>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0C2074"/>
                      </a:solidFill>
                      <a:prstDash val="solid"/>
                      <a:round/>
                      <a:headEnd type="none" w="med" len="med"/>
                      <a:tailEnd type="none" w="med" len="med"/>
                    </a:lnB>
                    <a:lnTlToBr>
                      <a:noFill/>
                    </a:lnTlToBr>
                    <a:lnBlToTr>
                      <a:noFill/>
                    </a:lnBlToTr>
                    <a:solidFill>
                      <a:srgbClr val="FFFFFF"/>
                    </a:solidFill>
                  </a:tcPr>
                </a:tc>
              </a:tr>
              <a:tr h="1436187">
                <a:tc>
                  <a:txBody>
                    <a:bodyPr/>
                    <a:lstStyle>
                      <a:lvl1pPr eaLnBrk="0" hangingPunct="0">
                        <a:spcAft>
                          <a:spcPts val="600"/>
                        </a:spcAft>
                        <a:buFont typeface="Arial" charset="0"/>
                        <a:defRPr>
                          <a:solidFill>
                            <a:schemeClr val="tx2"/>
                          </a:solidFill>
                          <a:latin typeface="Arial" charset="0"/>
                          <a:ea typeface="ＭＳ Ｐゴシック" charset="-128"/>
                        </a:defRPr>
                      </a:lvl1pPr>
                      <a:lvl2pPr marL="742950" indent="-285750" eaLnBrk="0" hangingPunct="0">
                        <a:spcAft>
                          <a:spcPts val="600"/>
                        </a:spcAft>
                        <a:buFont typeface="Arial" charset="0"/>
                        <a:defRPr sz="1600">
                          <a:solidFill>
                            <a:schemeClr val="tx2"/>
                          </a:solidFill>
                          <a:latin typeface="Arial" charset="0"/>
                          <a:ea typeface="ＭＳ Ｐゴシック" charset="-128"/>
                        </a:defRPr>
                      </a:lvl2pPr>
                      <a:lvl3pPr marL="1143000" indent="-228600" eaLnBrk="0" hangingPunct="0">
                        <a:spcAft>
                          <a:spcPts val="600"/>
                        </a:spcAft>
                        <a:buFont typeface="Arial" charset="0"/>
                        <a:defRPr sz="1400">
                          <a:solidFill>
                            <a:schemeClr val="tx2"/>
                          </a:solidFill>
                          <a:latin typeface="Arial" charset="0"/>
                          <a:ea typeface="ＭＳ Ｐゴシック" charset="-128"/>
                        </a:defRPr>
                      </a:lvl3pPr>
                      <a:lvl4pPr marL="1600200" indent="-228600" eaLnBrk="0" hangingPunct="0">
                        <a:spcAft>
                          <a:spcPts val="600"/>
                        </a:spcAft>
                        <a:buFont typeface="Arial" charset="0"/>
                        <a:defRPr sz="1200">
                          <a:solidFill>
                            <a:schemeClr val="tx2"/>
                          </a:solidFill>
                          <a:latin typeface="Arial" charset="0"/>
                          <a:ea typeface="ＭＳ Ｐゴシック" charset="-128"/>
                        </a:defRPr>
                      </a:lvl4pPr>
                      <a:lvl5pPr marL="2057400" indent="-228600" eaLnBrk="0" hangingPunct="0">
                        <a:spcAft>
                          <a:spcPts val="600"/>
                        </a:spcAft>
                        <a:buFont typeface="Arial" charset="0"/>
                        <a:defRPr sz="1000">
                          <a:solidFill>
                            <a:schemeClr val="tx2"/>
                          </a:solidFill>
                          <a:latin typeface="Arial" charset="0"/>
                          <a:ea typeface="ＭＳ Ｐゴシック" charset="-128"/>
                        </a:defRPr>
                      </a:lvl5pPr>
                      <a:lvl6pPr marL="2514600" indent="-228600" eaLnBrk="0" fontAlgn="base" hangingPunct="0">
                        <a:spcBef>
                          <a:spcPct val="0"/>
                        </a:spcBef>
                        <a:spcAft>
                          <a:spcPts val="600"/>
                        </a:spcAft>
                        <a:buFont typeface="Arial" charset="0"/>
                        <a:defRPr sz="1000">
                          <a:solidFill>
                            <a:schemeClr val="tx2"/>
                          </a:solidFill>
                          <a:latin typeface="Arial" charset="0"/>
                          <a:ea typeface="ＭＳ Ｐゴシック" charset="-128"/>
                        </a:defRPr>
                      </a:lvl6pPr>
                      <a:lvl7pPr marL="2971800" indent="-228600" eaLnBrk="0" fontAlgn="base" hangingPunct="0">
                        <a:spcBef>
                          <a:spcPct val="0"/>
                        </a:spcBef>
                        <a:spcAft>
                          <a:spcPts val="600"/>
                        </a:spcAft>
                        <a:buFont typeface="Arial" charset="0"/>
                        <a:defRPr sz="1000">
                          <a:solidFill>
                            <a:schemeClr val="tx2"/>
                          </a:solidFill>
                          <a:latin typeface="Arial" charset="0"/>
                          <a:ea typeface="ＭＳ Ｐゴシック" charset="-128"/>
                        </a:defRPr>
                      </a:lvl7pPr>
                      <a:lvl8pPr marL="3429000" indent="-228600" eaLnBrk="0" fontAlgn="base" hangingPunct="0">
                        <a:spcBef>
                          <a:spcPct val="0"/>
                        </a:spcBef>
                        <a:spcAft>
                          <a:spcPts val="600"/>
                        </a:spcAft>
                        <a:buFont typeface="Arial" charset="0"/>
                        <a:defRPr sz="1000">
                          <a:solidFill>
                            <a:schemeClr val="tx2"/>
                          </a:solidFill>
                          <a:latin typeface="Arial" charset="0"/>
                          <a:ea typeface="ＭＳ Ｐゴシック" charset="-128"/>
                        </a:defRPr>
                      </a:lvl8pPr>
                      <a:lvl9pPr marL="3886200" indent="-228600" eaLnBrk="0" fontAlgn="base" hangingPunct="0">
                        <a:spcBef>
                          <a:spcPct val="0"/>
                        </a:spcBef>
                        <a:spcAft>
                          <a:spcPts val="600"/>
                        </a:spcAft>
                        <a:buFont typeface="Arial" charset="0"/>
                        <a:defRPr sz="1000">
                          <a:solidFill>
                            <a:schemeClr val="tx2"/>
                          </a:solidFill>
                          <a:latin typeface="Arial" charset="0"/>
                          <a:ea typeface="ＭＳ Ｐゴシック"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US" sz="1200" b="0" i="0" u="none" strike="noStrike" cap="none" normalizeH="0" baseline="0" dirty="0">
                          <a:ln>
                            <a:noFill/>
                          </a:ln>
                          <a:solidFill>
                            <a:srgbClr val="67B2E8"/>
                          </a:solidFill>
                          <a:effectLst/>
                          <a:latin typeface="Arial" charset="0"/>
                          <a:ea typeface="ＭＳ Ｐゴシック" charset="-128"/>
                        </a:rPr>
                        <a:t>Metrics</a:t>
                      </a:r>
                    </a:p>
                  </a:txBody>
                  <a:tcPr marT="91456" marB="45728" horzOverflow="overflow">
                    <a:lnL>
                      <a:noFill/>
                    </a:lnL>
                    <a:lnR w="6350" cap="flat" cmpd="sng" algn="ctr">
                      <a:solidFill>
                        <a:srgbClr val="0C2074"/>
                      </a:solidFill>
                      <a:prstDash val="solid"/>
                      <a:round/>
                      <a:headEnd type="none" w="med" len="med"/>
                      <a:tailEnd type="none" w="med" len="med"/>
                    </a:lnR>
                    <a:lnT w="6350" cap="flat" cmpd="sng" algn="ctr">
                      <a:solidFill>
                        <a:srgbClr val="0C2074"/>
                      </a:solidFill>
                      <a:prstDash val="solid"/>
                      <a:round/>
                      <a:headEnd type="none" w="med" len="med"/>
                      <a:tailEnd type="none" w="med" len="med"/>
                    </a:lnT>
                    <a:lnB w="6350" cap="flat" cmpd="sng" algn="ctr">
                      <a:solidFill>
                        <a:srgbClr val="0C2074"/>
                      </a:solidFill>
                      <a:prstDash val="solid"/>
                      <a:round/>
                      <a:headEnd type="none" w="med" len="med"/>
                      <a:tailEnd type="none" w="med" len="med"/>
                    </a:lnB>
                    <a:lnTlToBr>
                      <a:noFill/>
                    </a:lnTlToBr>
                    <a:lnBlToTr>
                      <a:noFill/>
                    </a:lnBlToTr>
                    <a:solidFill>
                      <a:srgbClr val="FFFFFF"/>
                    </a:solidFill>
                  </a:tcPr>
                </a:tc>
                <a:tc>
                  <a:txBody>
                    <a:bodyPr/>
                    <a:lstStyle/>
                    <a:p>
                      <a:endParaRPr lang="en-US" dirty="0"/>
                    </a:p>
                  </a:txBody>
                  <a:tcPr marT="91456" marB="45728" horzOverflow="overflow">
                    <a:lnL w="6350" cap="flat" cmpd="sng" algn="ctr">
                      <a:solidFill>
                        <a:srgbClr val="0C2074"/>
                      </a:solidFill>
                      <a:prstDash val="solid"/>
                      <a:round/>
                      <a:headEnd type="none" w="med" len="med"/>
                      <a:tailEnd type="none" w="med" len="med"/>
                    </a:lnL>
                    <a:lnR w="6350" cap="flat" cmpd="sng" algn="ctr">
                      <a:solidFill>
                        <a:srgbClr val="0C2074"/>
                      </a:solidFill>
                      <a:prstDash val="solid"/>
                      <a:round/>
                      <a:headEnd type="none" w="med" len="med"/>
                      <a:tailEnd type="none" w="med" len="med"/>
                    </a:lnR>
                    <a:lnT w="6350" cap="flat" cmpd="sng" algn="ctr">
                      <a:solidFill>
                        <a:srgbClr val="0C2074"/>
                      </a:solidFill>
                      <a:prstDash val="solid"/>
                      <a:round/>
                      <a:headEnd type="none" w="med" len="med"/>
                      <a:tailEnd type="none" w="med" len="med"/>
                    </a:lnT>
                    <a:lnB w="6350" cap="flat" cmpd="sng" algn="ctr">
                      <a:solidFill>
                        <a:srgbClr val="0C2074"/>
                      </a:solidFill>
                      <a:prstDash val="solid"/>
                      <a:round/>
                      <a:headEnd type="none" w="med" len="med"/>
                      <a:tailEnd type="none" w="med" len="med"/>
                    </a:lnB>
                    <a:lnTlToBr>
                      <a:noFill/>
                    </a:lnTlToBr>
                    <a:lnBlToTr>
                      <a:noFill/>
                    </a:lnBlToTr>
                    <a:solidFill>
                      <a:srgbClr val="FFFFFF"/>
                    </a:solidFill>
                  </a:tcPr>
                </a:tc>
              </a:tr>
              <a:tr h="1436187">
                <a:tc>
                  <a:txBody>
                    <a:bodyPr/>
                    <a:lstStyle>
                      <a:lvl1pPr eaLnBrk="0" hangingPunct="0">
                        <a:spcAft>
                          <a:spcPts val="600"/>
                        </a:spcAft>
                        <a:buFont typeface="Arial" charset="0"/>
                        <a:defRPr>
                          <a:solidFill>
                            <a:schemeClr val="tx2"/>
                          </a:solidFill>
                          <a:latin typeface="Arial" charset="0"/>
                          <a:ea typeface="ＭＳ Ｐゴシック" charset="-128"/>
                        </a:defRPr>
                      </a:lvl1pPr>
                      <a:lvl2pPr marL="742950" indent="-285750" eaLnBrk="0" hangingPunct="0">
                        <a:spcAft>
                          <a:spcPts val="600"/>
                        </a:spcAft>
                        <a:buFont typeface="Arial" charset="0"/>
                        <a:defRPr sz="1600">
                          <a:solidFill>
                            <a:schemeClr val="tx2"/>
                          </a:solidFill>
                          <a:latin typeface="Arial" charset="0"/>
                          <a:ea typeface="ＭＳ Ｐゴシック" charset="-128"/>
                        </a:defRPr>
                      </a:lvl2pPr>
                      <a:lvl3pPr marL="1143000" indent="-228600" eaLnBrk="0" hangingPunct="0">
                        <a:spcAft>
                          <a:spcPts val="600"/>
                        </a:spcAft>
                        <a:buFont typeface="Arial" charset="0"/>
                        <a:defRPr sz="1400">
                          <a:solidFill>
                            <a:schemeClr val="tx2"/>
                          </a:solidFill>
                          <a:latin typeface="Arial" charset="0"/>
                          <a:ea typeface="ＭＳ Ｐゴシック" charset="-128"/>
                        </a:defRPr>
                      </a:lvl3pPr>
                      <a:lvl4pPr marL="1600200" indent="-228600" eaLnBrk="0" hangingPunct="0">
                        <a:spcAft>
                          <a:spcPts val="600"/>
                        </a:spcAft>
                        <a:buFont typeface="Arial" charset="0"/>
                        <a:defRPr sz="1200">
                          <a:solidFill>
                            <a:schemeClr val="tx2"/>
                          </a:solidFill>
                          <a:latin typeface="Arial" charset="0"/>
                          <a:ea typeface="ＭＳ Ｐゴシック" charset="-128"/>
                        </a:defRPr>
                      </a:lvl4pPr>
                      <a:lvl5pPr marL="2057400" indent="-228600" eaLnBrk="0" hangingPunct="0">
                        <a:spcAft>
                          <a:spcPts val="600"/>
                        </a:spcAft>
                        <a:buFont typeface="Arial" charset="0"/>
                        <a:defRPr sz="1000">
                          <a:solidFill>
                            <a:schemeClr val="tx2"/>
                          </a:solidFill>
                          <a:latin typeface="Arial" charset="0"/>
                          <a:ea typeface="ＭＳ Ｐゴシック" charset="-128"/>
                        </a:defRPr>
                      </a:lvl5pPr>
                      <a:lvl6pPr marL="2514600" indent="-228600" eaLnBrk="0" fontAlgn="base" hangingPunct="0">
                        <a:spcBef>
                          <a:spcPct val="0"/>
                        </a:spcBef>
                        <a:spcAft>
                          <a:spcPts val="600"/>
                        </a:spcAft>
                        <a:buFont typeface="Arial" charset="0"/>
                        <a:defRPr sz="1000">
                          <a:solidFill>
                            <a:schemeClr val="tx2"/>
                          </a:solidFill>
                          <a:latin typeface="Arial" charset="0"/>
                          <a:ea typeface="ＭＳ Ｐゴシック" charset="-128"/>
                        </a:defRPr>
                      </a:lvl6pPr>
                      <a:lvl7pPr marL="2971800" indent="-228600" eaLnBrk="0" fontAlgn="base" hangingPunct="0">
                        <a:spcBef>
                          <a:spcPct val="0"/>
                        </a:spcBef>
                        <a:spcAft>
                          <a:spcPts val="600"/>
                        </a:spcAft>
                        <a:buFont typeface="Arial" charset="0"/>
                        <a:defRPr sz="1000">
                          <a:solidFill>
                            <a:schemeClr val="tx2"/>
                          </a:solidFill>
                          <a:latin typeface="Arial" charset="0"/>
                          <a:ea typeface="ＭＳ Ｐゴシック" charset="-128"/>
                        </a:defRPr>
                      </a:lvl7pPr>
                      <a:lvl8pPr marL="3429000" indent="-228600" eaLnBrk="0" fontAlgn="base" hangingPunct="0">
                        <a:spcBef>
                          <a:spcPct val="0"/>
                        </a:spcBef>
                        <a:spcAft>
                          <a:spcPts val="600"/>
                        </a:spcAft>
                        <a:buFont typeface="Arial" charset="0"/>
                        <a:defRPr sz="1000">
                          <a:solidFill>
                            <a:schemeClr val="tx2"/>
                          </a:solidFill>
                          <a:latin typeface="Arial" charset="0"/>
                          <a:ea typeface="ＭＳ Ｐゴシック" charset="-128"/>
                        </a:defRPr>
                      </a:lvl8pPr>
                      <a:lvl9pPr marL="3886200" indent="-228600" eaLnBrk="0" fontAlgn="base" hangingPunct="0">
                        <a:spcBef>
                          <a:spcPct val="0"/>
                        </a:spcBef>
                        <a:spcAft>
                          <a:spcPts val="600"/>
                        </a:spcAft>
                        <a:buFont typeface="Arial" charset="0"/>
                        <a:defRPr sz="1000">
                          <a:solidFill>
                            <a:schemeClr val="tx2"/>
                          </a:solidFill>
                          <a:latin typeface="Arial" charset="0"/>
                          <a:ea typeface="ＭＳ Ｐゴシック"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US" sz="1200" b="0" i="0" u="none" strike="noStrike" cap="none" normalizeH="0" baseline="0" dirty="0">
                          <a:ln>
                            <a:noFill/>
                          </a:ln>
                          <a:solidFill>
                            <a:srgbClr val="67B2E8"/>
                          </a:solidFill>
                          <a:effectLst/>
                          <a:latin typeface="Arial" charset="0"/>
                          <a:ea typeface="ＭＳ Ｐゴシック" charset="-128"/>
                        </a:rPr>
                        <a:t>Impact</a:t>
                      </a:r>
                    </a:p>
                    <a:p>
                      <a:pPr marL="0" marR="0" lvl="0" indent="0" algn="l" defTabSz="914400" rtl="0" eaLnBrk="1" fontAlgn="base" latinLnBrk="0" hangingPunct="1">
                        <a:lnSpc>
                          <a:spcPct val="130000"/>
                        </a:lnSpc>
                        <a:spcBef>
                          <a:spcPct val="0"/>
                        </a:spcBef>
                        <a:spcAft>
                          <a:spcPct val="0"/>
                        </a:spcAft>
                        <a:buClrTx/>
                        <a:buSzTx/>
                        <a:buFontTx/>
                        <a:buNone/>
                        <a:tabLst/>
                      </a:pPr>
                      <a:r>
                        <a:rPr kumimoji="0" lang="en-US" altLang="en-US" sz="1100" b="0" i="0" u="none" strike="noStrike" cap="none" normalizeH="0" baseline="0" dirty="0" smtClean="0">
                          <a:ln>
                            <a:noFill/>
                          </a:ln>
                          <a:solidFill>
                            <a:srgbClr val="7F7F7F"/>
                          </a:solidFill>
                          <a:effectLst/>
                          <a:latin typeface="Arial" charset="0"/>
                          <a:ea typeface="ＭＳ Ｐゴシック" charset="-128"/>
                        </a:rPr>
                        <a:t>   Business </a:t>
                      </a:r>
                      <a:r>
                        <a:rPr kumimoji="0" lang="en-US" altLang="en-US" sz="1100" b="0" i="0" u="none" strike="noStrike" cap="none" normalizeH="0" baseline="0" dirty="0">
                          <a:ln>
                            <a:noFill/>
                          </a:ln>
                          <a:solidFill>
                            <a:srgbClr val="7F7F7F"/>
                          </a:solidFill>
                          <a:effectLst/>
                          <a:latin typeface="Arial" charset="0"/>
                          <a:ea typeface="ＭＳ Ｐゴシック" charset="-128"/>
                        </a:rPr>
                        <a:t>Model</a:t>
                      </a:r>
                    </a:p>
                  </a:txBody>
                  <a:tcPr marT="91456" marB="45728" horzOverflow="overflow">
                    <a:lnL>
                      <a:noFill/>
                    </a:lnL>
                    <a:lnR w="6350" cap="flat" cmpd="sng" algn="ctr">
                      <a:solidFill>
                        <a:srgbClr val="0C2074"/>
                      </a:solidFill>
                      <a:prstDash val="solid"/>
                      <a:round/>
                      <a:headEnd type="none" w="med" len="med"/>
                      <a:tailEnd type="none" w="med" len="med"/>
                    </a:lnR>
                    <a:lnT w="6350" cap="flat" cmpd="sng" algn="ctr">
                      <a:solidFill>
                        <a:srgbClr val="0C2074"/>
                      </a:solidFill>
                      <a:prstDash val="solid"/>
                      <a:round/>
                      <a:headEnd type="none" w="med" len="med"/>
                      <a:tailEnd type="none" w="med" len="med"/>
                    </a:lnT>
                    <a:lnB>
                      <a:noFill/>
                    </a:lnB>
                    <a:lnTlToBr>
                      <a:noFill/>
                    </a:lnTlToBr>
                    <a:lnBlToTr>
                      <a:noFill/>
                    </a:lnBlToTr>
                    <a:solidFill>
                      <a:srgbClr val="FFFFFF"/>
                    </a:solidFill>
                  </a:tcPr>
                </a:tc>
                <a:tc>
                  <a:txBody>
                    <a:bodyPr/>
                    <a:lstStyle/>
                    <a:p>
                      <a:endParaRPr lang="en-US" dirty="0"/>
                    </a:p>
                  </a:txBody>
                  <a:tcPr marT="91456" marB="45728" horzOverflow="overflow">
                    <a:lnL w="6350" cap="flat" cmpd="sng" algn="ctr">
                      <a:solidFill>
                        <a:srgbClr val="0C2074"/>
                      </a:solidFill>
                      <a:prstDash val="solid"/>
                      <a:round/>
                      <a:headEnd type="none" w="med" len="med"/>
                      <a:tailEnd type="none" w="med" len="med"/>
                    </a:lnL>
                    <a:lnR w="6350" cap="flat" cmpd="sng" algn="ctr">
                      <a:solidFill>
                        <a:srgbClr val="0C2074"/>
                      </a:solidFill>
                      <a:prstDash val="solid"/>
                      <a:round/>
                      <a:headEnd type="none" w="med" len="med"/>
                      <a:tailEnd type="none" w="med" len="med"/>
                    </a:lnR>
                    <a:lnT w="6350" cap="flat" cmpd="sng" algn="ctr">
                      <a:solidFill>
                        <a:srgbClr val="0C2074"/>
                      </a:solidFill>
                      <a:prstDash val="solid"/>
                      <a:round/>
                      <a:headEnd type="none" w="med" len="med"/>
                      <a:tailEnd type="none" w="med" len="med"/>
                    </a:lnT>
                    <a:lnB>
                      <a:noFill/>
                    </a:lnB>
                    <a:lnTlToBr>
                      <a:noFill/>
                    </a:lnTlToBr>
                    <a:lnBlToTr>
                      <a:noFill/>
                    </a:lnBlToTr>
                    <a:solidFill>
                      <a:srgbClr val="FFFFFF"/>
                    </a:solidFill>
                  </a:tcPr>
                </a:tc>
              </a:tr>
            </a:tbl>
          </a:graphicData>
        </a:graphic>
      </p:graphicFrame>
      <p:sp>
        <p:nvSpPr>
          <p:cNvPr id="3" name="TextBox 2"/>
          <p:cNvSpPr txBox="1"/>
          <p:nvPr/>
        </p:nvSpPr>
        <p:spPr>
          <a:xfrm>
            <a:off x="6705600" y="836650"/>
            <a:ext cx="1752600" cy="307777"/>
          </a:xfrm>
          <a:prstGeom prst="rect">
            <a:avLst/>
          </a:prstGeom>
          <a:noFill/>
        </p:spPr>
        <p:txBody>
          <a:bodyPr wrap="square" rtlCol="0">
            <a:spAutoFit/>
          </a:bodyPr>
          <a:lstStyle/>
          <a:p>
            <a:pPr algn="r"/>
            <a:r>
              <a:rPr lang="en-US" sz="1400" dirty="0" smtClean="0">
                <a:solidFill>
                  <a:srgbClr val="FF0000"/>
                </a:solidFill>
              </a:rPr>
              <a:t>VIABILITY</a:t>
            </a:r>
            <a:endParaRPr lang="en-US" sz="1400" dirty="0">
              <a:solidFill>
                <a:srgbClr val="FF0000"/>
              </a:solidFill>
            </a:endParaRPr>
          </a:p>
        </p:txBody>
      </p:sp>
    </p:spTree>
    <p:extLst>
      <p:ext uri="{BB962C8B-B14F-4D97-AF65-F5344CB8AC3E}">
        <p14:creationId xmlns:p14="http://schemas.microsoft.com/office/powerpoint/2010/main" val="544062806"/>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8" name="Shape 218"/>
          <p:cNvSpPr>
            <a:spLocks noGrp="1"/>
          </p:cNvSpPr>
          <p:nvPr>
            <p:ph type="body" idx="13"/>
          </p:nvPr>
        </p:nvSpPr>
        <p:spPr>
          <a:xfrm>
            <a:off x="976312" y="435506"/>
            <a:ext cx="7858126" cy="240066"/>
          </a:xfrm>
          <a:prstGeom prst="rect">
            <a:avLst/>
          </a:prstGeom>
        </p:spPr>
        <p:txBody>
          <a:bodyPr/>
          <a:lstStyle>
            <a:lvl1pPr algn="r">
              <a:defRPr sz="1200" spc="60"/>
            </a:lvl1pPr>
          </a:lstStyle>
          <a:p>
            <a:r>
              <a:t>project name</a:t>
            </a:r>
          </a:p>
        </p:txBody>
      </p:sp>
      <p:sp>
        <p:nvSpPr>
          <p:cNvPr id="219" name="Shape 219"/>
          <p:cNvSpPr>
            <a:spLocks noGrp="1"/>
          </p:cNvSpPr>
          <p:nvPr>
            <p:ph type="title"/>
          </p:nvPr>
        </p:nvSpPr>
        <p:spPr>
          <a:xfrm>
            <a:off x="285750" y="260341"/>
            <a:ext cx="7379317" cy="508993"/>
          </a:xfrm>
          <a:prstGeom prst="rect">
            <a:avLst/>
          </a:prstGeom>
        </p:spPr>
        <p:txBody>
          <a:bodyPr/>
          <a:lstStyle>
            <a:lvl1pPr defTabSz="467359">
              <a:spcBef>
                <a:spcPts val="2200"/>
              </a:spcBef>
              <a:defRPr sz="4800"/>
            </a:lvl1pPr>
          </a:lstStyle>
          <a:p>
            <a:r>
              <a:rPr sz="3600" b="0" dirty="0">
                <a:latin typeface="+mj-lt"/>
              </a:rPr>
              <a:t>problem</a:t>
            </a:r>
            <a:r>
              <a:rPr sz="3600" dirty="0">
                <a:latin typeface="+mj-lt"/>
              </a:rPr>
              <a:t> / opportunity</a:t>
            </a:r>
          </a:p>
        </p:txBody>
      </p:sp>
      <p:sp>
        <p:nvSpPr>
          <p:cNvPr id="30" name="Rectangle 29"/>
          <p:cNvSpPr/>
          <p:nvPr/>
        </p:nvSpPr>
        <p:spPr>
          <a:xfrm>
            <a:off x="-3378571" y="442436"/>
            <a:ext cx="1998146" cy="1467467"/>
          </a:xfrm>
          <a:prstGeom prst="rect">
            <a:avLst/>
          </a:prstGeom>
          <a:solidFill>
            <a:srgbClr val="C0504D">
              <a:lumMod val="20000"/>
              <a:lumOff val="80000"/>
            </a:srgbClr>
          </a:solidFill>
          <a:ln w="25400" cap="flat" cmpd="sng" algn="ctr">
            <a:solidFill>
              <a:srgbClr val="C0504D">
                <a:lumMod val="40000"/>
                <a:lumOff val="60000"/>
              </a:srgbClr>
            </a:solidFill>
            <a:prstDash val="solid"/>
          </a:ln>
          <a:effectLst/>
        </p:spPr>
        <p:txBody>
          <a:bodyPr lIns="64285" tIns="32142" rIns="64285" bIns="32142" rtlCol="0" anchor="ctr"/>
          <a:lstStyle/>
          <a:p>
            <a:pPr defTabSz="642823" fontAlgn="auto">
              <a:spcBef>
                <a:spcPts val="0"/>
              </a:spcBef>
              <a:spcAft>
                <a:spcPts val="0"/>
              </a:spcAft>
              <a:defRPr/>
            </a:pPr>
            <a:endParaRPr lang="en-US" sz="1266" cap="all" dirty="0">
              <a:solidFill>
                <a:prstClr val="black"/>
              </a:solidFill>
              <a:latin typeface="Comic Sans MS" panose="030F0702030302020204" pitchFamily="66" charset="0"/>
              <a:ea typeface="+mn-ea"/>
            </a:endParaRPr>
          </a:p>
        </p:txBody>
      </p:sp>
      <p:sp>
        <p:nvSpPr>
          <p:cNvPr id="31" name="Rectangle 30"/>
          <p:cNvSpPr/>
          <p:nvPr/>
        </p:nvSpPr>
        <p:spPr>
          <a:xfrm>
            <a:off x="-3271415" y="549593"/>
            <a:ext cx="1998146" cy="1467467"/>
          </a:xfrm>
          <a:prstGeom prst="rect">
            <a:avLst/>
          </a:prstGeom>
          <a:solidFill>
            <a:srgbClr val="C0504D">
              <a:lumMod val="20000"/>
              <a:lumOff val="80000"/>
            </a:srgbClr>
          </a:solidFill>
          <a:ln w="25400" cap="flat" cmpd="sng" algn="ctr">
            <a:solidFill>
              <a:srgbClr val="C0504D">
                <a:lumMod val="40000"/>
                <a:lumOff val="60000"/>
              </a:srgbClr>
            </a:solidFill>
            <a:prstDash val="solid"/>
          </a:ln>
          <a:effectLst/>
        </p:spPr>
        <p:txBody>
          <a:bodyPr lIns="64285" tIns="32142" rIns="64285" bIns="32142" rtlCol="0" anchor="ctr"/>
          <a:lstStyle/>
          <a:p>
            <a:pPr defTabSz="642823" fontAlgn="auto">
              <a:spcBef>
                <a:spcPts val="0"/>
              </a:spcBef>
              <a:spcAft>
                <a:spcPts val="0"/>
              </a:spcAft>
              <a:defRPr/>
            </a:pPr>
            <a:endParaRPr lang="en-US" sz="1266" cap="all" dirty="0">
              <a:solidFill>
                <a:prstClr val="black"/>
              </a:solidFill>
              <a:latin typeface="Comic Sans MS" panose="030F0702030302020204" pitchFamily="66" charset="0"/>
              <a:ea typeface="+mn-ea"/>
            </a:endParaRPr>
          </a:p>
        </p:txBody>
      </p:sp>
      <p:sp>
        <p:nvSpPr>
          <p:cNvPr id="32" name="Rectangle 31"/>
          <p:cNvSpPr/>
          <p:nvPr/>
        </p:nvSpPr>
        <p:spPr>
          <a:xfrm>
            <a:off x="-3164258" y="656749"/>
            <a:ext cx="1998146" cy="1467467"/>
          </a:xfrm>
          <a:prstGeom prst="rect">
            <a:avLst/>
          </a:prstGeom>
          <a:solidFill>
            <a:srgbClr val="C0504D">
              <a:lumMod val="20000"/>
              <a:lumOff val="80000"/>
            </a:srgbClr>
          </a:solidFill>
          <a:ln w="25400" cap="flat" cmpd="sng" algn="ctr">
            <a:solidFill>
              <a:srgbClr val="C0504D">
                <a:lumMod val="40000"/>
                <a:lumOff val="60000"/>
              </a:srgbClr>
            </a:solidFill>
            <a:prstDash val="solid"/>
          </a:ln>
          <a:effectLst/>
        </p:spPr>
        <p:txBody>
          <a:bodyPr lIns="64285" tIns="32142" rIns="64285" bIns="32142" rtlCol="0" anchor="ctr"/>
          <a:lstStyle/>
          <a:p>
            <a:pPr defTabSz="642823" fontAlgn="auto">
              <a:spcBef>
                <a:spcPts val="0"/>
              </a:spcBef>
              <a:spcAft>
                <a:spcPts val="0"/>
              </a:spcAft>
              <a:defRPr/>
            </a:pPr>
            <a:endParaRPr lang="en-US" sz="1266" cap="all" dirty="0">
              <a:solidFill>
                <a:prstClr val="black"/>
              </a:solidFill>
              <a:latin typeface="Comic Sans MS" panose="030F0702030302020204" pitchFamily="66" charset="0"/>
              <a:ea typeface="+mn-ea"/>
            </a:endParaRPr>
          </a:p>
        </p:txBody>
      </p:sp>
      <p:sp>
        <p:nvSpPr>
          <p:cNvPr id="33" name="Rectangle 32"/>
          <p:cNvSpPr/>
          <p:nvPr/>
        </p:nvSpPr>
        <p:spPr>
          <a:xfrm>
            <a:off x="-3057102" y="763905"/>
            <a:ext cx="1998146" cy="1467467"/>
          </a:xfrm>
          <a:prstGeom prst="rect">
            <a:avLst/>
          </a:prstGeom>
          <a:solidFill>
            <a:srgbClr val="C0504D">
              <a:lumMod val="20000"/>
              <a:lumOff val="80000"/>
            </a:srgbClr>
          </a:solidFill>
          <a:ln w="25400" cap="flat" cmpd="sng" algn="ctr">
            <a:solidFill>
              <a:srgbClr val="C0504D">
                <a:lumMod val="40000"/>
                <a:lumOff val="60000"/>
              </a:srgbClr>
            </a:solidFill>
            <a:prstDash val="solid"/>
          </a:ln>
          <a:effectLst/>
        </p:spPr>
        <p:txBody>
          <a:bodyPr lIns="64285" tIns="32142" rIns="64285" bIns="32142" rtlCol="0" anchor="ctr"/>
          <a:lstStyle/>
          <a:p>
            <a:pPr defTabSz="642823" fontAlgn="auto">
              <a:spcBef>
                <a:spcPts val="0"/>
              </a:spcBef>
              <a:spcAft>
                <a:spcPts val="0"/>
              </a:spcAft>
              <a:defRPr/>
            </a:pPr>
            <a:endParaRPr lang="en-US" sz="1266" cap="all" dirty="0">
              <a:solidFill>
                <a:prstClr val="black"/>
              </a:solidFill>
              <a:latin typeface="Comic Sans MS" panose="030F0702030302020204" pitchFamily="66" charset="0"/>
              <a:ea typeface="+mn-ea"/>
            </a:endParaRPr>
          </a:p>
        </p:txBody>
      </p:sp>
      <p:sp>
        <p:nvSpPr>
          <p:cNvPr id="34" name="Rectangle 33"/>
          <p:cNvSpPr/>
          <p:nvPr/>
        </p:nvSpPr>
        <p:spPr>
          <a:xfrm>
            <a:off x="-2949946" y="871061"/>
            <a:ext cx="1998146" cy="1467467"/>
          </a:xfrm>
          <a:prstGeom prst="rect">
            <a:avLst/>
          </a:prstGeom>
          <a:solidFill>
            <a:srgbClr val="C0504D">
              <a:lumMod val="20000"/>
              <a:lumOff val="80000"/>
            </a:srgbClr>
          </a:solidFill>
          <a:ln w="25400" cap="flat" cmpd="sng" algn="ctr">
            <a:solidFill>
              <a:srgbClr val="C0504D">
                <a:lumMod val="40000"/>
                <a:lumOff val="60000"/>
              </a:srgbClr>
            </a:solidFill>
            <a:prstDash val="solid"/>
          </a:ln>
          <a:effectLst/>
        </p:spPr>
        <p:txBody>
          <a:bodyPr lIns="64285" tIns="32142" rIns="64285" bIns="32142" rtlCol="0" anchor="ctr"/>
          <a:lstStyle/>
          <a:p>
            <a:pPr defTabSz="642823" fontAlgn="auto">
              <a:spcBef>
                <a:spcPts val="0"/>
              </a:spcBef>
              <a:spcAft>
                <a:spcPts val="0"/>
              </a:spcAft>
              <a:defRPr/>
            </a:pPr>
            <a:endParaRPr lang="en-US" sz="1266" cap="all" dirty="0">
              <a:solidFill>
                <a:prstClr val="black"/>
              </a:solidFill>
              <a:latin typeface="Comic Sans MS" panose="030F0702030302020204" pitchFamily="66" charset="0"/>
              <a:ea typeface="+mn-ea"/>
            </a:endParaRPr>
          </a:p>
        </p:txBody>
      </p:sp>
      <p:sp>
        <p:nvSpPr>
          <p:cNvPr id="35" name="Rectangle 34"/>
          <p:cNvSpPr/>
          <p:nvPr/>
        </p:nvSpPr>
        <p:spPr>
          <a:xfrm>
            <a:off x="-2842790" y="978218"/>
            <a:ext cx="1998146" cy="1467467"/>
          </a:xfrm>
          <a:prstGeom prst="rect">
            <a:avLst/>
          </a:prstGeom>
          <a:solidFill>
            <a:srgbClr val="C0504D">
              <a:lumMod val="20000"/>
              <a:lumOff val="80000"/>
            </a:srgbClr>
          </a:solidFill>
          <a:ln w="25400" cap="flat" cmpd="sng" algn="ctr">
            <a:solidFill>
              <a:srgbClr val="C0504D">
                <a:lumMod val="40000"/>
                <a:lumOff val="60000"/>
              </a:srgbClr>
            </a:solidFill>
            <a:prstDash val="solid"/>
          </a:ln>
          <a:effectLst/>
        </p:spPr>
        <p:txBody>
          <a:bodyPr lIns="64285" tIns="32142" rIns="64285" bIns="32142" rtlCol="0" anchor="ctr"/>
          <a:lstStyle/>
          <a:p>
            <a:pPr defTabSz="642823" fontAlgn="auto">
              <a:spcBef>
                <a:spcPts val="0"/>
              </a:spcBef>
              <a:spcAft>
                <a:spcPts val="0"/>
              </a:spcAft>
              <a:defRPr/>
            </a:pPr>
            <a:endParaRPr lang="en-US" sz="1266" cap="all" dirty="0">
              <a:solidFill>
                <a:prstClr val="black"/>
              </a:solidFill>
              <a:latin typeface="Comic Sans MS" panose="030F0702030302020204" pitchFamily="66" charset="0"/>
              <a:ea typeface="+mn-ea"/>
            </a:endParaRPr>
          </a:p>
        </p:txBody>
      </p:sp>
      <p:sp>
        <p:nvSpPr>
          <p:cNvPr id="36" name="Rectangle 35"/>
          <p:cNvSpPr/>
          <p:nvPr/>
        </p:nvSpPr>
        <p:spPr>
          <a:xfrm>
            <a:off x="-2735633" y="1085374"/>
            <a:ext cx="1998146" cy="1467467"/>
          </a:xfrm>
          <a:prstGeom prst="rect">
            <a:avLst/>
          </a:prstGeom>
          <a:solidFill>
            <a:srgbClr val="C0504D">
              <a:lumMod val="20000"/>
              <a:lumOff val="80000"/>
            </a:srgbClr>
          </a:solidFill>
          <a:ln w="25400" cap="flat" cmpd="sng" algn="ctr">
            <a:solidFill>
              <a:srgbClr val="C0504D">
                <a:lumMod val="40000"/>
                <a:lumOff val="60000"/>
              </a:srgbClr>
            </a:solidFill>
            <a:prstDash val="solid"/>
          </a:ln>
          <a:effectLst/>
        </p:spPr>
        <p:txBody>
          <a:bodyPr lIns="64285" tIns="32142" rIns="64285" bIns="32142" rtlCol="0" anchor="ctr"/>
          <a:lstStyle/>
          <a:p>
            <a:pPr defTabSz="642823" fontAlgn="auto">
              <a:spcBef>
                <a:spcPts val="0"/>
              </a:spcBef>
              <a:spcAft>
                <a:spcPts val="0"/>
              </a:spcAft>
              <a:defRPr/>
            </a:pPr>
            <a:endParaRPr lang="en-US" sz="1266" cap="all" dirty="0">
              <a:solidFill>
                <a:prstClr val="black"/>
              </a:solidFill>
              <a:latin typeface="Comic Sans MS" panose="030F0702030302020204" pitchFamily="66" charset="0"/>
              <a:ea typeface="+mn-ea"/>
            </a:endParaRPr>
          </a:p>
        </p:txBody>
      </p:sp>
      <p:sp>
        <p:nvSpPr>
          <p:cNvPr id="37" name="Rectangle 36"/>
          <p:cNvSpPr/>
          <p:nvPr/>
        </p:nvSpPr>
        <p:spPr>
          <a:xfrm>
            <a:off x="573604" y="978218"/>
            <a:ext cx="1998146" cy="1467467"/>
          </a:xfrm>
          <a:prstGeom prst="rect">
            <a:avLst/>
          </a:prstGeom>
          <a:solidFill>
            <a:srgbClr val="C0504D">
              <a:lumMod val="20000"/>
              <a:lumOff val="80000"/>
            </a:srgbClr>
          </a:solidFill>
          <a:ln w="25400" cap="flat" cmpd="sng" algn="ctr">
            <a:solidFill>
              <a:srgbClr val="C0504D">
                <a:lumMod val="40000"/>
                <a:lumOff val="60000"/>
              </a:srgbClr>
            </a:solidFill>
            <a:prstDash val="solid"/>
          </a:ln>
          <a:effectLst/>
        </p:spPr>
        <p:txBody>
          <a:bodyPr lIns="64285" tIns="32142" rIns="64285" bIns="32142" rtlCol="0" anchor="ctr"/>
          <a:lstStyle/>
          <a:p>
            <a:pPr defTabSz="642823" fontAlgn="auto">
              <a:spcBef>
                <a:spcPts val="0"/>
              </a:spcBef>
              <a:spcAft>
                <a:spcPts val="0"/>
              </a:spcAft>
              <a:defRPr/>
            </a:pPr>
            <a:r>
              <a:rPr lang="en-US" sz="1266" cap="all" dirty="0">
                <a:solidFill>
                  <a:prstClr val="black"/>
                </a:solidFill>
                <a:latin typeface="+mn-lt"/>
              </a:rPr>
              <a:t>Problem / opportunity text here</a:t>
            </a:r>
            <a:endParaRPr lang="en-US" sz="1266" cap="all" dirty="0">
              <a:solidFill>
                <a:prstClr val="black"/>
              </a:solidFill>
              <a:latin typeface="+mn-lt"/>
              <a:ea typeface="+mn-ea"/>
            </a:endParaRPr>
          </a:p>
        </p:txBody>
      </p:sp>
      <p:sp>
        <p:nvSpPr>
          <p:cNvPr id="44" name="Rectangle 43"/>
          <p:cNvSpPr/>
          <p:nvPr/>
        </p:nvSpPr>
        <p:spPr>
          <a:xfrm>
            <a:off x="-3580618" y="2659997"/>
            <a:ext cx="1998146" cy="1467467"/>
          </a:xfrm>
          <a:prstGeom prst="rect">
            <a:avLst/>
          </a:prstGeom>
          <a:solidFill>
            <a:srgbClr val="4F81BD">
              <a:lumMod val="20000"/>
              <a:lumOff val="80000"/>
            </a:srgbClr>
          </a:solidFill>
          <a:ln w="25400" cap="flat" cmpd="sng" algn="ctr">
            <a:solidFill>
              <a:srgbClr val="4F81BD">
                <a:lumMod val="40000"/>
                <a:lumOff val="60000"/>
              </a:srgbClr>
            </a:solidFill>
            <a:prstDash val="solid"/>
          </a:ln>
          <a:effectLst/>
        </p:spPr>
        <p:txBody>
          <a:bodyPr lIns="64285" tIns="32142" rIns="64285" bIns="32142" rtlCol="0" anchor="ctr"/>
          <a:lstStyle/>
          <a:p>
            <a:pPr defTabSz="642823" fontAlgn="auto">
              <a:spcBef>
                <a:spcPts val="0"/>
              </a:spcBef>
              <a:spcAft>
                <a:spcPts val="0"/>
              </a:spcAft>
              <a:defRPr/>
            </a:pPr>
            <a:endParaRPr lang="en-US" sz="1266" cap="all" dirty="0">
              <a:solidFill>
                <a:prstClr val="black"/>
              </a:solidFill>
              <a:latin typeface="Comic Sans MS" panose="030F0702030302020204" pitchFamily="66" charset="0"/>
              <a:ea typeface="+mn-ea"/>
            </a:endParaRPr>
          </a:p>
        </p:txBody>
      </p:sp>
      <p:sp>
        <p:nvSpPr>
          <p:cNvPr id="45" name="Rectangle 44"/>
          <p:cNvSpPr/>
          <p:nvPr/>
        </p:nvSpPr>
        <p:spPr>
          <a:xfrm>
            <a:off x="-3473462" y="2767153"/>
            <a:ext cx="1998146" cy="1467467"/>
          </a:xfrm>
          <a:prstGeom prst="rect">
            <a:avLst/>
          </a:prstGeom>
          <a:solidFill>
            <a:srgbClr val="4F81BD">
              <a:lumMod val="20000"/>
              <a:lumOff val="80000"/>
            </a:srgbClr>
          </a:solidFill>
          <a:ln w="25400" cap="flat" cmpd="sng" algn="ctr">
            <a:solidFill>
              <a:srgbClr val="4F81BD">
                <a:lumMod val="40000"/>
                <a:lumOff val="60000"/>
              </a:srgbClr>
            </a:solidFill>
            <a:prstDash val="solid"/>
          </a:ln>
          <a:effectLst/>
        </p:spPr>
        <p:txBody>
          <a:bodyPr lIns="64285" tIns="32142" rIns="64285" bIns="32142" rtlCol="0" anchor="ctr"/>
          <a:lstStyle/>
          <a:p>
            <a:pPr defTabSz="642823" fontAlgn="auto">
              <a:spcBef>
                <a:spcPts val="0"/>
              </a:spcBef>
              <a:spcAft>
                <a:spcPts val="0"/>
              </a:spcAft>
              <a:defRPr/>
            </a:pPr>
            <a:endParaRPr lang="en-US" sz="1266" cap="all" dirty="0">
              <a:solidFill>
                <a:prstClr val="black"/>
              </a:solidFill>
              <a:latin typeface="Comic Sans MS" panose="030F0702030302020204" pitchFamily="66" charset="0"/>
              <a:ea typeface="+mn-ea"/>
            </a:endParaRPr>
          </a:p>
        </p:txBody>
      </p:sp>
      <p:sp>
        <p:nvSpPr>
          <p:cNvPr id="46" name="Rectangle 45"/>
          <p:cNvSpPr/>
          <p:nvPr/>
        </p:nvSpPr>
        <p:spPr>
          <a:xfrm>
            <a:off x="-3366306" y="2874310"/>
            <a:ext cx="1998146" cy="1467467"/>
          </a:xfrm>
          <a:prstGeom prst="rect">
            <a:avLst/>
          </a:prstGeom>
          <a:solidFill>
            <a:srgbClr val="4F81BD">
              <a:lumMod val="20000"/>
              <a:lumOff val="80000"/>
            </a:srgbClr>
          </a:solidFill>
          <a:ln w="25400" cap="flat" cmpd="sng" algn="ctr">
            <a:solidFill>
              <a:srgbClr val="4F81BD">
                <a:lumMod val="40000"/>
                <a:lumOff val="60000"/>
              </a:srgbClr>
            </a:solidFill>
            <a:prstDash val="solid"/>
          </a:ln>
          <a:effectLst/>
        </p:spPr>
        <p:txBody>
          <a:bodyPr lIns="64285" tIns="32142" rIns="64285" bIns="32142" rtlCol="0" anchor="ctr"/>
          <a:lstStyle/>
          <a:p>
            <a:pPr defTabSz="642823" fontAlgn="auto">
              <a:spcBef>
                <a:spcPts val="0"/>
              </a:spcBef>
              <a:spcAft>
                <a:spcPts val="0"/>
              </a:spcAft>
              <a:defRPr/>
            </a:pPr>
            <a:endParaRPr lang="en-US" sz="1266" cap="all" dirty="0">
              <a:solidFill>
                <a:prstClr val="black"/>
              </a:solidFill>
              <a:latin typeface="Comic Sans MS" panose="030F0702030302020204" pitchFamily="66" charset="0"/>
              <a:ea typeface="+mn-ea"/>
            </a:endParaRPr>
          </a:p>
        </p:txBody>
      </p:sp>
      <p:sp>
        <p:nvSpPr>
          <p:cNvPr id="47" name="Rectangle 46"/>
          <p:cNvSpPr/>
          <p:nvPr/>
        </p:nvSpPr>
        <p:spPr>
          <a:xfrm>
            <a:off x="-3259149" y="2981466"/>
            <a:ext cx="1998146" cy="1467467"/>
          </a:xfrm>
          <a:prstGeom prst="rect">
            <a:avLst/>
          </a:prstGeom>
          <a:solidFill>
            <a:srgbClr val="4F81BD">
              <a:lumMod val="20000"/>
              <a:lumOff val="80000"/>
            </a:srgbClr>
          </a:solidFill>
          <a:ln w="25400" cap="flat" cmpd="sng" algn="ctr">
            <a:solidFill>
              <a:srgbClr val="4F81BD">
                <a:lumMod val="40000"/>
                <a:lumOff val="60000"/>
              </a:srgbClr>
            </a:solidFill>
            <a:prstDash val="solid"/>
          </a:ln>
          <a:effectLst/>
        </p:spPr>
        <p:txBody>
          <a:bodyPr lIns="64285" tIns="32142" rIns="64285" bIns="32142" rtlCol="0" anchor="ctr"/>
          <a:lstStyle/>
          <a:p>
            <a:pPr defTabSz="642823" fontAlgn="auto">
              <a:spcBef>
                <a:spcPts val="0"/>
              </a:spcBef>
              <a:spcAft>
                <a:spcPts val="0"/>
              </a:spcAft>
              <a:defRPr/>
            </a:pPr>
            <a:endParaRPr lang="en-US" sz="1266" cap="all" dirty="0">
              <a:solidFill>
                <a:prstClr val="black"/>
              </a:solidFill>
              <a:latin typeface="Comic Sans MS" panose="030F0702030302020204" pitchFamily="66" charset="0"/>
              <a:ea typeface="+mn-ea"/>
            </a:endParaRPr>
          </a:p>
        </p:txBody>
      </p:sp>
      <p:sp>
        <p:nvSpPr>
          <p:cNvPr id="48" name="Rectangle 47"/>
          <p:cNvSpPr/>
          <p:nvPr/>
        </p:nvSpPr>
        <p:spPr>
          <a:xfrm>
            <a:off x="-3151993" y="3088622"/>
            <a:ext cx="1998146" cy="1467467"/>
          </a:xfrm>
          <a:prstGeom prst="rect">
            <a:avLst/>
          </a:prstGeom>
          <a:solidFill>
            <a:srgbClr val="4F81BD">
              <a:lumMod val="20000"/>
              <a:lumOff val="80000"/>
            </a:srgbClr>
          </a:solidFill>
          <a:ln w="25400" cap="flat" cmpd="sng" algn="ctr">
            <a:solidFill>
              <a:srgbClr val="4F81BD">
                <a:lumMod val="40000"/>
                <a:lumOff val="60000"/>
              </a:srgbClr>
            </a:solidFill>
            <a:prstDash val="solid"/>
          </a:ln>
          <a:effectLst/>
        </p:spPr>
        <p:txBody>
          <a:bodyPr lIns="64285" tIns="32142" rIns="64285" bIns="32142" rtlCol="0" anchor="ctr"/>
          <a:lstStyle/>
          <a:p>
            <a:pPr defTabSz="642823" fontAlgn="auto">
              <a:spcBef>
                <a:spcPts val="0"/>
              </a:spcBef>
              <a:spcAft>
                <a:spcPts val="0"/>
              </a:spcAft>
              <a:defRPr/>
            </a:pPr>
            <a:endParaRPr lang="en-US" sz="1266" cap="all" dirty="0">
              <a:solidFill>
                <a:prstClr val="black"/>
              </a:solidFill>
              <a:latin typeface="Comic Sans MS" panose="030F0702030302020204" pitchFamily="66" charset="0"/>
              <a:ea typeface="+mn-ea"/>
            </a:endParaRPr>
          </a:p>
        </p:txBody>
      </p:sp>
      <p:sp>
        <p:nvSpPr>
          <p:cNvPr id="49" name="Rectangle 48"/>
          <p:cNvSpPr/>
          <p:nvPr/>
        </p:nvSpPr>
        <p:spPr>
          <a:xfrm>
            <a:off x="-3044837" y="3195778"/>
            <a:ext cx="1998146" cy="1467467"/>
          </a:xfrm>
          <a:prstGeom prst="rect">
            <a:avLst/>
          </a:prstGeom>
          <a:solidFill>
            <a:srgbClr val="4F81BD">
              <a:lumMod val="20000"/>
              <a:lumOff val="80000"/>
            </a:srgbClr>
          </a:solidFill>
          <a:ln w="25400" cap="flat" cmpd="sng" algn="ctr">
            <a:solidFill>
              <a:srgbClr val="4F81BD">
                <a:lumMod val="40000"/>
                <a:lumOff val="60000"/>
              </a:srgbClr>
            </a:solidFill>
            <a:prstDash val="solid"/>
          </a:ln>
          <a:effectLst/>
        </p:spPr>
        <p:txBody>
          <a:bodyPr lIns="64285" tIns="32142" rIns="64285" bIns="32142" rtlCol="0" anchor="ctr"/>
          <a:lstStyle/>
          <a:p>
            <a:pPr defTabSz="642823" fontAlgn="auto">
              <a:spcBef>
                <a:spcPts val="0"/>
              </a:spcBef>
              <a:spcAft>
                <a:spcPts val="0"/>
              </a:spcAft>
              <a:defRPr/>
            </a:pPr>
            <a:endParaRPr lang="en-US" sz="1266" cap="all" dirty="0">
              <a:solidFill>
                <a:prstClr val="black"/>
              </a:solidFill>
              <a:latin typeface="Comic Sans MS" panose="030F0702030302020204" pitchFamily="66" charset="0"/>
              <a:ea typeface="+mn-ea"/>
            </a:endParaRPr>
          </a:p>
        </p:txBody>
      </p:sp>
      <p:sp>
        <p:nvSpPr>
          <p:cNvPr id="50" name="Rectangle 49"/>
          <p:cNvSpPr/>
          <p:nvPr/>
        </p:nvSpPr>
        <p:spPr>
          <a:xfrm>
            <a:off x="-2937681" y="3302935"/>
            <a:ext cx="1998146" cy="1467467"/>
          </a:xfrm>
          <a:prstGeom prst="rect">
            <a:avLst/>
          </a:prstGeom>
          <a:solidFill>
            <a:srgbClr val="4F81BD">
              <a:lumMod val="20000"/>
              <a:lumOff val="80000"/>
            </a:srgbClr>
          </a:solidFill>
          <a:ln w="25400" cap="flat" cmpd="sng" algn="ctr">
            <a:solidFill>
              <a:srgbClr val="4F81BD">
                <a:lumMod val="40000"/>
                <a:lumOff val="60000"/>
              </a:srgbClr>
            </a:solidFill>
            <a:prstDash val="solid"/>
          </a:ln>
          <a:effectLst/>
        </p:spPr>
        <p:txBody>
          <a:bodyPr lIns="64285" tIns="32142" rIns="64285" bIns="32142" rtlCol="0" anchor="ctr"/>
          <a:lstStyle/>
          <a:p>
            <a:pPr defTabSz="642823" fontAlgn="auto">
              <a:spcBef>
                <a:spcPts val="0"/>
              </a:spcBef>
              <a:spcAft>
                <a:spcPts val="0"/>
              </a:spcAft>
              <a:defRPr/>
            </a:pPr>
            <a:endParaRPr lang="en-US" sz="1266" cap="all" dirty="0">
              <a:solidFill>
                <a:prstClr val="black"/>
              </a:solidFill>
              <a:latin typeface="Comic Sans MS" panose="030F0702030302020204" pitchFamily="66" charset="0"/>
              <a:ea typeface="+mn-ea"/>
            </a:endParaRPr>
          </a:p>
        </p:txBody>
      </p:sp>
      <p:sp>
        <p:nvSpPr>
          <p:cNvPr id="51" name="Rectangle 50"/>
          <p:cNvSpPr/>
          <p:nvPr/>
        </p:nvSpPr>
        <p:spPr>
          <a:xfrm>
            <a:off x="581448" y="2731984"/>
            <a:ext cx="1998146" cy="1467467"/>
          </a:xfrm>
          <a:prstGeom prst="rect">
            <a:avLst/>
          </a:prstGeom>
          <a:solidFill>
            <a:srgbClr val="4F81BD">
              <a:lumMod val="20000"/>
              <a:lumOff val="80000"/>
            </a:srgbClr>
          </a:solidFill>
          <a:ln w="25400" cap="flat" cmpd="sng" algn="ctr">
            <a:solidFill>
              <a:srgbClr val="4F81BD">
                <a:lumMod val="40000"/>
                <a:lumOff val="60000"/>
              </a:srgbClr>
            </a:solidFill>
            <a:prstDash val="solid"/>
          </a:ln>
          <a:effectLst/>
        </p:spPr>
        <p:txBody>
          <a:bodyPr lIns="64285" tIns="32142" rIns="64285" bIns="32142" rtlCol="0" anchor="ctr"/>
          <a:lstStyle/>
          <a:p>
            <a:pPr defTabSz="642823" fontAlgn="auto">
              <a:spcBef>
                <a:spcPts val="0"/>
              </a:spcBef>
              <a:spcAft>
                <a:spcPts val="0"/>
              </a:spcAft>
              <a:defRPr/>
            </a:pPr>
            <a:r>
              <a:rPr lang="en-US" sz="1266" cap="all" dirty="0" smtClean="0">
                <a:solidFill>
                  <a:prstClr val="black"/>
                </a:solidFill>
                <a:latin typeface="+mn-lt"/>
                <a:ea typeface="+mn-ea"/>
              </a:rPr>
              <a:t>Second segment group? </a:t>
            </a:r>
            <a:endParaRPr lang="en-US" sz="1266" cap="all" dirty="0">
              <a:solidFill>
                <a:prstClr val="black"/>
              </a:solidFill>
              <a:latin typeface="+mn-lt"/>
              <a:ea typeface="+mn-ea"/>
            </a:endParaRPr>
          </a:p>
        </p:txBody>
      </p:sp>
      <p:sp>
        <p:nvSpPr>
          <p:cNvPr id="83" name="Rectangle 82"/>
          <p:cNvSpPr/>
          <p:nvPr/>
        </p:nvSpPr>
        <p:spPr>
          <a:xfrm>
            <a:off x="-3432149" y="4683845"/>
            <a:ext cx="1998146" cy="1467467"/>
          </a:xfrm>
          <a:prstGeom prst="rect">
            <a:avLst/>
          </a:prstGeom>
          <a:solidFill>
            <a:srgbClr val="FFFFCC"/>
          </a:solidFill>
          <a:ln w="25400" cap="flat" cmpd="sng" algn="ctr">
            <a:solidFill>
              <a:srgbClr val="FFC000"/>
            </a:solidFill>
            <a:prstDash val="solid"/>
          </a:ln>
          <a:effectLst/>
        </p:spPr>
        <p:txBody>
          <a:bodyPr lIns="64285" tIns="32142" rIns="64285" bIns="32142" rtlCol="0" anchor="ctr"/>
          <a:lstStyle/>
          <a:p>
            <a:pPr defTabSz="642823" fontAlgn="auto">
              <a:spcBef>
                <a:spcPts val="0"/>
              </a:spcBef>
              <a:spcAft>
                <a:spcPts val="0"/>
              </a:spcAft>
              <a:defRPr/>
            </a:pPr>
            <a:endParaRPr lang="en-US" sz="1266" cap="all" dirty="0">
              <a:solidFill>
                <a:prstClr val="black"/>
              </a:solidFill>
              <a:latin typeface="Comic Sans MS" panose="030F0702030302020204" pitchFamily="66" charset="0"/>
              <a:ea typeface="+mn-ea"/>
            </a:endParaRPr>
          </a:p>
        </p:txBody>
      </p:sp>
      <p:sp>
        <p:nvSpPr>
          <p:cNvPr id="85" name="Rectangle 84"/>
          <p:cNvSpPr/>
          <p:nvPr/>
        </p:nvSpPr>
        <p:spPr>
          <a:xfrm>
            <a:off x="-3217837" y="4898157"/>
            <a:ext cx="1998146" cy="1467467"/>
          </a:xfrm>
          <a:prstGeom prst="rect">
            <a:avLst/>
          </a:prstGeom>
          <a:solidFill>
            <a:srgbClr val="FFFFCC"/>
          </a:solidFill>
          <a:ln w="25400" cap="flat" cmpd="sng" algn="ctr">
            <a:solidFill>
              <a:srgbClr val="FFC000"/>
            </a:solidFill>
            <a:prstDash val="solid"/>
          </a:ln>
          <a:effectLst/>
        </p:spPr>
        <p:txBody>
          <a:bodyPr lIns="64285" tIns="32142" rIns="64285" bIns="32142" rtlCol="0" anchor="ctr"/>
          <a:lstStyle/>
          <a:p>
            <a:pPr defTabSz="642823" fontAlgn="auto">
              <a:spcBef>
                <a:spcPts val="0"/>
              </a:spcBef>
              <a:spcAft>
                <a:spcPts val="0"/>
              </a:spcAft>
              <a:defRPr/>
            </a:pPr>
            <a:endParaRPr lang="en-US" sz="1266" cap="all" dirty="0">
              <a:solidFill>
                <a:prstClr val="black"/>
              </a:solidFill>
              <a:latin typeface="Comic Sans MS" panose="030F0702030302020204" pitchFamily="66" charset="0"/>
              <a:ea typeface="+mn-ea"/>
            </a:endParaRPr>
          </a:p>
        </p:txBody>
      </p:sp>
      <p:sp>
        <p:nvSpPr>
          <p:cNvPr id="86" name="Rectangle 85"/>
          <p:cNvSpPr/>
          <p:nvPr/>
        </p:nvSpPr>
        <p:spPr>
          <a:xfrm>
            <a:off x="-3110680" y="5005313"/>
            <a:ext cx="1998146" cy="1467467"/>
          </a:xfrm>
          <a:prstGeom prst="rect">
            <a:avLst/>
          </a:prstGeom>
          <a:solidFill>
            <a:srgbClr val="FFFFCC"/>
          </a:solidFill>
          <a:ln w="25400" cap="flat" cmpd="sng" algn="ctr">
            <a:solidFill>
              <a:srgbClr val="FFC000"/>
            </a:solidFill>
            <a:prstDash val="solid"/>
          </a:ln>
          <a:effectLst/>
        </p:spPr>
        <p:txBody>
          <a:bodyPr lIns="64285" tIns="32142" rIns="64285" bIns="32142" rtlCol="0" anchor="ctr"/>
          <a:lstStyle/>
          <a:p>
            <a:pPr defTabSz="642823" fontAlgn="auto">
              <a:spcBef>
                <a:spcPts val="0"/>
              </a:spcBef>
              <a:spcAft>
                <a:spcPts val="0"/>
              </a:spcAft>
              <a:defRPr/>
            </a:pPr>
            <a:endParaRPr lang="en-US" sz="1266" cap="all" dirty="0">
              <a:solidFill>
                <a:prstClr val="black"/>
              </a:solidFill>
              <a:latin typeface="Comic Sans MS" panose="030F0702030302020204" pitchFamily="66" charset="0"/>
              <a:ea typeface="+mn-ea"/>
            </a:endParaRPr>
          </a:p>
        </p:txBody>
      </p:sp>
      <p:sp>
        <p:nvSpPr>
          <p:cNvPr id="87" name="Rectangle 86"/>
          <p:cNvSpPr/>
          <p:nvPr/>
        </p:nvSpPr>
        <p:spPr>
          <a:xfrm>
            <a:off x="-3003524" y="5112470"/>
            <a:ext cx="1998146" cy="1467467"/>
          </a:xfrm>
          <a:prstGeom prst="rect">
            <a:avLst/>
          </a:prstGeom>
          <a:solidFill>
            <a:srgbClr val="FFFFCC"/>
          </a:solidFill>
          <a:ln w="25400" cap="flat" cmpd="sng" algn="ctr">
            <a:solidFill>
              <a:srgbClr val="FFC000"/>
            </a:solidFill>
            <a:prstDash val="solid"/>
          </a:ln>
          <a:effectLst/>
        </p:spPr>
        <p:txBody>
          <a:bodyPr lIns="64285" tIns="32142" rIns="64285" bIns="32142" rtlCol="0" anchor="ctr"/>
          <a:lstStyle/>
          <a:p>
            <a:pPr defTabSz="642823" fontAlgn="auto">
              <a:spcBef>
                <a:spcPts val="0"/>
              </a:spcBef>
              <a:spcAft>
                <a:spcPts val="0"/>
              </a:spcAft>
              <a:defRPr/>
            </a:pPr>
            <a:endParaRPr lang="en-US" sz="1266" cap="all" dirty="0">
              <a:solidFill>
                <a:prstClr val="black"/>
              </a:solidFill>
              <a:latin typeface="Comic Sans MS" panose="030F0702030302020204" pitchFamily="66" charset="0"/>
              <a:ea typeface="+mn-ea"/>
            </a:endParaRPr>
          </a:p>
        </p:txBody>
      </p:sp>
      <p:sp>
        <p:nvSpPr>
          <p:cNvPr id="88" name="Rectangle 87"/>
          <p:cNvSpPr/>
          <p:nvPr/>
        </p:nvSpPr>
        <p:spPr>
          <a:xfrm>
            <a:off x="-2896368" y="5219626"/>
            <a:ext cx="1998146" cy="1467467"/>
          </a:xfrm>
          <a:prstGeom prst="rect">
            <a:avLst/>
          </a:prstGeom>
          <a:solidFill>
            <a:srgbClr val="FFFFCC"/>
          </a:solidFill>
          <a:ln w="25400" cap="flat" cmpd="sng" algn="ctr">
            <a:solidFill>
              <a:srgbClr val="FFC000"/>
            </a:solidFill>
            <a:prstDash val="solid"/>
          </a:ln>
          <a:effectLst/>
        </p:spPr>
        <p:txBody>
          <a:bodyPr lIns="64285" tIns="32142" rIns="64285" bIns="32142" rtlCol="0" anchor="ctr"/>
          <a:lstStyle/>
          <a:p>
            <a:pPr defTabSz="642823" fontAlgn="auto">
              <a:spcBef>
                <a:spcPts val="0"/>
              </a:spcBef>
              <a:spcAft>
                <a:spcPts val="0"/>
              </a:spcAft>
              <a:defRPr/>
            </a:pPr>
            <a:endParaRPr lang="en-US" sz="1266" cap="all" dirty="0">
              <a:solidFill>
                <a:prstClr val="black"/>
              </a:solidFill>
              <a:latin typeface="Comic Sans MS" panose="030F0702030302020204" pitchFamily="66" charset="0"/>
              <a:ea typeface="+mn-ea"/>
            </a:endParaRPr>
          </a:p>
        </p:txBody>
      </p:sp>
      <p:sp>
        <p:nvSpPr>
          <p:cNvPr id="89" name="Rectangle 88"/>
          <p:cNvSpPr/>
          <p:nvPr/>
        </p:nvSpPr>
        <p:spPr>
          <a:xfrm>
            <a:off x="581448" y="4520479"/>
            <a:ext cx="1998146" cy="1467467"/>
          </a:xfrm>
          <a:prstGeom prst="rect">
            <a:avLst/>
          </a:prstGeom>
          <a:solidFill>
            <a:srgbClr val="FFFFCC"/>
          </a:solidFill>
          <a:ln w="25400" cap="flat" cmpd="sng" algn="ctr">
            <a:solidFill>
              <a:srgbClr val="FFC000"/>
            </a:solidFill>
            <a:prstDash val="solid"/>
          </a:ln>
          <a:effectLst/>
        </p:spPr>
        <p:txBody>
          <a:bodyPr lIns="64285" tIns="32142" rIns="64285" bIns="32142" rtlCol="0" anchor="ctr"/>
          <a:lstStyle/>
          <a:p>
            <a:pPr defTabSz="642823" fontAlgn="auto">
              <a:spcBef>
                <a:spcPts val="0"/>
              </a:spcBef>
              <a:spcAft>
                <a:spcPts val="0"/>
              </a:spcAft>
              <a:defRPr/>
            </a:pPr>
            <a:r>
              <a:rPr lang="en-US" sz="1266" cap="all" dirty="0" smtClean="0">
                <a:solidFill>
                  <a:prstClr val="black"/>
                </a:solidFill>
                <a:latin typeface="+mn-lt"/>
                <a:ea typeface="+mn-ea"/>
              </a:rPr>
              <a:t>Handy sticky notes!</a:t>
            </a:r>
            <a:endParaRPr lang="en-US" sz="1266" cap="all" dirty="0">
              <a:solidFill>
                <a:prstClr val="black"/>
              </a:solidFill>
              <a:latin typeface="+mn-lt"/>
              <a:ea typeface="+mn-ea"/>
            </a:endParaRPr>
          </a:p>
        </p:txBody>
      </p:sp>
    </p:spTree>
    <p:extLst>
      <p:ext uri="{BB962C8B-B14F-4D97-AF65-F5344CB8AC3E}">
        <p14:creationId xmlns:p14="http://schemas.microsoft.com/office/powerpoint/2010/main" val="1788634491"/>
      </p:ext>
    </p:extLst>
  </p:cSld>
  <p:clrMapOvr>
    <a:masterClrMapping/>
  </p:clrMapOvr>
  <p:transition spd="me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2" name="Shape 222"/>
          <p:cNvSpPr>
            <a:spLocks noGrp="1"/>
          </p:cNvSpPr>
          <p:nvPr>
            <p:ph type="body" idx="13"/>
          </p:nvPr>
        </p:nvSpPr>
        <p:spPr>
          <a:xfrm>
            <a:off x="976312" y="435506"/>
            <a:ext cx="7858126" cy="240066"/>
          </a:xfrm>
          <a:prstGeom prst="rect">
            <a:avLst/>
          </a:prstGeom>
        </p:spPr>
        <p:txBody>
          <a:bodyPr/>
          <a:lstStyle>
            <a:lvl1pPr algn="r">
              <a:defRPr sz="1200" spc="60"/>
            </a:lvl1pPr>
          </a:lstStyle>
          <a:p>
            <a:r>
              <a:t>project name</a:t>
            </a:r>
          </a:p>
        </p:txBody>
      </p:sp>
      <p:sp>
        <p:nvSpPr>
          <p:cNvPr id="223" name="Shape 223"/>
          <p:cNvSpPr>
            <a:spLocks noGrp="1"/>
          </p:cNvSpPr>
          <p:nvPr>
            <p:ph type="title"/>
          </p:nvPr>
        </p:nvSpPr>
        <p:spPr>
          <a:xfrm>
            <a:off x="285750" y="260341"/>
            <a:ext cx="7379317" cy="508993"/>
          </a:xfrm>
          <a:prstGeom prst="rect">
            <a:avLst/>
          </a:prstGeom>
        </p:spPr>
        <p:txBody>
          <a:bodyPr/>
          <a:lstStyle>
            <a:lvl1pPr defTabSz="467359">
              <a:spcBef>
                <a:spcPts val="2200"/>
              </a:spcBef>
              <a:defRPr sz="4800"/>
            </a:lvl1pPr>
          </a:lstStyle>
          <a:p>
            <a:r>
              <a:rPr sz="3600" b="0" dirty="0" smtClean="0">
                <a:latin typeface="+mj-lt"/>
              </a:rPr>
              <a:t>Customer</a:t>
            </a:r>
            <a:r>
              <a:rPr sz="2400" b="0" dirty="0" smtClean="0">
                <a:latin typeface="+mj-lt"/>
              </a:rPr>
              <a:t>(S</a:t>
            </a:r>
            <a:r>
              <a:rPr sz="2400" b="0" dirty="0">
                <a:latin typeface="+mj-lt"/>
              </a:rPr>
              <a:t>)</a:t>
            </a:r>
          </a:p>
        </p:txBody>
      </p:sp>
      <p:sp>
        <p:nvSpPr>
          <p:cNvPr id="225" name="Shape 225"/>
          <p:cNvSpPr/>
          <p:nvPr/>
        </p:nvSpPr>
        <p:spPr>
          <a:xfrm>
            <a:off x="285750" y="763905"/>
            <a:ext cx="2355591" cy="227948"/>
          </a:xfrm>
          <a:prstGeom prst="rect">
            <a:avLst/>
          </a:prstGeom>
          <a:ln w="12700">
            <a:miter lim="400000"/>
          </a:ln>
          <a:extLst>
            <a:ext uri="{C572A759-6A51-4108-AA02-DFA0A04FC94B}">
              <ma14:wrappingTextBoxFlag xmlns="" xmlns:ma14="http://schemas.microsoft.com/office/mac/drawingml/2011/main" val="1"/>
            </a:ext>
          </a:extLst>
        </p:spPr>
        <p:txBody>
          <a:bodyPr wrap="square" lIns="35719" tIns="35719" rIns="35719" bIns="35719" anchor="b">
            <a:spAutoFit/>
          </a:bodyPr>
          <a:lstStyle>
            <a:lvl1pPr algn="l" defTabSz="457200">
              <a:lnSpc>
                <a:spcPct val="80000"/>
              </a:lnSpc>
              <a:defRPr sz="1800" cap="all" spc="90">
                <a:solidFill>
                  <a:srgbClr val="838787"/>
                </a:solidFill>
                <a:latin typeface="DIN Condensed"/>
                <a:ea typeface="DIN Condensed"/>
                <a:cs typeface="DIN Condensed"/>
                <a:sym typeface="DIN Condensed"/>
              </a:defRPr>
            </a:lvl1pPr>
          </a:lstStyle>
          <a:p>
            <a:r>
              <a:rPr sz="1266" dirty="0">
                <a:latin typeface="+mj-lt"/>
              </a:rPr>
              <a:t>Primary &amp; Secondary</a:t>
            </a:r>
          </a:p>
        </p:txBody>
      </p:sp>
      <p:sp>
        <p:nvSpPr>
          <p:cNvPr id="34" name="Rectangle 33"/>
          <p:cNvSpPr/>
          <p:nvPr/>
        </p:nvSpPr>
        <p:spPr>
          <a:xfrm>
            <a:off x="-3378571" y="442436"/>
            <a:ext cx="1998146" cy="1467467"/>
          </a:xfrm>
          <a:prstGeom prst="rect">
            <a:avLst/>
          </a:prstGeom>
          <a:solidFill>
            <a:srgbClr val="C0504D">
              <a:lumMod val="20000"/>
              <a:lumOff val="80000"/>
            </a:srgbClr>
          </a:solidFill>
          <a:ln w="25400" cap="flat" cmpd="sng" algn="ctr">
            <a:solidFill>
              <a:srgbClr val="C0504D">
                <a:lumMod val="40000"/>
                <a:lumOff val="60000"/>
              </a:srgbClr>
            </a:solidFill>
            <a:prstDash val="solid"/>
          </a:ln>
          <a:effectLst/>
        </p:spPr>
        <p:txBody>
          <a:bodyPr lIns="64285" tIns="32142" rIns="64285" bIns="32142" rtlCol="0" anchor="ctr"/>
          <a:lstStyle/>
          <a:p>
            <a:pPr defTabSz="642823" fontAlgn="auto">
              <a:spcBef>
                <a:spcPts val="0"/>
              </a:spcBef>
              <a:spcAft>
                <a:spcPts val="0"/>
              </a:spcAft>
              <a:defRPr/>
            </a:pPr>
            <a:endParaRPr lang="en-US" sz="1266" cap="all" dirty="0">
              <a:solidFill>
                <a:prstClr val="black"/>
              </a:solidFill>
              <a:latin typeface="Comic Sans MS" panose="030F0702030302020204" pitchFamily="66" charset="0"/>
              <a:ea typeface="+mn-ea"/>
            </a:endParaRPr>
          </a:p>
        </p:txBody>
      </p:sp>
      <p:sp>
        <p:nvSpPr>
          <p:cNvPr id="35" name="Rectangle 34"/>
          <p:cNvSpPr/>
          <p:nvPr/>
        </p:nvSpPr>
        <p:spPr>
          <a:xfrm>
            <a:off x="-3271415" y="549593"/>
            <a:ext cx="1998146" cy="1467467"/>
          </a:xfrm>
          <a:prstGeom prst="rect">
            <a:avLst/>
          </a:prstGeom>
          <a:solidFill>
            <a:srgbClr val="C0504D">
              <a:lumMod val="20000"/>
              <a:lumOff val="80000"/>
            </a:srgbClr>
          </a:solidFill>
          <a:ln w="25400" cap="flat" cmpd="sng" algn="ctr">
            <a:solidFill>
              <a:srgbClr val="C0504D">
                <a:lumMod val="40000"/>
                <a:lumOff val="60000"/>
              </a:srgbClr>
            </a:solidFill>
            <a:prstDash val="solid"/>
          </a:ln>
          <a:effectLst/>
        </p:spPr>
        <p:txBody>
          <a:bodyPr lIns="64285" tIns="32142" rIns="64285" bIns="32142" rtlCol="0" anchor="ctr"/>
          <a:lstStyle/>
          <a:p>
            <a:pPr defTabSz="642823" fontAlgn="auto">
              <a:spcBef>
                <a:spcPts val="0"/>
              </a:spcBef>
              <a:spcAft>
                <a:spcPts val="0"/>
              </a:spcAft>
              <a:defRPr/>
            </a:pPr>
            <a:endParaRPr lang="en-US" sz="1266" cap="all" dirty="0">
              <a:solidFill>
                <a:prstClr val="black"/>
              </a:solidFill>
              <a:latin typeface="Comic Sans MS" panose="030F0702030302020204" pitchFamily="66" charset="0"/>
              <a:ea typeface="+mn-ea"/>
            </a:endParaRPr>
          </a:p>
        </p:txBody>
      </p:sp>
      <p:sp>
        <p:nvSpPr>
          <p:cNvPr id="36" name="Rectangle 35"/>
          <p:cNvSpPr/>
          <p:nvPr/>
        </p:nvSpPr>
        <p:spPr>
          <a:xfrm>
            <a:off x="-3164258" y="656749"/>
            <a:ext cx="1998146" cy="1467467"/>
          </a:xfrm>
          <a:prstGeom prst="rect">
            <a:avLst/>
          </a:prstGeom>
          <a:solidFill>
            <a:srgbClr val="C0504D">
              <a:lumMod val="20000"/>
              <a:lumOff val="80000"/>
            </a:srgbClr>
          </a:solidFill>
          <a:ln w="25400" cap="flat" cmpd="sng" algn="ctr">
            <a:solidFill>
              <a:srgbClr val="C0504D">
                <a:lumMod val="40000"/>
                <a:lumOff val="60000"/>
              </a:srgbClr>
            </a:solidFill>
            <a:prstDash val="solid"/>
          </a:ln>
          <a:effectLst/>
        </p:spPr>
        <p:txBody>
          <a:bodyPr lIns="64285" tIns="32142" rIns="64285" bIns="32142" rtlCol="0" anchor="ctr"/>
          <a:lstStyle/>
          <a:p>
            <a:pPr defTabSz="642823" fontAlgn="auto">
              <a:spcBef>
                <a:spcPts val="0"/>
              </a:spcBef>
              <a:spcAft>
                <a:spcPts val="0"/>
              </a:spcAft>
              <a:defRPr/>
            </a:pPr>
            <a:endParaRPr lang="en-US" sz="1266" cap="all" dirty="0">
              <a:solidFill>
                <a:prstClr val="black"/>
              </a:solidFill>
              <a:latin typeface="Comic Sans MS" panose="030F0702030302020204" pitchFamily="66" charset="0"/>
              <a:ea typeface="+mn-ea"/>
            </a:endParaRPr>
          </a:p>
        </p:txBody>
      </p:sp>
      <p:sp>
        <p:nvSpPr>
          <p:cNvPr id="37" name="Rectangle 36"/>
          <p:cNvSpPr/>
          <p:nvPr/>
        </p:nvSpPr>
        <p:spPr>
          <a:xfrm>
            <a:off x="-3057102" y="763905"/>
            <a:ext cx="1998146" cy="1467467"/>
          </a:xfrm>
          <a:prstGeom prst="rect">
            <a:avLst/>
          </a:prstGeom>
          <a:solidFill>
            <a:srgbClr val="C0504D">
              <a:lumMod val="20000"/>
              <a:lumOff val="80000"/>
            </a:srgbClr>
          </a:solidFill>
          <a:ln w="25400" cap="flat" cmpd="sng" algn="ctr">
            <a:solidFill>
              <a:srgbClr val="C0504D">
                <a:lumMod val="40000"/>
                <a:lumOff val="60000"/>
              </a:srgbClr>
            </a:solidFill>
            <a:prstDash val="solid"/>
          </a:ln>
          <a:effectLst/>
        </p:spPr>
        <p:txBody>
          <a:bodyPr lIns="64285" tIns="32142" rIns="64285" bIns="32142" rtlCol="0" anchor="ctr"/>
          <a:lstStyle/>
          <a:p>
            <a:pPr defTabSz="642823" fontAlgn="auto">
              <a:spcBef>
                <a:spcPts val="0"/>
              </a:spcBef>
              <a:spcAft>
                <a:spcPts val="0"/>
              </a:spcAft>
              <a:defRPr/>
            </a:pPr>
            <a:endParaRPr lang="en-US" sz="1266" cap="all" dirty="0">
              <a:solidFill>
                <a:prstClr val="black"/>
              </a:solidFill>
              <a:latin typeface="Comic Sans MS" panose="030F0702030302020204" pitchFamily="66" charset="0"/>
              <a:ea typeface="+mn-ea"/>
            </a:endParaRPr>
          </a:p>
        </p:txBody>
      </p:sp>
      <p:sp>
        <p:nvSpPr>
          <p:cNvPr id="38" name="Rectangle 37"/>
          <p:cNvSpPr/>
          <p:nvPr/>
        </p:nvSpPr>
        <p:spPr>
          <a:xfrm>
            <a:off x="-2949946" y="871061"/>
            <a:ext cx="1998146" cy="1467467"/>
          </a:xfrm>
          <a:prstGeom prst="rect">
            <a:avLst/>
          </a:prstGeom>
          <a:solidFill>
            <a:srgbClr val="C0504D">
              <a:lumMod val="20000"/>
              <a:lumOff val="80000"/>
            </a:srgbClr>
          </a:solidFill>
          <a:ln w="25400" cap="flat" cmpd="sng" algn="ctr">
            <a:solidFill>
              <a:srgbClr val="C0504D">
                <a:lumMod val="40000"/>
                <a:lumOff val="60000"/>
              </a:srgbClr>
            </a:solidFill>
            <a:prstDash val="solid"/>
          </a:ln>
          <a:effectLst/>
        </p:spPr>
        <p:txBody>
          <a:bodyPr lIns="64285" tIns="32142" rIns="64285" bIns="32142" rtlCol="0" anchor="ctr"/>
          <a:lstStyle/>
          <a:p>
            <a:pPr defTabSz="642823" fontAlgn="auto">
              <a:spcBef>
                <a:spcPts val="0"/>
              </a:spcBef>
              <a:spcAft>
                <a:spcPts val="0"/>
              </a:spcAft>
              <a:defRPr/>
            </a:pPr>
            <a:endParaRPr lang="en-US" sz="1266" cap="all" dirty="0">
              <a:solidFill>
                <a:prstClr val="black"/>
              </a:solidFill>
              <a:latin typeface="Comic Sans MS" panose="030F0702030302020204" pitchFamily="66" charset="0"/>
              <a:ea typeface="+mn-ea"/>
            </a:endParaRPr>
          </a:p>
        </p:txBody>
      </p:sp>
      <p:sp>
        <p:nvSpPr>
          <p:cNvPr id="39" name="Rectangle 38"/>
          <p:cNvSpPr/>
          <p:nvPr/>
        </p:nvSpPr>
        <p:spPr>
          <a:xfrm>
            <a:off x="-2842790" y="978218"/>
            <a:ext cx="1998146" cy="1467467"/>
          </a:xfrm>
          <a:prstGeom prst="rect">
            <a:avLst/>
          </a:prstGeom>
          <a:solidFill>
            <a:srgbClr val="C0504D">
              <a:lumMod val="20000"/>
              <a:lumOff val="80000"/>
            </a:srgbClr>
          </a:solidFill>
          <a:ln w="25400" cap="flat" cmpd="sng" algn="ctr">
            <a:solidFill>
              <a:srgbClr val="C0504D">
                <a:lumMod val="40000"/>
                <a:lumOff val="60000"/>
              </a:srgbClr>
            </a:solidFill>
            <a:prstDash val="solid"/>
          </a:ln>
          <a:effectLst/>
        </p:spPr>
        <p:txBody>
          <a:bodyPr lIns="64285" tIns="32142" rIns="64285" bIns="32142" rtlCol="0" anchor="ctr"/>
          <a:lstStyle/>
          <a:p>
            <a:pPr defTabSz="642823" fontAlgn="auto">
              <a:spcBef>
                <a:spcPts val="0"/>
              </a:spcBef>
              <a:spcAft>
                <a:spcPts val="0"/>
              </a:spcAft>
              <a:defRPr/>
            </a:pPr>
            <a:endParaRPr lang="en-US" sz="1266" cap="all" dirty="0">
              <a:solidFill>
                <a:prstClr val="black"/>
              </a:solidFill>
              <a:latin typeface="Comic Sans MS" panose="030F0702030302020204" pitchFamily="66" charset="0"/>
              <a:ea typeface="+mn-ea"/>
            </a:endParaRPr>
          </a:p>
        </p:txBody>
      </p:sp>
      <p:sp>
        <p:nvSpPr>
          <p:cNvPr id="40" name="Rectangle 39"/>
          <p:cNvSpPr/>
          <p:nvPr/>
        </p:nvSpPr>
        <p:spPr>
          <a:xfrm>
            <a:off x="-2735633" y="1085374"/>
            <a:ext cx="1998146" cy="1467467"/>
          </a:xfrm>
          <a:prstGeom prst="rect">
            <a:avLst/>
          </a:prstGeom>
          <a:solidFill>
            <a:srgbClr val="C0504D">
              <a:lumMod val="20000"/>
              <a:lumOff val="80000"/>
            </a:srgbClr>
          </a:solidFill>
          <a:ln w="25400" cap="flat" cmpd="sng" algn="ctr">
            <a:solidFill>
              <a:srgbClr val="C0504D">
                <a:lumMod val="40000"/>
                <a:lumOff val="60000"/>
              </a:srgbClr>
            </a:solidFill>
            <a:prstDash val="solid"/>
          </a:ln>
          <a:effectLst/>
        </p:spPr>
        <p:txBody>
          <a:bodyPr lIns="64285" tIns="32142" rIns="64285" bIns="32142" rtlCol="0" anchor="ctr"/>
          <a:lstStyle/>
          <a:p>
            <a:pPr defTabSz="642823" fontAlgn="auto">
              <a:spcBef>
                <a:spcPts val="0"/>
              </a:spcBef>
              <a:spcAft>
                <a:spcPts val="0"/>
              </a:spcAft>
              <a:defRPr/>
            </a:pPr>
            <a:endParaRPr lang="en-US" sz="1266" cap="all" dirty="0">
              <a:solidFill>
                <a:prstClr val="black"/>
              </a:solidFill>
              <a:latin typeface="Comic Sans MS" panose="030F0702030302020204" pitchFamily="66" charset="0"/>
              <a:ea typeface="+mn-ea"/>
            </a:endParaRPr>
          </a:p>
        </p:txBody>
      </p:sp>
      <p:sp>
        <p:nvSpPr>
          <p:cNvPr id="41" name="Rectangle 40"/>
          <p:cNvSpPr/>
          <p:nvPr/>
        </p:nvSpPr>
        <p:spPr>
          <a:xfrm>
            <a:off x="-3473462" y="2767153"/>
            <a:ext cx="1998146" cy="1467467"/>
          </a:xfrm>
          <a:prstGeom prst="rect">
            <a:avLst/>
          </a:prstGeom>
          <a:solidFill>
            <a:srgbClr val="4F81BD">
              <a:lumMod val="20000"/>
              <a:lumOff val="80000"/>
            </a:srgbClr>
          </a:solidFill>
          <a:ln w="25400" cap="flat" cmpd="sng" algn="ctr">
            <a:solidFill>
              <a:srgbClr val="4F81BD">
                <a:lumMod val="40000"/>
                <a:lumOff val="60000"/>
              </a:srgbClr>
            </a:solidFill>
            <a:prstDash val="solid"/>
          </a:ln>
          <a:effectLst/>
        </p:spPr>
        <p:txBody>
          <a:bodyPr lIns="64285" tIns="32142" rIns="64285" bIns="32142" rtlCol="0" anchor="ctr"/>
          <a:lstStyle/>
          <a:p>
            <a:pPr defTabSz="642823" fontAlgn="auto">
              <a:spcBef>
                <a:spcPts val="0"/>
              </a:spcBef>
              <a:spcAft>
                <a:spcPts val="0"/>
              </a:spcAft>
              <a:defRPr/>
            </a:pPr>
            <a:endParaRPr lang="en-US" sz="1266" cap="all" dirty="0">
              <a:solidFill>
                <a:prstClr val="black"/>
              </a:solidFill>
              <a:latin typeface="Comic Sans MS" panose="030F0702030302020204" pitchFamily="66" charset="0"/>
              <a:ea typeface="+mn-ea"/>
            </a:endParaRPr>
          </a:p>
        </p:txBody>
      </p:sp>
      <p:sp>
        <p:nvSpPr>
          <p:cNvPr id="42" name="Rectangle 41"/>
          <p:cNvSpPr/>
          <p:nvPr/>
        </p:nvSpPr>
        <p:spPr>
          <a:xfrm>
            <a:off x="-3366306" y="2874310"/>
            <a:ext cx="1998146" cy="1467467"/>
          </a:xfrm>
          <a:prstGeom prst="rect">
            <a:avLst/>
          </a:prstGeom>
          <a:solidFill>
            <a:srgbClr val="4F81BD">
              <a:lumMod val="20000"/>
              <a:lumOff val="80000"/>
            </a:srgbClr>
          </a:solidFill>
          <a:ln w="25400" cap="flat" cmpd="sng" algn="ctr">
            <a:solidFill>
              <a:srgbClr val="4F81BD">
                <a:lumMod val="40000"/>
                <a:lumOff val="60000"/>
              </a:srgbClr>
            </a:solidFill>
            <a:prstDash val="solid"/>
          </a:ln>
          <a:effectLst/>
        </p:spPr>
        <p:txBody>
          <a:bodyPr lIns="64285" tIns="32142" rIns="64285" bIns="32142" rtlCol="0" anchor="ctr"/>
          <a:lstStyle/>
          <a:p>
            <a:pPr defTabSz="642823" fontAlgn="auto">
              <a:spcBef>
                <a:spcPts val="0"/>
              </a:spcBef>
              <a:spcAft>
                <a:spcPts val="0"/>
              </a:spcAft>
              <a:defRPr/>
            </a:pPr>
            <a:endParaRPr lang="en-US" sz="1266" cap="all" dirty="0">
              <a:solidFill>
                <a:prstClr val="black"/>
              </a:solidFill>
              <a:latin typeface="Comic Sans MS" panose="030F0702030302020204" pitchFamily="66" charset="0"/>
              <a:ea typeface="+mn-ea"/>
            </a:endParaRPr>
          </a:p>
        </p:txBody>
      </p:sp>
      <p:sp>
        <p:nvSpPr>
          <p:cNvPr id="43" name="Rectangle 42"/>
          <p:cNvSpPr/>
          <p:nvPr/>
        </p:nvSpPr>
        <p:spPr>
          <a:xfrm>
            <a:off x="-3259149" y="2981466"/>
            <a:ext cx="1998146" cy="1467467"/>
          </a:xfrm>
          <a:prstGeom prst="rect">
            <a:avLst/>
          </a:prstGeom>
          <a:solidFill>
            <a:srgbClr val="4F81BD">
              <a:lumMod val="20000"/>
              <a:lumOff val="80000"/>
            </a:srgbClr>
          </a:solidFill>
          <a:ln w="25400" cap="flat" cmpd="sng" algn="ctr">
            <a:solidFill>
              <a:srgbClr val="4F81BD">
                <a:lumMod val="40000"/>
                <a:lumOff val="60000"/>
              </a:srgbClr>
            </a:solidFill>
            <a:prstDash val="solid"/>
          </a:ln>
          <a:effectLst/>
        </p:spPr>
        <p:txBody>
          <a:bodyPr lIns="64285" tIns="32142" rIns="64285" bIns="32142" rtlCol="0" anchor="ctr"/>
          <a:lstStyle/>
          <a:p>
            <a:pPr defTabSz="642823" fontAlgn="auto">
              <a:spcBef>
                <a:spcPts val="0"/>
              </a:spcBef>
              <a:spcAft>
                <a:spcPts val="0"/>
              </a:spcAft>
              <a:defRPr/>
            </a:pPr>
            <a:endParaRPr lang="en-US" sz="1266" cap="all" dirty="0">
              <a:solidFill>
                <a:prstClr val="black"/>
              </a:solidFill>
              <a:latin typeface="Comic Sans MS" panose="030F0702030302020204" pitchFamily="66" charset="0"/>
              <a:ea typeface="+mn-ea"/>
            </a:endParaRPr>
          </a:p>
        </p:txBody>
      </p:sp>
      <p:sp>
        <p:nvSpPr>
          <p:cNvPr id="44" name="Rectangle 43"/>
          <p:cNvSpPr/>
          <p:nvPr/>
        </p:nvSpPr>
        <p:spPr>
          <a:xfrm>
            <a:off x="-3151993" y="3088622"/>
            <a:ext cx="1998146" cy="1467467"/>
          </a:xfrm>
          <a:prstGeom prst="rect">
            <a:avLst/>
          </a:prstGeom>
          <a:solidFill>
            <a:srgbClr val="4F81BD">
              <a:lumMod val="20000"/>
              <a:lumOff val="80000"/>
            </a:srgbClr>
          </a:solidFill>
          <a:ln w="25400" cap="flat" cmpd="sng" algn="ctr">
            <a:solidFill>
              <a:srgbClr val="4F81BD">
                <a:lumMod val="40000"/>
                <a:lumOff val="60000"/>
              </a:srgbClr>
            </a:solidFill>
            <a:prstDash val="solid"/>
          </a:ln>
          <a:effectLst/>
        </p:spPr>
        <p:txBody>
          <a:bodyPr lIns="64285" tIns="32142" rIns="64285" bIns="32142" rtlCol="0" anchor="ctr"/>
          <a:lstStyle/>
          <a:p>
            <a:pPr defTabSz="642823" fontAlgn="auto">
              <a:spcBef>
                <a:spcPts val="0"/>
              </a:spcBef>
              <a:spcAft>
                <a:spcPts val="0"/>
              </a:spcAft>
              <a:defRPr/>
            </a:pPr>
            <a:endParaRPr lang="en-US" sz="1266" cap="all" dirty="0">
              <a:solidFill>
                <a:prstClr val="black"/>
              </a:solidFill>
              <a:latin typeface="Comic Sans MS" panose="030F0702030302020204" pitchFamily="66" charset="0"/>
              <a:ea typeface="+mn-ea"/>
            </a:endParaRPr>
          </a:p>
        </p:txBody>
      </p:sp>
      <p:sp>
        <p:nvSpPr>
          <p:cNvPr id="45" name="Rectangle 44"/>
          <p:cNvSpPr/>
          <p:nvPr/>
        </p:nvSpPr>
        <p:spPr>
          <a:xfrm>
            <a:off x="-3044837" y="3195778"/>
            <a:ext cx="1998146" cy="1467467"/>
          </a:xfrm>
          <a:prstGeom prst="rect">
            <a:avLst/>
          </a:prstGeom>
          <a:solidFill>
            <a:srgbClr val="4F81BD">
              <a:lumMod val="20000"/>
              <a:lumOff val="80000"/>
            </a:srgbClr>
          </a:solidFill>
          <a:ln w="25400" cap="flat" cmpd="sng" algn="ctr">
            <a:solidFill>
              <a:srgbClr val="4F81BD">
                <a:lumMod val="40000"/>
                <a:lumOff val="60000"/>
              </a:srgbClr>
            </a:solidFill>
            <a:prstDash val="solid"/>
          </a:ln>
          <a:effectLst/>
        </p:spPr>
        <p:txBody>
          <a:bodyPr lIns="64285" tIns="32142" rIns="64285" bIns="32142" rtlCol="0" anchor="ctr"/>
          <a:lstStyle/>
          <a:p>
            <a:pPr defTabSz="642823" fontAlgn="auto">
              <a:spcBef>
                <a:spcPts val="0"/>
              </a:spcBef>
              <a:spcAft>
                <a:spcPts val="0"/>
              </a:spcAft>
              <a:defRPr/>
            </a:pPr>
            <a:endParaRPr lang="en-US" sz="1266" cap="all" dirty="0">
              <a:solidFill>
                <a:prstClr val="black"/>
              </a:solidFill>
              <a:latin typeface="Comic Sans MS" panose="030F0702030302020204" pitchFamily="66" charset="0"/>
              <a:ea typeface="+mn-ea"/>
            </a:endParaRPr>
          </a:p>
        </p:txBody>
      </p:sp>
      <p:sp>
        <p:nvSpPr>
          <p:cNvPr id="46" name="Rectangle 45"/>
          <p:cNvSpPr/>
          <p:nvPr/>
        </p:nvSpPr>
        <p:spPr>
          <a:xfrm>
            <a:off x="-2937681" y="3302935"/>
            <a:ext cx="1998146" cy="1467467"/>
          </a:xfrm>
          <a:prstGeom prst="rect">
            <a:avLst/>
          </a:prstGeom>
          <a:solidFill>
            <a:srgbClr val="4F81BD">
              <a:lumMod val="20000"/>
              <a:lumOff val="80000"/>
            </a:srgbClr>
          </a:solidFill>
          <a:ln w="25400" cap="flat" cmpd="sng" algn="ctr">
            <a:solidFill>
              <a:srgbClr val="4F81BD">
                <a:lumMod val="40000"/>
                <a:lumOff val="60000"/>
              </a:srgbClr>
            </a:solidFill>
            <a:prstDash val="solid"/>
          </a:ln>
          <a:effectLst/>
        </p:spPr>
        <p:txBody>
          <a:bodyPr lIns="64285" tIns="32142" rIns="64285" bIns="32142" rtlCol="0" anchor="ctr"/>
          <a:lstStyle/>
          <a:p>
            <a:pPr defTabSz="642823" fontAlgn="auto">
              <a:spcBef>
                <a:spcPts val="0"/>
              </a:spcBef>
              <a:spcAft>
                <a:spcPts val="0"/>
              </a:spcAft>
              <a:defRPr/>
            </a:pPr>
            <a:endParaRPr lang="en-US" sz="1266" cap="all" dirty="0">
              <a:solidFill>
                <a:prstClr val="black"/>
              </a:solidFill>
              <a:latin typeface="Comic Sans MS" panose="030F0702030302020204" pitchFamily="66" charset="0"/>
              <a:ea typeface="+mn-ea"/>
            </a:endParaRPr>
          </a:p>
        </p:txBody>
      </p:sp>
      <p:sp>
        <p:nvSpPr>
          <p:cNvPr id="47" name="Rectangle 46"/>
          <p:cNvSpPr/>
          <p:nvPr/>
        </p:nvSpPr>
        <p:spPr>
          <a:xfrm>
            <a:off x="-2830524" y="3410091"/>
            <a:ext cx="1998146" cy="1467467"/>
          </a:xfrm>
          <a:prstGeom prst="rect">
            <a:avLst/>
          </a:prstGeom>
          <a:solidFill>
            <a:srgbClr val="4F81BD">
              <a:lumMod val="20000"/>
              <a:lumOff val="80000"/>
            </a:srgbClr>
          </a:solidFill>
          <a:ln w="25400" cap="flat" cmpd="sng" algn="ctr">
            <a:solidFill>
              <a:srgbClr val="4F81BD">
                <a:lumMod val="40000"/>
                <a:lumOff val="60000"/>
              </a:srgbClr>
            </a:solidFill>
            <a:prstDash val="solid"/>
          </a:ln>
          <a:effectLst/>
        </p:spPr>
        <p:txBody>
          <a:bodyPr lIns="64285" tIns="32142" rIns="64285" bIns="32142" rtlCol="0" anchor="ctr"/>
          <a:lstStyle/>
          <a:p>
            <a:pPr defTabSz="642823" fontAlgn="auto">
              <a:spcBef>
                <a:spcPts val="0"/>
              </a:spcBef>
              <a:spcAft>
                <a:spcPts val="0"/>
              </a:spcAft>
              <a:defRPr/>
            </a:pPr>
            <a:endParaRPr lang="en-US" sz="1266" cap="all" dirty="0">
              <a:solidFill>
                <a:prstClr val="black"/>
              </a:solidFill>
              <a:latin typeface="Comic Sans MS" panose="030F0702030302020204" pitchFamily="66" charset="0"/>
              <a:ea typeface="+mn-ea"/>
            </a:endParaRPr>
          </a:p>
        </p:txBody>
      </p:sp>
      <p:sp>
        <p:nvSpPr>
          <p:cNvPr id="48" name="Rectangle 47"/>
          <p:cNvSpPr/>
          <p:nvPr/>
        </p:nvSpPr>
        <p:spPr>
          <a:xfrm>
            <a:off x="-3432149" y="4683845"/>
            <a:ext cx="1998146" cy="1467467"/>
          </a:xfrm>
          <a:prstGeom prst="rect">
            <a:avLst/>
          </a:prstGeom>
          <a:solidFill>
            <a:srgbClr val="FFFFCC"/>
          </a:solidFill>
          <a:ln w="25400" cap="flat" cmpd="sng" algn="ctr">
            <a:solidFill>
              <a:srgbClr val="FFC000"/>
            </a:solidFill>
            <a:prstDash val="solid"/>
          </a:ln>
          <a:effectLst/>
        </p:spPr>
        <p:txBody>
          <a:bodyPr lIns="64285" tIns="32142" rIns="64285" bIns="32142" rtlCol="0" anchor="ctr"/>
          <a:lstStyle/>
          <a:p>
            <a:pPr defTabSz="642823" fontAlgn="auto">
              <a:spcBef>
                <a:spcPts val="0"/>
              </a:spcBef>
              <a:spcAft>
                <a:spcPts val="0"/>
              </a:spcAft>
              <a:defRPr/>
            </a:pPr>
            <a:endParaRPr lang="en-US" sz="1266" cap="all" dirty="0">
              <a:solidFill>
                <a:prstClr val="black"/>
              </a:solidFill>
              <a:latin typeface="Comic Sans MS" panose="030F0702030302020204" pitchFamily="66" charset="0"/>
              <a:ea typeface="+mn-ea"/>
            </a:endParaRPr>
          </a:p>
        </p:txBody>
      </p:sp>
      <p:sp>
        <p:nvSpPr>
          <p:cNvPr id="49" name="Rectangle 48"/>
          <p:cNvSpPr/>
          <p:nvPr/>
        </p:nvSpPr>
        <p:spPr>
          <a:xfrm>
            <a:off x="-3217837" y="4898157"/>
            <a:ext cx="1998146" cy="1467467"/>
          </a:xfrm>
          <a:prstGeom prst="rect">
            <a:avLst/>
          </a:prstGeom>
          <a:solidFill>
            <a:srgbClr val="FFFFCC"/>
          </a:solidFill>
          <a:ln w="25400" cap="flat" cmpd="sng" algn="ctr">
            <a:solidFill>
              <a:srgbClr val="FFC000"/>
            </a:solidFill>
            <a:prstDash val="solid"/>
          </a:ln>
          <a:effectLst/>
        </p:spPr>
        <p:txBody>
          <a:bodyPr lIns="64285" tIns="32142" rIns="64285" bIns="32142" rtlCol="0" anchor="ctr"/>
          <a:lstStyle/>
          <a:p>
            <a:pPr defTabSz="642823" fontAlgn="auto">
              <a:spcBef>
                <a:spcPts val="0"/>
              </a:spcBef>
              <a:spcAft>
                <a:spcPts val="0"/>
              </a:spcAft>
              <a:defRPr/>
            </a:pPr>
            <a:endParaRPr lang="en-US" sz="1266" cap="all" dirty="0">
              <a:solidFill>
                <a:prstClr val="black"/>
              </a:solidFill>
              <a:latin typeface="Comic Sans MS" panose="030F0702030302020204" pitchFamily="66" charset="0"/>
              <a:ea typeface="+mn-ea"/>
            </a:endParaRPr>
          </a:p>
        </p:txBody>
      </p:sp>
      <p:sp>
        <p:nvSpPr>
          <p:cNvPr id="50" name="Rectangle 49"/>
          <p:cNvSpPr/>
          <p:nvPr/>
        </p:nvSpPr>
        <p:spPr>
          <a:xfrm>
            <a:off x="-3110680" y="5005313"/>
            <a:ext cx="1998146" cy="1467467"/>
          </a:xfrm>
          <a:prstGeom prst="rect">
            <a:avLst/>
          </a:prstGeom>
          <a:solidFill>
            <a:srgbClr val="FFFFCC"/>
          </a:solidFill>
          <a:ln w="25400" cap="flat" cmpd="sng" algn="ctr">
            <a:solidFill>
              <a:srgbClr val="FFC000"/>
            </a:solidFill>
            <a:prstDash val="solid"/>
          </a:ln>
          <a:effectLst/>
        </p:spPr>
        <p:txBody>
          <a:bodyPr lIns="64285" tIns="32142" rIns="64285" bIns="32142" rtlCol="0" anchor="ctr"/>
          <a:lstStyle/>
          <a:p>
            <a:pPr defTabSz="642823" fontAlgn="auto">
              <a:spcBef>
                <a:spcPts val="0"/>
              </a:spcBef>
              <a:spcAft>
                <a:spcPts val="0"/>
              </a:spcAft>
              <a:defRPr/>
            </a:pPr>
            <a:endParaRPr lang="en-US" sz="1266" cap="all" dirty="0">
              <a:solidFill>
                <a:prstClr val="black"/>
              </a:solidFill>
              <a:latin typeface="Comic Sans MS" panose="030F0702030302020204" pitchFamily="66" charset="0"/>
              <a:ea typeface="+mn-ea"/>
            </a:endParaRPr>
          </a:p>
        </p:txBody>
      </p:sp>
      <p:sp>
        <p:nvSpPr>
          <p:cNvPr id="51" name="Rectangle 50"/>
          <p:cNvSpPr/>
          <p:nvPr/>
        </p:nvSpPr>
        <p:spPr>
          <a:xfrm>
            <a:off x="-3003524" y="5112470"/>
            <a:ext cx="1998146" cy="1467467"/>
          </a:xfrm>
          <a:prstGeom prst="rect">
            <a:avLst/>
          </a:prstGeom>
          <a:solidFill>
            <a:srgbClr val="FFFFCC"/>
          </a:solidFill>
          <a:ln w="25400" cap="flat" cmpd="sng" algn="ctr">
            <a:solidFill>
              <a:srgbClr val="FFC000"/>
            </a:solidFill>
            <a:prstDash val="solid"/>
          </a:ln>
          <a:effectLst/>
        </p:spPr>
        <p:txBody>
          <a:bodyPr lIns="64285" tIns="32142" rIns="64285" bIns="32142" rtlCol="0" anchor="ctr"/>
          <a:lstStyle/>
          <a:p>
            <a:pPr defTabSz="642823" fontAlgn="auto">
              <a:spcBef>
                <a:spcPts val="0"/>
              </a:spcBef>
              <a:spcAft>
                <a:spcPts val="0"/>
              </a:spcAft>
              <a:defRPr/>
            </a:pPr>
            <a:endParaRPr lang="en-US" sz="1266" cap="all" dirty="0">
              <a:solidFill>
                <a:prstClr val="black"/>
              </a:solidFill>
              <a:latin typeface="Comic Sans MS" panose="030F0702030302020204" pitchFamily="66" charset="0"/>
              <a:ea typeface="+mn-ea"/>
            </a:endParaRPr>
          </a:p>
        </p:txBody>
      </p:sp>
      <p:sp>
        <p:nvSpPr>
          <p:cNvPr id="52" name="Rectangle 51"/>
          <p:cNvSpPr/>
          <p:nvPr/>
        </p:nvSpPr>
        <p:spPr>
          <a:xfrm>
            <a:off x="-2896368" y="5219626"/>
            <a:ext cx="1998146" cy="1467467"/>
          </a:xfrm>
          <a:prstGeom prst="rect">
            <a:avLst/>
          </a:prstGeom>
          <a:solidFill>
            <a:srgbClr val="FFFFCC"/>
          </a:solidFill>
          <a:ln w="25400" cap="flat" cmpd="sng" algn="ctr">
            <a:solidFill>
              <a:srgbClr val="FFC000"/>
            </a:solidFill>
            <a:prstDash val="solid"/>
          </a:ln>
          <a:effectLst/>
        </p:spPr>
        <p:txBody>
          <a:bodyPr lIns="64285" tIns="32142" rIns="64285" bIns="32142" rtlCol="0" anchor="ctr"/>
          <a:lstStyle/>
          <a:p>
            <a:pPr defTabSz="642823" fontAlgn="auto">
              <a:spcBef>
                <a:spcPts val="0"/>
              </a:spcBef>
              <a:spcAft>
                <a:spcPts val="0"/>
              </a:spcAft>
              <a:defRPr/>
            </a:pPr>
            <a:endParaRPr lang="en-US" sz="1266" cap="all" dirty="0">
              <a:solidFill>
                <a:prstClr val="black"/>
              </a:solidFill>
              <a:latin typeface="Comic Sans MS" panose="030F0702030302020204" pitchFamily="66" charset="0"/>
              <a:ea typeface="+mn-ea"/>
            </a:endParaRPr>
          </a:p>
        </p:txBody>
      </p:sp>
      <p:sp>
        <p:nvSpPr>
          <p:cNvPr id="53" name="Rectangle 52"/>
          <p:cNvSpPr/>
          <p:nvPr/>
        </p:nvSpPr>
        <p:spPr>
          <a:xfrm>
            <a:off x="-2789212" y="5326782"/>
            <a:ext cx="1998146" cy="1467467"/>
          </a:xfrm>
          <a:prstGeom prst="rect">
            <a:avLst/>
          </a:prstGeom>
          <a:solidFill>
            <a:srgbClr val="FFFFCC"/>
          </a:solidFill>
          <a:ln w="25400" cap="flat" cmpd="sng" algn="ctr">
            <a:solidFill>
              <a:srgbClr val="FFC000"/>
            </a:solidFill>
            <a:prstDash val="solid"/>
          </a:ln>
          <a:effectLst/>
        </p:spPr>
        <p:txBody>
          <a:bodyPr lIns="64285" tIns="32142" rIns="64285" bIns="32142" rtlCol="0" anchor="ctr"/>
          <a:lstStyle/>
          <a:p>
            <a:pPr defTabSz="642823" fontAlgn="auto">
              <a:spcBef>
                <a:spcPts val="0"/>
              </a:spcBef>
              <a:spcAft>
                <a:spcPts val="0"/>
              </a:spcAft>
              <a:defRPr/>
            </a:pPr>
            <a:endParaRPr lang="en-US" sz="1266" cap="all" dirty="0">
              <a:solidFill>
                <a:prstClr val="black"/>
              </a:solidFill>
              <a:latin typeface="Comic Sans MS" panose="030F0702030302020204" pitchFamily="66" charset="0"/>
              <a:ea typeface="+mn-ea"/>
            </a:endParaRPr>
          </a:p>
        </p:txBody>
      </p:sp>
    </p:spTree>
    <p:extLst>
      <p:ext uri="{BB962C8B-B14F-4D97-AF65-F5344CB8AC3E}">
        <p14:creationId xmlns:p14="http://schemas.microsoft.com/office/powerpoint/2010/main" val="1103799531"/>
      </p:ext>
    </p:extLst>
  </p:cSld>
  <p:clrMapOvr>
    <a:masterClrMapping/>
  </p:clrMapOvr>
  <p:transition spd="me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7" name="Shape 227"/>
          <p:cNvSpPr>
            <a:spLocks noGrp="1"/>
          </p:cNvSpPr>
          <p:nvPr>
            <p:ph type="body" idx="13"/>
          </p:nvPr>
        </p:nvSpPr>
        <p:spPr>
          <a:xfrm>
            <a:off x="976312" y="435506"/>
            <a:ext cx="7858126" cy="240066"/>
          </a:xfrm>
          <a:prstGeom prst="rect">
            <a:avLst/>
          </a:prstGeom>
        </p:spPr>
        <p:txBody>
          <a:bodyPr/>
          <a:lstStyle>
            <a:lvl1pPr algn="r">
              <a:defRPr sz="1200" spc="60"/>
            </a:lvl1pPr>
          </a:lstStyle>
          <a:p>
            <a:r>
              <a:t>project name</a:t>
            </a:r>
          </a:p>
        </p:txBody>
      </p:sp>
      <p:sp>
        <p:nvSpPr>
          <p:cNvPr id="228" name="Shape 228"/>
          <p:cNvSpPr>
            <a:spLocks noGrp="1"/>
          </p:cNvSpPr>
          <p:nvPr>
            <p:ph type="title"/>
          </p:nvPr>
        </p:nvSpPr>
        <p:spPr>
          <a:xfrm>
            <a:off x="285750" y="260341"/>
            <a:ext cx="7379317" cy="508993"/>
          </a:xfrm>
          <a:prstGeom prst="rect">
            <a:avLst/>
          </a:prstGeom>
        </p:spPr>
        <p:txBody>
          <a:bodyPr/>
          <a:lstStyle>
            <a:lvl1pPr defTabSz="467359">
              <a:spcBef>
                <a:spcPts val="2200"/>
              </a:spcBef>
              <a:defRPr sz="4800"/>
            </a:lvl1pPr>
          </a:lstStyle>
          <a:p>
            <a:r>
              <a:rPr lang="en-US" sz="3600" b="0" dirty="0" smtClean="0">
                <a:latin typeface="+mj-lt"/>
              </a:rPr>
              <a:t>Hunch / </a:t>
            </a:r>
            <a:r>
              <a:rPr sz="3600" b="0" dirty="0" smtClean="0">
                <a:latin typeface="+mj-lt"/>
              </a:rPr>
              <a:t>Hypothesis</a:t>
            </a:r>
            <a:endParaRPr sz="3600" b="0" dirty="0">
              <a:latin typeface="+mj-lt"/>
            </a:endParaRPr>
          </a:p>
        </p:txBody>
      </p:sp>
      <p:sp>
        <p:nvSpPr>
          <p:cNvPr id="230" name="Shape 230"/>
          <p:cNvSpPr/>
          <p:nvPr/>
        </p:nvSpPr>
        <p:spPr>
          <a:xfrm>
            <a:off x="311409" y="764100"/>
            <a:ext cx="1630715" cy="227948"/>
          </a:xfrm>
          <a:prstGeom prst="rect">
            <a:avLst/>
          </a:prstGeom>
          <a:ln w="12700">
            <a:miter lim="400000"/>
          </a:ln>
          <a:extLst>
            <a:ext uri="{C572A759-6A51-4108-AA02-DFA0A04FC94B}">
              <ma14:wrappingTextBoxFlag xmlns="" xmlns:ma14="http://schemas.microsoft.com/office/mac/drawingml/2011/main" val="1"/>
            </a:ext>
          </a:extLst>
        </p:spPr>
        <p:txBody>
          <a:bodyPr lIns="35719" tIns="35719" rIns="35719" bIns="35719" anchor="b">
            <a:spAutoFit/>
          </a:bodyPr>
          <a:lstStyle>
            <a:lvl1pPr algn="l" defTabSz="457200">
              <a:lnSpc>
                <a:spcPct val="80000"/>
              </a:lnSpc>
              <a:defRPr sz="1800" cap="all" spc="90">
                <a:solidFill>
                  <a:srgbClr val="838787"/>
                </a:solidFill>
                <a:latin typeface="DIN Condensed"/>
                <a:ea typeface="DIN Condensed"/>
                <a:cs typeface="DIN Condensed"/>
                <a:sym typeface="DIN Condensed"/>
              </a:defRPr>
            </a:lvl1pPr>
          </a:lstStyle>
          <a:p>
            <a:r>
              <a:rPr sz="1266" dirty="0">
                <a:latin typeface="+mj-lt"/>
              </a:rPr>
              <a:t>Hunch</a:t>
            </a:r>
          </a:p>
        </p:txBody>
      </p:sp>
      <p:sp>
        <p:nvSpPr>
          <p:cNvPr id="34" name="Rectangle 33"/>
          <p:cNvSpPr/>
          <p:nvPr/>
        </p:nvSpPr>
        <p:spPr>
          <a:xfrm>
            <a:off x="-3378571" y="442436"/>
            <a:ext cx="1998146" cy="1467467"/>
          </a:xfrm>
          <a:prstGeom prst="rect">
            <a:avLst/>
          </a:prstGeom>
          <a:solidFill>
            <a:srgbClr val="C0504D">
              <a:lumMod val="20000"/>
              <a:lumOff val="80000"/>
            </a:srgbClr>
          </a:solidFill>
          <a:ln w="25400" cap="flat" cmpd="sng" algn="ctr">
            <a:solidFill>
              <a:srgbClr val="C0504D">
                <a:lumMod val="40000"/>
                <a:lumOff val="60000"/>
              </a:srgbClr>
            </a:solidFill>
            <a:prstDash val="solid"/>
          </a:ln>
          <a:effectLst/>
        </p:spPr>
        <p:txBody>
          <a:bodyPr lIns="64285" tIns="32142" rIns="64285" bIns="32142" rtlCol="0" anchor="ctr"/>
          <a:lstStyle/>
          <a:p>
            <a:pPr defTabSz="642823" fontAlgn="auto">
              <a:spcBef>
                <a:spcPts val="0"/>
              </a:spcBef>
              <a:spcAft>
                <a:spcPts val="0"/>
              </a:spcAft>
              <a:defRPr/>
            </a:pPr>
            <a:endParaRPr lang="en-US" sz="1266" cap="all" dirty="0">
              <a:solidFill>
                <a:prstClr val="black"/>
              </a:solidFill>
              <a:latin typeface="Comic Sans MS" panose="030F0702030302020204" pitchFamily="66" charset="0"/>
              <a:ea typeface="+mn-ea"/>
            </a:endParaRPr>
          </a:p>
        </p:txBody>
      </p:sp>
      <p:sp>
        <p:nvSpPr>
          <p:cNvPr id="35" name="Rectangle 34"/>
          <p:cNvSpPr/>
          <p:nvPr/>
        </p:nvSpPr>
        <p:spPr>
          <a:xfrm>
            <a:off x="-3271415" y="549593"/>
            <a:ext cx="1998146" cy="1467467"/>
          </a:xfrm>
          <a:prstGeom prst="rect">
            <a:avLst/>
          </a:prstGeom>
          <a:solidFill>
            <a:srgbClr val="C0504D">
              <a:lumMod val="20000"/>
              <a:lumOff val="80000"/>
            </a:srgbClr>
          </a:solidFill>
          <a:ln w="25400" cap="flat" cmpd="sng" algn="ctr">
            <a:solidFill>
              <a:srgbClr val="C0504D">
                <a:lumMod val="40000"/>
                <a:lumOff val="60000"/>
              </a:srgbClr>
            </a:solidFill>
            <a:prstDash val="solid"/>
          </a:ln>
          <a:effectLst/>
        </p:spPr>
        <p:txBody>
          <a:bodyPr lIns="64285" tIns="32142" rIns="64285" bIns="32142" rtlCol="0" anchor="ctr"/>
          <a:lstStyle/>
          <a:p>
            <a:pPr defTabSz="642823" fontAlgn="auto">
              <a:spcBef>
                <a:spcPts val="0"/>
              </a:spcBef>
              <a:spcAft>
                <a:spcPts val="0"/>
              </a:spcAft>
              <a:defRPr/>
            </a:pPr>
            <a:endParaRPr lang="en-US" sz="1266" cap="all" dirty="0">
              <a:solidFill>
                <a:prstClr val="black"/>
              </a:solidFill>
              <a:latin typeface="Comic Sans MS" panose="030F0702030302020204" pitchFamily="66" charset="0"/>
              <a:ea typeface="+mn-ea"/>
            </a:endParaRPr>
          </a:p>
        </p:txBody>
      </p:sp>
      <p:sp>
        <p:nvSpPr>
          <p:cNvPr id="36" name="Rectangle 35"/>
          <p:cNvSpPr/>
          <p:nvPr/>
        </p:nvSpPr>
        <p:spPr>
          <a:xfrm>
            <a:off x="-3164258" y="656749"/>
            <a:ext cx="1998146" cy="1467467"/>
          </a:xfrm>
          <a:prstGeom prst="rect">
            <a:avLst/>
          </a:prstGeom>
          <a:solidFill>
            <a:srgbClr val="C0504D">
              <a:lumMod val="20000"/>
              <a:lumOff val="80000"/>
            </a:srgbClr>
          </a:solidFill>
          <a:ln w="25400" cap="flat" cmpd="sng" algn="ctr">
            <a:solidFill>
              <a:srgbClr val="C0504D">
                <a:lumMod val="40000"/>
                <a:lumOff val="60000"/>
              </a:srgbClr>
            </a:solidFill>
            <a:prstDash val="solid"/>
          </a:ln>
          <a:effectLst/>
        </p:spPr>
        <p:txBody>
          <a:bodyPr lIns="64285" tIns="32142" rIns="64285" bIns="32142" rtlCol="0" anchor="ctr"/>
          <a:lstStyle/>
          <a:p>
            <a:pPr defTabSz="642823" fontAlgn="auto">
              <a:spcBef>
                <a:spcPts val="0"/>
              </a:spcBef>
              <a:spcAft>
                <a:spcPts val="0"/>
              </a:spcAft>
              <a:defRPr/>
            </a:pPr>
            <a:endParaRPr lang="en-US" sz="1266" cap="all" dirty="0">
              <a:solidFill>
                <a:prstClr val="black"/>
              </a:solidFill>
              <a:latin typeface="Comic Sans MS" panose="030F0702030302020204" pitchFamily="66" charset="0"/>
              <a:ea typeface="+mn-ea"/>
            </a:endParaRPr>
          </a:p>
        </p:txBody>
      </p:sp>
      <p:sp>
        <p:nvSpPr>
          <p:cNvPr id="37" name="Rectangle 36"/>
          <p:cNvSpPr/>
          <p:nvPr/>
        </p:nvSpPr>
        <p:spPr>
          <a:xfrm>
            <a:off x="-3057102" y="763905"/>
            <a:ext cx="1998146" cy="1467467"/>
          </a:xfrm>
          <a:prstGeom prst="rect">
            <a:avLst/>
          </a:prstGeom>
          <a:solidFill>
            <a:srgbClr val="C0504D">
              <a:lumMod val="20000"/>
              <a:lumOff val="80000"/>
            </a:srgbClr>
          </a:solidFill>
          <a:ln w="25400" cap="flat" cmpd="sng" algn="ctr">
            <a:solidFill>
              <a:srgbClr val="C0504D">
                <a:lumMod val="40000"/>
                <a:lumOff val="60000"/>
              </a:srgbClr>
            </a:solidFill>
            <a:prstDash val="solid"/>
          </a:ln>
          <a:effectLst/>
        </p:spPr>
        <p:txBody>
          <a:bodyPr lIns="64285" tIns="32142" rIns="64285" bIns="32142" rtlCol="0" anchor="ctr"/>
          <a:lstStyle/>
          <a:p>
            <a:pPr defTabSz="642823" fontAlgn="auto">
              <a:spcBef>
                <a:spcPts val="0"/>
              </a:spcBef>
              <a:spcAft>
                <a:spcPts val="0"/>
              </a:spcAft>
              <a:defRPr/>
            </a:pPr>
            <a:endParaRPr lang="en-US" sz="1266" cap="all" dirty="0">
              <a:solidFill>
                <a:prstClr val="black"/>
              </a:solidFill>
              <a:latin typeface="Comic Sans MS" panose="030F0702030302020204" pitchFamily="66" charset="0"/>
              <a:ea typeface="+mn-ea"/>
            </a:endParaRPr>
          </a:p>
        </p:txBody>
      </p:sp>
      <p:sp>
        <p:nvSpPr>
          <p:cNvPr id="38" name="Rectangle 37"/>
          <p:cNvSpPr/>
          <p:nvPr/>
        </p:nvSpPr>
        <p:spPr>
          <a:xfrm>
            <a:off x="-2949946" y="871061"/>
            <a:ext cx="1998146" cy="1467467"/>
          </a:xfrm>
          <a:prstGeom prst="rect">
            <a:avLst/>
          </a:prstGeom>
          <a:solidFill>
            <a:srgbClr val="C0504D">
              <a:lumMod val="20000"/>
              <a:lumOff val="80000"/>
            </a:srgbClr>
          </a:solidFill>
          <a:ln w="25400" cap="flat" cmpd="sng" algn="ctr">
            <a:solidFill>
              <a:srgbClr val="C0504D">
                <a:lumMod val="40000"/>
                <a:lumOff val="60000"/>
              </a:srgbClr>
            </a:solidFill>
            <a:prstDash val="solid"/>
          </a:ln>
          <a:effectLst/>
        </p:spPr>
        <p:txBody>
          <a:bodyPr lIns="64285" tIns="32142" rIns="64285" bIns="32142" rtlCol="0" anchor="ctr"/>
          <a:lstStyle/>
          <a:p>
            <a:pPr defTabSz="642823" fontAlgn="auto">
              <a:spcBef>
                <a:spcPts val="0"/>
              </a:spcBef>
              <a:spcAft>
                <a:spcPts val="0"/>
              </a:spcAft>
              <a:defRPr/>
            </a:pPr>
            <a:endParaRPr lang="en-US" sz="1266" cap="all" dirty="0">
              <a:solidFill>
                <a:prstClr val="black"/>
              </a:solidFill>
              <a:latin typeface="Comic Sans MS" panose="030F0702030302020204" pitchFamily="66" charset="0"/>
              <a:ea typeface="+mn-ea"/>
            </a:endParaRPr>
          </a:p>
        </p:txBody>
      </p:sp>
      <p:sp>
        <p:nvSpPr>
          <p:cNvPr id="39" name="Rectangle 38"/>
          <p:cNvSpPr/>
          <p:nvPr/>
        </p:nvSpPr>
        <p:spPr>
          <a:xfrm>
            <a:off x="-2842790" y="978218"/>
            <a:ext cx="1998146" cy="1467467"/>
          </a:xfrm>
          <a:prstGeom prst="rect">
            <a:avLst/>
          </a:prstGeom>
          <a:solidFill>
            <a:srgbClr val="C0504D">
              <a:lumMod val="20000"/>
              <a:lumOff val="80000"/>
            </a:srgbClr>
          </a:solidFill>
          <a:ln w="25400" cap="flat" cmpd="sng" algn="ctr">
            <a:solidFill>
              <a:srgbClr val="C0504D">
                <a:lumMod val="40000"/>
                <a:lumOff val="60000"/>
              </a:srgbClr>
            </a:solidFill>
            <a:prstDash val="solid"/>
          </a:ln>
          <a:effectLst/>
        </p:spPr>
        <p:txBody>
          <a:bodyPr lIns="64285" tIns="32142" rIns="64285" bIns="32142" rtlCol="0" anchor="ctr"/>
          <a:lstStyle/>
          <a:p>
            <a:pPr defTabSz="642823" fontAlgn="auto">
              <a:spcBef>
                <a:spcPts val="0"/>
              </a:spcBef>
              <a:spcAft>
                <a:spcPts val="0"/>
              </a:spcAft>
              <a:defRPr/>
            </a:pPr>
            <a:endParaRPr lang="en-US" sz="1266" cap="all" dirty="0">
              <a:solidFill>
                <a:prstClr val="black"/>
              </a:solidFill>
              <a:latin typeface="Comic Sans MS" panose="030F0702030302020204" pitchFamily="66" charset="0"/>
              <a:ea typeface="+mn-ea"/>
            </a:endParaRPr>
          </a:p>
        </p:txBody>
      </p:sp>
      <p:sp>
        <p:nvSpPr>
          <p:cNvPr id="40" name="Rectangle 39"/>
          <p:cNvSpPr/>
          <p:nvPr/>
        </p:nvSpPr>
        <p:spPr>
          <a:xfrm>
            <a:off x="-2735633" y="1085374"/>
            <a:ext cx="1998146" cy="1467467"/>
          </a:xfrm>
          <a:prstGeom prst="rect">
            <a:avLst/>
          </a:prstGeom>
          <a:solidFill>
            <a:srgbClr val="C0504D">
              <a:lumMod val="20000"/>
              <a:lumOff val="80000"/>
            </a:srgbClr>
          </a:solidFill>
          <a:ln w="25400" cap="flat" cmpd="sng" algn="ctr">
            <a:solidFill>
              <a:srgbClr val="C0504D">
                <a:lumMod val="40000"/>
                <a:lumOff val="60000"/>
              </a:srgbClr>
            </a:solidFill>
            <a:prstDash val="solid"/>
          </a:ln>
          <a:effectLst/>
        </p:spPr>
        <p:txBody>
          <a:bodyPr lIns="64285" tIns="32142" rIns="64285" bIns="32142" rtlCol="0" anchor="ctr"/>
          <a:lstStyle/>
          <a:p>
            <a:pPr defTabSz="642823" fontAlgn="auto">
              <a:spcBef>
                <a:spcPts val="0"/>
              </a:spcBef>
              <a:spcAft>
                <a:spcPts val="0"/>
              </a:spcAft>
              <a:defRPr/>
            </a:pPr>
            <a:endParaRPr lang="en-US" sz="1266" cap="all" dirty="0">
              <a:solidFill>
                <a:prstClr val="black"/>
              </a:solidFill>
              <a:latin typeface="Comic Sans MS" panose="030F0702030302020204" pitchFamily="66" charset="0"/>
              <a:ea typeface="+mn-ea"/>
            </a:endParaRPr>
          </a:p>
        </p:txBody>
      </p:sp>
      <p:sp>
        <p:nvSpPr>
          <p:cNvPr id="41" name="Rectangle 40"/>
          <p:cNvSpPr/>
          <p:nvPr/>
        </p:nvSpPr>
        <p:spPr>
          <a:xfrm>
            <a:off x="-3473462" y="2767153"/>
            <a:ext cx="1998146" cy="1467467"/>
          </a:xfrm>
          <a:prstGeom prst="rect">
            <a:avLst/>
          </a:prstGeom>
          <a:solidFill>
            <a:srgbClr val="4F81BD">
              <a:lumMod val="20000"/>
              <a:lumOff val="80000"/>
            </a:srgbClr>
          </a:solidFill>
          <a:ln w="25400" cap="flat" cmpd="sng" algn="ctr">
            <a:solidFill>
              <a:srgbClr val="4F81BD">
                <a:lumMod val="40000"/>
                <a:lumOff val="60000"/>
              </a:srgbClr>
            </a:solidFill>
            <a:prstDash val="solid"/>
          </a:ln>
          <a:effectLst/>
        </p:spPr>
        <p:txBody>
          <a:bodyPr lIns="64285" tIns="32142" rIns="64285" bIns="32142" rtlCol="0" anchor="ctr"/>
          <a:lstStyle/>
          <a:p>
            <a:pPr defTabSz="642823" fontAlgn="auto">
              <a:spcBef>
                <a:spcPts val="0"/>
              </a:spcBef>
              <a:spcAft>
                <a:spcPts val="0"/>
              </a:spcAft>
              <a:defRPr/>
            </a:pPr>
            <a:endParaRPr lang="en-US" sz="1266" cap="all" dirty="0">
              <a:solidFill>
                <a:prstClr val="black"/>
              </a:solidFill>
              <a:latin typeface="Comic Sans MS" panose="030F0702030302020204" pitchFamily="66" charset="0"/>
              <a:ea typeface="+mn-ea"/>
            </a:endParaRPr>
          </a:p>
        </p:txBody>
      </p:sp>
      <p:sp>
        <p:nvSpPr>
          <p:cNvPr id="42" name="Rectangle 41"/>
          <p:cNvSpPr/>
          <p:nvPr/>
        </p:nvSpPr>
        <p:spPr>
          <a:xfrm>
            <a:off x="-3366306" y="2874310"/>
            <a:ext cx="1998146" cy="1467467"/>
          </a:xfrm>
          <a:prstGeom prst="rect">
            <a:avLst/>
          </a:prstGeom>
          <a:solidFill>
            <a:srgbClr val="4F81BD">
              <a:lumMod val="20000"/>
              <a:lumOff val="80000"/>
            </a:srgbClr>
          </a:solidFill>
          <a:ln w="25400" cap="flat" cmpd="sng" algn="ctr">
            <a:solidFill>
              <a:srgbClr val="4F81BD">
                <a:lumMod val="40000"/>
                <a:lumOff val="60000"/>
              </a:srgbClr>
            </a:solidFill>
            <a:prstDash val="solid"/>
          </a:ln>
          <a:effectLst/>
        </p:spPr>
        <p:txBody>
          <a:bodyPr lIns="64285" tIns="32142" rIns="64285" bIns="32142" rtlCol="0" anchor="ctr"/>
          <a:lstStyle/>
          <a:p>
            <a:pPr defTabSz="642823" fontAlgn="auto">
              <a:spcBef>
                <a:spcPts val="0"/>
              </a:spcBef>
              <a:spcAft>
                <a:spcPts val="0"/>
              </a:spcAft>
              <a:defRPr/>
            </a:pPr>
            <a:endParaRPr lang="en-US" sz="1266" cap="all" dirty="0">
              <a:solidFill>
                <a:prstClr val="black"/>
              </a:solidFill>
              <a:latin typeface="Comic Sans MS" panose="030F0702030302020204" pitchFamily="66" charset="0"/>
              <a:ea typeface="+mn-ea"/>
            </a:endParaRPr>
          </a:p>
        </p:txBody>
      </p:sp>
      <p:sp>
        <p:nvSpPr>
          <p:cNvPr id="43" name="Rectangle 42"/>
          <p:cNvSpPr/>
          <p:nvPr/>
        </p:nvSpPr>
        <p:spPr>
          <a:xfrm>
            <a:off x="-3259149" y="2981466"/>
            <a:ext cx="1998146" cy="1467467"/>
          </a:xfrm>
          <a:prstGeom prst="rect">
            <a:avLst/>
          </a:prstGeom>
          <a:solidFill>
            <a:srgbClr val="4F81BD">
              <a:lumMod val="20000"/>
              <a:lumOff val="80000"/>
            </a:srgbClr>
          </a:solidFill>
          <a:ln w="25400" cap="flat" cmpd="sng" algn="ctr">
            <a:solidFill>
              <a:srgbClr val="4F81BD">
                <a:lumMod val="40000"/>
                <a:lumOff val="60000"/>
              </a:srgbClr>
            </a:solidFill>
            <a:prstDash val="solid"/>
          </a:ln>
          <a:effectLst/>
        </p:spPr>
        <p:txBody>
          <a:bodyPr lIns="64285" tIns="32142" rIns="64285" bIns="32142" rtlCol="0" anchor="ctr"/>
          <a:lstStyle/>
          <a:p>
            <a:pPr defTabSz="642823" fontAlgn="auto">
              <a:spcBef>
                <a:spcPts val="0"/>
              </a:spcBef>
              <a:spcAft>
                <a:spcPts val="0"/>
              </a:spcAft>
              <a:defRPr/>
            </a:pPr>
            <a:endParaRPr lang="en-US" sz="1266" cap="all" dirty="0">
              <a:solidFill>
                <a:prstClr val="black"/>
              </a:solidFill>
              <a:latin typeface="Comic Sans MS" panose="030F0702030302020204" pitchFamily="66" charset="0"/>
              <a:ea typeface="+mn-ea"/>
            </a:endParaRPr>
          </a:p>
        </p:txBody>
      </p:sp>
      <p:sp>
        <p:nvSpPr>
          <p:cNvPr id="44" name="Rectangle 43"/>
          <p:cNvSpPr/>
          <p:nvPr/>
        </p:nvSpPr>
        <p:spPr>
          <a:xfrm>
            <a:off x="-3151993" y="3088622"/>
            <a:ext cx="1998146" cy="1467467"/>
          </a:xfrm>
          <a:prstGeom prst="rect">
            <a:avLst/>
          </a:prstGeom>
          <a:solidFill>
            <a:srgbClr val="4F81BD">
              <a:lumMod val="20000"/>
              <a:lumOff val="80000"/>
            </a:srgbClr>
          </a:solidFill>
          <a:ln w="25400" cap="flat" cmpd="sng" algn="ctr">
            <a:solidFill>
              <a:srgbClr val="4F81BD">
                <a:lumMod val="40000"/>
                <a:lumOff val="60000"/>
              </a:srgbClr>
            </a:solidFill>
            <a:prstDash val="solid"/>
          </a:ln>
          <a:effectLst/>
        </p:spPr>
        <p:txBody>
          <a:bodyPr lIns="64285" tIns="32142" rIns="64285" bIns="32142" rtlCol="0" anchor="ctr"/>
          <a:lstStyle/>
          <a:p>
            <a:pPr defTabSz="642823" fontAlgn="auto">
              <a:spcBef>
                <a:spcPts val="0"/>
              </a:spcBef>
              <a:spcAft>
                <a:spcPts val="0"/>
              </a:spcAft>
              <a:defRPr/>
            </a:pPr>
            <a:endParaRPr lang="en-US" sz="1266" cap="all" dirty="0">
              <a:solidFill>
                <a:prstClr val="black"/>
              </a:solidFill>
              <a:latin typeface="Comic Sans MS" panose="030F0702030302020204" pitchFamily="66" charset="0"/>
              <a:ea typeface="+mn-ea"/>
            </a:endParaRPr>
          </a:p>
        </p:txBody>
      </p:sp>
      <p:sp>
        <p:nvSpPr>
          <p:cNvPr id="45" name="Rectangle 44"/>
          <p:cNvSpPr/>
          <p:nvPr/>
        </p:nvSpPr>
        <p:spPr>
          <a:xfrm>
            <a:off x="-3044837" y="3195778"/>
            <a:ext cx="1998146" cy="1467467"/>
          </a:xfrm>
          <a:prstGeom prst="rect">
            <a:avLst/>
          </a:prstGeom>
          <a:solidFill>
            <a:srgbClr val="4F81BD">
              <a:lumMod val="20000"/>
              <a:lumOff val="80000"/>
            </a:srgbClr>
          </a:solidFill>
          <a:ln w="25400" cap="flat" cmpd="sng" algn="ctr">
            <a:solidFill>
              <a:srgbClr val="4F81BD">
                <a:lumMod val="40000"/>
                <a:lumOff val="60000"/>
              </a:srgbClr>
            </a:solidFill>
            <a:prstDash val="solid"/>
          </a:ln>
          <a:effectLst/>
        </p:spPr>
        <p:txBody>
          <a:bodyPr lIns="64285" tIns="32142" rIns="64285" bIns="32142" rtlCol="0" anchor="ctr"/>
          <a:lstStyle/>
          <a:p>
            <a:pPr defTabSz="642823" fontAlgn="auto">
              <a:spcBef>
                <a:spcPts val="0"/>
              </a:spcBef>
              <a:spcAft>
                <a:spcPts val="0"/>
              </a:spcAft>
              <a:defRPr/>
            </a:pPr>
            <a:endParaRPr lang="en-US" sz="1266" cap="all" dirty="0">
              <a:solidFill>
                <a:prstClr val="black"/>
              </a:solidFill>
              <a:latin typeface="Comic Sans MS" panose="030F0702030302020204" pitchFamily="66" charset="0"/>
              <a:ea typeface="+mn-ea"/>
            </a:endParaRPr>
          </a:p>
        </p:txBody>
      </p:sp>
      <p:sp>
        <p:nvSpPr>
          <p:cNvPr id="46" name="Rectangle 45"/>
          <p:cNvSpPr/>
          <p:nvPr/>
        </p:nvSpPr>
        <p:spPr>
          <a:xfrm>
            <a:off x="-2937681" y="3302935"/>
            <a:ext cx="1998146" cy="1467467"/>
          </a:xfrm>
          <a:prstGeom prst="rect">
            <a:avLst/>
          </a:prstGeom>
          <a:solidFill>
            <a:srgbClr val="4F81BD">
              <a:lumMod val="20000"/>
              <a:lumOff val="80000"/>
            </a:srgbClr>
          </a:solidFill>
          <a:ln w="25400" cap="flat" cmpd="sng" algn="ctr">
            <a:solidFill>
              <a:srgbClr val="4F81BD">
                <a:lumMod val="40000"/>
                <a:lumOff val="60000"/>
              </a:srgbClr>
            </a:solidFill>
            <a:prstDash val="solid"/>
          </a:ln>
          <a:effectLst/>
        </p:spPr>
        <p:txBody>
          <a:bodyPr lIns="64285" tIns="32142" rIns="64285" bIns="32142" rtlCol="0" anchor="ctr"/>
          <a:lstStyle/>
          <a:p>
            <a:pPr defTabSz="642823" fontAlgn="auto">
              <a:spcBef>
                <a:spcPts val="0"/>
              </a:spcBef>
              <a:spcAft>
                <a:spcPts val="0"/>
              </a:spcAft>
              <a:defRPr/>
            </a:pPr>
            <a:endParaRPr lang="en-US" sz="1266" cap="all" dirty="0">
              <a:solidFill>
                <a:prstClr val="black"/>
              </a:solidFill>
              <a:latin typeface="Comic Sans MS" panose="030F0702030302020204" pitchFamily="66" charset="0"/>
              <a:ea typeface="+mn-ea"/>
            </a:endParaRPr>
          </a:p>
        </p:txBody>
      </p:sp>
      <p:sp>
        <p:nvSpPr>
          <p:cNvPr id="47" name="Rectangle 46"/>
          <p:cNvSpPr/>
          <p:nvPr/>
        </p:nvSpPr>
        <p:spPr>
          <a:xfrm>
            <a:off x="-2830524" y="3410091"/>
            <a:ext cx="1998146" cy="1467467"/>
          </a:xfrm>
          <a:prstGeom prst="rect">
            <a:avLst/>
          </a:prstGeom>
          <a:solidFill>
            <a:srgbClr val="4F81BD">
              <a:lumMod val="20000"/>
              <a:lumOff val="80000"/>
            </a:srgbClr>
          </a:solidFill>
          <a:ln w="25400" cap="flat" cmpd="sng" algn="ctr">
            <a:solidFill>
              <a:srgbClr val="4F81BD">
                <a:lumMod val="40000"/>
                <a:lumOff val="60000"/>
              </a:srgbClr>
            </a:solidFill>
            <a:prstDash val="solid"/>
          </a:ln>
          <a:effectLst/>
        </p:spPr>
        <p:txBody>
          <a:bodyPr lIns="64285" tIns="32142" rIns="64285" bIns="32142" rtlCol="0" anchor="ctr"/>
          <a:lstStyle/>
          <a:p>
            <a:pPr defTabSz="642823" fontAlgn="auto">
              <a:spcBef>
                <a:spcPts val="0"/>
              </a:spcBef>
              <a:spcAft>
                <a:spcPts val="0"/>
              </a:spcAft>
              <a:defRPr/>
            </a:pPr>
            <a:endParaRPr lang="en-US" sz="1266" cap="all" dirty="0">
              <a:solidFill>
                <a:prstClr val="black"/>
              </a:solidFill>
              <a:latin typeface="Comic Sans MS" panose="030F0702030302020204" pitchFamily="66" charset="0"/>
              <a:ea typeface="+mn-ea"/>
            </a:endParaRPr>
          </a:p>
        </p:txBody>
      </p:sp>
      <p:sp>
        <p:nvSpPr>
          <p:cNvPr id="48" name="Rectangle 47"/>
          <p:cNvSpPr/>
          <p:nvPr/>
        </p:nvSpPr>
        <p:spPr>
          <a:xfrm>
            <a:off x="-3432149" y="4683845"/>
            <a:ext cx="1998146" cy="1467467"/>
          </a:xfrm>
          <a:prstGeom prst="rect">
            <a:avLst/>
          </a:prstGeom>
          <a:solidFill>
            <a:srgbClr val="FFFFCC"/>
          </a:solidFill>
          <a:ln w="25400" cap="flat" cmpd="sng" algn="ctr">
            <a:solidFill>
              <a:srgbClr val="FFC000"/>
            </a:solidFill>
            <a:prstDash val="solid"/>
          </a:ln>
          <a:effectLst/>
        </p:spPr>
        <p:txBody>
          <a:bodyPr lIns="64285" tIns="32142" rIns="64285" bIns="32142" rtlCol="0" anchor="ctr"/>
          <a:lstStyle/>
          <a:p>
            <a:pPr defTabSz="642823" fontAlgn="auto">
              <a:spcBef>
                <a:spcPts val="0"/>
              </a:spcBef>
              <a:spcAft>
                <a:spcPts val="0"/>
              </a:spcAft>
              <a:defRPr/>
            </a:pPr>
            <a:endParaRPr lang="en-US" sz="1266" cap="all" dirty="0">
              <a:solidFill>
                <a:prstClr val="black"/>
              </a:solidFill>
              <a:latin typeface="Comic Sans MS" panose="030F0702030302020204" pitchFamily="66" charset="0"/>
              <a:ea typeface="+mn-ea"/>
            </a:endParaRPr>
          </a:p>
        </p:txBody>
      </p:sp>
      <p:sp>
        <p:nvSpPr>
          <p:cNvPr id="49" name="Rectangle 48"/>
          <p:cNvSpPr/>
          <p:nvPr/>
        </p:nvSpPr>
        <p:spPr>
          <a:xfrm>
            <a:off x="-3217837" y="4898157"/>
            <a:ext cx="1998146" cy="1467467"/>
          </a:xfrm>
          <a:prstGeom prst="rect">
            <a:avLst/>
          </a:prstGeom>
          <a:solidFill>
            <a:srgbClr val="FFFFCC"/>
          </a:solidFill>
          <a:ln w="25400" cap="flat" cmpd="sng" algn="ctr">
            <a:solidFill>
              <a:srgbClr val="FFC000"/>
            </a:solidFill>
            <a:prstDash val="solid"/>
          </a:ln>
          <a:effectLst/>
        </p:spPr>
        <p:txBody>
          <a:bodyPr lIns="64285" tIns="32142" rIns="64285" bIns="32142" rtlCol="0" anchor="ctr"/>
          <a:lstStyle/>
          <a:p>
            <a:pPr defTabSz="642823" fontAlgn="auto">
              <a:spcBef>
                <a:spcPts val="0"/>
              </a:spcBef>
              <a:spcAft>
                <a:spcPts val="0"/>
              </a:spcAft>
              <a:defRPr/>
            </a:pPr>
            <a:endParaRPr lang="en-US" sz="1266" cap="all" dirty="0">
              <a:solidFill>
                <a:prstClr val="black"/>
              </a:solidFill>
              <a:latin typeface="Comic Sans MS" panose="030F0702030302020204" pitchFamily="66" charset="0"/>
              <a:ea typeface="+mn-ea"/>
            </a:endParaRPr>
          </a:p>
        </p:txBody>
      </p:sp>
      <p:sp>
        <p:nvSpPr>
          <p:cNvPr id="50" name="Rectangle 49"/>
          <p:cNvSpPr/>
          <p:nvPr/>
        </p:nvSpPr>
        <p:spPr>
          <a:xfrm>
            <a:off x="-3110680" y="5005313"/>
            <a:ext cx="1998146" cy="1467467"/>
          </a:xfrm>
          <a:prstGeom prst="rect">
            <a:avLst/>
          </a:prstGeom>
          <a:solidFill>
            <a:srgbClr val="FFFFCC"/>
          </a:solidFill>
          <a:ln w="25400" cap="flat" cmpd="sng" algn="ctr">
            <a:solidFill>
              <a:srgbClr val="FFC000"/>
            </a:solidFill>
            <a:prstDash val="solid"/>
          </a:ln>
          <a:effectLst/>
        </p:spPr>
        <p:txBody>
          <a:bodyPr lIns="64285" tIns="32142" rIns="64285" bIns="32142" rtlCol="0" anchor="ctr"/>
          <a:lstStyle/>
          <a:p>
            <a:pPr defTabSz="642823" fontAlgn="auto">
              <a:spcBef>
                <a:spcPts val="0"/>
              </a:spcBef>
              <a:spcAft>
                <a:spcPts val="0"/>
              </a:spcAft>
              <a:defRPr/>
            </a:pPr>
            <a:endParaRPr lang="en-US" sz="1266" cap="all" dirty="0">
              <a:solidFill>
                <a:prstClr val="black"/>
              </a:solidFill>
              <a:latin typeface="Comic Sans MS" panose="030F0702030302020204" pitchFamily="66" charset="0"/>
              <a:ea typeface="+mn-ea"/>
            </a:endParaRPr>
          </a:p>
        </p:txBody>
      </p:sp>
      <p:sp>
        <p:nvSpPr>
          <p:cNvPr id="51" name="Rectangle 50"/>
          <p:cNvSpPr/>
          <p:nvPr/>
        </p:nvSpPr>
        <p:spPr>
          <a:xfrm>
            <a:off x="-3003524" y="5112470"/>
            <a:ext cx="1998146" cy="1467467"/>
          </a:xfrm>
          <a:prstGeom prst="rect">
            <a:avLst/>
          </a:prstGeom>
          <a:solidFill>
            <a:srgbClr val="FFFFCC"/>
          </a:solidFill>
          <a:ln w="25400" cap="flat" cmpd="sng" algn="ctr">
            <a:solidFill>
              <a:srgbClr val="FFC000"/>
            </a:solidFill>
            <a:prstDash val="solid"/>
          </a:ln>
          <a:effectLst/>
        </p:spPr>
        <p:txBody>
          <a:bodyPr lIns="64285" tIns="32142" rIns="64285" bIns="32142" rtlCol="0" anchor="ctr"/>
          <a:lstStyle/>
          <a:p>
            <a:pPr defTabSz="642823" fontAlgn="auto">
              <a:spcBef>
                <a:spcPts val="0"/>
              </a:spcBef>
              <a:spcAft>
                <a:spcPts val="0"/>
              </a:spcAft>
              <a:defRPr/>
            </a:pPr>
            <a:endParaRPr lang="en-US" sz="1266" cap="all" dirty="0">
              <a:solidFill>
                <a:prstClr val="black"/>
              </a:solidFill>
              <a:latin typeface="Comic Sans MS" panose="030F0702030302020204" pitchFamily="66" charset="0"/>
              <a:ea typeface="+mn-ea"/>
            </a:endParaRPr>
          </a:p>
        </p:txBody>
      </p:sp>
      <p:sp>
        <p:nvSpPr>
          <p:cNvPr id="52" name="Rectangle 51"/>
          <p:cNvSpPr/>
          <p:nvPr/>
        </p:nvSpPr>
        <p:spPr>
          <a:xfrm>
            <a:off x="-2896368" y="5219626"/>
            <a:ext cx="1998146" cy="1467467"/>
          </a:xfrm>
          <a:prstGeom prst="rect">
            <a:avLst/>
          </a:prstGeom>
          <a:solidFill>
            <a:srgbClr val="FFFFCC"/>
          </a:solidFill>
          <a:ln w="25400" cap="flat" cmpd="sng" algn="ctr">
            <a:solidFill>
              <a:srgbClr val="FFC000"/>
            </a:solidFill>
            <a:prstDash val="solid"/>
          </a:ln>
          <a:effectLst/>
        </p:spPr>
        <p:txBody>
          <a:bodyPr lIns="64285" tIns="32142" rIns="64285" bIns="32142" rtlCol="0" anchor="ctr"/>
          <a:lstStyle/>
          <a:p>
            <a:pPr defTabSz="642823" fontAlgn="auto">
              <a:spcBef>
                <a:spcPts val="0"/>
              </a:spcBef>
              <a:spcAft>
                <a:spcPts val="0"/>
              </a:spcAft>
              <a:defRPr/>
            </a:pPr>
            <a:endParaRPr lang="en-US" sz="1266" cap="all" dirty="0">
              <a:solidFill>
                <a:prstClr val="black"/>
              </a:solidFill>
              <a:latin typeface="Comic Sans MS" panose="030F0702030302020204" pitchFamily="66" charset="0"/>
              <a:ea typeface="+mn-ea"/>
            </a:endParaRPr>
          </a:p>
        </p:txBody>
      </p:sp>
      <p:sp>
        <p:nvSpPr>
          <p:cNvPr id="53" name="Rectangle 52"/>
          <p:cNvSpPr/>
          <p:nvPr/>
        </p:nvSpPr>
        <p:spPr>
          <a:xfrm>
            <a:off x="-2789212" y="5326782"/>
            <a:ext cx="1998146" cy="1467467"/>
          </a:xfrm>
          <a:prstGeom prst="rect">
            <a:avLst/>
          </a:prstGeom>
          <a:solidFill>
            <a:srgbClr val="FFFFCC"/>
          </a:solidFill>
          <a:ln w="25400" cap="flat" cmpd="sng" algn="ctr">
            <a:solidFill>
              <a:srgbClr val="FFC000"/>
            </a:solidFill>
            <a:prstDash val="solid"/>
          </a:ln>
          <a:effectLst/>
        </p:spPr>
        <p:txBody>
          <a:bodyPr lIns="64285" tIns="32142" rIns="64285" bIns="32142" rtlCol="0" anchor="ctr"/>
          <a:lstStyle/>
          <a:p>
            <a:pPr defTabSz="642823" fontAlgn="auto">
              <a:spcBef>
                <a:spcPts val="0"/>
              </a:spcBef>
              <a:spcAft>
                <a:spcPts val="0"/>
              </a:spcAft>
              <a:defRPr/>
            </a:pPr>
            <a:endParaRPr lang="en-US" sz="1266" cap="all" dirty="0">
              <a:solidFill>
                <a:prstClr val="black"/>
              </a:solidFill>
              <a:latin typeface="Comic Sans MS" panose="030F0702030302020204" pitchFamily="66" charset="0"/>
              <a:ea typeface="+mn-ea"/>
            </a:endParaRPr>
          </a:p>
        </p:txBody>
      </p:sp>
    </p:spTree>
    <p:extLst>
      <p:ext uri="{BB962C8B-B14F-4D97-AF65-F5344CB8AC3E}">
        <p14:creationId xmlns:p14="http://schemas.microsoft.com/office/powerpoint/2010/main" val="1594974731"/>
      </p:ext>
    </p:extLst>
  </p:cSld>
  <p:clrMapOvr>
    <a:masterClrMapping/>
  </p:clrMapOvr>
  <p:transition spd="me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2" name="Shape 232"/>
          <p:cNvSpPr>
            <a:spLocks noGrp="1"/>
          </p:cNvSpPr>
          <p:nvPr>
            <p:ph type="body" idx="13"/>
          </p:nvPr>
        </p:nvSpPr>
        <p:spPr>
          <a:xfrm>
            <a:off x="976312" y="435506"/>
            <a:ext cx="7858126" cy="240066"/>
          </a:xfrm>
          <a:prstGeom prst="rect">
            <a:avLst/>
          </a:prstGeom>
        </p:spPr>
        <p:txBody>
          <a:bodyPr/>
          <a:lstStyle>
            <a:lvl1pPr algn="r">
              <a:defRPr sz="1200" spc="60"/>
            </a:lvl1pPr>
          </a:lstStyle>
          <a:p>
            <a:r>
              <a:t>project name</a:t>
            </a:r>
          </a:p>
        </p:txBody>
      </p:sp>
      <p:sp>
        <p:nvSpPr>
          <p:cNvPr id="233" name="Shape 233"/>
          <p:cNvSpPr>
            <a:spLocks noGrp="1"/>
          </p:cNvSpPr>
          <p:nvPr>
            <p:ph type="title"/>
          </p:nvPr>
        </p:nvSpPr>
        <p:spPr>
          <a:xfrm>
            <a:off x="285750" y="260341"/>
            <a:ext cx="7379317" cy="508993"/>
          </a:xfrm>
          <a:prstGeom prst="rect">
            <a:avLst/>
          </a:prstGeom>
        </p:spPr>
        <p:txBody>
          <a:bodyPr/>
          <a:lstStyle>
            <a:lvl1pPr defTabSz="467359">
              <a:spcBef>
                <a:spcPts val="2200"/>
              </a:spcBef>
              <a:defRPr sz="4800"/>
            </a:lvl1pPr>
          </a:lstStyle>
          <a:p>
            <a:r>
              <a:rPr sz="3600" b="0" dirty="0">
                <a:latin typeface="+mj-lt"/>
              </a:rPr>
              <a:t>Solution</a:t>
            </a:r>
          </a:p>
        </p:txBody>
      </p:sp>
      <p:sp>
        <p:nvSpPr>
          <p:cNvPr id="33" name="Rectangle 32"/>
          <p:cNvSpPr/>
          <p:nvPr/>
        </p:nvSpPr>
        <p:spPr>
          <a:xfrm>
            <a:off x="-3378571" y="442436"/>
            <a:ext cx="1998146" cy="1467467"/>
          </a:xfrm>
          <a:prstGeom prst="rect">
            <a:avLst/>
          </a:prstGeom>
          <a:solidFill>
            <a:srgbClr val="C0504D">
              <a:lumMod val="20000"/>
              <a:lumOff val="80000"/>
            </a:srgbClr>
          </a:solidFill>
          <a:ln w="25400" cap="flat" cmpd="sng" algn="ctr">
            <a:solidFill>
              <a:srgbClr val="C0504D">
                <a:lumMod val="40000"/>
                <a:lumOff val="60000"/>
              </a:srgbClr>
            </a:solidFill>
            <a:prstDash val="solid"/>
          </a:ln>
          <a:effectLst/>
        </p:spPr>
        <p:txBody>
          <a:bodyPr lIns="64285" tIns="32142" rIns="64285" bIns="32142" rtlCol="0" anchor="ctr"/>
          <a:lstStyle/>
          <a:p>
            <a:pPr defTabSz="642823" fontAlgn="auto">
              <a:spcBef>
                <a:spcPts val="0"/>
              </a:spcBef>
              <a:spcAft>
                <a:spcPts val="0"/>
              </a:spcAft>
              <a:defRPr/>
            </a:pPr>
            <a:endParaRPr lang="en-US" sz="1266" cap="all" dirty="0">
              <a:solidFill>
                <a:prstClr val="black"/>
              </a:solidFill>
              <a:latin typeface="Comic Sans MS" panose="030F0702030302020204" pitchFamily="66" charset="0"/>
              <a:ea typeface="+mn-ea"/>
            </a:endParaRPr>
          </a:p>
        </p:txBody>
      </p:sp>
      <p:sp>
        <p:nvSpPr>
          <p:cNvPr id="34" name="Rectangle 33"/>
          <p:cNvSpPr/>
          <p:nvPr/>
        </p:nvSpPr>
        <p:spPr>
          <a:xfrm>
            <a:off x="-3271415" y="549593"/>
            <a:ext cx="1998146" cy="1467467"/>
          </a:xfrm>
          <a:prstGeom prst="rect">
            <a:avLst/>
          </a:prstGeom>
          <a:solidFill>
            <a:srgbClr val="C0504D">
              <a:lumMod val="20000"/>
              <a:lumOff val="80000"/>
            </a:srgbClr>
          </a:solidFill>
          <a:ln w="25400" cap="flat" cmpd="sng" algn="ctr">
            <a:solidFill>
              <a:srgbClr val="C0504D">
                <a:lumMod val="40000"/>
                <a:lumOff val="60000"/>
              </a:srgbClr>
            </a:solidFill>
            <a:prstDash val="solid"/>
          </a:ln>
          <a:effectLst/>
        </p:spPr>
        <p:txBody>
          <a:bodyPr lIns="64285" tIns="32142" rIns="64285" bIns="32142" rtlCol="0" anchor="ctr"/>
          <a:lstStyle/>
          <a:p>
            <a:pPr defTabSz="642823" fontAlgn="auto">
              <a:spcBef>
                <a:spcPts val="0"/>
              </a:spcBef>
              <a:spcAft>
                <a:spcPts val="0"/>
              </a:spcAft>
              <a:defRPr/>
            </a:pPr>
            <a:endParaRPr lang="en-US" sz="1266" cap="all" dirty="0">
              <a:solidFill>
                <a:prstClr val="black"/>
              </a:solidFill>
              <a:latin typeface="Comic Sans MS" panose="030F0702030302020204" pitchFamily="66" charset="0"/>
              <a:ea typeface="+mn-ea"/>
            </a:endParaRPr>
          </a:p>
        </p:txBody>
      </p:sp>
      <p:sp>
        <p:nvSpPr>
          <p:cNvPr id="35" name="Rectangle 34"/>
          <p:cNvSpPr/>
          <p:nvPr/>
        </p:nvSpPr>
        <p:spPr>
          <a:xfrm>
            <a:off x="-3164258" y="656749"/>
            <a:ext cx="1998146" cy="1467467"/>
          </a:xfrm>
          <a:prstGeom prst="rect">
            <a:avLst/>
          </a:prstGeom>
          <a:solidFill>
            <a:srgbClr val="C0504D">
              <a:lumMod val="20000"/>
              <a:lumOff val="80000"/>
            </a:srgbClr>
          </a:solidFill>
          <a:ln w="25400" cap="flat" cmpd="sng" algn="ctr">
            <a:solidFill>
              <a:srgbClr val="C0504D">
                <a:lumMod val="40000"/>
                <a:lumOff val="60000"/>
              </a:srgbClr>
            </a:solidFill>
            <a:prstDash val="solid"/>
          </a:ln>
          <a:effectLst/>
        </p:spPr>
        <p:txBody>
          <a:bodyPr lIns="64285" tIns="32142" rIns="64285" bIns="32142" rtlCol="0" anchor="ctr"/>
          <a:lstStyle/>
          <a:p>
            <a:pPr defTabSz="642823" fontAlgn="auto">
              <a:spcBef>
                <a:spcPts val="0"/>
              </a:spcBef>
              <a:spcAft>
                <a:spcPts val="0"/>
              </a:spcAft>
              <a:defRPr/>
            </a:pPr>
            <a:endParaRPr lang="en-US" sz="1266" cap="all" dirty="0">
              <a:solidFill>
                <a:prstClr val="black"/>
              </a:solidFill>
              <a:latin typeface="Comic Sans MS" panose="030F0702030302020204" pitchFamily="66" charset="0"/>
              <a:ea typeface="+mn-ea"/>
            </a:endParaRPr>
          </a:p>
        </p:txBody>
      </p:sp>
      <p:sp>
        <p:nvSpPr>
          <p:cNvPr id="36" name="Rectangle 35"/>
          <p:cNvSpPr/>
          <p:nvPr/>
        </p:nvSpPr>
        <p:spPr>
          <a:xfrm>
            <a:off x="-3057102" y="763905"/>
            <a:ext cx="1998146" cy="1467467"/>
          </a:xfrm>
          <a:prstGeom prst="rect">
            <a:avLst/>
          </a:prstGeom>
          <a:solidFill>
            <a:srgbClr val="C0504D">
              <a:lumMod val="20000"/>
              <a:lumOff val="80000"/>
            </a:srgbClr>
          </a:solidFill>
          <a:ln w="25400" cap="flat" cmpd="sng" algn="ctr">
            <a:solidFill>
              <a:srgbClr val="C0504D">
                <a:lumMod val="40000"/>
                <a:lumOff val="60000"/>
              </a:srgbClr>
            </a:solidFill>
            <a:prstDash val="solid"/>
          </a:ln>
          <a:effectLst/>
        </p:spPr>
        <p:txBody>
          <a:bodyPr lIns="64285" tIns="32142" rIns="64285" bIns="32142" rtlCol="0" anchor="ctr"/>
          <a:lstStyle/>
          <a:p>
            <a:pPr defTabSz="642823" fontAlgn="auto">
              <a:spcBef>
                <a:spcPts val="0"/>
              </a:spcBef>
              <a:spcAft>
                <a:spcPts val="0"/>
              </a:spcAft>
              <a:defRPr/>
            </a:pPr>
            <a:endParaRPr lang="en-US" sz="1266" cap="all" dirty="0">
              <a:solidFill>
                <a:prstClr val="black"/>
              </a:solidFill>
              <a:latin typeface="Comic Sans MS" panose="030F0702030302020204" pitchFamily="66" charset="0"/>
              <a:ea typeface="+mn-ea"/>
            </a:endParaRPr>
          </a:p>
        </p:txBody>
      </p:sp>
      <p:sp>
        <p:nvSpPr>
          <p:cNvPr id="37" name="Rectangle 36"/>
          <p:cNvSpPr/>
          <p:nvPr/>
        </p:nvSpPr>
        <p:spPr>
          <a:xfrm>
            <a:off x="-2949946" y="871061"/>
            <a:ext cx="1998146" cy="1467467"/>
          </a:xfrm>
          <a:prstGeom prst="rect">
            <a:avLst/>
          </a:prstGeom>
          <a:solidFill>
            <a:srgbClr val="C0504D">
              <a:lumMod val="20000"/>
              <a:lumOff val="80000"/>
            </a:srgbClr>
          </a:solidFill>
          <a:ln w="25400" cap="flat" cmpd="sng" algn="ctr">
            <a:solidFill>
              <a:srgbClr val="C0504D">
                <a:lumMod val="40000"/>
                <a:lumOff val="60000"/>
              </a:srgbClr>
            </a:solidFill>
            <a:prstDash val="solid"/>
          </a:ln>
          <a:effectLst/>
        </p:spPr>
        <p:txBody>
          <a:bodyPr lIns="64285" tIns="32142" rIns="64285" bIns="32142" rtlCol="0" anchor="ctr"/>
          <a:lstStyle/>
          <a:p>
            <a:pPr defTabSz="642823" fontAlgn="auto">
              <a:spcBef>
                <a:spcPts val="0"/>
              </a:spcBef>
              <a:spcAft>
                <a:spcPts val="0"/>
              </a:spcAft>
              <a:defRPr/>
            </a:pPr>
            <a:endParaRPr lang="en-US" sz="1266" cap="all" dirty="0">
              <a:solidFill>
                <a:prstClr val="black"/>
              </a:solidFill>
              <a:latin typeface="Comic Sans MS" panose="030F0702030302020204" pitchFamily="66" charset="0"/>
              <a:ea typeface="+mn-ea"/>
            </a:endParaRPr>
          </a:p>
        </p:txBody>
      </p:sp>
      <p:sp>
        <p:nvSpPr>
          <p:cNvPr id="38" name="Rectangle 37"/>
          <p:cNvSpPr/>
          <p:nvPr/>
        </p:nvSpPr>
        <p:spPr>
          <a:xfrm>
            <a:off x="-2842790" y="978218"/>
            <a:ext cx="1998146" cy="1467467"/>
          </a:xfrm>
          <a:prstGeom prst="rect">
            <a:avLst/>
          </a:prstGeom>
          <a:solidFill>
            <a:srgbClr val="C0504D">
              <a:lumMod val="20000"/>
              <a:lumOff val="80000"/>
            </a:srgbClr>
          </a:solidFill>
          <a:ln w="25400" cap="flat" cmpd="sng" algn="ctr">
            <a:solidFill>
              <a:srgbClr val="C0504D">
                <a:lumMod val="40000"/>
                <a:lumOff val="60000"/>
              </a:srgbClr>
            </a:solidFill>
            <a:prstDash val="solid"/>
          </a:ln>
          <a:effectLst/>
        </p:spPr>
        <p:txBody>
          <a:bodyPr lIns="64285" tIns="32142" rIns="64285" bIns="32142" rtlCol="0" anchor="ctr"/>
          <a:lstStyle/>
          <a:p>
            <a:pPr defTabSz="642823" fontAlgn="auto">
              <a:spcBef>
                <a:spcPts val="0"/>
              </a:spcBef>
              <a:spcAft>
                <a:spcPts val="0"/>
              </a:spcAft>
              <a:defRPr/>
            </a:pPr>
            <a:endParaRPr lang="en-US" sz="1266" cap="all" dirty="0">
              <a:solidFill>
                <a:prstClr val="black"/>
              </a:solidFill>
              <a:latin typeface="Comic Sans MS" panose="030F0702030302020204" pitchFamily="66" charset="0"/>
              <a:ea typeface="+mn-ea"/>
            </a:endParaRPr>
          </a:p>
        </p:txBody>
      </p:sp>
      <p:sp>
        <p:nvSpPr>
          <p:cNvPr id="39" name="Rectangle 38"/>
          <p:cNvSpPr/>
          <p:nvPr/>
        </p:nvSpPr>
        <p:spPr>
          <a:xfrm>
            <a:off x="-2735633" y="1085374"/>
            <a:ext cx="1998146" cy="1467467"/>
          </a:xfrm>
          <a:prstGeom prst="rect">
            <a:avLst/>
          </a:prstGeom>
          <a:solidFill>
            <a:srgbClr val="C0504D">
              <a:lumMod val="20000"/>
              <a:lumOff val="80000"/>
            </a:srgbClr>
          </a:solidFill>
          <a:ln w="25400" cap="flat" cmpd="sng" algn="ctr">
            <a:solidFill>
              <a:srgbClr val="C0504D">
                <a:lumMod val="40000"/>
                <a:lumOff val="60000"/>
              </a:srgbClr>
            </a:solidFill>
            <a:prstDash val="solid"/>
          </a:ln>
          <a:effectLst/>
        </p:spPr>
        <p:txBody>
          <a:bodyPr lIns="64285" tIns="32142" rIns="64285" bIns="32142" rtlCol="0" anchor="ctr"/>
          <a:lstStyle/>
          <a:p>
            <a:pPr defTabSz="642823" fontAlgn="auto">
              <a:spcBef>
                <a:spcPts val="0"/>
              </a:spcBef>
              <a:spcAft>
                <a:spcPts val="0"/>
              </a:spcAft>
              <a:defRPr/>
            </a:pPr>
            <a:endParaRPr lang="en-US" sz="1266" cap="all" dirty="0">
              <a:solidFill>
                <a:prstClr val="black"/>
              </a:solidFill>
              <a:latin typeface="Comic Sans MS" panose="030F0702030302020204" pitchFamily="66" charset="0"/>
              <a:ea typeface="+mn-ea"/>
            </a:endParaRPr>
          </a:p>
        </p:txBody>
      </p:sp>
      <p:sp>
        <p:nvSpPr>
          <p:cNvPr id="40" name="Rectangle 39"/>
          <p:cNvSpPr/>
          <p:nvPr/>
        </p:nvSpPr>
        <p:spPr>
          <a:xfrm>
            <a:off x="-3473462" y="2767153"/>
            <a:ext cx="1998146" cy="1467467"/>
          </a:xfrm>
          <a:prstGeom prst="rect">
            <a:avLst/>
          </a:prstGeom>
          <a:solidFill>
            <a:srgbClr val="4F81BD">
              <a:lumMod val="20000"/>
              <a:lumOff val="80000"/>
            </a:srgbClr>
          </a:solidFill>
          <a:ln w="25400" cap="flat" cmpd="sng" algn="ctr">
            <a:solidFill>
              <a:srgbClr val="4F81BD">
                <a:lumMod val="40000"/>
                <a:lumOff val="60000"/>
              </a:srgbClr>
            </a:solidFill>
            <a:prstDash val="solid"/>
          </a:ln>
          <a:effectLst/>
        </p:spPr>
        <p:txBody>
          <a:bodyPr lIns="64285" tIns="32142" rIns="64285" bIns="32142" rtlCol="0" anchor="ctr"/>
          <a:lstStyle/>
          <a:p>
            <a:pPr defTabSz="642823" fontAlgn="auto">
              <a:spcBef>
                <a:spcPts val="0"/>
              </a:spcBef>
              <a:spcAft>
                <a:spcPts val="0"/>
              </a:spcAft>
              <a:defRPr/>
            </a:pPr>
            <a:endParaRPr lang="en-US" sz="1266" cap="all" dirty="0">
              <a:solidFill>
                <a:prstClr val="black"/>
              </a:solidFill>
              <a:latin typeface="Comic Sans MS" panose="030F0702030302020204" pitchFamily="66" charset="0"/>
              <a:ea typeface="+mn-ea"/>
            </a:endParaRPr>
          </a:p>
        </p:txBody>
      </p:sp>
      <p:sp>
        <p:nvSpPr>
          <p:cNvPr id="41" name="Rectangle 40"/>
          <p:cNvSpPr/>
          <p:nvPr/>
        </p:nvSpPr>
        <p:spPr>
          <a:xfrm>
            <a:off x="-3366306" y="2874310"/>
            <a:ext cx="1998146" cy="1467467"/>
          </a:xfrm>
          <a:prstGeom prst="rect">
            <a:avLst/>
          </a:prstGeom>
          <a:solidFill>
            <a:srgbClr val="4F81BD">
              <a:lumMod val="20000"/>
              <a:lumOff val="80000"/>
            </a:srgbClr>
          </a:solidFill>
          <a:ln w="25400" cap="flat" cmpd="sng" algn="ctr">
            <a:solidFill>
              <a:srgbClr val="4F81BD">
                <a:lumMod val="40000"/>
                <a:lumOff val="60000"/>
              </a:srgbClr>
            </a:solidFill>
            <a:prstDash val="solid"/>
          </a:ln>
          <a:effectLst/>
        </p:spPr>
        <p:txBody>
          <a:bodyPr lIns="64285" tIns="32142" rIns="64285" bIns="32142" rtlCol="0" anchor="ctr"/>
          <a:lstStyle/>
          <a:p>
            <a:pPr defTabSz="642823" fontAlgn="auto">
              <a:spcBef>
                <a:spcPts val="0"/>
              </a:spcBef>
              <a:spcAft>
                <a:spcPts val="0"/>
              </a:spcAft>
              <a:defRPr/>
            </a:pPr>
            <a:endParaRPr lang="en-US" sz="1266" cap="all" dirty="0">
              <a:solidFill>
                <a:prstClr val="black"/>
              </a:solidFill>
              <a:latin typeface="Comic Sans MS" panose="030F0702030302020204" pitchFamily="66" charset="0"/>
              <a:ea typeface="+mn-ea"/>
            </a:endParaRPr>
          </a:p>
        </p:txBody>
      </p:sp>
      <p:sp>
        <p:nvSpPr>
          <p:cNvPr id="42" name="Rectangle 41"/>
          <p:cNvSpPr/>
          <p:nvPr/>
        </p:nvSpPr>
        <p:spPr>
          <a:xfrm>
            <a:off x="-3259149" y="2981466"/>
            <a:ext cx="1998146" cy="1467467"/>
          </a:xfrm>
          <a:prstGeom prst="rect">
            <a:avLst/>
          </a:prstGeom>
          <a:solidFill>
            <a:srgbClr val="4F81BD">
              <a:lumMod val="20000"/>
              <a:lumOff val="80000"/>
            </a:srgbClr>
          </a:solidFill>
          <a:ln w="25400" cap="flat" cmpd="sng" algn="ctr">
            <a:solidFill>
              <a:srgbClr val="4F81BD">
                <a:lumMod val="40000"/>
                <a:lumOff val="60000"/>
              </a:srgbClr>
            </a:solidFill>
            <a:prstDash val="solid"/>
          </a:ln>
          <a:effectLst/>
        </p:spPr>
        <p:txBody>
          <a:bodyPr lIns="64285" tIns="32142" rIns="64285" bIns="32142" rtlCol="0" anchor="ctr"/>
          <a:lstStyle/>
          <a:p>
            <a:pPr defTabSz="642823" fontAlgn="auto">
              <a:spcBef>
                <a:spcPts val="0"/>
              </a:spcBef>
              <a:spcAft>
                <a:spcPts val="0"/>
              </a:spcAft>
              <a:defRPr/>
            </a:pPr>
            <a:endParaRPr lang="en-US" sz="1266" cap="all" dirty="0">
              <a:solidFill>
                <a:prstClr val="black"/>
              </a:solidFill>
              <a:latin typeface="Comic Sans MS" panose="030F0702030302020204" pitchFamily="66" charset="0"/>
              <a:ea typeface="+mn-ea"/>
            </a:endParaRPr>
          </a:p>
        </p:txBody>
      </p:sp>
      <p:sp>
        <p:nvSpPr>
          <p:cNvPr id="43" name="Rectangle 42"/>
          <p:cNvSpPr/>
          <p:nvPr/>
        </p:nvSpPr>
        <p:spPr>
          <a:xfrm>
            <a:off x="-3151993" y="3088622"/>
            <a:ext cx="1998146" cy="1467467"/>
          </a:xfrm>
          <a:prstGeom prst="rect">
            <a:avLst/>
          </a:prstGeom>
          <a:solidFill>
            <a:srgbClr val="4F81BD">
              <a:lumMod val="20000"/>
              <a:lumOff val="80000"/>
            </a:srgbClr>
          </a:solidFill>
          <a:ln w="25400" cap="flat" cmpd="sng" algn="ctr">
            <a:solidFill>
              <a:srgbClr val="4F81BD">
                <a:lumMod val="40000"/>
                <a:lumOff val="60000"/>
              </a:srgbClr>
            </a:solidFill>
            <a:prstDash val="solid"/>
          </a:ln>
          <a:effectLst/>
        </p:spPr>
        <p:txBody>
          <a:bodyPr lIns="64285" tIns="32142" rIns="64285" bIns="32142" rtlCol="0" anchor="ctr"/>
          <a:lstStyle/>
          <a:p>
            <a:pPr defTabSz="642823" fontAlgn="auto">
              <a:spcBef>
                <a:spcPts val="0"/>
              </a:spcBef>
              <a:spcAft>
                <a:spcPts val="0"/>
              </a:spcAft>
              <a:defRPr/>
            </a:pPr>
            <a:endParaRPr lang="en-US" sz="1266" cap="all" dirty="0">
              <a:solidFill>
                <a:prstClr val="black"/>
              </a:solidFill>
              <a:latin typeface="Comic Sans MS" panose="030F0702030302020204" pitchFamily="66" charset="0"/>
              <a:ea typeface="+mn-ea"/>
            </a:endParaRPr>
          </a:p>
        </p:txBody>
      </p:sp>
      <p:sp>
        <p:nvSpPr>
          <p:cNvPr id="44" name="Rectangle 43"/>
          <p:cNvSpPr/>
          <p:nvPr/>
        </p:nvSpPr>
        <p:spPr>
          <a:xfrm>
            <a:off x="-3044837" y="3195778"/>
            <a:ext cx="1998146" cy="1467467"/>
          </a:xfrm>
          <a:prstGeom prst="rect">
            <a:avLst/>
          </a:prstGeom>
          <a:solidFill>
            <a:srgbClr val="4F81BD">
              <a:lumMod val="20000"/>
              <a:lumOff val="80000"/>
            </a:srgbClr>
          </a:solidFill>
          <a:ln w="25400" cap="flat" cmpd="sng" algn="ctr">
            <a:solidFill>
              <a:srgbClr val="4F81BD">
                <a:lumMod val="40000"/>
                <a:lumOff val="60000"/>
              </a:srgbClr>
            </a:solidFill>
            <a:prstDash val="solid"/>
          </a:ln>
          <a:effectLst/>
        </p:spPr>
        <p:txBody>
          <a:bodyPr lIns="64285" tIns="32142" rIns="64285" bIns="32142" rtlCol="0" anchor="ctr"/>
          <a:lstStyle/>
          <a:p>
            <a:pPr defTabSz="642823" fontAlgn="auto">
              <a:spcBef>
                <a:spcPts val="0"/>
              </a:spcBef>
              <a:spcAft>
                <a:spcPts val="0"/>
              </a:spcAft>
              <a:defRPr/>
            </a:pPr>
            <a:endParaRPr lang="en-US" sz="1266" cap="all" dirty="0">
              <a:solidFill>
                <a:prstClr val="black"/>
              </a:solidFill>
              <a:latin typeface="Comic Sans MS" panose="030F0702030302020204" pitchFamily="66" charset="0"/>
              <a:ea typeface="+mn-ea"/>
            </a:endParaRPr>
          </a:p>
        </p:txBody>
      </p:sp>
      <p:sp>
        <p:nvSpPr>
          <p:cNvPr id="45" name="Rectangle 44"/>
          <p:cNvSpPr/>
          <p:nvPr/>
        </p:nvSpPr>
        <p:spPr>
          <a:xfrm>
            <a:off x="-2937681" y="3302935"/>
            <a:ext cx="1998146" cy="1467467"/>
          </a:xfrm>
          <a:prstGeom prst="rect">
            <a:avLst/>
          </a:prstGeom>
          <a:solidFill>
            <a:srgbClr val="4F81BD">
              <a:lumMod val="20000"/>
              <a:lumOff val="80000"/>
            </a:srgbClr>
          </a:solidFill>
          <a:ln w="25400" cap="flat" cmpd="sng" algn="ctr">
            <a:solidFill>
              <a:srgbClr val="4F81BD">
                <a:lumMod val="40000"/>
                <a:lumOff val="60000"/>
              </a:srgbClr>
            </a:solidFill>
            <a:prstDash val="solid"/>
          </a:ln>
          <a:effectLst/>
        </p:spPr>
        <p:txBody>
          <a:bodyPr lIns="64285" tIns="32142" rIns="64285" bIns="32142" rtlCol="0" anchor="ctr"/>
          <a:lstStyle/>
          <a:p>
            <a:pPr defTabSz="642823" fontAlgn="auto">
              <a:spcBef>
                <a:spcPts val="0"/>
              </a:spcBef>
              <a:spcAft>
                <a:spcPts val="0"/>
              </a:spcAft>
              <a:defRPr/>
            </a:pPr>
            <a:endParaRPr lang="en-US" sz="1266" cap="all" dirty="0">
              <a:solidFill>
                <a:prstClr val="black"/>
              </a:solidFill>
              <a:latin typeface="Comic Sans MS" panose="030F0702030302020204" pitchFamily="66" charset="0"/>
              <a:ea typeface="+mn-ea"/>
            </a:endParaRPr>
          </a:p>
        </p:txBody>
      </p:sp>
      <p:sp>
        <p:nvSpPr>
          <p:cNvPr id="46" name="Rectangle 45"/>
          <p:cNvSpPr/>
          <p:nvPr/>
        </p:nvSpPr>
        <p:spPr>
          <a:xfrm>
            <a:off x="-2830524" y="3410091"/>
            <a:ext cx="1998146" cy="1467467"/>
          </a:xfrm>
          <a:prstGeom prst="rect">
            <a:avLst/>
          </a:prstGeom>
          <a:solidFill>
            <a:srgbClr val="4F81BD">
              <a:lumMod val="20000"/>
              <a:lumOff val="80000"/>
            </a:srgbClr>
          </a:solidFill>
          <a:ln w="25400" cap="flat" cmpd="sng" algn="ctr">
            <a:solidFill>
              <a:srgbClr val="4F81BD">
                <a:lumMod val="40000"/>
                <a:lumOff val="60000"/>
              </a:srgbClr>
            </a:solidFill>
            <a:prstDash val="solid"/>
          </a:ln>
          <a:effectLst/>
        </p:spPr>
        <p:txBody>
          <a:bodyPr lIns="64285" tIns="32142" rIns="64285" bIns="32142" rtlCol="0" anchor="ctr"/>
          <a:lstStyle/>
          <a:p>
            <a:pPr defTabSz="642823" fontAlgn="auto">
              <a:spcBef>
                <a:spcPts val="0"/>
              </a:spcBef>
              <a:spcAft>
                <a:spcPts val="0"/>
              </a:spcAft>
              <a:defRPr/>
            </a:pPr>
            <a:endParaRPr lang="en-US" sz="1266" cap="all" dirty="0">
              <a:solidFill>
                <a:prstClr val="black"/>
              </a:solidFill>
              <a:latin typeface="Comic Sans MS" panose="030F0702030302020204" pitchFamily="66" charset="0"/>
              <a:ea typeface="+mn-ea"/>
            </a:endParaRPr>
          </a:p>
        </p:txBody>
      </p:sp>
      <p:sp>
        <p:nvSpPr>
          <p:cNvPr id="47" name="Rectangle 46"/>
          <p:cNvSpPr/>
          <p:nvPr/>
        </p:nvSpPr>
        <p:spPr>
          <a:xfrm>
            <a:off x="-3432149" y="4683845"/>
            <a:ext cx="1998146" cy="1467467"/>
          </a:xfrm>
          <a:prstGeom prst="rect">
            <a:avLst/>
          </a:prstGeom>
          <a:solidFill>
            <a:srgbClr val="FFFFCC"/>
          </a:solidFill>
          <a:ln w="25400" cap="flat" cmpd="sng" algn="ctr">
            <a:solidFill>
              <a:srgbClr val="FFC000"/>
            </a:solidFill>
            <a:prstDash val="solid"/>
          </a:ln>
          <a:effectLst/>
        </p:spPr>
        <p:txBody>
          <a:bodyPr lIns="64285" tIns="32142" rIns="64285" bIns="32142" rtlCol="0" anchor="ctr"/>
          <a:lstStyle/>
          <a:p>
            <a:pPr defTabSz="642823" fontAlgn="auto">
              <a:spcBef>
                <a:spcPts val="0"/>
              </a:spcBef>
              <a:spcAft>
                <a:spcPts val="0"/>
              </a:spcAft>
              <a:defRPr/>
            </a:pPr>
            <a:endParaRPr lang="en-US" sz="1266" cap="all" dirty="0">
              <a:solidFill>
                <a:prstClr val="black"/>
              </a:solidFill>
              <a:latin typeface="Comic Sans MS" panose="030F0702030302020204" pitchFamily="66" charset="0"/>
              <a:ea typeface="+mn-ea"/>
            </a:endParaRPr>
          </a:p>
        </p:txBody>
      </p:sp>
      <p:sp>
        <p:nvSpPr>
          <p:cNvPr id="48" name="Rectangle 47"/>
          <p:cNvSpPr/>
          <p:nvPr/>
        </p:nvSpPr>
        <p:spPr>
          <a:xfrm>
            <a:off x="-3217837" y="4898157"/>
            <a:ext cx="1998146" cy="1467467"/>
          </a:xfrm>
          <a:prstGeom prst="rect">
            <a:avLst/>
          </a:prstGeom>
          <a:solidFill>
            <a:srgbClr val="FFFFCC"/>
          </a:solidFill>
          <a:ln w="25400" cap="flat" cmpd="sng" algn="ctr">
            <a:solidFill>
              <a:srgbClr val="FFC000"/>
            </a:solidFill>
            <a:prstDash val="solid"/>
          </a:ln>
          <a:effectLst/>
        </p:spPr>
        <p:txBody>
          <a:bodyPr lIns="64285" tIns="32142" rIns="64285" bIns="32142" rtlCol="0" anchor="ctr"/>
          <a:lstStyle/>
          <a:p>
            <a:pPr defTabSz="642823" fontAlgn="auto">
              <a:spcBef>
                <a:spcPts val="0"/>
              </a:spcBef>
              <a:spcAft>
                <a:spcPts val="0"/>
              </a:spcAft>
              <a:defRPr/>
            </a:pPr>
            <a:endParaRPr lang="en-US" sz="1266" cap="all" dirty="0">
              <a:solidFill>
                <a:prstClr val="black"/>
              </a:solidFill>
              <a:latin typeface="Comic Sans MS" panose="030F0702030302020204" pitchFamily="66" charset="0"/>
              <a:ea typeface="+mn-ea"/>
            </a:endParaRPr>
          </a:p>
        </p:txBody>
      </p:sp>
      <p:sp>
        <p:nvSpPr>
          <p:cNvPr id="49" name="Rectangle 48"/>
          <p:cNvSpPr/>
          <p:nvPr/>
        </p:nvSpPr>
        <p:spPr>
          <a:xfrm>
            <a:off x="-3110680" y="5005313"/>
            <a:ext cx="1998146" cy="1467467"/>
          </a:xfrm>
          <a:prstGeom prst="rect">
            <a:avLst/>
          </a:prstGeom>
          <a:solidFill>
            <a:srgbClr val="FFFFCC"/>
          </a:solidFill>
          <a:ln w="25400" cap="flat" cmpd="sng" algn="ctr">
            <a:solidFill>
              <a:srgbClr val="FFC000"/>
            </a:solidFill>
            <a:prstDash val="solid"/>
          </a:ln>
          <a:effectLst/>
        </p:spPr>
        <p:txBody>
          <a:bodyPr lIns="64285" tIns="32142" rIns="64285" bIns="32142" rtlCol="0" anchor="ctr"/>
          <a:lstStyle/>
          <a:p>
            <a:pPr defTabSz="642823" fontAlgn="auto">
              <a:spcBef>
                <a:spcPts val="0"/>
              </a:spcBef>
              <a:spcAft>
                <a:spcPts val="0"/>
              </a:spcAft>
              <a:defRPr/>
            </a:pPr>
            <a:endParaRPr lang="en-US" sz="1266" cap="all" dirty="0">
              <a:solidFill>
                <a:prstClr val="black"/>
              </a:solidFill>
              <a:latin typeface="Comic Sans MS" panose="030F0702030302020204" pitchFamily="66" charset="0"/>
              <a:ea typeface="+mn-ea"/>
            </a:endParaRPr>
          </a:p>
        </p:txBody>
      </p:sp>
      <p:sp>
        <p:nvSpPr>
          <p:cNvPr id="50" name="Rectangle 49"/>
          <p:cNvSpPr/>
          <p:nvPr/>
        </p:nvSpPr>
        <p:spPr>
          <a:xfrm>
            <a:off x="-3003524" y="5112470"/>
            <a:ext cx="1998146" cy="1467467"/>
          </a:xfrm>
          <a:prstGeom prst="rect">
            <a:avLst/>
          </a:prstGeom>
          <a:solidFill>
            <a:srgbClr val="FFFFCC"/>
          </a:solidFill>
          <a:ln w="25400" cap="flat" cmpd="sng" algn="ctr">
            <a:solidFill>
              <a:srgbClr val="FFC000"/>
            </a:solidFill>
            <a:prstDash val="solid"/>
          </a:ln>
          <a:effectLst/>
        </p:spPr>
        <p:txBody>
          <a:bodyPr lIns="64285" tIns="32142" rIns="64285" bIns="32142" rtlCol="0" anchor="ctr"/>
          <a:lstStyle/>
          <a:p>
            <a:pPr defTabSz="642823" fontAlgn="auto">
              <a:spcBef>
                <a:spcPts val="0"/>
              </a:spcBef>
              <a:spcAft>
                <a:spcPts val="0"/>
              </a:spcAft>
              <a:defRPr/>
            </a:pPr>
            <a:endParaRPr lang="en-US" sz="1266" cap="all" dirty="0">
              <a:solidFill>
                <a:prstClr val="black"/>
              </a:solidFill>
              <a:latin typeface="Comic Sans MS" panose="030F0702030302020204" pitchFamily="66" charset="0"/>
              <a:ea typeface="+mn-ea"/>
            </a:endParaRPr>
          </a:p>
        </p:txBody>
      </p:sp>
      <p:sp>
        <p:nvSpPr>
          <p:cNvPr id="51" name="Rectangle 50"/>
          <p:cNvSpPr/>
          <p:nvPr/>
        </p:nvSpPr>
        <p:spPr>
          <a:xfrm>
            <a:off x="-2896368" y="5219626"/>
            <a:ext cx="1998146" cy="1467467"/>
          </a:xfrm>
          <a:prstGeom prst="rect">
            <a:avLst/>
          </a:prstGeom>
          <a:solidFill>
            <a:srgbClr val="FFFFCC"/>
          </a:solidFill>
          <a:ln w="25400" cap="flat" cmpd="sng" algn="ctr">
            <a:solidFill>
              <a:srgbClr val="FFC000"/>
            </a:solidFill>
            <a:prstDash val="solid"/>
          </a:ln>
          <a:effectLst/>
        </p:spPr>
        <p:txBody>
          <a:bodyPr lIns="64285" tIns="32142" rIns="64285" bIns="32142" rtlCol="0" anchor="ctr"/>
          <a:lstStyle/>
          <a:p>
            <a:pPr defTabSz="642823" fontAlgn="auto">
              <a:spcBef>
                <a:spcPts val="0"/>
              </a:spcBef>
              <a:spcAft>
                <a:spcPts val="0"/>
              </a:spcAft>
              <a:defRPr/>
            </a:pPr>
            <a:endParaRPr lang="en-US" sz="1266" cap="all" dirty="0">
              <a:solidFill>
                <a:prstClr val="black"/>
              </a:solidFill>
              <a:latin typeface="Comic Sans MS" panose="030F0702030302020204" pitchFamily="66" charset="0"/>
              <a:ea typeface="+mn-ea"/>
            </a:endParaRPr>
          </a:p>
        </p:txBody>
      </p:sp>
      <p:sp>
        <p:nvSpPr>
          <p:cNvPr id="52" name="Rectangle 51"/>
          <p:cNvSpPr/>
          <p:nvPr/>
        </p:nvSpPr>
        <p:spPr>
          <a:xfrm>
            <a:off x="-2789212" y="5326782"/>
            <a:ext cx="1998146" cy="1467467"/>
          </a:xfrm>
          <a:prstGeom prst="rect">
            <a:avLst/>
          </a:prstGeom>
          <a:solidFill>
            <a:srgbClr val="FFFFCC"/>
          </a:solidFill>
          <a:ln w="25400" cap="flat" cmpd="sng" algn="ctr">
            <a:solidFill>
              <a:srgbClr val="FFC000"/>
            </a:solidFill>
            <a:prstDash val="solid"/>
          </a:ln>
          <a:effectLst/>
        </p:spPr>
        <p:txBody>
          <a:bodyPr lIns="64285" tIns="32142" rIns="64285" bIns="32142" rtlCol="0" anchor="ctr"/>
          <a:lstStyle/>
          <a:p>
            <a:pPr defTabSz="642823" fontAlgn="auto">
              <a:spcBef>
                <a:spcPts val="0"/>
              </a:spcBef>
              <a:spcAft>
                <a:spcPts val="0"/>
              </a:spcAft>
              <a:defRPr/>
            </a:pPr>
            <a:endParaRPr lang="en-US" sz="1266" cap="all" dirty="0">
              <a:solidFill>
                <a:prstClr val="black"/>
              </a:solidFill>
              <a:latin typeface="Comic Sans MS" panose="030F0702030302020204" pitchFamily="66" charset="0"/>
              <a:ea typeface="+mn-ea"/>
            </a:endParaRPr>
          </a:p>
        </p:txBody>
      </p:sp>
    </p:spTree>
    <p:extLst>
      <p:ext uri="{BB962C8B-B14F-4D97-AF65-F5344CB8AC3E}">
        <p14:creationId xmlns:p14="http://schemas.microsoft.com/office/powerpoint/2010/main" val="1849422063"/>
      </p:ext>
    </p:extLst>
  </p:cSld>
  <p:clrMapOvr>
    <a:masterClrMapping/>
  </p:clrMapOvr>
  <p:transition spd="me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6" name="Shape 236"/>
          <p:cNvSpPr>
            <a:spLocks noGrp="1"/>
          </p:cNvSpPr>
          <p:nvPr>
            <p:ph type="body" idx="13"/>
          </p:nvPr>
        </p:nvSpPr>
        <p:spPr>
          <a:xfrm>
            <a:off x="976312" y="435506"/>
            <a:ext cx="7858126" cy="240066"/>
          </a:xfrm>
          <a:prstGeom prst="rect">
            <a:avLst/>
          </a:prstGeom>
        </p:spPr>
        <p:txBody>
          <a:bodyPr/>
          <a:lstStyle>
            <a:lvl1pPr algn="r">
              <a:defRPr sz="1200" spc="60"/>
            </a:lvl1pPr>
          </a:lstStyle>
          <a:p>
            <a:r>
              <a:t>project name</a:t>
            </a:r>
          </a:p>
        </p:txBody>
      </p:sp>
      <p:sp>
        <p:nvSpPr>
          <p:cNvPr id="237" name="Shape 237"/>
          <p:cNvSpPr>
            <a:spLocks noGrp="1"/>
          </p:cNvSpPr>
          <p:nvPr>
            <p:ph type="title"/>
          </p:nvPr>
        </p:nvSpPr>
        <p:spPr>
          <a:xfrm>
            <a:off x="285750" y="260341"/>
            <a:ext cx="7379317" cy="508993"/>
          </a:xfrm>
          <a:prstGeom prst="rect">
            <a:avLst/>
          </a:prstGeom>
        </p:spPr>
        <p:txBody>
          <a:bodyPr/>
          <a:lstStyle>
            <a:lvl1pPr defTabSz="467359">
              <a:spcBef>
                <a:spcPts val="2200"/>
              </a:spcBef>
              <a:defRPr sz="4800"/>
            </a:lvl1pPr>
          </a:lstStyle>
          <a:p>
            <a:r>
              <a:rPr sz="3600" b="0" dirty="0">
                <a:latin typeface="+mj-lt"/>
              </a:rPr>
              <a:t>Value prop</a:t>
            </a:r>
            <a:r>
              <a:rPr sz="2400" b="0" dirty="0">
                <a:latin typeface="+mj-lt"/>
              </a:rPr>
              <a:t>(s)</a:t>
            </a:r>
          </a:p>
        </p:txBody>
      </p:sp>
      <p:sp>
        <p:nvSpPr>
          <p:cNvPr id="239" name="Shape 239"/>
          <p:cNvSpPr/>
          <p:nvPr/>
        </p:nvSpPr>
        <p:spPr>
          <a:xfrm>
            <a:off x="285750" y="763905"/>
            <a:ext cx="3193791" cy="227948"/>
          </a:xfrm>
          <a:prstGeom prst="rect">
            <a:avLst/>
          </a:prstGeom>
          <a:ln w="12700">
            <a:miter lim="400000"/>
          </a:ln>
          <a:extLst>
            <a:ext uri="{C572A759-6A51-4108-AA02-DFA0A04FC94B}">
              <ma14:wrappingTextBoxFlag xmlns="" xmlns:ma14="http://schemas.microsoft.com/office/mac/drawingml/2011/main" val="1"/>
            </a:ext>
          </a:extLst>
        </p:spPr>
        <p:txBody>
          <a:bodyPr wrap="square" lIns="35719" tIns="35719" rIns="35719" bIns="35719" anchor="b">
            <a:spAutoFit/>
          </a:bodyPr>
          <a:lstStyle>
            <a:lvl1pPr algn="l" defTabSz="457200">
              <a:lnSpc>
                <a:spcPct val="80000"/>
              </a:lnSpc>
              <a:defRPr sz="1800" cap="all" spc="90">
                <a:solidFill>
                  <a:srgbClr val="838787"/>
                </a:solidFill>
                <a:latin typeface="DIN Condensed"/>
                <a:ea typeface="DIN Condensed"/>
                <a:cs typeface="DIN Condensed"/>
                <a:sym typeface="DIN Condensed"/>
              </a:defRPr>
            </a:lvl1pPr>
          </a:lstStyle>
          <a:p>
            <a:r>
              <a:rPr sz="1266" dirty="0">
                <a:latin typeface="+mj-lt"/>
              </a:rPr>
              <a:t>Customers + bank + other(?)</a:t>
            </a:r>
          </a:p>
        </p:txBody>
      </p:sp>
      <p:sp>
        <p:nvSpPr>
          <p:cNvPr id="34" name="Rectangle 33"/>
          <p:cNvSpPr/>
          <p:nvPr/>
        </p:nvSpPr>
        <p:spPr>
          <a:xfrm>
            <a:off x="-3378571" y="442436"/>
            <a:ext cx="1998146" cy="1467467"/>
          </a:xfrm>
          <a:prstGeom prst="rect">
            <a:avLst/>
          </a:prstGeom>
          <a:solidFill>
            <a:srgbClr val="C0504D">
              <a:lumMod val="20000"/>
              <a:lumOff val="80000"/>
            </a:srgbClr>
          </a:solidFill>
          <a:ln w="25400" cap="flat" cmpd="sng" algn="ctr">
            <a:solidFill>
              <a:srgbClr val="C0504D">
                <a:lumMod val="40000"/>
                <a:lumOff val="60000"/>
              </a:srgbClr>
            </a:solidFill>
            <a:prstDash val="solid"/>
          </a:ln>
          <a:effectLst/>
        </p:spPr>
        <p:txBody>
          <a:bodyPr lIns="64285" tIns="32142" rIns="64285" bIns="32142" rtlCol="0" anchor="ctr"/>
          <a:lstStyle/>
          <a:p>
            <a:pPr defTabSz="642823" fontAlgn="auto">
              <a:spcBef>
                <a:spcPts val="0"/>
              </a:spcBef>
              <a:spcAft>
                <a:spcPts val="0"/>
              </a:spcAft>
              <a:defRPr/>
            </a:pPr>
            <a:endParaRPr lang="en-US" sz="1266" cap="all" dirty="0">
              <a:solidFill>
                <a:prstClr val="black"/>
              </a:solidFill>
              <a:latin typeface="Comic Sans MS" panose="030F0702030302020204" pitchFamily="66" charset="0"/>
              <a:ea typeface="+mn-ea"/>
            </a:endParaRPr>
          </a:p>
        </p:txBody>
      </p:sp>
      <p:sp>
        <p:nvSpPr>
          <p:cNvPr id="35" name="Rectangle 34"/>
          <p:cNvSpPr/>
          <p:nvPr/>
        </p:nvSpPr>
        <p:spPr>
          <a:xfrm>
            <a:off x="-3271415" y="549593"/>
            <a:ext cx="1998146" cy="1467467"/>
          </a:xfrm>
          <a:prstGeom prst="rect">
            <a:avLst/>
          </a:prstGeom>
          <a:solidFill>
            <a:srgbClr val="C0504D">
              <a:lumMod val="20000"/>
              <a:lumOff val="80000"/>
            </a:srgbClr>
          </a:solidFill>
          <a:ln w="25400" cap="flat" cmpd="sng" algn="ctr">
            <a:solidFill>
              <a:srgbClr val="C0504D">
                <a:lumMod val="40000"/>
                <a:lumOff val="60000"/>
              </a:srgbClr>
            </a:solidFill>
            <a:prstDash val="solid"/>
          </a:ln>
          <a:effectLst/>
        </p:spPr>
        <p:txBody>
          <a:bodyPr lIns="64285" tIns="32142" rIns="64285" bIns="32142" rtlCol="0" anchor="ctr"/>
          <a:lstStyle/>
          <a:p>
            <a:pPr defTabSz="642823" fontAlgn="auto">
              <a:spcBef>
                <a:spcPts val="0"/>
              </a:spcBef>
              <a:spcAft>
                <a:spcPts val="0"/>
              </a:spcAft>
              <a:defRPr/>
            </a:pPr>
            <a:endParaRPr lang="en-US" sz="1266" cap="all" dirty="0">
              <a:solidFill>
                <a:prstClr val="black"/>
              </a:solidFill>
              <a:latin typeface="Comic Sans MS" panose="030F0702030302020204" pitchFamily="66" charset="0"/>
              <a:ea typeface="+mn-ea"/>
            </a:endParaRPr>
          </a:p>
        </p:txBody>
      </p:sp>
      <p:sp>
        <p:nvSpPr>
          <p:cNvPr id="36" name="Rectangle 35"/>
          <p:cNvSpPr/>
          <p:nvPr/>
        </p:nvSpPr>
        <p:spPr>
          <a:xfrm>
            <a:off x="-3164258" y="656749"/>
            <a:ext cx="1998146" cy="1467467"/>
          </a:xfrm>
          <a:prstGeom prst="rect">
            <a:avLst/>
          </a:prstGeom>
          <a:solidFill>
            <a:srgbClr val="C0504D">
              <a:lumMod val="20000"/>
              <a:lumOff val="80000"/>
            </a:srgbClr>
          </a:solidFill>
          <a:ln w="25400" cap="flat" cmpd="sng" algn="ctr">
            <a:solidFill>
              <a:srgbClr val="C0504D">
                <a:lumMod val="40000"/>
                <a:lumOff val="60000"/>
              </a:srgbClr>
            </a:solidFill>
            <a:prstDash val="solid"/>
          </a:ln>
          <a:effectLst/>
        </p:spPr>
        <p:txBody>
          <a:bodyPr lIns="64285" tIns="32142" rIns="64285" bIns="32142" rtlCol="0" anchor="ctr"/>
          <a:lstStyle/>
          <a:p>
            <a:pPr defTabSz="642823" fontAlgn="auto">
              <a:spcBef>
                <a:spcPts val="0"/>
              </a:spcBef>
              <a:spcAft>
                <a:spcPts val="0"/>
              </a:spcAft>
              <a:defRPr/>
            </a:pPr>
            <a:endParaRPr lang="en-US" sz="1266" cap="all" dirty="0">
              <a:solidFill>
                <a:prstClr val="black"/>
              </a:solidFill>
              <a:latin typeface="Comic Sans MS" panose="030F0702030302020204" pitchFamily="66" charset="0"/>
              <a:ea typeface="+mn-ea"/>
            </a:endParaRPr>
          </a:p>
        </p:txBody>
      </p:sp>
      <p:sp>
        <p:nvSpPr>
          <p:cNvPr id="37" name="Rectangle 36"/>
          <p:cNvSpPr/>
          <p:nvPr/>
        </p:nvSpPr>
        <p:spPr>
          <a:xfrm>
            <a:off x="-3057102" y="763905"/>
            <a:ext cx="1998146" cy="1467467"/>
          </a:xfrm>
          <a:prstGeom prst="rect">
            <a:avLst/>
          </a:prstGeom>
          <a:solidFill>
            <a:srgbClr val="C0504D">
              <a:lumMod val="20000"/>
              <a:lumOff val="80000"/>
            </a:srgbClr>
          </a:solidFill>
          <a:ln w="25400" cap="flat" cmpd="sng" algn="ctr">
            <a:solidFill>
              <a:srgbClr val="C0504D">
                <a:lumMod val="40000"/>
                <a:lumOff val="60000"/>
              </a:srgbClr>
            </a:solidFill>
            <a:prstDash val="solid"/>
          </a:ln>
          <a:effectLst/>
        </p:spPr>
        <p:txBody>
          <a:bodyPr lIns="64285" tIns="32142" rIns="64285" bIns="32142" rtlCol="0" anchor="ctr"/>
          <a:lstStyle/>
          <a:p>
            <a:pPr defTabSz="642823" fontAlgn="auto">
              <a:spcBef>
                <a:spcPts val="0"/>
              </a:spcBef>
              <a:spcAft>
                <a:spcPts val="0"/>
              </a:spcAft>
              <a:defRPr/>
            </a:pPr>
            <a:endParaRPr lang="en-US" sz="1266" cap="all" dirty="0">
              <a:solidFill>
                <a:prstClr val="black"/>
              </a:solidFill>
              <a:latin typeface="Comic Sans MS" panose="030F0702030302020204" pitchFamily="66" charset="0"/>
              <a:ea typeface="+mn-ea"/>
            </a:endParaRPr>
          </a:p>
        </p:txBody>
      </p:sp>
      <p:sp>
        <p:nvSpPr>
          <p:cNvPr id="38" name="Rectangle 37"/>
          <p:cNvSpPr/>
          <p:nvPr/>
        </p:nvSpPr>
        <p:spPr>
          <a:xfrm>
            <a:off x="-2949946" y="871061"/>
            <a:ext cx="1998146" cy="1467467"/>
          </a:xfrm>
          <a:prstGeom prst="rect">
            <a:avLst/>
          </a:prstGeom>
          <a:solidFill>
            <a:srgbClr val="C0504D">
              <a:lumMod val="20000"/>
              <a:lumOff val="80000"/>
            </a:srgbClr>
          </a:solidFill>
          <a:ln w="25400" cap="flat" cmpd="sng" algn="ctr">
            <a:solidFill>
              <a:srgbClr val="C0504D">
                <a:lumMod val="40000"/>
                <a:lumOff val="60000"/>
              </a:srgbClr>
            </a:solidFill>
            <a:prstDash val="solid"/>
          </a:ln>
          <a:effectLst/>
        </p:spPr>
        <p:txBody>
          <a:bodyPr lIns="64285" tIns="32142" rIns="64285" bIns="32142" rtlCol="0" anchor="ctr"/>
          <a:lstStyle/>
          <a:p>
            <a:pPr defTabSz="642823" fontAlgn="auto">
              <a:spcBef>
                <a:spcPts val="0"/>
              </a:spcBef>
              <a:spcAft>
                <a:spcPts val="0"/>
              </a:spcAft>
              <a:defRPr/>
            </a:pPr>
            <a:endParaRPr lang="en-US" sz="1266" cap="all" dirty="0">
              <a:solidFill>
                <a:prstClr val="black"/>
              </a:solidFill>
              <a:latin typeface="Comic Sans MS" panose="030F0702030302020204" pitchFamily="66" charset="0"/>
              <a:ea typeface="+mn-ea"/>
            </a:endParaRPr>
          </a:p>
        </p:txBody>
      </p:sp>
      <p:sp>
        <p:nvSpPr>
          <p:cNvPr id="39" name="Rectangle 38"/>
          <p:cNvSpPr/>
          <p:nvPr/>
        </p:nvSpPr>
        <p:spPr>
          <a:xfrm>
            <a:off x="-2842790" y="978218"/>
            <a:ext cx="1998146" cy="1467467"/>
          </a:xfrm>
          <a:prstGeom prst="rect">
            <a:avLst/>
          </a:prstGeom>
          <a:solidFill>
            <a:srgbClr val="C0504D">
              <a:lumMod val="20000"/>
              <a:lumOff val="80000"/>
            </a:srgbClr>
          </a:solidFill>
          <a:ln w="25400" cap="flat" cmpd="sng" algn="ctr">
            <a:solidFill>
              <a:srgbClr val="C0504D">
                <a:lumMod val="40000"/>
                <a:lumOff val="60000"/>
              </a:srgbClr>
            </a:solidFill>
            <a:prstDash val="solid"/>
          </a:ln>
          <a:effectLst/>
        </p:spPr>
        <p:txBody>
          <a:bodyPr lIns="64285" tIns="32142" rIns="64285" bIns="32142" rtlCol="0" anchor="ctr"/>
          <a:lstStyle/>
          <a:p>
            <a:pPr defTabSz="642823" fontAlgn="auto">
              <a:spcBef>
                <a:spcPts val="0"/>
              </a:spcBef>
              <a:spcAft>
                <a:spcPts val="0"/>
              </a:spcAft>
              <a:defRPr/>
            </a:pPr>
            <a:endParaRPr lang="en-US" sz="1266" cap="all" dirty="0">
              <a:solidFill>
                <a:prstClr val="black"/>
              </a:solidFill>
              <a:latin typeface="Comic Sans MS" panose="030F0702030302020204" pitchFamily="66" charset="0"/>
              <a:ea typeface="+mn-ea"/>
            </a:endParaRPr>
          </a:p>
        </p:txBody>
      </p:sp>
      <p:sp>
        <p:nvSpPr>
          <p:cNvPr id="40" name="Rectangle 39"/>
          <p:cNvSpPr/>
          <p:nvPr/>
        </p:nvSpPr>
        <p:spPr>
          <a:xfrm>
            <a:off x="-2735633" y="1085374"/>
            <a:ext cx="1998146" cy="1467467"/>
          </a:xfrm>
          <a:prstGeom prst="rect">
            <a:avLst/>
          </a:prstGeom>
          <a:solidFill>
            <a:srgbClr val="C0504D">
              <a:lumMod val="20000"/>
              <a:lumOff val="80000"/>
            </a:srgbClr>
          </a:solidFill>
          <a:ln w="25400" cap="flat" cmpd="sng" algn="ctr">
            <a:solidFill>
              <a:srgbClr val="C0504D">
                <a:lumMod val="40000"/>
                <a:lumOff val="60000"/>
              </a:srgbClr>
            </a:solidFill>
            <a:prstDash val="solid"/>
          </a:ln>
          <a:effectLst/>
        </p:spPr>
        <p:txBody>
          <a:bodyPr lIns="64285" tIns="32142" rIns="64285" bIns="32142" rtlCol="0" anchor="ctr"/>
          <a:lstStyle/>
          <a:p>
            <a:pPr defTabSz="642823" fontAlgn="auto">
              <a:spcBef>
                <a:spcPts val="0"/>
              </a:spcBef>
              <a:spcAft>
                <a:spcPts val="0"/>
              </a:spcAft>
              <a:defRPr/>
            </a:pPr>
            <a:endParaRPr lang="en-US" sz="1266" cap="all" dirty="0">
              <a:solidFill>
                <a:prstClr val="black"/>
              </a:solidFill>
              <a:latin typeface="Comic Sans MS" panose="030F0702030302020204" pitchFamily="66" charset="0"/>
              <a:ea typeface="+mn-ea"/>
            </a:endParaRPr>
          </a:p>
        </p:txBody>
      </p:sp>
      <p:sp>
        <p:nvSpPr>
          <p:cNvPr id="41" name="Rectangle 40"/>
          <p:cNvSpPr/>
          <p:nvPr/>
        </p:nvSpPr>
        <p:spPr>
          <a:xfrm>
            <a:off x="-3473462" y="2767153"/>
            <a:ext cx="1998146" cy="1467467"/>
          </a:xfrm>
          <a:prstGeom prst="rect">
            <a:avLst/>
          </a:prstGeom>
          <a:solidFill>
            <a:srgbClr val="4F81BD">
              <a:lumMod val="20000"/>
              <a:lumOff val="80000"/>
            </a:srgbClr>
          </a:solidFill>
          <a:ln w="25400" cap="flat" cmpd="sng" algn="ctr">
            <a:solidFill>
              <a:srgbClr val="4F81BD">
                <a:lumMod val="40000"/>
                <a:lumOff val="60000"/>
              </a:srgbClr>
            </a:solidFill>
            <a:prstDash val="solid"/>
          </a:ln>
          <a:effectLst/>
        </p:spPr>
        <p:txBody>
          <a:bodyPr lIns="64285" tIns="32142" rIns="64285" bIns="32142" rtlCol="0" anchor="ctr"/>
          <a:lstStyle/>
          <a:p>
            <a:pPr defTabSz="642823" fontAlgn="auto">
              <a:spcBef>
                <a:spcPts val="0"/>
              </a:spcBef>
              <a:spcAft>
                <a:spcPts val="0"/>
              </a:spcAft>
              <a:defRPr/>
            </a:pPr>
            <a:endParaRPr lang="en-US" sz="1266" cap="all" dirty="0">
              <a:solidFill>
                <a:prstClr val="black"/>
              </a:solidFill>
              <a:latin typeface="Comic Sans MS" panose="030F0702030302020204" pitchFamily="66" charset="0"/>
              <a:ea typeface="+mn-ea"/>
            </a:endParaRPr>
          </a:p>
        </p:txBody>
      </p:sp>
      <p:sp>
        <p:nvSpPr>
          <p:cNvPr id="42" name="Rectangle 41"/>
          <p:cNvSpPr/>
          <p:nvPr/>
        </p:nvSpPr>
        <p:spPr>
          <a:xfrm>
            <a:off x="-3366306" y="2874310"/>
            <a:ext cx="1998146" cy="1467467"/>
          </a:xfrm>
          <a:prstGeom prst="rect">
            <a:avLst/>
          </a:prstGeom>
          <a:solidFill>
            <a:srgbClr val="4F81BD">
              <a:lumMod val="20000"/>
              <a:lumOff val="80000"/>
            </a:srgbClr>
          </a:solidFill>
          <a:ln w="25400" cap="flat" cmpd="sng" algn="ctr">
            <a:solidFill>
              <a:srgbClr val="4F81BD">
                <a:lumMod val="40000"/>
                <a:lumOff val="60000"/>
              </a:srgbClr>
            </a:solidFill>
            <a:prstDash val="solid"/>
          </a:ln>
          <a:effectLst/>
        </p:spPr>
        <p:txBody>
          <a:bodyPr lIns="64285" tIns="32142" rIns="64285" bIns="32142" rtlCol="0" anchor="ctr"/>
          <a:lstStyle/>
          <a:p>
            <a:pPr defTabSz="642823" fontAlgn="auto">
              <a:spcBef>
                <a:spcPts val="0"/>
              </a:spcBef>
              <a:spcAft>
                <a:spcPts val="0"/>
              </a:spcAft>
              <a:defRPr/>
            </a:pPr>
            <a:endParaRPr lang="en-US" sz="1266" cap="all" dirty="0">
              <a:solidFill>
                <a:prstClr val="black"/>
              </a:solidFill>
              <a:latin typeface="Comic Sans MS" panose="030F0702030302020204" pitchFamily="66" charset="0"/>
              <a:ea typeface="+mn-ea"/>
            </a:endParaRPr>
          </a:p>
        </p:txBody>
      </p:sp>
      <p:sp>
        <p:nvSpPr>
          <p:cNvPr id="43" name="Rectangle 42"/>
          <p:cNvSpPr/>
          <p:nvPr/>
        </p:nvSpPr>
        <p:spPr>
          <a:xfrm>
            <a:off x="-3259149" y="2981466"/>
            <a:ext cx="1998146" cy="1467467"/>
          </a:xfrm>
          <a:prstGeom prst="rect">
            <a:avLst/>
          </a:prstGeom>
          <a:solidFill>
            <a:srgbClr val="4F81BD">
              <a:lumMod val="20000"/>
              <a:lumOff val="80000"/>
            </a:srgbClr>
          </a:solidFill>
          <a:ln w="25400" cap="flat" cmpd="sng" algn="ctr">
            <a:solidFill>
              <a:srgbClr val="4F81BD">
                <a:lumMod val="40000"/>
                <a:lumOff val="60000"/>
              </a:srgbClr>
            </a:solidFill>
            <a:prstDash val="solid"/>
          </a:ln>
          <a:effectLst/>
        </p:spPr>
        <p:txBody>
          <a:bodyPr lIns="64285" tIns="32142" rIns="64285" bIns="32142" rtlCol="0" anchor="ctr"/>
          <a:lstStyle/>
          <a:p>
            <a:pPr defTabSz="642823" fontAlgn="auto">
              <a:spcBef>
                <a:spcPts val="0"/>
              </a:spcBef>
              <a:spcAft>
                <a:spcPts val="0"/>
              </a:spcAft>
              <a:defRPr/>
            </a:pPr>
            <a:endParaRPr lang="en-US" sz="1266" cap="all" dirty="0">
              <a:solidFill>
                <a:prstClr val="black"/>
              </a:solidFill>
              <a:latin typeface="Comic Sans MS" panose="030F0702030302020204" pitchFamily="66" charset="0"/>
              <a:ea typeface="+mn-ea"/>
            </a:endParaRPr>
          </a:p>
        </p:txBody>
      </p:sp>
      <p:sp>
        <p:nvSpPr>
          <p:cNvPr id="44" name="Rectangle 43"/>
          <p:cNvSpPr/>
          <p:nvPr/>
        </p:nvSpPr>
        <p:spPr>
          <a:xfrm>
            <a:off x="-3151993" y="3088622"/>
            <a:ext cx="1998146" cy="1467467"/>
          </a:xfrm>
          <a:prstGeom prst="rect">
            <a:avLst/>
          </a:prstGeom>
          <a:solidFill>
            <a:srgbClr val="4F81BD">
              <a:lumMod val="20000"/>
              <a:lumOff val="80000"/>
            </a:srgbClr>
          </a:solidFill>
          <a:ln w="25400" cap="flat" cmpd="sng" algn="ctr">
            <a:solidFill>
              <a:srgbClr val="4F81BD">
                <a:lumMod val="40000"/>
                <a:lumOff val="60000"/>
              </a:srgbClr>
            </a:solidFill>
            <a:prstDash val="solid"/>
          </a:ln>
          <a:effectLst/>
        </p:spPr>
        <p:txBody>
          <a:bodyPr lIns="64285" tIns="32142" rIns="64285" bIns="32142" rtlCol="0" anchor="ctr"/>
          <a:lstStyle/>
          <a:p>
            <a:pPr defTabSz="642823" fontAlgn="auto">
              <a:spcBef>
                <a:spcPts val="0"/>
              </a:spcBef>
              <a:spcAft>
                <a:spcPts val="0"/>
              </a:spcAft>
              <a:defRPr/>
            </a:pPr>
            <a:endParaRPr lang="en-US" sz="1266" cap="all" dirty="0">
              <a:solidFill>
                <a:prstClr val="black"/>
              </a:solidFill>
              <a:latin typeface="Comic Sans MS" panose="030F0702030302020204" pitchFamily="66" charset="0"/>
              <a:ea typeface="+mn-ea"/>
            </a:endParaRPr>
          </a:p>
        </p:txBody>
      </p:sp>
      <p:sp>
        <p:nvSpPr>
          <p:cNvPr id="45" name="Rectangle 44"/>
          <p:cNvSpPr/>
          <p:nvPr/>
        </p:nvSpPr>
        <p:spPr>
          <a:xfrm>
            <a:off x="-3044837" y="3195778"/>
            <a:ext cx="1998146" cy="1467467"/>
          </a:xfrm>
          <a:prstGeom prst="rect">
            <a:avLst/>
          </a:prstGeom>
          <a:solidFill>
            <a:srgbClr val="4F81BD">
              <a:lumMod val="20000"/>
              <a:lumOff val="80000"/>
            </a:srgbClr>
          </a:solidFill>
          <a:ln w="25400" cap="flat" cmpd="sng" algn="ctr">
            <a:solidFill>
              <a:srgbClr val="4F81BD">
                <a:lumMod val="40000"/>
                <a:lumOff val="60000"/>
              </a:srgbClr>
            </a:solidFill>
            <a:prstDash val="solid"/>
          </a:ln>
          <a:effectLst/>
        </p:spPr>
        <p:txBody>
          <a:bodyPr lIns="64285" tIns="32142" rIns="64285" bIns="32142" rtlCol="0" anchor="ctr"/>
          <a:lstStyle/>
          <a:p>
            <a:pPr defTabSz="642823" fontAlgn="auto">
              <a:spcBef>
                <a:spcPts val="0"/>
              </a:spcBef>
              <a:spcAft>
                <a:spcPts val="0"/>
              </a:spcAft>
              <a:defRPr/>
            </a:pPr>
            <a:endParaRPr lang="en-US" sz="1266" cap="all" dirty="0">
              <a:solidFill>
                <a:prstClr val="black"/>
              </a:solidFill>
              <a:latin typeface="Comic Sans MS" panose="030F0702030302020204" pitchFamily="66" charset="0"/>
              <a:ea typeface="+mn-ea"/>
            </a:endParaRPr>
          </a:p>
        </p:txBody>
      </p:sp>
      <p:sp>
        <p:nvSpPr>
          <p:cNvPr id="46" name="Rectangle 45"/>
          <p:cNvSpPr/>
          <p:nvPr/>
        </p:nvSpPr>
        <p:spPr>
          <a:xfrm>
            <a:off x="-2937681" y="3302935"/>
            <a:ext cx="1998146" cy="1467467"/>
          </a:xfrm>
          <a:prstGeom prst="rect">
            <a:avLst/>
          </a:prstGeom>
          <a:solidFill>
            <a:srgbClr val="4F81BD">
              <a:lumMod val="20000"/>
              <a:lumOff val="80000"/>
            </a:srgbClr>
          </a:solidFill>
          <a:ln w="25400" cap="flat" cmpd="sng" algn="ctr">
            <a:solidFill>
              <a:srgbClr val="4F81BD">
                <a:lumMod val="40000"/>
                <a:lumOff val="60000"/>
              </a:srgbClr>
            </a:solidFill>
            <a:prstDash val="solid"/>
          </a:ln>
          <a:effectLst/>
        </p:spPr>
        <p:txBody>
          <a:bodyPr lIns="64285" tIns="32142" rIns="64285" bIns="32142" rtlCol="0" anchor="ctr"/>
          <a:lstStyle/>
          <a:p>
            <a:pPr defTabSz="642823" fontAlgn="auto">
              <a:spcBef>
                <a:spcPts val="0"/>
              </a:spcBef>
              <a:spcAft>
                <a:spcPts val="0"/>
              </a:spcAft>
              <a:defRPr/>
            </a:pPr>
            <a:endParaRPr lang="en-US" sz="1266" cap="all" dirty="0">
              <a:solidFill>
                <a:prstClr val="black"/>
              </a:solidFill>
              <a:latin typeface="Comic Sans MS" panose="030F0702030302020204" pitchFamily="66" charset="0"/>
              <a:ea typeface="+mn-ea"/>
            </a:endParaRPr>
          </a:p>
        </p:txBody>
      </p:sp>
      <p:sp>
        <p:nvSpPr>
          <p:cNvPr id="47" name="Rectangle 46"/>
          <p:cNvSpPr/>
          <p:nvPr/>
        </p:nvSpPr>
        <p:spPr>
          <a:xfrm>
            <a:off x="-2830524" y="3410091"/>
            <a:ext cx="1998146" cy="1467467"/>
          </a:xfrm>
          <a:prstGeom prst="rect">
            <a:avLst/>
          </a:prstGeom>
          <a:solidFill>
            <a:srgbClr val="4F81BD">
              <a:lumMod val="20000"/>
              <a:lumOff val="80000"/>
            </a:srgbClr>
          </a:solidFill>
          <a:ln w="25400" cap="flat" cmpd="sng" algn="ctr">
            <a:solidFill>
              <a:srgbClr val="4F81BD">
                <a:lumMod val="40000"/>
                <a:lumOff val="60000"/>
              </a:srgbClr>
            </a:solidFill>
            <a:prstDash val="solid"/>
          </a:ln>
          <a:effectLst/>
        </p:spPr>
        <p:txBody>
          <a:bodyPr lIns="64285" tIns="32142" rIns="64285" bIns="32142" rtlCol="0" anchor="ctr"/>
          <a:lstStyle/>
          <a:p>
            <a:pPr defTabSz="642823" fontAlgn="auto">
              <a:spcBef>
                <a:spcPts val="0"/>
              </a:spcBef>
              <a:spcAft>
                <a:spcPts val="0"/>
              </a:spcAft>
              <a:defRPr/>
            </a:pPr>
            <a:endParaRPr lang="en-US" sz="1266" cap="all" dirty="0">
              <a:solidFill>
                <a:prstClr val="black"/>
              </a:solidFill>
              <a:latin typeface="Comic Sans MS" panose="030F0702030302020204" pitchFamily="66" charset="0"/>
              <a:ea typeface="+mn-ea"/>
            </a:endParaRPr>
          </a:p>
        </p:txBody>
      </p:sp>
      <p:sp>
        <p:nvSpPr>
          <p:cNvPr id="48" name="Rectangle 47"/>
          <p:cNvSpPr/>
          <p:nvPr/>
        </p:nvSpPr>
        <p:spPr>
          <a:xfrm>
            <a:off x="-3432149" y="4683845"/>
            <a:ext cx="1998146" cy="1467467"/>
          </a:xfrm>
          <a:prstGeom prst="rect">
            <a:avLst/>
          </a:prstGeom>
          <a:solidFill>
            <a:srgbClr val="FFFFCC"/>
          </a:solidFill>
          <a:ln w="25400" cap="flat" cmpd="sng" algn="ctr">
            <a:solidFill>
              <a:srgbClr val="FFC000"/>
            </a:solidFill>
            <a:prstDash val="solid"/>
          </a:ln>
          <a:effectLst/>
        </p:spPr>
        <p:txBody>
          <a:bodyPr lIns="64285" tIns="32142" rIns="64285" bIns="32142" rtlCol="0" anchor="ctr"/>
          <a:lstStyle/>
          <a:p>
            <a:pPr defTabSz="642823" fontAlgn="auto">
              <a:spcBef>
                <a:spcPts val="0"/>
              </a:spcBef>
              <a:spcAft>
                <a:spcPts val="0"/>
              </a:spcAft>
              <a:defRPr/>
            </a:pPr>
            <a:endParaRPr lang="en-US" sz="1266" cap="all" dirty="0">
              <a:solidFill>
                <a:prstClr val="black"/>
              </a:solidFill>
              <a:latin typeface="Comic Sans MS" panose="030F0702030302020204" pitchFamily="66" charset="0"/>
              <a:ea typeface="+mn-ea"/>
            </a:endParaRPr>
          </a:p>
        </p:txBody>
      </p:sp>
      <p:sp>
        <p:nvSpPr>
          <p:cNvPr id="49" name="Rectangle 48"/>
          <p:cNvSpPr/>
          <p:nvPr/>
        </p:nvSpPr>
        <p:spPr>
          <a:xfrm>
            <a:off x="-3217837" y="4898157"/>
            <a:ext cx="1998146" cy="1467467"/>
          </a:xfrm>
          <a:prstGeom prst="rect">
            <a:avLst/>
          </a:prstGeom>
          <a:solidFill>
            <a:srgbClr val="FFFFCC"/>
          </a:solidFill>
          <a:ln w="25400" cap="flat" cmpd="sng" algn="ctr">
            <a:solidFill>
              <a:srgbClr val="FFC000"/>
            </a:solidFill>
            <a:prstDash val="solid"/>
          </a:ln>
          <a:effectLst/>
        </p:spPr>
        <p:txBody>
          <a:bodyPr lIns="64285" tIns="32142" rIns="64285" bIns="32142" rtlCol="0" anchor="ctr"/>
          <a:lstStyle/>
          <a:p>
            <a:pPr defTabSz="642823" fontAlgn="auto">
              <a:spcBef>
                <a:spcPts val="0"/>
              </a:spcBef>
              <a:spcAft>
                <a:spcPts val="0"/>
              </a:spcAft>
              <a:defRPr/>
            </a:pPr>
            <a:endParaRPr lang="en-US" sz="1266" cap="all" dirty="0">
              <a:solidFill>
                <a:prstClr val="black"/>
              </a:solidFill>
              <a:latin typeface="Comic Sans MS" panose="030F0702030302020204" pitchFamily="66" charset="0"/>
              <a:ea typeface="+mn-ea"/>
            </a:endParaRPr>
          </a:p>
        </p:txBody>
      </p:sp>
      <p:sp>
        <p:nvSpPr>
          <p:cNvPr id="50" name="Rectangle 49"/>
          <p:cNvSpPr/>
          <p:nvPr/>
        </p:nvSpPr>
        <p:spPr>
          <a:xfrm>
            <a:off x="-3110680" y="5005313"/>
            <a:ext cx="1998146" cy="1467467"/>
          </a:xfrm>
          <a:prstGeom prst="rect">
            <a:avLst/>
          </a:prstGeom>
          <a:solidFill>
            <a:srgbClr val="FFFFCC"/>
          </a:solidFill>
          <a:ln w="25400" cap="flat" cmpd="sng" algn="ctr">
            <a:solidFill>
              <a:srgbClr val="FFC000"/>
            </a:solidFill>
            <a:prstDash val="solid"/>
          </a:ln>
          <a:effectLst/>
        </p:spPr>
        <p:txBody>
          <a:bodyPr lIns="64285" tIns="32142" rIns="64285" bIns="32142" rtlCol="0" anchor="ctr"/>
          <a:lstStyle/>
          <a:p>
            <a:pPr defTabSz="642823" fontAlgn="auto">
              <a:spcBef>
                <a:spcPts val="0"/>
              </a:spcBef>
              <a:spcAft>
                <a:spcPts val="0"/>
              </a:spcAft>
              <a:defRPr/>
            </a:pPr>
            <a:endParaRPr lang="en-US" sz="1266" cap="all" dirty="0">
              <a:solidFill>
                <a:prstClr val="black"/>
              </a:solidFill>
              <a:latin typeface="Comic Sans MS" panose="030F0702030302020204" pitchFamily="66" charset="0"/>
              <a:ea typeface="+mn-ea"/>
            </a:endParaRPr>
          </a:p>
        </p:txBody>
      </p:sp>
      <p:sp>
        <p:nvSpPr>
          <p:cNvPr id="51" name="Rectangle 50"/>
          <p:cNvSpPr/>
          <p:nvPr/>
        </p:nvSpPr>
        <p:spPr>
          <a:xfrm>
            <a:off x="-3003524" y="5112470"/>
            <a:ext cx="1998146" cy="1467467"/>
          </a:xfrm>
          <a:prstGeom prst="rect">
            <a:avLst/>
          </a:prstGeom>
          <a:solidFill>
            <a:srgbClr val="FFFFCC"/>
          </a:solidFill>
          <a:ln w="25400" cap="flat" cmpd="sng" algn="ctr">
            <a:solidFill>
              <a:srgbClr val="FFC000"/>
            </a:solidFill>
            <a:prstDash val="solid"/>
          </a:ln>
          <a:effectLst/>
        </p:spPr>
        <p:txBody>
          <a:bodyPr lIns="64285" tIns="32142" rIns="64285" bIns="32142" rtlCol="0" anchor="ctr"/>
          <a:lstStyle/>
          <a:p>
            <a:pPr defTabSz="642823" fontAlgn="auto">
              <a:spcBef>
                <a:spcPts val="0"/>
              </a:spcBef>
              <a:spcAft>
                <a:spcPts val="0"/>
              </a:spcAft>
              <a:defRPr/>
            </a:pPr>
            <a:endParaRPr lang="en-US" sz="1266" cap="all" dirty="0">
              <a:solidFill>
                <a:prstClr val="black"/>
              </a:solidFill>
              <a:latin typeface="Comic Sans MS" panose="030F0702030302020204" pitchFamily="66" charset="0"/>
              <a:ea typeface="+mn-ea"/>
            </a:endParaRPr>
          </a:p>
        </p:txBody>
      </p:sp>
      <p:sp>
        <p:nvSpPr>
          <p:cNvPr id="52" name="Rectangle 51"/>
          <p:cNvSpPr/>
          <p:nvPr/>
        </p:nvSpPr>
        <p:spPr>
          <a:xfrm>
            <a:off x="-2896368" y="5219626"/>
            <a:ext cx="1998146" cy="1467467"/>
          </a:xfrm>
          <a:prstGeom prst="rect">
            <a:avLst/>
          </a:prstGeom>
          <a:solidFill>
            <a:srgbClr val="FFFFCC"/>
          </a:solidFill>
          <a:ln w="25400" cap="flat" cmpd="sng" algn="ctr">
            <a:solidFill>
              <a:srgbClr val="FFC000"/>
            </a:solidFill>
            <a:prstDash val="solid"/>
          </a:ln>
          <a:effectLst/>
        </p:spPr>
        <p:txBody>
          <a:bodyPr lIns="64285" tIns="32142" rIns="64285" bIns="32142" rtlCol="0" anchor="ctr"/>
          <a:lstStyle/>
          <a:p>
            <a:pPr defTabSz="642823" fontAlgn="auto">
              <a:spcBef>
                <a:spcPts val="0"/>
              </a:spcBef>
              <a:spcAft>
                <a:spcPts val="0"/>
              </a:spcAft>
              <a:defRPr/>
            </a:pPr>
            <a:endParaRPr lang="en-US" sz="1266" cap="all" dirty="0">
              <a:solidFill>
                <a:prstClr val="black"/>
              </a:solidFill>
              <a:latin typeface="Comic Sans MS" panose="030F0702030302020204" pitchFamily="66" charset="0"/>
              <a:ea typeface="+mn-ea"/>
            </a:endParaRPr>
          </a:p>
        </p:txBody>
      </p:sp>
      <p:sp>
        <p:nvSpPr>
          <p:cNvPr id="53" name="Rectangle 52"/>
          <p:cNvSpPr/>
          <p:nvPr/>
        </p:nvSpPr>
        <p:spPr>
          <a:xfrm>
            <a:off x="-2789212" y="5326782"/>
            <a:ext cx="1998146" cy="1467467"/>
          </a:xfrm>
          <a:prstGeom prst="rect">
            <a:avLst/>
          </a:prstGeom>
          <a:solidFill>
            <a:srgbClr val="FFFFCC"/>
          </a:solidFill>
          <a:ln w="25400" cap="flat" cmpd="sng" algn="ctr">
            <a:solidFill>
              <a:srgbClr val="FFC000"/>
            </a:solidFill>
            <a:prstDash val="solid"/>
          </a:ln>
          <a:effectLst/>
        </p:spPr>
        <p:txBody>
          <a:bodyPr lIns="64285" tIns="32142" rIns="64285" bIns="32142" rtlCol="0" anchor="ctr"/>
          <a:lstStyle/>
          <a:p>
            <a:pPr defTabSz="642823" fontAlgn="auto">
              <a:spcBef>
                <a:spcPts val="0"/>
              </a:spcBef>
              <a:spcAft>
                <a:spcPts val="0"/>
              </a:spcAft>
              <a:defRPr/>
            </a:pPr>
            <a:endParaRPr lang="en-US" sz="1266" cap="all" dirty="0">
              <a:solidFill>
                <a:prstClr val="black"/>
              </a:solidFill>
              <a:latin typeface="Comic Sans MS" panose="030F0702030302020204" pitchFamily="66" charset="0"/>
              <a:ea typeface="+mn-ea"/>
            </a:endParaRPr>
          </a:p>
        </p:txBody>
      </p:sp>
    </p:spTree>
    <p:extLst>
      <p:ext uri="{BB962C8B-B14F-4D97-AF65-F5344CB8AC3E}">
        <p14:creationId xmlns:p14="http://schemas.microsoft.com/office/powerpoint/2010/main" val="558306163"/>
      </p:ext>
    </p:extLst>
  </p:cSld>
  <p:clrMapOvr>
    <a:masterClrMapping/>
  </p:clrMapOvr>
  <p:transition spd="me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1" name="Shape 241"/>
          <p:cNvSpPr>
            <a:spLocks noGrp="1"/>
          </p:cNvSpPr>
          <p:nvPr>
            <p:ph type="body" idx="13"/>
          </p:nvPr>
        </p:nvSpPr>
        <p:spPr>
          <a:xfrm>
            <a:off x="976312" y="435506"/>
            <a:ext cx="7858126" cy="240066"/>
          </a:xfrm>
          <a:prstGeom prst="rect">
            <a:avLst/>
          </a:prstGeom>
        </p:spPr>
        <p:txBody>
          <a:bodyPr/>
          <a:lstStyle>
            <a:lvl1pPr algn="r">
              <a:defRPr sz="1200" spc="60"/>
            </a:lvl1pPr>
          </a:lstStyle>
          <a:p>
            <a:r>
              <a:t>project name</a:t>
            </a:r>
          </a:p>
        </p:txBody>
      </p:sp>
      <p:sp>
        <p:nvSpPr>
          <p:cNvPr id="242" name="Shape 242"/>
          <p:cNvSpPr>
            <a:spLocks noGrp="1"/>
          </p:cNvSpPr>
          <p:nvPr>
            <p:ph type="title"/>
          </p:nvPr>
        </p:nvSpPr>
        <p:spPr>
          <a:xfrm>
            <a:off x="285750" y="260341"/>
            <a:ext cx="7379317" cy="508993"/>
          </a:xfrm>
          <a:prstGeom prst="rect">
            <a:avLst/>
          </a:prstGeom>
        </p:spPr>
        <p:txBody>
          <a:bodyPr/>
          <a:lstStyle>
            <a:lvl1pPr defTabSz="467359">
              <a:spcBef>
                <a:spcPts val="2200"/>
              </a:spcBef>
              <a:defRPr sz="4800"/>
            </a:lvl1pPr>
          </a:lstStyle>
          <a:p>
            <a:r>
              <a:rPr sz="3600" b="0">
                <a:latin typeface="+mj-lt"/>
              </a:rPr>
              <a:t>Market</a:t>
            </a:r>
          </a:p>
        </p:txBody>
      </p:sp>
      <p:sp>
        <p:nvSpPr>
          <p:cNvPr id="244" name="Shape 244"/>
          <p:cNvSpPr/>
          <p:nvPr/>
        </p:nvSpPr>
        <p:spPr>
          <a:xfrm>
            <a:off x="285750" y="763905"/>
            <a:ext cx="2203191" cy="227948"/>
          </a:xfrm>
          <a:prstGeom prst="rect">
            <a:avLst/>
          </a:prstGeom>
          <a:ln w="12700">
            <a:miter lim="400000"/>
          </a:ln>
          <a:extLst>
            <a:ext uri="{C572A759-6A51-4108-AA02-DFA0A04FC94B}">
              <ma14:wrappingTextBoxFlag xmlns="" xmlns:ma14="http://schemas.microsoft.com/office/mac/drawingml/2011/main" val="1"/>
            </a:ext>
          </a:extLst>
        </p:spPr>
        <p:txBody>
          <a:bodyPr wrap="square" lIns="35719" tIns="35719" rIns="35719" bIns="35719" anchor="b">
            <a:spAutoFit/>
          </a:bodyPr>
          <a:lstStyle>
            <a:lvl1pPr algn="l" defTabSz="457200">
              <a:lnSpc>
                <a:spcPct val="80000"/>
              </a:lnSpc>
              <a:defRPr sz="1800" cap="all" spc="90">
                <a:solidFill>
                  <a:srgbClr val="838787"/>
                </a:solidFill>
                <a:latin typeface="DIN Condensed"/>
                <a:ea typeface="DIN Condensed"/>
                <a:cs typeface="DIN Condensed"/>
                <a:sym typeface="DIN Condensed"/>
              </a:defRPr>
            </a:lvl1pPr>
          </a:lstStyle>
          <a:p>
            <a:r>
              <a:rPr sz="1266" dirty="0">
                <a:latin typeface="+mj-lt"/>
              </a:rPr>
              <a:t>Internal &amp; external</a:t>
            </a:r>
          </a:p>
        </p:txBody>
      </p:sp>
      <p:sp>
        <p:nvSpPr>
          <p:cNvPr id="34" name="Rectangle 33"/>
          <p:cNvSpPr/>
          <p:nvPr/>
        </p:nvSpPr>
        <p:spPr>
          <a:xfrm>
            <a:off x="-3378571" y="442436"/>
            <a:ext cx="1998146" cy="1467467"/>
          </a:xfrm>
          <a:prstGeom prst="rect">
            <a:avLst/>
          </a:prstGeom>
          <a:solidFill>
            <a:srgbClr val="C0504D">
              <a:lumMod val="20000"/>
              <a:lumOff val="80000"/>
            </a:srgbClr>
          </a:solidFill>
          <a:ln w="25400" cap="flat" cmpd="sng" algn="ctr">
            <a:solidFill>
              <a:srgbClr val="C0504D">
                <a:lumMod val="40000"/>
                <a:lumOff val="60000"/>
              </a:srgbClr>
            </a:solidFill>
            <a:prstDash val="solid"/>
          </a:ln>
          <a:effectLst/>
        </p:spPr>
        <p:txBody>
          <a:bodyPr lIns="64285" tIns="32142" rIns="64285" bIns="32142" rtlCol="0" anchor="ctr"/>
          <a:lstStyle/>
          <a:p>
            <a:pPr defTabSz="642823" fontAlgn="auto">
              <a:spcBef>
                <a:spcPts val="0"/>
              </a:spcBef>
              <a:spcAft>
                <a:spcPts val="0"/>
              </a:spcAft>
              <a:defRPr/>
            </a:pPr>
            <a:endParaRPr lang="en-US" sz="1266" cap="all" dirty="0">
              <a:solidFill>
                <a:prstClr val="black"/>
              </a:solidFill>
              <a:latin typeface="Comic Sans MS" panose="030F0702030302020204" pitchFamily="66" charset="0"/>
              <a:ea typeface="+mn-ea"/>
            </a:endParaRPr>
          </a:p>
        </p:txBody>
      </p:sp>
      <p:sp>
        <p:nvSpPr>
          <p:cNvPr id="35" name="Rectangle 34"/>
          <p:cNvSpPr/>
          <p:nvPr/>
        </p:nvSpPr>
        <p:spPr>
          <a:xfrm>
            <a:off x="-3271415" y="549593"/>
            <a:ext cx="1998146" cy="1467467"/>
          </a:xfrm>
          <a:prstGeom prst="rect">
            <a:avLst/>
          </a:prstGeom>
          <a:solidFill>
            <a:srgbClr val="C0504D">
              <a:lumMod val="20000"/>
              <a:lumOff val="80000"/>
            </a:srgbClr>
          </a:solidFill>
          <a:ln w="25400" cap="flat" cmpd="sng" algn="ctr">
            <a:solidFill>
              <a:srgbClr val="C0504D">
                <a:lumMod val="40000"/>
                <a:lumOff val="60000"/>
              </a:srgbClr>
            </a:solidFill>
            <a:prstDash val="solid"/>
          </a:ln>
          <a:effectLst/>
        </p:spPr>
        <p:txBody>
          <a:bodyPr lIns="64285" tIns="32142" rIns="64285" bIns="32142" rtlCol="0" anchor="ctr"/>
          <a:lstStyle/>
          <a:p>
            <a:pPr defTabSz="642823" fontAlgn="auto">
              <a:spcBef>
                <a:spcPts val="0"/>
              </a:spcBef>
              <a:spcAft>
                <a:spcPts val="0"/>
              </a:spcAft>
              <a:defRPr/>
            </a:pPr>
            <a:endParaRPr lang="en-US" sz="1266" cap="all" dirty="0">
              <a:solidFill>
                <a:prstClr val="black"/>
              </a:solidFill>
              <a:latin typeface="Comic Sans MS" panose="030F0702030302020204" pitchFamily="66" charset="0"/>
              <a:ea typeface="+mn-ea"/>
            </a:endParaRPr>
          </a:p>
        </p:txBody>
      </p:sp>
      <p:sp>
        <p:nvSpPr>
          <p:cNvPr id="36" name="Rectangle 35"/>
          <p:cNvSpPr/>
          <p:nvPr/>
        </p:nvSpPr>
        <p:spPr>
          <a:xfrm>
            <a:off x="-3164258" y="656749"/>
            <a:ext cx="1998146" cy="1467467"/>
          </a:xfrm>
          <a:prstGeom prst="rect">
            <a:avLst/>
          </a:prstGeom>
          <a:solidFill>
            <a:srgbClr val="C0504D">
              <a:lumMod val="20000"/>
              <a:lumOff val="80000"/>
            </a:srgbClr>
          </a:solidFill>
          <a:ln w="25400" cap="flat" cmpd="sng" algn="ctr">
            <a:solidFill>
              <a:srgbClr val="C0504D">
                <a:lumMod val="40000"/>
                <a:lumOff val="60000"/>
              </a:srgbClr>
            </a:solidFill>
            <a:prstDash val="solid"/>
          </a:ln>
          <a:effectLst/>
        </p:spPr>
        <p:txBody>
          <a:bodyPr lIns="64285" tIns="32142" rIns="64285" bIns="32142" rtlCol="0" anchor="ctr"/>
          <a:lstStyle/>
          <a:p>
            <a:pPr defTabSz="642823" fontAlgn="auto">
              <a:spcBef>
                <a:spcPts val="0"/>
              </a:spcBef>
              <a:spcAft>
                <a:spcPts val="0"/>
              </a:spcAft>
              <a:defRPr/>
            </a:pPr>
            <a:endParaRPr lang="en-US" sz="1266" cap="all" dirty="0">
              <a:solidFill>
                <a:prstClr val="black"/>
              </a:solidFill>
              <a:latin typeface="Comic Sans MS" panose="030F0702030302020204" pitchFamily="66" charset="0"/>
              <a:ea typeface="+mn-ea"/>
            </a:endParaRPr>
          </a:p>
        </p:txBody>
      </p:sp>
      <p:sp>
        <p:nvSpPr>
          <p:cNvPr id="37" name="Rectangle 36"/>
          <p:cNvSpPr/>
          <p:nvPr/>
        </p:nvSpPr>
        <p:spPr>
          <a:xfrm>
            <a:off x="-3057102" y="763905"/>
            <a:ext cx="1998146" cy="1467467"/>
          </a:xfrm>
          <a:prstGeom prst="rect">
            <a:avLst/>
          </a:prstGeom>
          <a:solidFill>
            <a:srgbClr val="C0504D">
              <a:lumMod val="20000"/>
              <a:lumOff val="80000"/>
            </a:srgbClr>
          </a:solidFill>
          <a:ln w="25400" cap="flat" cmpd="sng" algn="ctr">
            <a:solidFill>
              <a:srgbClr val="C0504D">
                <a:lumMod val="40000"/>
                <a:lumOff val="60000"/>
              </a:srgbClr>
            </a:solidFill>
            <a:prstDash val="solid"/>
          </a:ln>
          <a:effectLst/>
        </p:spPr>
        <p:txBody>
          <a:bodyPr lIns="64285" tIns="32142" rIns="64285" bIns="32142" rtlCol="0" anchor="ctr"/>
          <a:lstStyle/>
          <a:p>
            <a:pPr defTabSz="642823" fontAlgn="auto">
              <a:spcBef>
                <a:spcPts val="0"/>
              </a:spcBef>
              <a:spcAft>
                <a:spcPts val="0"/>
              </a:spcAft>
              <a:defRPr/>
            </a:pPr>
            <a:endParaRPr lang="en-US" sz="1266" cap="all" dirty="0">
              <a:solidFill>
                <a:prstClr val="black"/>
              </a:solidFill>
              <a:latin typeface="Comic Sans MS" panose="030F0702030302020204" pitchFamily="66" charset="0"/>
              <a:ea typeface="+mn-ea"/>
            </a:endParaRPr>
          </a:p>
        </p:txBody>
      </p:sp>
      <p:sp>
        <p:nvSpPr>
          <p:cNvPr id="38" name="Rectangle 37"/>
          <p:cNvSpPr/>
          <p:nvPr/>
        </p:nvSpPr>
        <p:spPr>
          <a:xfrm>
            <a:off x="-2949946" y="871061"/>
            <a:ext cx="1998146" cy="1467467"/>
          </a:xfrm>
          <a:prstGeom prst="rect">
            <a:avLst/>
          </a:prstGeom>
          <a:solidFill>
            <a:srgbClr val="C0504D">
              <a:lumMod val="20000"/>
              <a:lumOff val="80000"/>
            </a:srgbClr>
          </a:solidFill>
          <a:ln w="25400" cap="flat" cmpd="sng" algn="ctr">
            <a:solidFill>
              <a:srgbClr val="C0504D">
                <a:lumMod val="40000"/>
                <a:lumOff val="60000"/>
              </a:srgbClr>
            </a:solidFill>
            <a:prstDash val="solid"/>
          </a:ln>
          <a:effectLst/>
        </p:spPr>
        <p:txBody>
          <a:bodyPr lIns="64285" tIns="32142" rIns="64285" bIns="32142" rtlCol="0" anchor="ctr"/>
          <a:lstStyle/>
          <a:p>
            <a:pPr defTabSz="642823" fontAlgn="auto">
              <a:spcBef>
                <a:spcPts val="0"/>
              </a:spcBef>
              <a:spcAft>
                <a:spcPts val="0"/>
              </a:spcAft>
              <a:defRPr/>
            </a:pPr>
            <a:endParaRPr lang="en-US" sz="1266" cap="all" dirty="0">
              <a:solidFill>
                <a:prstClr val="black"/>
              </a:solidFill>
              <a:latin typeface="Comic Sans MS" panose="030F0702030302020204" pitchFamily="66" charset="0"/>
              <a:ea typeface="+mn-ea"/>
            </a:endParaRPr>
          </a:p>
        </p:txBody>
      </p:sp>
      <p:sp>
        <p:nvSpPr>
          <p:cNvPr id="39" name="Rectangle 38"/>
          <p:cNvSpPr/>
          <p:nvPr/>
        </p:nvSpPr>
        <p:spPr>
          <a:xfrm>
            <a:off x="-2842790" y="978218"/>
            <a:ext cx="1998146" cy="1467467"/>
          </a:xfrm>
          <a:prstGeom prst="rect">
            <a:avLst/>
          </a:prstGeom>
          <a:solidFill>
            <a:srgbClr val="C0504D">
              <a:lumMod val="20000"/>
              <a:lumOff val="80000"/>
            </a:srgbClr>
          </a:solidFill>
          <a:ln w="25400" cap="flat" cmpd="sng" algn="ctr">
            <a:solidFill>
              <a:srgbClr val="C0504D">
                <a:lumMod val="40000"/>
                <a:lumOff val="60000"/>
              </a:srgbClr>
            </a:solidFill>
            <a:prstDash val="solid"/>
          </a:ln>
          <a:effectLst/>
        </p:spPr>
        <p:txBody>
          <a:bodyPr lIns="64285" tIns="32142" rIns="64285" bIns="32142" rtlCol="0" anchor="ctr"/>
          <a:lstStyle/>
          <a:p>
            <a:pPr defTabSz="642823" fontAlgn="auto">
              <a:spcBef>
                <a:spcPts val="0"/>
              </a:spcBef>
              <a:spcAft>
                <a:spcPts val="0"/>
              </a:spcAft>
              <a:defRPr/>
            </a:pPr>
            <a:endParaRPr lang="en-US" sz="1266" cap="all" dirty="0">
              <a:solidFill>
                <a:prstClr val="black"/>
              </a:solidFill>
              <a:latin typeface="Comic Sans MS" panose="030F0702030302020204" pitchFamily="66" charset="0"/>
              <a:ea typeface="+mn-ea"/>
            </a:endParaRPr>
          </a:p>
        </p:txBody>
      </p:sp>
      <p:sp>
        <p:nvSpPr>
          <p:cNvPr id="40" name="Rectangle 39"/>
          <p:cNvSpPr/>
          <p:nvPr/>
        </p:nvSpPr>
        <p:spPr>
          <a:xfrm>
            <a:off x="-2735633" y="1085374"/>
            <a:ext cx="1998146" cy="1467467"/>
          </a:xfrm>
          <a:prstGeom prst="rect">
            <a:avLst/>
          </a:prstGeom>
          <a:solidFill>
            <a:srgbClr val="C0504D">
              <a:lumMod val="20000"/>
              <a:lumOff val="80000"/>
            </a:srgbClr>
          </a:solidFill>
          <a:ln w="25400" cap="flat" cmpd="sng" algn="ctr">
            <a:solidFill>
              <a:srgbClr val="C0504D">
                <a:lumMod val="40000"/>
                <a:lumOff val="60000"/>
              </a:srgbClr>
            </a:solidFill>
            <a:prstDash val="solid"/>
          </a:ln>
          <a:effectLst/>
        </p:spPr>
        <p:txBody>
          <a:bodyPr lIns="64285" tIns="32142" rIns="64285" bIns="32142" rtlCol="0" anchor="ctr"/>
          <a:lstStyle/>
          <a:p>
            <a:pPr defTabSz="642823" fontAlgn="auto">
              <a:spcBef>
                <a:spcPts val="0"/>
              </a:spcBef>
              <a:spcAft>
                <a:spcPts val="0"/>
              </a:spcAft>
              <a:defRPr/>
            </a:pPr>
            <a:endParaRPr lang="en-US" sz="1266" cap="all" dirty="0">
              <a:solidFill>
                <a:prstClr val="black"/>
              </a:solidFill>
              <a:latin typeface="Comic Sans MS" panose="030F0702030302020204" pitchFamily="66" charset="0"/>
              <a:ea typeface="+mn-ea"/>
            </a:endParaRPr>
          </a:p>
        </p:txBody>
      </p:sp>
      <p:sp>
        <p:nvSpPr>
          <p:cNvPr id="41" name="Rectangle 40"/>
          <p:cNvSpPr/>
          <p:nvPr/>
        </p:nvSpPr>
        <p:spPr>
          <a:xfrm>
            <a:off x="-3473462" y="2767153"/>
            <a:ext cx="1998146" cy="1467467"/>
          </a:xfrm>
          <a:prstGeom prst="rect">
            <a:avLst/>
          </a:prstGeom>
          <a:solidFill>
            <a:srgbClr val="4F81BD">
              <a:lumMod val="20000"/>
              <a:lumOff val="80000"/>
            </a:srgbClr>
          </a:solidFill>
          <a:ln w="25400" cap="flat" cmpd="sng" algn="ctr">
            <a:solidFill>
              <a:srgbClr val="4F81BD">
                <a:lumMod val="40000"/>
                <a:lumOff val="60000"/>
              </a:srgbClr>
            </a:solidFill>
            <a:prstDash val="solid"/>
          </a:ln>
          <a:effectLst/>
        </p:spPr>
        <p:txBody>
          <a:bodyPr lIns="64285" tIns="32142" rIns="64285" bIns="32142" rtlCol="0" anchor="ctr"/>
          <a:lstStyle/>
          <a:p>
            <a:pPr defTabSz="642823" fontAlgn="auto">
              <a:spcBef>
                <a:spcPts val="0"/>
              </a:spcBef>
              <a:spcAft>
                <a:spcPts val="0"/>
              </a:spcAft>
              <a:defRPr/>
            </a:pPr>
            <a:endParaRPr lang="en-US" sz="1266" cap="all" dirty="0">
              <a:solidFill>
                <a:prstClr val="black"/>
              </a:solidFill>
              <a:latin typeface="Comic Sans MS" panose="030F0702030302020204" pitchFamily="66" charset="0"/>
              <a:ea typeface="+mn-ea"/>
            </a:endParaRPr>
          </a:p>
        </p:txBody>
      </p:sp>
      <p:sp>
        <p:nvSpPr>
          <p:cNvPr id="42" name="Rectangle 41"/>
          <p:cNvSpPr/>
          <p:nvPr/>
        </p:nvSpPr>
        <p:spPr>
          <a:xfrm>
            <a:off x="-3366306" y="2874310"/>
            <a:ext cx="1998146" cy="1467467"/>
          </a:xfrm>
          <a:prstGeom prst="rect">
            <a:avLst/>
          </a:prstGeom>
          <a:solidFill>
            <a:srgbClr val="4F81BD">
              <a:lumMod val="20000"/>
              <a:lumOff val="80000"/>
            </a:srgbClr>
          </a:solidFill>
          <a:ln w="25400" cap="flat" cmpd="sng" algn="ctr">
            <a:solidFill>
              <a:srgbClr val="4F81BD">
                <a:lumMod val="40000"/>
                <a:lumOff val="60000"/>
              </a:srgbClr>
            </a:solidFill>
            <a:prstDash val="solid"/>
          </a:ln>
          <a:effectLst/>
        </p:spPr>
        <p:txBody>
          <a:bodyPr lIns="64285" tIns="32142" rIns="64285" bIns="32142" rtlCol="0" anchor="ctr"/>
          <a:lstStyle/>
          <a:p>
            <a:pPr defTabSz="642823" fontAlgn="auto">
              <a:spcBef>
                <a:spcPts val="0"/>
              </a:spcBef>
              <a:spcAft>
                <a:spcPts val="0"/>
              </a:spcAft>
              <a:defRPr/>
            </a:pPr>
            <a:endParaRPr lang="en-US" sz="1266" cap="all" dirty="0">
              <a:solidFill>
                <a:prstClr val="black"/>
              </a:solidFill>
              <a:latin typeface="Comic Sans MS" panose="030F0702030302020204" pitchFamily="66" charset="0"/>
              <a:ea typeface="+mn-ea"/>
            </a:endParaRPr>
          </a:p>
        </p:txBody>
      </p:sp>
      <p:sp>
        <p:nvSpPr>
          <p:cNvPr id="43" name="Rectangle 42"/>
          <p:cNvSpPr/>
          <p:nvPr/>
        </p:nvSpPr>
        <p:spPr>
          <a:xfrm>
            <a:off x="-3259149" y="2981466"/>
            <a:ext cx="1998146" cy="1467467"/>
          </a:xfrm>
          <a:prstGeom prst="rect">
            <a:avLst/>
          </a:prstGeom>
          <a:solidFill>
            <a:srgbClr val="4F81BD">
              <a:lumMod val="20000"/>
              <a:lumOff val="80000"/>
            </a:srgbClr>
          </a:solidFill>
          <a:ln w="25400" cap="flat" cmpd="sng" algn="ctr">
            <a:solidFill>
              <a:srgbClr val="4F81BD">
                <a:lumMod val="40000"/>
                <a:lumOff val="60000"/>
              </a:srgbClr>
            </a:solidFill>
            <a:prstDash val="solid"/>
          </a:ln>
          <a:effectLst/>
        </p:spPr>
        <p:txBody>
          <a:bodyPr lIns="64285" tIns="32142" rIns="64285" bIns="32142" rtlCol="0" anchor="ctr"/>
          <a:lstStyle/>
          <a:p>
            <a:pPr defTabSz="642823" fontAlgn="auto">
              <a:spcBef>
                <a:spcPts val="0"/>
              </a:spcBef>
              <a:spcAft>
                <a:spcPts val="0"/>
              </a:spcAft>
              <a:defRPr/>
            </a:pPr>
            <a:endParaRPr lang="en-US" sz="1266" cap="all" dirty="0">
              <a:solidFill>
                <a:prstClr val="black"/>
              </a:solidFill>
              <a:latin typeface="Comic Sans MS" panose="030F0702030302020204" pitchFamily="66" charset="0"/>
              <a:ea typeface="+mn-ea"/>
            </a:endParaRPr>
          </a:p>
        </p:txBody>
      </p:sp>
      <p:sp>
        <p:nvSpPr>
          <p:cNvPr id="44" name="Rectangle 43"/>
          <p:cNvSpPr/>
          <p:nvPr/>
        </p:nvSpPr>
        <p:spPr>
          <a:xfrm>
            <a:off x="-3151993" y="3088622"/>
            <a:ext cx="1998146" cy="1467467"/>
          </a:xfrm>
          <a:prstGeom prst="rect">
            <a:avLst/>
          </a:prstGeom>
          <a:solidFill>
            <a:srgbClr val="4F81BD">
              <a:lumMod val="20000"/>
              <a:lumOff val="80000"/>
            </a:srgbClr>
          </a:solidFill>
          <a:ln w="25400" cap="flat" cmpd="sng" algn="ctr">
            <a:solidFill>
              <a:srgbClr val="4F81BD">
                <a:lumMod val="40000"/>
                <a:lumOff val="60000"/>
              </a:srgbClr>
            </a:solidFill>
            <a:prstDash val="solid"/>
          </a:ln>
          <a:effectLst/>
        </p:spPr>
        <p:txBody>
          <a:bodyPr lIns="64285" tIns="32142" rIns="64285" bIns="32142" rtlCol="0" anchor="ctr"/>
          <a:lstStyle/>
          <a:p>
            <a:pPr defTabSz="642823" fontAlgn="auto">
              <a:spcBef>
                <a:spcPts val="0"/>
              </a:spcBef>
              <a:spcAft>
                <a:spcPts val="0"/>
              </a:spcAft>
              <a:defRPr/>
            </a:pPr>
            <a:endParaRPr lang="en-US" sz="1266" cap="all" dirty="0">
              <a:solidFill>
                <a:prstClr val="black"/>
              </a:solidFill>
              <a:latin typeface="Comic Sans MS" panose="030F0702030302020204" pitchFamily="66" charset="0"/>
              <a:ea typeface="+mn-ea"/>
            </a:endParaRPr>
          </a:p>
        </p:txBody>
      </p:sp>
      <p:sp>
        <p:nvSpPr>
          <p:cNvPr id="45" name="Rectangle 44"/>
          <p:cNvSpPr/>
          <p:nvPr/>
        </p:nvSpPr>
        <p:spPr>
          <a:xfrm>
            <a:off x="-3044837" y="3195778"/>
            <a:ext cx="1998146" cy="1467467"/>
          </a:xfrm>
          <a:prstGeom prst="rect">
            <a:avLst/>
          </a:prstGeom>
          <a:solidFill>
            <a:srgbClr val="4F81BD">
              <a:lumMod val="20000"/>
              <a:lumOff val="80000"/>
            </a:srgbClr>
          </a:solidFill>
          <a:ln w="25400" cap="flat" cmpd="sng" algn="ctr">
            <a:solidFill>
              <a:srgbClr val="4F81BD">
                <a:lumMod val="40000"/>
                <a:lumOff val="60000"/>
              </a:srgbClr>
            </a:solidFill>
            <a:prstDash val="solid"/>
          </a:ln>
          <a:effectLst/>
        </p:spPr>
        <p:txBody>
          <a:bodyPr lIns="64285" tIns="32142" rIns="64285" bIns="32142" rtlCol="0" anchor="ctr"/>
          <a:lstStyle/>
          <a:p>
            <a:pPr defTabSz="642823" fontAlgn="auto">
              <a:spcBef>
                <a:spcPts val="0"/>
              </a:spcBef>
              <a:spcAft>
                <a:spcPts val="0"/>
              </a:spcAft>
              <a:defRPr/>
            </a:pPr>
            <a:endParaRPr lang="en-US" sz="1266" cap="all" dirty="0">
              <a:solidFill>
                <a:prstClr val="black"/>
              </a:solidFill>
              <a:latin typeface="Comic Sans MS" panose="030F0702030302020204" pitchFamily="66" charset="0"/>
              <a:ea typeface="+mn-ea"/>
            </a:endParaRPr>
          </a:p>
        </p:txBody>
      </p:sp>
      <p:sp>
        <p:nvSpPr>
          <p:cNvPr id="46" name="Rectangle 45"/>
          <p:cNvSpPr/>
          <p:nvPr/>
        </p:nvSpPr>
        <p:spPr>
          <a:xfrm>
            <a:off x="-2937681" y="3302935"/>
            <a:ext cx="1998146" cy="1467467"/>
          </a:xfrm>
          <a:prstGeom prst="rect">
            <a:avLst/>
          </a:prstGeom>
          <a:solidFill>
            <a:srgbClr val="4F81BD">
              <a:lumMod val="20000"/>
              <a:lumOff val="80000"/>
            </a:srgbClr>
          </a:solidFill>
          <a:ln w="25400" cap="flat" cmpd="sng" algn="ctr">
            <a:solidFill>
              <a:srgbClr val="4F81BD">
                <a:lumMod val="40000"/>
                <a:lumOff val="60000"/>
              </a:srgbClr>
            </a:solidFill>
            <a:prstDash val="solid"/>
          </a:ln>
          <a:effectLst/>
        </p:spPr>
        <p:txBody>
          <a:bodyPr lIns="64285" tIns="32142" rIns="64285" bIns="32142" rtlCol="0" anchor="ctr"/>
          <a:lstStyle/>
          <a:p>
            <a:pPr defTabSz="642823" fontAlgn="auto">
              <a:spcBef>
                <a:spcPts val="0"/>
              </a:spcBef>
              <a:spcAft>
                <a:spcPts val="0"/>
              </a:spcAft>
              <a:defRPr/>
            </a:pPr>
            <a:endParaRPr lang="en-US" sz="1266" cap="all" dirty="0">
              <a:solidFill>
                <a:prstClr val="black"/>
              </a:solidFill>
              <a:latin typeface="Comic Sans MS" panose="030F0702030302020204" pitchFamily="66" charset="0"/>
              <a:ea typeface="+mn-ea"/>
            </a:endParaRPr>
          </a:p>
        </p:txBody>
      </p:sp>
      <p:sp>
        <p:nvSpPr>
          <p:cNvPr id="47" name="Rectangle 46"/>
          <p:cNvSpPr/>
          <p:nvPr/>
        </p:nvSpPr>
        <p:spPr>
          <a:xfrm>
            <a:off x="-2830524" y="3410091"/>
            <a:ext cx="1998146" cy="1467467"/>
          </a:xfrm>
          <a:prstGeom prst="rect">
            <a:avLst/>
          </a:prstGeom>
          <a:solidFill>
            <a:srgbClr val="4F81BD">
              <a:lumMod val="20000"/>
              <a:lumOff val="80000"/>
            </a:srgbClr>
          </a:solidFill>
          <a:ln w="25400" cap="flat" cmpd="sng" algn="ctr">
            <a:solidFill>
              <a:srgbClr val="4F81BD">
                <a:lumMod val="40000"/>
                <a:lumOff val="60000"/>
              </a:srgbClr>
            </a:solidFill>
            <a:prstDash val="solid"/>
          </a:ln>
          <a:effectLst/>
        </p:spPr>
        <p:txBody>
          <a:bodyPr lIns="64285" tIns="32142" rIns="64285" bIns="32142" rtlCol="0" anchor="ctr"/>
          <a:lstStyle/>
          <a:p>
            <a:pPr defTabSz="642823" fontAlgn="auto">
              <a:spcBef>
                <a:spcPts val="0"/>
              </a:spcBef>
              <a:spcAft>
                <a:spcPts val="0"/>
              </a:spcAft>
              <a:defRPr/>
            </a:pPr>
            <a:endParaRPr lang="en-US" sz="1266" cap="all" dirty="0">
              <a:solidFill>
                <a:prstClr val="black"/>
              </a:solidFill>
              <a:latin typeface="Comic Sans MS" panose="030F0702030302020204" pitchFamily="66" charset="0"/>
              <a:ea typeface="+mn-ea"/>
            </a:endParaRPr>
          </a:p>
        </p:txBody>
      </p:sp>
      <p:sp>
        <p:nvSpPr>
          <p:cNvPr id="48" name="Rectangle 47"/>
          <p:cNvSpPr/>
          <p:nvPr/>
        </p:nvSpPr>
        <p:spPr>
          <a:xfrm>
            <a:off x="-3432149" y="4683845"/>
            <a:ext cx="1998146" cy="1467467"/>
          </a:xfrm>
          <a:prstGeom prst="rect">
            <a:avLst/>
          </a:prstGeom>
          <a:solidFill>
            <a:srgbClr val="FFFFCC"/>
          </a:solidFill>
          <a:ln w="25400" cap="flat" cmpd="sng" algn="ctr">
            <a:solidFill>
              <a:srgbClr val="FFC000"/>
            </a:solidFill>
            <a:prstDash val="solid"/>
          </a:ln>
          <a:effectLst/>
        </p:spPr>
        <p:txBody>
          <a:bodyPr lIns="64285" tIns="32142" rIns="64285" bIns="32142" rtlCol="0" anchor="ctr"/>
          <a:lstStyle/>
          <a:p>
            <a:pPr defTabSz="642823" fontAlgn="auto">
              <a:spcBef>
                <a:spcPts val="0"/>
              </a:spcBef>
              <a:spcAft>
                <a:spcPts val="0"/>
              </a:spcAft>
              <a:defRPr/>
            </a:pPr>
            <a:endParaRPr lang="en-US" sz="1266" cap="all" dirty="0">
              <a:solidFill>
                <a:prstClr val="black"/>
              </a:solidFill>
              <a:latin typeface="Comic Sans MS" panose="030F0702030302020204" pitchFamily="66" charset="0"/>
              <a:ea typeface="+mn-ea"/>
            </a:endParaRPr>
          </a:p>
        </p:txBody>
      </p:sp>
      <p:sp>
        <p:nvSpPr>
          <p:cNvPr id="49" name="Rectangle 48"/>
          <p:cNvSpPr/>
          <p:nvPr/>
        </p:nvSpPr>
        <p:spPr>
          <a:xfrm>
            <a:off x="-3217837" y="4898157"/>
            <a:ext cx="1998146" cy="1467467"/>
          </a:xfrm>
          <a:prstGeom prst="rect">
            <a:avLst/>
          </a:prstGeom>
          <a:solidFill>
            <a:srgbClr val="FFFFCC"/>
          </a:solidFill>
          <a:ln w="25400" cap="flat" cmpd="sng" algn="ctr">
            <a:solidFill>
              <a:srgbClr val="FFC000"/>
            </a:solidFill>
            <a:prstDash val="solid"/>
          </a:ln>
          <a:effectLst/>
        </p:spPr>
        <p:txBody>
          <a:bodyPr lIns="64285" tIns="32142" rIns="64285" bIns="32142" rtlCol="0" anchor="ctr"/>
          <a:lstStyle/>
          <a:p>
            <a:pPr defTabSz="642823" fontAlgn="auto">
              <a:spcBef>
                <a:spcPts val="0"/>
              </a:spcBef>
              <a:spcAft>
                <a:spcPts val="0"/>
              </a:spcAft>
              <a:defRPr/>
            </a:pPr>
            <a:endParaRPr lang="en-US" sz="1266" cap="all" dirty="0">
              <a:solidFill>
                <a:prstClr val="black"/>
              </a:solidFill>
              <a:latin typeface="Comic Sans MS" panose="030F0702030302020204" pitchFamily="66" charset="0"/>
              <a:ea typeface="+mn-ea"/>
            </a:endParaRPr>
          </a:p>
        </p:txBody>
      </p:sp>
      <p:sp>
        <p:nvSpPr>
          <p:cNvPr id="50" name="Rectangle 49"/>
          <p:cNvSpPr/>
          <p:nvPr/>
        </p:nvSpPr>
        <p:spPr>
          <a:xfrm>
            <a:off x="-3110680" y="5005313"/>
            <a:ext cx="1998146" cy="1467467"/>
          </a:xfrm>
          <a:prstGeom prst="rect">
            <a:avLst/>
          </a:prstGeom>
          <a:solidFill>
            <a:srgbClr val="FFFFCC"/>
          </a:solidFill>
          <a:ln w="25400" cap="flat" cmpd="sng" algn="ctr">
            <a:solidFill>
              <a:srgbClr val="FFC000"/>
            </a:solidFill>
            <a:prstDash val="solid"/>
          </a:ln>
          <a:effectLst/>
        </p:spPr>
        <p:txBody>
          <a:bodyPr lIns="64285" tIns="32142" rIns="64285" bIns="32142" rtlCol="0" anchor="ctr"/>
          <a:lstStyle/>
          <a:p>
            <a:pPr defTabSz="642823" fontAlgn="auto">
              <a:spcBef>
                <a:spcPts val="0"/>
              </a:spcBef>
              <a:spcAft>
                <a:spcPts val="0"/>
              </a:spcAft>
              <a:defRPr/>
            </a:pPr>
            <a:endParaRPr lang="en-US" sz="1266" cap="all" dirty="0">
              <a:solidFill>
                <a:prstClr val="black"/>
              </a:solidFill>
              <a:latin typeface="Comic Sans MS" panose="030F0702030302020204" pitchFamily="66" charset="0"/>
              <a:ea typeface="+mn-ea"/>
            </a:endParaRPr>
          </a:p>
        </p:txBody>
      </p:sp>
      <p:sp>
        <p:nvSpPr>
          <p:cNvPr id="51" name="Rectangle 50"/>
          <p:cNvSpPr/>
          <p:nvPr/>
        </p:nvSpPr>
        <p:spPr>
          <a:xfrm>
            <a:off x="-3003524" y="5112470"/>
            <a:ext cx="1998146" cy="1467467"/>
          </a:xfrm>
          <a:prstGeom prst="rect">
            <a:avLst/>
          </a:prstGeom>
          <a:solidFill>
            <a:srgbClr val="FFFFCC"/>
          </a:solidFill>
          <a:ln w="25400" cap="flat" cmpd="sng" algn="ctr">
            <a:solidFill>
              <a:srgbClr val="FFC000"/>
            </a:solidFill>
            <a:prstDash val="solid"/>
          </a:ln>
          <a:effectLst/>
        </p:spPr>
        <p:txBody>
          <a:bodyPr lIns="64285" tIns="32142" rIns="64285" bIns="32142" rtlCol="0" anchor="ctr"/>
          <a:lstStyle/>
          <a:p>
            <a:pPr defTabSz="642823" fontAlgn="auto">
              <a:spcBef>
                <a:spcPts val="0"/>
              </a:spcBef>
              <a:spcAft>
                <a:spcPts val="0"/>
              </a:spcAft>
              <a:defRPr/>
            </a:pPr>
            <a:endParaRPr lang="en-US" sz="1266" cap="all" dirty="0">
              <a:solidFill>
                <a:prstClr val="black"/>
              </a:solidFill>
              <a:latin typeface="Comic Sans MS" panose="030F0702030302020204" pitchFamily="66" charset="0"/>
              <a:ea typeface="+mn-ea"/>
            </a:endParaRPr>
          </a:p>
        </p:txBody>
      </p:sp>
      <p:sp>
        <p:nvSpPr>
          <p:cNvPr id="52" name="Rectangle 51"/>
          <p:cNvSpPr/>
          <p:nvPr/>
        </p:nvSpPr>
        <p:spPr>
          <a:xfrm>
            <a:off x="-2896368" y="5219626"/>
            <a:ext cx="1998146" cy="1467467"/>
          </a:xfrm>
          <a:prstGeom prst="rect">
            <a:avLst/>
          </a:prstGeom>
          <a:solidFill>
            <a:srgbClr val="FFFFCC"/>
          </a:solidFill>
          <a:ln w="25400" cap="flat" cmpd="sng" algn="ctr">
            <a:solidFill>
              <a:srgbClr val="FFC000"/>
            </a:solidFill>
            <a:prstDash val="solid"/>
          </a:ln>
          <a:effectLst/>
        </p:spPr>
        <p:txBody>
          <a:bodyPr lIns="64285" tIns="32142" rIns="64285" bIns="32142" rtlCol="0" anchor="ctr"/>
          <a:lstStyle/>
          <a:p>
            <a:pPr defTabSz="642823" fontAlgn="auto">
              <a:spcBef>
                <a:spcPts val="0"/>
              </a:spcBef>
              <a:spcAft>
                <a:spcPts val="0"/>
              </a:spcAft>
              <a:defRPr/>
            </a:pPr>
            <a:endParaRPr lang="en-US" sz="1266" cap="all" dirty="0">
              <a:solidFill>
                <a:prstClr val="black"/>
              </a:solidFill>
              <a:latin typeface="Comic Sans MS" panose="030F0702030302020204" pitchFamily="66" charset="0"/>
              <a:ea typeface="+mn-ea"/>
            </a:endParaRPr>
          </a:p>
        </p:txBody>
      </p:sp>
      <p:sp>
        <p:nvSpPr>
          <p:cNvPr id="53" name="Rectangle 52"/>
          <p:cNvSpPr/>
          <p:nvPr/>
        </p:nvSpPr>
        <p:spPr>
          <a:xfrm>
            <a:off x="-2789212" y="5326782"/>
            <a:ext cx="1998146" cy="1467467"/>
          </a:xfrm>
          <a:prstGeom prst="rect">
            <a:avLst/>
          </a:prstGeom>
          <a:solidFill>
            <a:srgbClr val="FFFFCC"/>
          </a:solidFill>
          <a:ln w="25400" cap="flat" cmpd="sng" algn="ctr">
            <a:solidFill>
              <a:srgbClr val="FFC000"/>
            </a:solidFill>
            <a:prstDash val="solid"/>
          </a:ln>
          <a:effectLst/>
        </p:spPr>
        <p:txBody>
          <a:bodyPr lIns="64285" tIns="32142" rIns="64285" bIns="32142" rtlCol="0" anchor="ctr"/>
          <a:lstStyle/>
          <a:p>
            <a:pPr defTabSz="642823" fontAlgn="auto">
              <a:spcBef>
                <a:spcPts val="0"/>
              </a:spcBef>
              <a:spcAft>
                <a:spcPts val="0"/>
              </a:spcAft>
              <a:defRPr/>
            </a:pPr>
            <a:endParaRPr lang="en-US" sz="1266" cap="all" dirty="0">
              <a:solidFill>
                <a:prstClr val="black"/>
              </a:solidFill>
              <a:latin typeface="Comic Sans MS" panose="030F0702030302020204" pitchFamily="66" charset="0"/>
              <a:ea typeface="+mn-ea"/>
            </a:endParaRPr>
          </a:p>
        </p:txBody>
      </p:sp>
    </p:spTree>
    <p:extLst>
      <p:ext uri="{BB962C8B-B14F-4D97-AF65-F5344CB8AC3E}">
        <p14:creationId xmlns:p14="http://schemas.microsoft.com/office/powerpoint/2010/main" val="1095627798"/>
      </p:ext>
    </p:extLst>
  </p:cSld>
  <p:clrMapOvr>
    <a:masterClrMapping/>
  </p:clrMapOvr>
  <p:transition spd="me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6" name="Shape 246"/>
          <p:cNvSpPr>
            <a:spLocks noGrp="1"/>
          </p:cNvSpPr>
          <p:nvPr>
            <p:ph type="body" idx="13"/>
          </p:nvPr>
        </p:nvSpPr>
        <p:spPr>
          <a:xfrm>
            <a:off x="976312" y="435506"/>
            <a:ext cx="7858126" cy="240066"/>
          </a:xfrm>
          <a:prstGeom prst="rect">
            <a:avLst/>
          </a:prstGeom>
        </p:spPr>
        <p:txBody>
          <a:bodyPr/>
          <a:lstStyle>
            <a:lvl1pPr algn="r">
              <a:defRPr sz="1200" spc="60"/>
            </a:lvl1pPr>
          </a:lstStyle>
          <a:p>
            <a:r>
              <a:t>project name</a:t>
            </a:r>
          </a:p>
        </p:txBody>
      </p:sp>
      <p:sp>
        <p:nvSpPr>
          <p:cNvPr id="247" name="Shape 247"/>
          <p:cNvSpPr>
            <a:spLocks noGrp="1"/>
          </p:cNvSpPr>
          <p:nvPr>
            <p:ph type="title"/>
          </p:nvPr>
        </p:nvSpPr>
        <p:spPr>
          <a:xfrm>
            <a:off x="285750" y="260341"/>
            <a:ext cx="7379317" cy="508993"/>
          </a:xfrm>
          <a:prstGeom prst="rect">
            <a:avLst/>
          </a:prstGeom>
        </p:spPr>
        <p:txBody>
          <a:bodyPr/>
          <a:lstStyle>
            <a:lvl1pPr defTabSz="467359">
              <a:spcBef>
                <a:spcPts val="2200"/>
              </a:spcBef>
              <a:defRPr sz="4800"/>
            </a:lvl1pPr>
          </a:lstStyle>
          <a:p>
            <a:r>
              <a:rPr sz="3600" b="0">
                <a:latin typeface="+mj-lt"/>
              </a:rPr>
              <a:t>risk &amp; compliance</a:t>
            </a:r>
          </a:p>
        </p:txBody>
      </p:sp>
      <p:sp>
        <p:nvSpPr>
          <p:cNvPr id="249" name="Shape 249"/>
          <p:cNvSpPr/>
          <p:nvPr/>
        </p:nvSpPr>
        <p:spPr>
          <a:xfrm>
            <a:off x="303335" y="782215"/>
            <a:ext cx="3193791" cy="227948"/>
          </a:xfrm>
          <a:prstGeom prst="rect">
            <a:avLst/>
          </a:prstGeom>
          <a:ln w="12700">
            <a:miter lim="400000"/>
          </a:ln>
          <a:extLst>
            <a:ext uri="{C572A759-6A51-4108-AA02-DFA0A04FC94B}">
              <ma14:wrappingTextBoxFlag xmlns="" xmlns:ma14="http://schemas.microsoft.com/office/mac/drawingml/2011/main" val="1"/>
            </a:ext>
          </a:extLst>
        </p:spPr>
        <p:txBody>
          <a:bodyPr wrap="square" lIns="35719" tIns="35719" rIns="35719" bIns="35719" anchor="b">
            <a:spAutoFit/>
          </a:bodyPr>
          <a:lstStyle>
            <a:lvl1pPr algn="l" defTabSz="457200">
              <a:lnSpc>
                <a:spcPct val="80000"/>
              </a:lnSpc>
              <a:defRPr sz="1800" cap="all" spc="90">
                <a:solidFill>
                  <a:srgbClr val="838787"/>
                </a:solidFill>
                <a:latin typeface="DIN Condensed"/>
                <a:ea typeface="DIN Condensed"/>
                <a:cs typeface="DIN Condensed"/>
                <a:sym typeface="DIN Condensed"/>
              </a:defRPr>
            </a:lvl1pPr>
          </a:lstStyle>
          <a:p>
            <a:r>
              <a:rPr sz="1266">
                <a:latin typeface="+mj-lt"/>
              </a:rPr>
              <a:t>Legal + ethical + reputation</a:t>
            </a:r>
          </a:p>
        </p:txBody>
      </p:sp>
      <p:sp>
        <p:nvSpPr>
          <p:cNvPr id="34" name="Rectangle 33"/>
          <p:cNvSpPr/>
          <p:nvPr/>
        </p:nvSpPr>
        <p:spPr>
          <a:xfrm>
            <a:off x="-3378571" y="442436"/>
            <a:ext cx="1998146" cy="1467467"/>
          </a:xfrm>
          <a:prstGeom prst="rect">
            <a:avLst/>
          </a:prstGeom>
          <a:solidFill>
            <a:srgbClr val="C0504D">
              <a:lumMod val="20000"/>
              <a:lumOff val="80000"/>
            </a:srgbClr>
          </a:solidFill>
          <a:ln w="25400" cap="flat" cmpd="sng" algn="ctr">
            <a:solidFill>
              <a:srgbClr val="C0504D">
                <a:lumMod val="40000"/>
                <a:lumOff val="60000"/>
              </a:srgbClr>
            </a:solidFill>
            <a:prstDash val="solid"/>
          </a:ln>
          <a:effectLst/>
        </p:spPr>
        <p:txBody>
          <a:bodyPr lIns="64285" tIns="32142" rIns="64285" bIns="32142" rtlCol="0" anchor="ctr"/>
          <a:lstStyle/>
          <a:p>
            <a:pPr defTabSz="642823" fontAlgn="auto">
              <a:spcBef>
                <a:spcPts val="0"/>
              </a:spcBef>
              <a:spcAft>
                <a:spcPts val="0"/>
              </a:spcAft>
              <a:defRPr/>
            </a:pPr>
            <a:endParaRPr lang="en-US" sz="1266" cap="all" dirty="0">
              <a:solidFill>
                <a:prstClr val="black"/>
              </a:solidFill>
              <a:latin typeface="Comic Sans MS" panose="030F0702030302020204" pitchFamily="66" charset="0"/>
              <a:ea typeface="+mn-ea"/>
            </a:endParaRPr>
          </a:p>
        </p:txBody>
      </p:sp>
      <p:sp>
        <p:nvSpPr>
          <p:cNvPr id="35" name="Rectangle 34"/>
          <p:cNvSpPr/>
          <p:nvPr/>
        </p:nvSpPr>
        <p:spPr>
          <a:xfrm>
            <a:off x="-3271415" y="549593"/>
            <a:ext cx="1998146" cy="1467467"/>
          </a:xfrm>
          <a:prstGeom prst="rect">
            <a:avLst/>
          </a:prstGeom>
          <a:solidFill>
            <a:srgbClr val="C0504D">
              <a:lumMod val="20000"/>
              <a:lumOff val="80000"/>
            </a:srgbClr>
          </a:solidFill>
          <a:ln w="25400" cap="flat" cmpd="sng" algn="ctr">
            <a:solidFill>
              <a:srgbClr val="C0504D">
                <a:lumMod val="40000"/>
                <a:lumOff val="60000"/>
              </a:srgbClr>
            </a:solidFill>
            <a:prstDash val="solid"/>
          </a:ln>
          <a:effectLst/>
        </p:spPr>
        <p:txBody>
          <a:bodyPr lIns="64285" tIns="32142" rIns="64285" bIns="32142" rtlCol="0" anchor="ctr"/>
          <a:lstStyle/>
          <a:p>
            <a:pPr defTabSz="642823" fontAlgn="auto">
              <a:spcBef>
                <a:spcPts val="0"/>
              </a:spcBef>
              <a:spcAft>
                <a:spcPts val="0"/>
              </a:spcAft>
              <a:defRPr/>
            </a:pPr>
            <a:endParaRPr lang="en-US" sz="1266" cap="all" dirty="0">
              <a:solidFill>
                <a:prstClr val="black"/>
              </a:solidFill>
              <a:latin typeface="Comic Sans MS" panose="030F0702030302020204" pitchFamily="66" charset="0"/>
              <a:ea typeface="+mn-ea"/>
            </a:endParaRPr>
          </a:p>
        </p:txBody>
      </p:sp>
      <p:sp>
        <p:nvSpPr>
          <p:cNvPr id="36" name="Rectangle 35"/>
          <p:cNvSpPr/>
          <p:nvPr/>
        </p:nvSpPr>
        <p:spPr>
          <a:xfrm>
            <a:off x="-3164258" y="656749"/>
            <a:ext cx="1998146" cy="1467467"/>
          </a:xfrm>
          <a:prstGeom prst="rect">
            <a:avLst/>
          </a:prstGeom>
          <a:solidFill>
            <a:srgbClr val="C0504D">
              <a:lumMod val="20000"/>
              <a:lumOff val="80000"/>
            </a:srgbClr>
          </a:solidFill>
          <a:ln w="25400" cap="flat" cmpd="sng" algn="ctr">
            <a:solidFill>
              <a:srgbClr val="C0504D">
                <a:lumMod val="40000"/>
                <a:lumOff val="60000"/>
              </a:srgbClr>
            </a:solidFill>
            <a:prstDash val="solid"/>
          </a:ln>
          <a:effectLst/>
        </p:spPr>
        <p:txBody>
          <a:bodyPr lIns="64285" tIns="32142" rIns="64285" bIns="32142" rtlCol="0" anchor="ctr"/>
          <a:lstStyle/>
          <a:p>
            <a:pPr defTabSz="642823" fontAlgn="auto">
              <a:spcBef>
                <a:spcPts val="0"/>
              </a:spcBef>
              <a:spcAft>
                <a:spcPts val="0"/>
              </a:spcAft>
              <a:defRPr/>
            </a:pPr>
            <a:endParaRPr lang="en-US" sz="1266" cap="all" dirty="0">
              <a:solidFill>
                <a:prstClr val="black"/>
              </a:solidFill>
              <a:latin typeface="Comic Sans MS" panose="030F0702030302020204" pitchFamily="66" charset="0"/>
              <a:ea typeface="+mn-ea"/>
            </a:endParaRPr>
          </a:p>
        </p:txBody>
      </p:sp>
      <p:sp>
        <p:nvSpPr>
          <p:cNvPr id="37" name="Rectangle 36"/>
          <p:cNvSpPr/>
          <p:nvPr/>
        </p:nvSpPr>
        <p:spPr>
          <a:xfrm>
            <a:off x="-3057102" y="763905"/>
            <a:ext cx="1998146" cy="1467467"/>
          </a:xfrm>
          <a:prstGeom prst="rect">
            <a:avLst/>
          </a:prstGeom>
          <a:solidFill>
            <a:srgbClr val="C0504D">
              <a:lumMod val="20000"/>
              <a:lumOff val="80000"/>
            </a:srgbClr>
          </a:solidFill>
          <a:ln w="25400" cap="flat" cmpd="sng" algn="ctr">
            <a:solidFill>
              <a:srgbClr val="C0504D">
                <a:lumMod val="40000"/>
                <a:lumOff val="60000"/>
              </a:srgbClr>
            </a:solidFill>
            <a:prstDash val="solid"/>
          </a:ln>
          <a:effectLst/>
        </p:spPr>
        <p:txBody>
          <a:bodyPr lIns="64285" tIns="32142" rIns="64285" bIns="32142" rtlCol="0" anchor="ctr"/>
          <a:lstStyle/>
          <a:p>
            <a:pPr defTabSz="642823" fontAlgn="auto">
              <a:spcBef>
                <a:spcPts val="0"/>
              </a:spcBef>
              <a:spcAft>
                <a:spcPts val="0"/>
              </a:spcAft>
              <a:defRPr/>
            </a:pPr>
            <a:endParaRPr lang="en-US" sz="1266" cap="all" dirty="0">
              <a:solidFill>
                <a:prstClr val="black"/>
              </a:solidFill>
              <a:latin typeface="Comic Sans MS" panose="030F0702030302020204" pitchFamily="66" charset="0"/>
              <a:ea typeface="+mn-ea"/>
            </a:endParaRPr>
          </a:p>
        </p:txBody>
      </p:sp>
      <p:sp>
        <p:nvSpPr>
          <p:cNvPr id="38" name="Rectangle 37"/>
          <p:cNvSpPr/>
          <p:nvPr/>
        </p:nvSpPr>
        <p:spPr>
          <a:xfrm>
            <a:off x="-2949946" y="871061"/>
            <a:ext cx="1998146" cy="1467467"/>
          </a:xfrm>
          <a:prstGeom prst="rect">
            <a:avLst/>
          </a:prstGeom>
          <a:solidFill>
            <a:srgbClr val="C0504D">
              <a:lumMod val="20000"/>
              <a:lumOff val="80000"/>
            </a:srgbClr>
          </a:solidFill>
          <a:ln w="25400" cap="flat" cmpd="sng" algn="ctr">
            <a:solidFill>
              <a:srgbClr val="C0504D">
                <a:lumMod val="40000"/>
                <a:lumOff val="60000"/>
              </a:srgbClr>
            </a:solidFill>
            <a:prstDash val="solid"/>
          </a:ln>
          <a:effectLst/>
        </p:spPr>
        <p:txBody>
          <a:bodyPr lIns="64285" tIns="32142" rIns="64285" bIns="32142" rtlCol="0" anchor="ctr"/>
          <a:lstStyle/>
          <a:p>
            <a:pPr defTabSz="642823" fontAlgn="auto">
              <a:spcBef>
                <a:spcPts val="0"/>
              </a:spcBef>
              <a:spcAft>
                <a:spcPts val="0"/>
              </a:spcAft>
              <a:defRPr/>
            </a:pPr>
            <a:endParaRPr lang="en-US" sz="1266" cap="all" dirty="0">
              <a:solidFill>
                <a:prstClr val="black"/>
              </a:solidFill>
              <a:latin typeface="Comic Sans MS" panose="030F0702030302020204" pitchFamily="66" charset="0"/>
              <a:ea typeface="+mn-ea"/>
            </a:endParaRPr>
          </a:p>
        </p:txBody>
      </p:sp>
      <p:sp>
        <p:nvSpPr>
          <p:cNvPr id="39" name="Rectangle 38"/>
          <p:cNvSpPr/>
          <p:nvPr/>
        </p:nvSpPr>
        <p:spPr>
          <a:xfrm>
            <a:off x="-2842790" y="978218"/>
            <a:ext cx="1998146" cy="1467467"/>
          </a:xfrm>
          <a:prstGeom prst="rect">
            <a:avLst/>
          </a:prstGeom>
          <a:solidFill>
            <a:srgbClr val="C0504D">
              <a:lumMod val="20000"/>
              <a:lumOff val="80000"/>
            </a:srgbClr>
          </a:solidFill>
          <a:ln w="25400" cap="flat" cmpd="sng" algn="ctr">
            <a:solidFill>
              <a:srgbClr val="C0504D">
                <a:lumMod val="40000"/>
                <a:lumOff val="60000"/>
              </a:srgbClr>
            </a:solidFill>
            <a:prstDash val="solid"/>
          </a:ln>
          <a:effectLst/>
        </p:spPr>
        <p:txBody>
          <a:bodyPr lIns="64285" tIns="32142" rIns="64285" bIns="32142" rtlCol="0" anchor="ctr"/>
          <a:lstStyle/>
          <a:p>
            <a:pPr defTabSz="642823" fontAlgn="auto">
              <a:spcBef>
                <a:spcPts val="0"/>
              </a:spcBef>
              <a:spcAft>
                <a:spcPts val="0"/>
              </a:spcAft>
              <a:defRPr/>
            </a:pPr>
            <a:endParaRPr lang="en-US" sz="1266" cap="all" dirty="0">
              <a:solidFill>
                <a:prstClr val="black"/>
              </a:solidFill>
              <a:latin typeface="Comic Sans MS" panose="030F0702030302020204" pitchFamily="66" charset="0"/>
              <a:ea typeface="+mn-ea"/>
            </a:endParaRPr>
          </a:p>
        </p:txBody>
      </p:sp>
      <p:sp>
        <p:nvSpPr>
          <p:cNvPr id="40" name="Rectangle 39"/>
          <p:cNvSpPr/>
          <p:nvPr/>
        </p:nvSpPr>
        <p:spPr>
          <a:xfrm>
            <a:off x="-2735633" y="1085374"/>
            <a:ext cx="1998146" cy="1467467"/>
          </a:xfrm>
          <a:prstGeom prst="rect">
            <a:avLst/>
          </a:prstGeom>
          <a:solidFill>
            <a:srgbClr val="C0504D">
              <a:lumMod val="20000"/>
              <a:lumOff val="80000"/>
            </a:srgbClr>
          </a:solidFill>
          <a:ln w="25400" cap="flat" cmpd="sng" algn="ctr">
            <a:solidFill>
              <a:srgbClr val="C0504D">
                <a:lumMod val="40000"/>
                <a:lumOff val="60000"/>
              </a:srgbClr>
            </a:solidFill>
            <a:prstDash val="solid"/>
          </a:ln>
          <a:effectLst/>
        </p:spPr>
        <p:txBody>
          <a:bodyPr lIns="64285" tIns="32142" rIns="64285" bIns="32142" rtlCol="0" anchor="ctr"/>
          <a:lstStyle/>
          <a:p>
            <a:pPr defTabSz="642823" fontAlgn="auto">
              <a:spcBef>
                <a:spcPts val="0"/>
              </a:spcBef>
              <a:spcAft>
                <a:spcPts val="0"/>
              </a:spcAft>
              <a:defRPr/>
            </a:pPr>
            <a:endParaRPr lang="en-US" sz="1266" cap="all" dirty="0">
              <a:solidFill>
                <a:prstClr val="black"/>
              </a:solidFill>
              <a:latin typeface="Comic Sans MS" panose="030F0702030302020204" pitchFamily="66" charset="0"/>
              <a:ea typeface="+mn-ea"/>
            </a:endParaRPr>
          </a:p>
        </p:txBody>
      </p:sp>
      <p:sp>
        <p:nvSpPr>
          <p:cNvPr id="41" name="Rectangle 40"/>
          <p:cNvSpPr/>
          <p:nvPr/>
        </p:nvSpPr>
        <p:spPr>
          <a:xfrm>
            <a:off x="-3473462" y="2767153"/>
            <a:ext cx="1998146" cy="1467467"/>
          </a:xfrm>
          <a:prstGeom prst="rect">
            <a:avLst/>
          </a:prstGeom>
          <a:solidFill>
            <a:srgbClr val="4F81BD">
              <a:lumMod val="20000"/>
              <a:lumOff val="80000"/>
            </a:srgbClr>
          </a:solidFill>
          <a:ln w="25400" cap="flat" cmpd="sng" algn="ctr">
            <a:solidFill>
              <a:srgbClr val="4F81BD">
                <a:lumMod val="40000"/>
                <a:lumOff val="60000"/>
              </a:srgbClr>
            </a:solidFill>
            <a:prstDash val="solid"/>
          </a:ln>
          <a:effectLst/>
        </p:spPr>
        <p:txBody>
          <a:bodyPr lIns="64285" tIns="32142" rIns="64285" bIns="32142" rtlCol="0" anchor="ctr"/>
          <a:lstStyle/>
          <a:p>
            <a:pPr defTabSz="642823" fontAlgn="auto">
              <a:spcBef>
                <a:spcPts val="0"/>
              </a:spcBef>
              <a:spcAft>
                <a:spcPts val="0"/>
              </a:spcAft>
              <a:defRPr/>
            </a:pPr>
            <a:endParaRPr lang="en-US" sz="1266" cap="all" dirty="0">
              <a:solidFill>
                <a:prstClr val="black"/>
              </a:solidFill>
              <a:latin typeface="Comic Sans MS" panose="030F0702030302020204" pitchFamily="66" charset="0"/>
              <a:ea typeface="+mn-ea"/>
            </a:endParaRPr>
          </a:p>
        </p:txBody>
      </p:sp>
      <p:sp>
        <p:nvSpPr>
          <p:cNvPr id="42" name="Rectangle 41"/>
          <p:cNvSpPr/>
          <p:nvPr/>
        </p:nvSpPr>
        <p:spPr>
          <a:xfrm>
            <a:off x="-3366306" y="2874310"/>
            <a:ext cx="1998146" cy="1467467"/>
          </a:xfrm>
          <a:prstGeom prst="rect">
            <a:avLst/>
          </a:prstGeom>
          <a:solidFill>
            <a:srgbClr val="4F81BD">
              <a:lumMod val="20000"/>
              <a:lumOff val="80000"/>
            </a:srgbClr>
          </a:solidFill>
          <a:ln w="25400" cap="flat" cmpd="sng" algn="ctr">
            <a:solidFill>
              <a:srgbClr val="4F81BD">
                <a:lumMod val="40000"/>
                <a:lumOff val="60000"/>
              </a:srgbClr>
            </a:solidFill>
            <a:prstDash val="solid"/>
          </a:ln>
          <a:effectLst/>
        </p:spPr>
        <p:txBody>
          <a:bodyPr lIns="64285" tIns="32142" rIns="64285" bIns="32142" rtlCol="0" anchor="ctr"/>
          <a:lstStyle/>
          <a:p>
            <a:pPr defTabSz="642823" fontAlgn="auto">
              <a:spcBef>
                <a:spcPts val="0"/>
              </a:spcBef>
              <a:spcAft>
                <a:spcPts val="0"/>
              </a:spcAft>
              <a:defRPr/>
            </a:pPr>
            <a:endParaRPr lang="en-US" sz="1266" cap="all" dirty="0">
              <a:solidFill>
                <a:prstClr val="black"/>
              </a:solidFill>
              <a:latin typeface="Comic Sans MS" panose="030F0702030302020204" pitchFamily="66" charset="0"/>
              <a:ea typeface="+mn-ea"/>
            </a:endParaRPr>
          </a:p>
        </p:txBody>
      </p:sp>
      <p:sp>
        <p:nvSpPr>
          <p:cNvPr id="43" name="Rectangle 42"/>
          <p:cNvSpPr/>
          <p:nvPr/>
        </p:nvSpPr>
        <p:spPr>
          <a:xfrm>
            <a:off x="-3259149" y="2981466"/>
            <a:ext cx="1998146" cy="1467467"/>
          </a:xfrm>
          <a:prstGeom prst="rect">
            <a:avLst/>
          </a:prstGeom>
          <a:solidFill>
            <a:srgbClr val="4F81BD">
              <a:lumMod val="20000"/>
              <a:lumOff val="80000"/>
            </a:srgbClr>
          </a:solidFill>
          <a:ln w="25400" cap="flat" cmpd="sng" algn="ctr">
            <a:solidFill>
              <a:srgbClr val="4F81BD">
                <a:lumMod val="40000"/>
                <a:lumOff val="60000"/>
              </a:srgbClr>
            </a:solidFill>
            <a:prstDash val="solid"/>
          </a:ln>
          <a:effectLst/>
        </p:spPr>
        <p:txBody>
          <a:bodyPr lIns="64285" tIns="32142" rIns="64285" bIns="32142" rtlCol="0" anchor="ctr"/>
          <a:lstStyle/>
          <a:p>
            <a:pPr defTabSz="642823" fontAlgn="auto">
              <a:spcBef>
                <a:spcPts val="0"/>
              </a:spcBef>
              <a:spcAft>
                <a:spcPts val="0"/>
              </a:spcAft>
              <a:defRPr/>
            </a:pPr>
            <a:endParaRPr lang="en-US" sz="1266" cap="all" dirty="0">
              <a:solidFill>
                <a:prstClr val="black"/>
              </a:solidFill>
              <a:latin typeface="Comic Sans MS" panose="030F0702030302020204" pitchFamily="66" charset="0"/>
              <a:ea typeface="+mn-ea"/>
            </a:endParaRPr>
          </a:p>
        </p:txBody>
      </p:sp>
      <p:sp>
        <p:nvSpPr>
          <p:cNvPr id="44" name="Rectangle 43"/>
          <p:cNvSpPr/>
          <p:nvPr/>
        </p:nvSpPr>
        <p:spPr>
          <a:xfrm>
            <a:off x="-3151993" y="3088622"/>
            <a:ext cx="1998146" cy="1467467"/>
          </a:xfrm>
          <a:prstGeom prst="rect">
            <a:avLst/>
          </a:prstGeom>
          <a:solidFill>
            <a:srgbClr val="4F81BD">
              <a:lumMod val="20000"/>
              <a:lumOff val="80000"/>
            </a:srgbClr>
          </a:solidFill>
          <a:ln w="25400" cap="flat" cmpd="sng" algn="ctr">
            <a:solidFill>
              <a:srgbClr val="4F81BD">
                <a:lumMod val="40000"/>
                <a:lumOff val="60000"/>
              </a:srgbClr>
            </a:solidFill>
            <a:prstDash val="solid"/>
          </a:ln>
          <a:effectLst/>
        </p:spPr>
        <p:txBody>
          <a:bodyPr lIns="64285" tIns="32142" rIns="64285" bIns="32142" rtlCol="0" anchor="ctr"/>
          <a:lstStyle/>
          <a:p>
            <a:pPr defTabSz="642823" fontAlgn="auto">
              <a:spcBef>
                <a:spcPts val="0"/>
              </a:spcBef>
              <a:spcAft>
                <a:spcPts val="0"/>
              </a:spcAft>
              <a:defRPr/>
            </a:pPr>
            <a:endParaRPr lang="en-US" sz="1266" cap="all" dirty="0">
              <a:solidFill>
                <a:prstClr val="black"/>
              </a:solidFill>
              <a:latin typeface="Comic Sans MS" panose="030F0702030302020204" pitchFamily="66" charset="0"/>
              <a:ea typeface="+mn-ea"/>
            </a:endParaRPr>
          </a:p>
        </p:txBody>
      </p:sp>
      <p:sp>
        <p:nvSpPr>
          <p:cNvPr id="45" name="Rectangle 44"/>
          <p:cNvSpPr/>
          <p:nvPr/>
        </p:nvSpPr>
        <p:spPr>
          <a:xfrm>
            <a:off x="-3044837" y="3195778"/>
            <a:ext cx="1998146" cy="1467467"/>
          </a:xfrm>
          <a:prstGeom prst="rect">
            <a:avLst/>
          </a:prstGeom>
          <a:solidFill>
            <a:srgbClr val="4F81BD">
              <a:lumMod val="20000"/>
              <a:lumOff val="80000"/>
            </a:srgbClr>
          </a:solidFill>
          <a:ln w="25400" cap="flat" cmpd="sng" algn="ctr">
            <a:solidFill>
              <a:srgbClr val="4F81BD">
                <a:lumMod val="40000"/>
                <a:lumOff val="60000"/>
              </a:srgbClr>
            </a:solidFill>
            <a:prstDash val="solid"/>
          </a:ln>
          <a:effectLst/>
        </p:spPr>
        <p:txBody>
          <a:bodyPr lIns="64285" tIns="32142" rIns="64285" bIns="32142" rtlCol="0" anchor="ctr"/>
          <a:lstStyle/>
          <a:p>
            <a:pPr defTabSz="642823" fontAlgn="auto">
              <a:spcBef>
                <a:spcPts val="0"/>
              </a:spcBef>
              <a:spcAft>
                <a:spcPts val="0"/>
              </a:spcAft>
              <a:defRPr/>
            </a:pPr>
            <a:endParaRPr lang="en-US" sz="1266" cap="all" dirty="0">
              <a:solidFill>
                <a:prstClr val="black"/>
              </a:solidFill>
              <a:latin typeface="Comic Sans MS" panose="030F0702030302020204" pitchFamily="66" charset="0"/>
              <a:ea typeface="+mn-ea"/>
            </a:endParaRPr>
          </a:p>
        </p:txBody>
      </p:sp>
      <p:sp>
        <p:nvSpPr>
          <p:cNvPr id="46" name="Rectangle 45"/>
          <p:cNvSpPr/>
          <p:nvPr/>
        </p:nvSpPr>
        <p:spPr>
          <a:xfrm>
            <a:off x="-2937681" y="3302935"/>
            <a:ext cx="1998146" cy="1467467"/>
          </a:xfrm>
          <a:prstGeom prst="rect">
            <a:avLst/>
          </a:prstGeom>
          <a:solidFill>
            <a:srgbClr val="4F81BD">
              <a:lumMod val="20000"/>
              <a:lumOff val="80000"/>
            </a:srgbClr>
          </a:solidFill>
          <a:ln w="25400" cap="flat" cmpd="sng" algn="ctr">
            <a:solidFill>
              <a:srgbClr val="4F81BD">
                <a:lumMod val="40000"/>
                <a:lumOff val="60000"/>
              </a:srgbClr>
            </a:solidFill>
            <a:prstDash val="solid"/>
          </a:ln>
          <a:effectLst/>
        </p:spPr>
        <p:txBody>
          <a:bodyPr lIns="64285" tIns="32142" rIns="64285" bIns="32142" rtlCol="0" anchor="ctr"/>
          <a:lstStyle/>
          <a:p>
            <a:pPr defTabSz="642823" fontAlgn="auto">
              <a:spcBef>
                <a:spcPts val="0"/>
              </a:spcBef>
              <a:spcAft>
                <a:spcPts val="0"/>
              </a:spcAft>
              <a:defRPr/>
            </a:pPr>
            <a:endParaRPr lang="en-US" sz="1266" cap="all" dirty="0">
              <a:solidFill>
                <a:prstClr val="black"/>
              </a:solidFill>
              <a:latin typeface="Comic Sans MS" panose="030F0702030302020204" pitchFamily="66" charset="0"/>
              <a:ea typeface="+mn-ea"/>
            </a:endParaRPr>
          </a:p>
        </p:txBody>
      </p:sp>
      <p:sp>
        <p:nvSpPr>
          <p:cNvPr id="47" name="Rectangle 46"/>
          <p:cNvSpPr/>
          <p:nvPr/>
        </p:nvSpPr>
        <p:spPr>
          <a:xfrm>
            <a:off x="-2830524" y="3410091"/>
            <a:ext cx="1998146" cy="1467467"/>
          </a:xfrm>
          <a:prstGeom prst="rect">
            <a:avLst/>
          </a:prstGeom>
          <a:solidFill>
            <a:srgbClr val="4F81BD">
              <a:lumMod val="20000"/>
              <a:lumOff val="80000"/>
            </a:srgbClr>
          </a:solidFill>
          <a:ln w="25400" cap="flat" cmpd="sng" algn="ctr">
            <a:solidFill>
              <a:srgbClr val="4F81BD">
                <a:lumMod val="40000"/>
                <a:lumOff val="60000"/>
              </a:srgbClr>
            </a:solidFill>
            <a:prstDash val="solid"/>
          </a:ln>
          <a:effectLst/>
        </p:spPr>
        <p:txBody>
          <a:bodyPr lIns="64285" tIns="32142" rIns="64285" bIns="32142" rtlCol="0" anchor="ctr"/>
          <a:lstStyle/>
          <a:p>
            <a:pPr defTabSz="642823" fontAlgn="auto">
              <a:spcBef>
                <a:spcPts val="0"/>
              </a:spcBef>
              <a:spcAft>
                <a:spcPts val="0"/>
              </a:spcAft>
              <a:defRPr/>
            </a:pPr>
            <a:endParaRPr lang="en-US" sz="1266" cap="all" dirty="0">
              <a:solidFill>
                <a:prstClr val="black"/>
              </a:solidFill>
              <a:latin typeface="Comic Sans MS" panose="030F0702030302020204" pitchFamily="66" charset="0"/>
              <a:ea typeface="+mn-ea"/>
            </a:endParaRPr>
          </a:p>
        </p:txBody>
      </p:sp>
      <p:sp>
        <p:nvSpPr>
          <p:cNvPr id="48" name="Rectangle 47"/>
          <p:cNvSpPr/>
          <p:nvPr/>
        </p:nvSpPr>
        <p:spPr>
          <a:xfrm>
            <a:off x="-3432149" y="4683845"/>
            <a:ext cx="1998146" cy="1467467"/>
          </a:xfrm>
          <a:prstGeom prst="rect">
            <a:avLst/>
          </a:prstGeom>
          <a:solidFill>
            <a:srgbClr val="FFFFCC"/>
          </a:solidFill>
          <a:ln w="25400" cap="flat" cmpd="sng" algn="ctr">
            <a:solidFill>
              <a:srgbClr val="FFC000"/>
            </a:solidFill>
            <a:prstDash val="solid"/>
          </a:ln>
          <a:effectLst/>
        </p:spPr>
        <p:txBody>
          <a:bodyPr lIns="64285" tIns="32142" rIns="64285" bIns="32142" rtlCol="0" anchor="ctr"/>
          <a:lstStyle/>
          <a:p>
            <a:pPr defTabSz="642823" fontAlgn="auto">
              <a:spcBef>
                <a:spcPts val="0"/>
              </a:spcBef>
              <a:spcAft>
                <a:spcPts val="0"/>
              </a:spcAft>
              <a:defRPr/>
            </a:pPr>
            <a:endParaRPr lang="en-US" sz="1266" cap="all" dirty="0">
              <a:solidFill>
                <a:prstClr val="black"/>
              </a:solidFill>
              <a:latin typeface="Comic Sans MS" panose="030F0702030302020204" pitchFamily="66" charset="0"/>
              <a:ea typeface="+mn-ea"/>
            </a:endParaRPr>
          </a:p>
        </p:txBody>
      </p:sp>
      <p:sp>
        <p:nvSpPr>
          <p:cNvPr id="49" name="Rectangle 48"/>
          <p:cNvSpPr/>
          <p:nvPr/>
        </p:nvSpPr>
        <p:spPr>
          <a:xfrm>
            <a:off x="-3217837" y="4898157"/>
            <a:ext cx="1998146" cy="1467467"/>
          </a:xfrm>
          <a:prstGeom prst="rect">
            <a:avLst/>
          </a:prstGeom>
          <a:solidFill>
            <a:srgbClr val="FFFFCC"/>
          </a:solidFill>
          <a:ln w="25400" cap="flat" cmpd="sng" algn="ctr">
            <a:solidFill>
              <a:srgbClr val="FFC000"/>
            </a:solidFill>
            <a:prstDash val="solid"/>
          </a:ln>
          <a:effectLst/>
        </p:spPr>
        <p:txBody>
          <a:bodyPr lIns="64285" tIns="32142" rIns="64285" bIns="32142" rtlCol="0" anchor="ctr"/>
          <a:lstStyle/>
          <a:p>
            <a:pPr defTabSz="642823" fontAlgn="auto">
              <a:spcBef>
                <a:spcPts val="0"/>
              </a:spcBef>
              <a:spcAft>
                <a:spcPts val="0"/>
              </a:spcAft>
              <a:defRPr/>
            </a:pPr>
            <a:endParaRPr lang="en-US" sz="1266" cap="all" dirty="0">
              <a:solidFill>
                <a:prstClr val="black"/>
              </a:solidFill>
              <a:latin typeface="Comic Sans MS" panose="030F0702030302020204" pitchFamily="66" charset="0"/>
              <a:ea typeface="+mn-ea"/>
            </a:endParaRPr>
          </a:p>
        </p:txBody>
      </p:sp>
      <p:sp>
        <p:nvSpPr>
          <p:cNvPr id="50" name="Rectangle 49"/>
          <p:cNvSpPr/>
          <p:nvPr/>
        </p:nvSpPr>
        <p:spPr>
          <a:xfrm>
            <a:off x="-3110680" y="5005313"/>
            <a:ext cx="1998146" cy="1467467"/>
          </a:xfrm>
          <a:prstGeom prst="rect">
            <a:avLst/>
          </a:prstGeom>
          <a:solidFill>
            <a:srgbClr val="FFFFCC"/>
          </a:solidFill>
          <a:ln w="25400" cap="flat" cmpd="sng" algn="ctr">
            <a:solidFill>
              <a:srgbClr val="FFC000"/>
            </a:solidFill>
            <a:prstDash val="solid"/>
          </a:ln>
          <a:effectLst/>
        </p:spPr>
        <p:txBody>
          <a:bodyPr lIns="64285" tIns="32142" rIns="64285" bIns="32142" rtlCol="0" anchor="ctr"/>
          <a:lstStyle/>
          <a:p>
            <a:pPr defTabSz="642823" fontAlgn="auto">
              <a:spcBef>
                <a:spcPts val="0"/>
              </a:spcBef>
              <a:spcAft>
                <a:spcPts val="0"/>
              </a:spcAft>
              <a:defRPr/>
            </a:pPr>
            <a:endParaRPr lang="en-US" sz="1266" cap="all" dirty="0">
              <a:solidFill>
                <a:prstClr val="black"/>
              </a:solidFill>
              <a:latin typeface="Comic Sans MS" panose="030F0702030302020204" pitchFamily="66" charset="0"/>
              <a:ea typeface="+mn-ea"/>
            </a:endParaRPr>
          </a:p>
        </p:txBody>
      </p:sp>
      <p:sp>
        <p:nvSpPr>
          <p:cNvPr id="51" name="Rectangle 50"/>
          <p:cNvSpPr/>
          <p:nvPr/>
        </p:nvSpPr>
        <p:spPr>
          <a:xfrm>
            <a:off x="-3003524" y="5112470"/>
            <a:ext cx="1998146" cy="1467467"/>
          </a:xfrm>
          <a:prstGeom prst="rect">
            <a:avLst/>
          </a:prstGeom>
          <a:solidFill>
            <a:srgbClr val="FFFFCC"/>
          </a:solidFill>
          <a:ln w="25400" cap="flat" cmpd="sng" algn="ctr">
            <a:solidFill>
              <a:srgbClr val="FFC000"/>
            </a:solidFill>
            <a:prstDash val="solid"/>
          </a:ln>
          <a:effectLst/>
        </p:spPr>
        <p:txBody>
          <a:bodyPr lIns="64285" tIns="32142" rIns="64285" bIns="32142" rtlCol="0" anchor="ctr"/>
          <a:lstStyle/>
          <a:p>
            <a:pPr defTabSz="642823" fontAlgn="auto">
              <a:spcBef>
                <a:spcPts val="0"/>
              </a:spcBef>
              <a:spcAft>
                <a:spcPts val="0"/>
              </a:spcAft>
              <a:defRPr/>
            </a:pPr>
            <a:endParaRPr lang="en-US" sz="1266" cap="all" dirty="0">
              <a:solidFill>
                <a:prstClr val="black"/>
              </a:solidFill>
              <a:latin typeface="Comic Sans MS" panose="030F0702030302020204" pitchFamily="66" charset="0"/>
              <a:ea typeface="+mn-ea"/>
            </a:endParaRPr>
          </a:p>
        </p:txBody>
      </p:sp>
      <p:sp>
        <p:nvSpPr>
          <p:cNvPr id="52" name="Rectangle 51"/>
          <p:cNvSpPr/>
          <p:nvPr/>
        </p:nvSpPr>
        <p:spPr>
          <a:xfrm>
            <a:off x="-2896368" y="5219626"/>
            <a:ext cx="1998146" cy="1467467"/>
          </a:xfrm>
          <a:prstGeom prst="rect">
            <a:avLst/>
          </a:prstGeom>
          <a:solidFill>
            <a:srgbClr val="FFFFCC"/>
          </a:solidFill>
          <a:ln w="25400" cap="flat" cmpd="sng" algn="ctr">
            <a:solidFill>
              <a:srgbClr val="FFC000"/>
            </a:solidFill>
            <a:prstDash val="solid"/>
          </a:ln>
          <a:effectLst/>
        </p:spPr>
        <p:txBody>
          <a:bodyPr lIns="64285" tIns="32142" rIns="64285" bIns="32142" rtlCol="0" anchor="ctr"/>
          <a:lstStyle/>
          <a:p>
            <a:pPr defTabSz="642823" fontAlgn="auto">
              <a:spcBef>
                <a:spcPts val="0"/>
              </a:spcBef>
              <a:spcAft>
                <a:spcPts val="0"/>
              </a:spcAft>
              <a:defRPr/>
            </a:pPr>
            <a:endParaRPr lang="en-US" sz="1266" cap="all" dirty="0">
              <a:solidFill>
                <a:prstClr val="black"/>
              </a:solidFill>
              <a:latin typeface="Comic Sans MS" panose="030F0702030302020204" pitchFamily="66" charset="0"/>
              <a:ea typeface="+mn-ea"/>
            </a:endParaRPr>
          </a:p>
        </p:txBody>
      </p:sp>
      <p:sp>
        <p:nvSpPr>
          <p:cNvPr id="53" name="Rectangle 52"/>
          <p:cNvSpPr/>
          <p:nvPr/>
        </p:nvSpPr>
        <p:spPr>
          <a:xfrm>
            <a:off x="-2789212" y="5326782"/>
            <a:ext cx="1998146" cy="1467467"/>
          </a:xfrm>
          <a:prstGeom prst="rect">
            <a:avLst/>
          </a:prstGeom>
          <a:solidFill>
            <a:srgbClr val="FFFFCC"/>
          </a:solidFill>
          <a:ln w="25400" cap="flat" cmpd="sng" algn="ctr">
            <a:solidFill>
              <a:srgbClr val="FFC000"/>
            </a:solidFill>
            <a:prstDash val="solid"/>
          </a:ln>
          <a:effectLst/>
        </p:spPr>
        <p:txBody>
          <a:bodyPr lIns="64285" tIns="32142" rIns="64285" bIns="32142" rtlCol="0" anchor="ctr"/>
          <a:lstStyle/>
          <a:p>
            <a:pPr defTabSz="642823" fontAlgn="auto">
              <a:spcBef>
                <a:spcPts val="0"/>
              </a:spcBef>
              <a:spcAft>
                <a:spcPts val="0"/>
              </a:spcAft>
              <a:defRPr/>
            </a:pPr>
            <a:endParaRPr lang="en-US" sz="1266" cap="all" dirty="0">
              <a:solidFill>
                <a:prstClr val="black"/>
              </a:solidFill>
              <a:latin typeface="Comic Sans MS" panose="030F0702030302020204" pitchFamily="66" charset="0"/>
              <a:ea typeface="+mn-ea"/>
            </a:endParaRPr>
          </a:p>
        </p:txBody>
      </p:sp>
    </p:spTree>
    <p:extLst>
      <p:ext uri="{BB962C8B-B14F-4D97-AF65-F5344CB8AC3E}">
        <p14:creationId xmlns:p14="http://schemas.microsoft.com/office/powerpoint/2010/main" val="1691611608"/>
      </p:ext>
    </p:extLst>
  </p:cSld>
  <p:clrMapOvr>
    <a:masterClrMapping/>
  </p:clrMapOvr>
  <p:transition spd="me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1" name="Shape 251"/>
          <p:cNvSpPr>
            <a:spLocks noGrp="1"/>
          </p:cNvSpPr>
          <p:nvPr>
            <p:ph type="body" idx="13"/>
          </p:nvPr>
        </p:nvSpPr>
        <p:spPr>
          <a:xfrm>
            <a:off x="976312" y="435506"/>
            <a:ext cx="7858126" cy="240066"/>
          </a:xfrm>
          <a:prstGeom prst="rect">
            <a:avLst/>
          </a:prstGeom>
        </p:spPr>
        <p:txBody>
          <a:bodyPr/>
          <a:lstStyle>
            <a:lvl1pPr algn="r">
              <a:defRPr sz="1200" spc="60"/>
            </a:lvl1pPr>
          </a:lstStyle>
          <a:p>
            <a:r>
              <a:t>project name</a:t>
            </a:r>
          </a:p>
        </p:txBody>
      </p:sp>
      <p:sp>
        <p:nvSpPr>
          <p:cNvPr id="252" name="Shape 252"/>
          <p:cNvSpPr>
            <a:spLocks noGrp="1"/>
          </p:cNvSpPr>
          <p:nvPr>
            <p:ph type="title"/>
          </p:nvPr>
        </p:nvSpPr>
        <p:spPr>
          <a:xfrm>
            <a:off x="285750" y="260341"/>
            <a:ext cx="7379317" cy="508993"/>
          </a:xfrm>
          <a:prstGeom prst="rect">
            <a:avLst/>
          </a:prstGeom>
        </p:spPr>
        <p:txBody>
          <a:bodyPr/>
          <a:lstStyle>
            <a:lvl1pPr defTabSz="467359">
              <a:spcBef>
                <a:spcPts val="2200"/>
              </a:spcBef>
              <a:defRPr sz="4800"/>
            </a:lvl1pPr>
          </a:lstStyle>
          <a:p>
            <a:r>
              <a:rPr sz="3600" b="0">
                <a:latin typeface="+mj-lt"/>
              </a:rPr>
              <a:t>Alignment</a:t>
            </a:r>
          </a:p>
        </p:txBody>
      </p:sp>
      <p:sp>
        <p:nvSpPr>
          <p:cNvPr id="254" name="Shape 254"/>
          <p:cNvSpPr/>
          <p:nvPr/>
        </p:nvSpPr>
        <p:spPr>
          <a:xfrm>
            <a:off x="285750" y="763905"/>
            <a:ext cx="4489191" cy="227948"/>
          </a:xfrm>
          <a:prstGeom prst="rect">
            <a:avLst/>
          </a:prstGeom>
          <a:ln w="12700">
            <a:miter lim="400000"/>
          </a:ln>
          <a:extLst>
            <a:ext uri="{C572A759-6A51-4108-AA02-DFA0A04FC94B}">
              <ma14:wrappingTextBoxFlag xmlns="" xmlns:ma14="http://schemas.microsoft.com/office/mac/drawingml/2011/main" val="1"/>
            </a:ext>
          </a:extLst>
        </p:spPr>
        <p:txBody>
          <a:bodyPr wrap="square" lIns="35719" tIns="35719" rIns="35719" bIns="35719" anchor="b">
            <a:spAutoFit/>
          </a:bodyPr>
          <a:lstStyle>
            <a:lvl1pPr algn="l" defTabSz="457200">
              <a:lnSpc>
                <a:spcPct val="80000"/>
              </a:lnSpc>
              <a:defRPr sz="1800" cap="all" spc="90">
                <a:solidFill>
                  <a:srgbClr val="838787"/>
                </a:solidFill>
                <a:latin typeface="DIN Condensed"/>
                <a:ea typeface="DIN Condensed"/>
                <a:cs typeface="DIN Condensed"/>
                <a:sym typeface="DIN Condensed"/>
              </a:defRPr>
            </a:lvl1pPr>
          </a:lstStyle>
          <a:p>
            <a:r>
              <a:rPr sz="1266" dirty="0">
                <a:latin typeface="+mj-lt"/>
              </a:rPr>
              <a:t>Internal (sponsors) + external (partners) </a:t>
            </a:r>
          </a:p>
        </p:txBody>
      </p:sp>
      <p:sp>
        <p:nvSpPr>
          <p:cNvPr id="34" name="Rectangle 33"/>
          <p:cNvSpPr/>
          <p:nvPr/>
        </p:nvSpPr>
        <p:spPr>
          <a:xfrm>
            <a:off x="-3378571" y="442436"/>
            <a:ext cx="1998146" cy="1467467"/>
          </a:xfrm>
          <a:prstGeom prst="rect">
            <a:avLst/>
          </a:prstGeom>
          <a:solidFill>
            <a:srgbClr val="C0504D">
              <a:lumMod val="20000"/>
              <a:lumOff val="80000"/>
            </a:srgbClr>
          </a:solidFill>
          <a:ln w="25400" cap="flat" cmpd="sng" algn="ctr">
            <a:solidFill>
              <a:srgbClr val="C0504D">
                <a:lumMod val="40000"/>
                <a:lumOff val="60000"/>
              </a:srgbClr>
            </a:solidFill>
            <a:prstDash val="solid"/>
          </a:ln>
          <a:effectLst/>
        </p:spPr>
        <p:txBody>
          <a:bodyPr lIns="64285" tIns="32142" rIns="64285" bIns="32142" rtlCol="0" anchor="ctr"/>
          <a:lstStyle/>
          <a:p>
            <a:pPr defTabSz="642823" fontAlgn="auto">
              <a:spcBef>
                <a:spcPts val="0"/>
              </a:spcBef>
              <a:spcAft>
                <a:spcPts val="0"/>
              </a:spcAft>
              <a:defRPr/>
            </a:pPr>
            <a:endParaRPr lang="en-US" sz="1266" cap="all" dirty="0">
              <a:solidFill>
                <a:prstClr val="black"/>
              </a:solidFill>
              <a:latin typeface="Comic Sans MS" panose="030F0702030302020204" pitchFamily="66" charset="0"/>
              <a:ea typeface="+mn-ea"/>
            </a:endParaRPr>
          </a:p>
        </p:txBody>
      </p:sp>
      <p:sp>
        <p:nvSpPr>
          <p:cNvPr id="35" name="Rectangle 34"/>
          <p:cNvSpPr/>
          <p:nvPr/>
        </p:nvSpPr>
        <p:spPr>
          <a:xfrm>
            <a:off x="-3271415" y="549593"/>
            <a:ext cx="1998146" cy="1467467"/>
          </a:xfrm>
          <a:prstGeom prst="rect">
            <a:avLst/>
          </a:prstGeom>
          <a:solidFill>
            <a:srgbClr val="C0504D">
              <a:lumMod val="20000"/>
              <a:lumOff val="80000"/>
            </a:srgbClr>
          </a:solidFill>
          <a:ln w="25400" cap="flat" cmpd="sng" algn="ctr">
            <a:solidFill>
              <a:srgbClr val="C0504D">
                <a:lumMod val="40000"/>
                <a:lumOff val="60000"/>
              </a:srgbClr>
            </a:solidFill>
            <a:prstDash val="solid"/>
          </a:ln>
          <a:effectLst/>
        </p:spPr>
        <p:txBody>
          <a:bodyPr lIns="64285" tIns="32142" rIns="64285" bIns="32142" rtlCol="0" anchor="ctr"/>
          <a:lstStyle/>
          <a:p>
            <a:pPr defTabSz="642823" fontAlgn="auto">
              <a:spcBef>
                <a:spcPts val="0"/>
              </a:spcBef>
              <a:spcAft>
                <a:spcPts val="0"/>
              </a:spcAft>
              <a:defRPr/>
            </a:pPr>
            <a:endParaRPr lang="en-US" sz="1266" cap="all" dirty="0">
              <a:solidFill>
                <a:prstClr val="black"/>
              </a:solidFill>
              <a:latin typeface="Comic Sans MS" panose="030F0702030302020204" pitchFamily="66" charset="0"/>
              <a:ea typeface="+mn-ea"/>
            </a:endParaRPr>
          </a:p>
        </p:txBody>
      </p:sp>
      <p:sp>
        <p:nvSpPr>
          <p:cNvPr id="36" name="Rectangle 35"/>
          <p:cNvSpPr/>
          <p:nvPr/>
        </p:nvSpPr>
        <p:spPr>
          <a:xfrm>
            <a:off x="-3164258" y="656749"/>
            <a:ext cx="1998146" cy="1467467"/>
          </a:xfrm>
          <a:prstGeom prst="rect">
            <a:avLst/>
          </a:prstGeom>
          <a:solidFill>
            <a:srgbClr val="C0504D">
              <a:lumMod val="20000"/>
              <a:lumOff val="80000"/>
            </a:srgbClr>
          </a:solidFill>
          <a:ln w="25400" cap="flat" cmpd="sng" algn="ctr">
            <a:solidFill>
              <a:srgbClr val="C0504D">
                <a:lumMod val="40000"/>
                <a:lumOff val="60000"/>
              </a:srgbClr>
            </a:solidFill>
            <a:prstDash val="solid"/>
          </a:ln>
          <a:effectLst/>
        </p:spPr>
        <p:txBody>
          <a:bodyPr lIns="64285" tIns="32142" rIns="64285" bIns="32142" rtlCol="0" anchor="ctr"/>
          <a:lstStyle/>
          <a:p>
            <a:pPr defTabSz="642823" fontAlgn="auto">
              <a:spcBef>
                <a:spcPts val="0"/>
              </a:spcBef>
              <a:spcAft>
                <a:spcPts val="0"/>
              </a:spcAft>
              <a:defRPr/>
            </a:pPr>
            <a:endParaRPr lang="en-US" sz="1266" cap="all" dirty="0">
              <a:solidFill>
                <a:prstClr val="black"/>
              </a:solidFill>
              <a:latin typeface="Comic Sans MS" panose="030F0702030302020204" pitchFamily="66" charset="0"/>
              <a:ea typeface="+mn-ea"/>
            </a:endParaRPr>
          </a:p>
        </p:txBody>
      </p:sp>
      <p:sp>
        <p:nvSpPr>
          <p:cNvPr id="37" name="Rectangle 36"/>
          <p:cNvSpPr/>
          <p:nvPr/>
        </p:nvSpPr>
        <p:spPr>
          <a:xfrm>
            <a:off x="-3057102" y="763905"/>
            <a:ext cx="1998146" cy="1467467"/>
          </a:xfrm>
          <a:prstGeom prst="rect">
            <a:avLst/>
          </a:prstGeom>
          <a:solidFill>
            <a:srgbClr val="C0504D">
              <a:lumMod val="20000"/>
              <a:lumOff val="80000"/>
            </a:srgbClr>
          </a:solidFill>
          <a:ln w="25400" cap="flat" cmpd="sng" algn="ctr">
            <a:solidFill>
              <a:srgbClr val="C0504D">
                <a:lumMod val="40000"/>
                <a:lumOff val="60000"/>
              </a:srgbClr>
            </a:solidFill>
            <a:prstDash val="solid"/>
          </a:ln>
          <a:effectLst/>
        </p:spPr>
        <p:txBody>
          <a:bodyPr lIns="64285" tIns="32142" rIns="64285" bIns="32142" rtlCol="0" anchor="ctr"/>
          <a:lstStyle/>
          <a:p>
            <a:pPr defTabSz="642823" fontAlgn="auto">
              <a:spcBef>
                <a:spcPts val="0"/>
              </a:spcBef>
              <a:spcAft>
                <a:spcPts val="0"/>
              </a:spcAft>
              <a:defRPr/>
            </a:pPr>
            <a:endParaRPr lang="en-US" sz="1266" cap="all" dirty="0">
              <a:solidFill>
                <a:prstClr val="black"/>
              </a:solidFill>
              <a:latin typeface="Comic Sans MS" panose="030F0702030302020204" pitchFamily="66" charset="0"/>
              <a:ea typeface="+mn-ea"/>
            </a:endParaRPr>
          </a:p>
        </p:txBody>
      </p:sp>
      <p:sp>
        <p:nvSpPr>
          <p:cNvPr id="38" name="Rectangle 37"/>
          <p:cNvSpPr/>
          <p:nvPr/>
        </p:nvSpPr>
        <p:spPr>
          <a:xfrm>
            <a:off x="-2949946" y="871061"/>
            <a:ext cx="1998146" cy="1467467"/>
          </a:xfrm>
          <a:prstGeom prst="rect">
            <a:avLst/>
          </a:prstGeom>
          <a:solidFill>
            <a:srgbClr val="C0504D">
              <a:lumMod val="20000"/>
              <a:lumOff val="80000"/>
            </a:srgbClr>
          </a:solidFill>
          <a:ln w="25400" cap="flat" cmpd="sng" algn="ctr">
            <a:solidFill>
              <a:srgbClr val="C0504D">
                <a:lumMod val="40000"/>
                <a:lumOff val="60000"/>
              </a:srgbClr>
            </a:solidFill>
            <a:prstDash val="solid"/>
          </a:ln>
          <a:effectLst/>
        </p:spPr>
        <p:txBody>
          <a:bodyPr lIns="64285" tIns="32142" rIns="64285" bIns="32142" rtlCol="0" anchor="ctr"/>
          <a:lstStyle/>
          <a:p>
            <a:pPr defTabSz="642823" fontAlgn="auto">
              <a:spcBef>
                <a:spcPts val="0"/>
              </a:spcBef>
              <a:spcAft>
                <a:spcPts val="0"/>
              </a:spcAft>
              <a:defRPr/>
            </a:pPr>
            <a:endParaRPr lang="en-US" sz="1266" cap="all" dirty="0">
              <a:solidFill>
                <a:prstClr val="black"/>
              </a:solidFill>
              <a:latin typeface="Comic Sans MS" panose="030F0702030302020204" pitchFamily="66" charset="0"/>
              <a:ea typeface="+mn-ea"/>
            </a:endParaRPr>
          </a:p>
        </p:txBody>
      </p:sp>
      <p:sp>
        <p:nvSpPr>
          <p:cNvPr id="39" name="Rectangle 38"/>
          <p:cNvSpPr/>
          <p:nvPr/>
        </p:nvSpPr>
        <p:spPr>
          <a:xfrm>
            <a:off x="-2842790" y="978218"/>
            <a:ext cx="1998146" cy="1467467"/>
          </a:xfrm>
          <a:prstGeom prst="rect">
            <a:avLst/>
          </a:prstGeom>
          <a:solidFill>
            <a:srgbClr val="C0504D">
              <a:lumMod val="20000"/>
              <a:lumOff val="80000"/>
            </a:srgbClr>
          </a:solidFill>
          <a:ln w="25400" cap="flat" cmpd="sng" algn="ctr">
            <a:solidFill>
              <a:srgbClr val="C0504D">
                <a:lumMod val="40000"/>
                <a:lumOff val="60000"/>
              </a:srgbClr>
            </a:solidFill>
            <a:prstDash val="solid"/>
          </a:ln>
          <a:effectLst/>
        </p:spPr>
        <p:txBody>
          <a:bodyPr lIns="64285" tIns="32142" rIns="64285" bIns="32142" rtlCol="0" anchor="ctr"/>
          <a:lstStyle/>
          <a:p>
            <a:pPr defTabSz="642823" fontAlgn="auto">
              <a:spcBef>
                <a:spcPts val="0"/>
              </a:spcBef>
              <a:spcAft>
                <a:spcPts val="0"/>
              </a:spcAft>
              <a:defRPr/>
            </a:pPr>
            <a:endParaRPr lang="en-US" sz="1266" cap="all" dirty="0">
              <a:solidFill>
                <a:prstClr val="black"/>
              </a:solidFill>
              <a:latin typeface="Comic Sans MS" panose="030F0702030302020204" pitchFamily="66" charset="0"/>
              <a:ea typeface="+mn-ea"/>
            </a:endParaRPr>
          </a:p>
        </p:txBody>
      </p:sp>
      <p:sp>
        <p:nvSpPr>
          <p:cNvPr id="40" name="Rectangle 39"/>
          <p:cNvSpPr/>
          <p:nvPr/>
        </p:nvSpPr>
        <p:spPr>
          <a:xfrm>
            <a:off x="-2735633" y="1085374"/>
            <a:ext cx="1998146" cy="1467467"/>
          </a:xfrm>
          <a:prstGeom prst="rect">
            <a:avLst/>
          </a:prstGeom>
          <a:solidFill>
            <a:srgbClr val="C0504D">
              <a:lumMod val="20000"/>
              <a:lumOff val="80000"/>
            </a:srgbClr>
          </a:solidFill>
          <a:ln w="25400" cap="flat" cmpd="sng" algn="ctr">
            <a:solidFill>
              <a:srgbClr val="C0504D">
                <a:lumMod val="40000"/>
                <a:lumOff val="60000"/>
              </a:srgbClr>
            </a:solidFill>
            <a:prstDash val="solid"/>
          </a:ln>
          <a:effectLst/>
        </p:spPr>
        <p:txBody>
          <a:bodyPr lIns="64285" tIns="32142" rIns="64285" bIns="32142" rtlCol="0" anchor="ctr"/>
          <a:lstStyle/>
          <a:p>
            <a:pPr defTabSz="642823" fontAlgn="auto">
              <a:spcBef>
                <a:spcPts val="0"/>
              </a:spcBef>
              <a:spcAft>
                <a:spcPts val="0"/>
              </a:spcAft>
              <a:defRPr/>
            </a:pPr>
            <a:endParaRPr lang="en-US" sz="1266" cap="all" dirty="0">
              <a:solidFill>
                <a:prstClr val="black"/>
              </a:solidFill>
              <a:latin typeface="Comic Sans MS" panose="030F0702030302020204" pitchFamily="66" charset="0"/>
              <a:ea typeface="+mn-ea"/>
            </a:endParaRPr>
          </a:p>
        </p:txBody>
      </p:sp>
      <p:sp>
        <p:nvSpPr>
          <p:cNvPr id="41" name="Rectangle 40"/>
          <p:cNvSpPr/>
          <p:nvPr/>
        </p:nvSpPr>
        <p:spPr>
          <a:xfrm>
            <a:off x="-3473462" y="2767153"/>
            <a:ext cx="1998146" cy="1467467"/>
          </a:xfrm>
          <a:prstGeom prst="rect">
            <a:avLst/>
          </a:prstGeom>
          <a:solidFill>
            <a:srgbClr val="4F81BD">
              <a:lumMod val="20000"/>
              <a:lumOff val="80000"/>
            </a:srgbClr>
          </a:solidFill>
          <a:ln w="25400" cap="flat" cmpd="sng" algn="ctr">
            <a:solidFill>
              <a:srgbClr val="4F81BD">
                <a:lumMod val="40000"/>
                <a:lumOff val="60000"/>
              </a:srgbClr>
            </a:solidFill>
            <a:prstDash val="solid"/>
          </a:ln>
          <a:effectLst/>
        </p:spPr>
        <p:txBody>
          <a:bodyPr lIns="64285" tIns="32142" rIns="64285" bIns="32142" rtlCol="0" anchor="ctr"/>
          <a:lstStyle/>
          <a:p>
            <a:pPr defTabSz="642823" fontAlgn="auto">
              <a:spcBef>
                <a:spcPts val="0"/>
              </a:spcBef>
              <a:spcAft>
                <a:spcPts val="0"/>
              </a:spcAft>
              <a:defRPr/>
            </a:pPr>
            <a:endParaRPr lang="en-US" sz="1266" cap="all" dirty="0">
              <a:solidFill>
                <a:prstClr val="black"/>
              </a:solidFill>
              <a:latin typeface="Comic Sans MS" panose="030F0702030302020204" pitchFamily="66" charset="0"/>
              <a:ea typeface="+mn-ea"/>
            </a:endParaRPr>
          </a:p>
        </p:txBody>
      </p:sp>
      <p:sp>
        <p:nvSpPr>
          <p:cNvPr id="42" name="Rectangle 41"/>
          <p:cNvSpPr/>
          <p:nvPr/>
        </p:nvSpPr>
        <p:spPr>
          <a:xfrm>
            <a:off x="-3366306" y="2874310"/>
            <a:ext cx="1998146" cy="1467467"/>
          </a:xfrm>
          <a:prstGeom prst="rect">
            <a:avLst/>
          </a:prstGeom>
          <a:solidFill>
            <a:srgbClr val="4F81BD">
              <a:lumMod val="20000"/>
              <a:lumOff val="80000"/>
            </a:srgbClr>
          </a:solidFill>
          <a:ln w="25400" cap="flat" cmpd="sng" algn="ctr">
            <a:solidFill>
              <a:srgbClr val="4F81BD">
                <a:lumMod val="40000"/>
                <a:lumOff val="60000"/>
              </a:srgbClr>
            </a:solidFill>
            <a:prstDash val="solid"/>
          </a:ln>
          <a:effectLst/>
        </p:spPr>
        <p:txBody>
          <a:bodyPr lIns="64285" tIns="32142" rIns="64285" bIns="32142" rtlCol="0" anchor="ctr"/>
          <a:lstStyle/>
          <a:p>
            <a:pPr defTabSz="642823" fontAlgn="auto">
              <a:spcBef>
                <a:spcPts val="0"/>
              </a:spcBef>
              <a:spcAft>
                <a:spcPts val="0"/>
              </a:spcAft>
              <a:defRPr/>
            </a:pPr>
            <a:endParaRPr lang="en-US" sz="1266" cap="all" dirty="0">
              <a:solidFill>
                <a:prstClr val="black"/>
              </a:solidFill>
              <a:latin typeface="Comic Sans MS" panose="030F0702030302020204" pitchFamily="66" charset="0"/>
              <a:ea typeface="+mn-ea"/>
            </a:endParaRPr>
          </a:p>
        </p:txBody>
      </p:sp>
      <p:sp>
        <p:nvSpPr>
          <p:cNvPr id="43" name="Rectangle 42"/>
          <p:cNvSpPr/>
          <p:nvPr/>
        </p:nvSpPr>
        <p:spPr>
          <a:xfrm>
            <a:off x="-3259149" y="2981466"/>
            <a:ext cx="1998146" cy="1467467"/>
          </a:xfrm>
          <a:prstGeom prst="rect">
            <a:avLst/>
          </a:prstGeom>
          <a:solidFill>
            <a:srgbClr val="4F81BD">
              <a:lumMod val="20000"/>
              <a:lumOff val="80000"/>
            </a:srgbClr>
          </a:solidFill>
          <a:ln w="25400" cap="flat" cmpd="sng" algn="ctr">
            <a:solidFill>
              <a:srgbClr val="4F81BD">
                <a:lumMod val="40000"/>
                <a:lumOff val="60000"/>
              </a:srgbClr>
            </a:solidFill>
            <a:prstDash val="solid"/>
          </a:ln>
          <a:effectLst/>
        </p:spPr>
        <p:txBody>
          <a:bodyPr lIns="64285" tIns="32142" rIns="64285" bIns="32142" rtlCol="0" anchor="ctr"/>
          <a:lstStyle/>
          <a:p>
            <a:pPr defTabSz="642823" fontAlgn="auto">
              <a:spcBef>
                <a:spcPts val="0"/>
              </a:spcBef>
              <a:spcAft>
                <a:spcPts val="0"/>
              </a:spcAft>
              <a:defRPr/>
            </a:pPr>
            <a:endParaRPr lang="en-US" sz="1266" cap="all" dirty="0">
              <a:solidFill>
                <a:prstClr val="black"/>
              </a:solidFill>
              <a:latin typeface="Comic Sans MS" panose="030F0702030302020204" pitchFamily="66" charset="0"/>
              <a:ea typeface="+mn-ea"/>
            </a:endParaRPr>
          </a:p>
        </p:txBody>
      </p:sp>
      <p:sp>
        <p:nvSpPr>
          <p:cNvPr id="44" name="Rectangle 43"/>
          <p:cNvSpPr/>
          <p:nvPr/>
        </p:nvSpPr>
        <p:spPr>
          <a:xfrm>
            <a:off x="-3151993" y="3088622"/>
            <a:ext cx="1998146" cy="1467467"/>
          </a:xfrm>
          <a:prstGeom prst="rect">
            <a:avLst/>
          </a:prstGeom>
          <a:solidFill>
            <a:srgbClr val="4F81BD">
              <a:lumMod val="20000"/>
              <a:lumOff val="80000"/>
            </a:srgbClr>
          </a:solidFill>
          <a:ln w="25400" cap="flat" cmpd="sng" algn="ctr">
            <a:solidFill>
              <a:srgbClr val="4F81BD">
                <a:lumMod val="40000"/>
                <a:lumOff val="60000"/>
              </a:srgbClr>
            </a:solidFill>
            <a:prstDash val="solid"/>
          </a:ln>
          <a:effectLst/>
        </p:spPr>
        <p:txBody>
          <a:bodyPr lIns="64285" tIns="32142" rIns="64285" bIns="32142" rtlCol="0" anchor="ctr"/>
          <a:lstStyle/>
          <a:p>
            <a:pPr defTabSz="642823" fontAlgn="auto">
              <a:spcBef>
                <a:spcPts val="0"/>
              </a:spcBef>
              <a:spcAft>
                <a:spcPts val="0"/>
              </a:spcAft>
              <a:defRPr/>
            </a:pPr>
            <a:endParaRPr lang="en-US" sz="1266" cap="all" dirty="0">
              <a:solidFill>
                <a:prstClr val="black"/>
              </a:solidFill>
              <a:latin typeface="Comic Sans MS" panose="030F0702030302020204" pitchFamily="66" charset="0"/>
              <a:ea typeface="+mn-ea"/>
            </a:endParaRPr>
          </a:p>
        </p:txBody>
      </p:sp>
      <p:sp>
        <p:nvSpPr>
          <p:cNvPr id="45" name="Rectangle 44"/>
          <p:cNvSpPr/>
          <p:nvPr/>
        </p:nvSpPr>
        <p:spPr>
          <a:xfrm>
            <a:off x="-3044837" y="3195778"/>
            <a:ext cx="1998146" cy="1467467"/>
          </a:xfrm>
          <a:prstGeom prst="rect">
            <a:avLst/>
          </a:prstGeom>
          <a:solidFill>
            <a:srgbClr val="4F81BD">
              <a:lumMod val="20000"/>
              <a:lumOff val="80000"/>
            </a:srgbClr>
          </a:solidFill>
          <a:ln w="25400" cap="flat" cmpd="sng" algn="ctr">
            <a:solidFill>
              <a:srgbClr val="4F81BD">
                <a:lumMod val="40000"/>
                <a:lumOff val="60000"/>
              </a:srgbClr>
            </a:solidFill>
            <a:prstDash val="solid"/>
          </a:ln>
          <a:effectLst/>
        </p:spPr>
        <p:txBody>
          <a:bodyPr lIns="64285" tIns="32142" rIns="64285" bIns="32142" rtlCol="0" anchor="ctr"/>
          <a:lstStyle/>
          <a:p>
            <a:pPr defTabSz="642823" fontAlgn="auto">
              <a:spcBef>
                <a:spcPts val="0"/>
              </a:spcBef>
              <a:spcAft>
                <a:spcPts val="0"/>
              </a:spcAft>
              <a:defRPr/>
            </a:pPr>
            <a:endParaRPr lang="en-US" sz="1266" cap="all" dirty="0">
              <a:solidFill>
                <a:prstClr val="black"/>
              </a:solidFill>
              <a:latin typeface="Comic Sans MS" panose="030F0702030302020204" pitchFamily="66" charset="0"/>
              <a:ea typeface="+mn-ea"/>
            </a:endParaRPr>
          </a:p>
        </p:txBody>
      </p:sp>
      <p:sp>
        <p:nvSpPr>
          <p:cNvPr id="46" name="Rectangle 45"/>
          <p:cNvSpPr/>
          <p:nvPr/>
        </p:nvSpPr>
        <p:spPr>
          <a:xfrm>
            <a:off x="-2937681" y="3302935"/>
            <a:ext cx="1998146" cy="1467467"/>
          </a:xfrm>
          <a:prstGeom prst="rect">
            <a:avLst/>
          </a:prstGeom>
          <a:solidFill>
            <a:srgbClr val="4F81BD">
              <a:lumMod val="20000"/>
              <a:lumOff val="80000"/>
            </a:srgbClr>
          </a:solidFill>
          <a:ln w="25400" cap="flat" cmpd="sng" algn="ctr">
            <a:solidFill>
              <a:srgbClr val="4F81BD">
                <a:lumMod val="40000"/>
                <a:lumOff val="60000"/>
              </a:srgbClr>
            </a:solidFill>
            <a:prstDash val="solid"/>
          </a:ln>
          <a:effectLst/>
        </p:spPr>
        <p:txBody>
          <a:bodyPr lIns="64285" tIns="32142" rIns="64285" bIns="32142" rtlCol="0" anchor="ctr"/>
          <a:lstStyle/>
          <a:p>
            <a:pPr defTabSz="642823" fontAlgn="auto">
              <a:spcBef>
                <a:spcPts val="0"/>
              </a:spcBef>
              <a:spcAft>
                <a:spcPts val="0"/>
              </a:spcAft>
              <a:defRPr/>
            </a:pPr>
            <a:endParaRPr lang="en-US" sz="1266" cap="all" dirty="0">
              <a:solidFill>
                <a:prstClr val="black"/>
              </a:solidFill>
              <a:latin typeface="Comic Sans MS" panose="030F0702030302020204" pitchFamily="66" charset="0"/>
              <a:ea typeface="+mn-ea"/>
            </a:endParaRPr>
          </a:p>
        </p:txBody>
      </p:sp>
      <p:sp>
        <p:nvSpPr>
          <p:cNvPr id="47" name="Rectangle 46"/>
          <p:cNvSpPr/>
          <p:nvPr/>
        </p:nvSpPr>
        <p:spPr>
          <a:xfrm>
            <a:off x="-2830524" y="3410091"/>
            <a:ext cx="1998146" cy="1467467"/>
          </a:xfrm>
          <a:prstGeom prst="rect">
            <a:avLst/>
          </a:prstGeom>
          <a:solidFill>
            <a:srgbClr val="4F81BD">
              <a:lumMod val="20000"/>
              <a:lumOff val="80000"/>
            </a:srgbClr>
          </a:solidFill>
          <a:ln w="25400" cap="flat" cmpd="sng" algn="ctr">
            <a:solidFill>
              <a:srgbClr val="4F81BD">
                <a:lumMod val="40000"/>
                <a:lumOff val="60000"/>
              </a:srgbClr>
            </a:solidFill>
            <a:prstDash val="solid"/>
          </a:ln>
          <a:effectLst/>
        </p:spPr>
        <p:txBody>
          <a:bodyPr lIns="64285" tIns="32142" rIns="64285" bIns="32142" rtlCol="0" anchor="ctr"/>
          <a:lstStyle/>
          <a:p>
            <a:pPr defTabSz="642823" fontAlgn="auto">
              <a:spcBef>
                <a:spcPts val="0"/>
              </a:spcBef>
              <a:spcAft>
                <a:spcPts val="0"/>
              </a:spcAft>
              <a:defRPr/>
            </a:pPr>
            <a:endParaRPr lang="en-US" sz="1266" cap="all" dirty="0">
              <a:solidFill>
                <a:prstClr val="black"/>
              </a:solidFill>
              <a:latin typeface="Comic Sans MS" panose="030F0702030302020204" pitchFamily="66" charset="0"/>
              <a:ea typeface="+mn-ea"/>
            </a:endParaRPr>
          </a:p>
        </p:txBody>
      </p:sp>
      <p:sp>
        <p:nvSpPr>
          <p:cNvPr id="48" name="Rectangle 47"/>
          <p:cNvSpPr/>
          <p:nvPr/>
        </p:nvSpPr>
        <p:spPr>
          <a:xfrm>
            <a:off x="-3432149" y="4683845"/>
            <a:ext cx="1998146" cy="1467467"/>
          </a:xfrm>
          <a:prstGeom prst="rect">
            <a:avLst/>
          </a:prstGeom>
          <a:solidFill>
            <a:srgbClr val="FFFFCC"/>
          </a:solidFill>
          <a:ln w="25400" cap="flat" cmpd="sng" algn="ctr">
            <a:solidFill>
              <a:srgbClr val="FFC000"/>
            </a:solidFill>
            <a:prstDash val="solid"/>
          </a:ln>
          <a:effectLst/>
        </p:spPr>
        <p:txBody>
          <a:bodyPr lIns="64285" tIns="32142" rIns="64285" bIns="32142" rtlCol="0" anchor="ctr"/>
          <a:lstStyle/>
          <a:p>
            <a:pPr defTabSz="642823" fontAlgn="auto">
              <a:spcBef>
                <a:spcPts val="0"/>
              </a:spcBef>
              <a:spcAft>
                <a:spcPts val="0"/>
              </a:spcAft>
              <a:defRPr/>
            </a:pPr>
            <a:endParaRPr lang="en-US" sz="1266" cap="all" dirty="0">
              <a:solidFill>
                <a:prstClr val="black"/>
              </a:solidFill>
              <a:latin typeface="Comic Sans MS" panose="030F0702030302020204" pitchFamily="66" charset="0"/>
              <a:ea typeface="+mn-ea"/>
            </a:endParaRPr>
          </a:p>
        </p:txBody>
      </p:sp>
      <p:sp>
        <p:nvSpPr>
          <p:cNvPr id="49" name="Rectangle 48"/>
          <p:cNvSpPr/>
          <p:nvPr/>
        </p:nvSpPr>
        <p:spPr>
          <a:xfrm>
            <a:off x="-3217837" y="4898157"/>
            <a:ext cx="1998146" cy="1467467"/>
          </a:xfrm>
          <a:prstGeom prst="rect">
            <a:avLst/>
          </a:prstGeom>
          <a:solidFill>
            <a:srgbClr val="FFFFCC"/>
          </a:solidFill>
          <a:ln w="25400" cap="flat" cmpd="sng" algn="ctr">
            <a:solidFill>
              <a:srgbClr val="FFC000"/>
            </a:solidFill>
            <a:prstDash val="solid"/>
          </a:ln>
          <a:effectLst/>
        </p:spPr>
        <p:txBody>
          <a:bodyPr lIns="64285" tIns="32142" rIns="64285" bIns="32142" rtlCol="0" anchor="ctr"/>
          <a:lstStyle/>
          <a:p>
            <a:pPr defTabSz="642823" fontAlgn="auto">
              <a:spcBef>
                <a:spcPts val="0"/>
              </a:spcBef>
              <a:spcAft>
                <a:spcPts val="0"/>
              </a:spcAft>
              <a:defRPr/>
            </a:pPr>
            <a:endParaRPr lang="en-US" sz="1266" cap="all" dirty="0">
              <a:solidFill>
                <a:prstClr val="black"/>
              </a:solidFill>
              <a:latin typeface="Comic Sans MS" panose="030F0702030302020204" pitchFamily="66" charset="0"/>
              <a:ea typeface="+mn-ea"/>
            </a:endParaRPr>
          </a:p>
        </p:txBody>
      </p:sp>
      <p:sp>
        <p:nvSpPr>
          <p:cNvPr id="50" name="Rectangle 49"/>
          <p:cNvSpPr/>
          <p:nvPr/>
        </p:nvSpPr>
        <p:spPr>
          <a:xfrm>
            <a:off x="-3110680" y="5005313"/>
            <a:ext cx="1998146" cy="1467467"/>
          </a:xfrm>
          <a:prstGeom prst="rect">
            <a:avLst/>
          </a:prstGeom>
          <a:solidFill>
            <a:srgbClr val="FFFFCC"/>
          </a:solidFill>
          <a:ln w="25400" cap="flat" cmpd="sng" algn="ctr">
            <a:solidFill>
              <a:srgbClr val="FFC000"/>
            </a:solidFill>
            <a:prstDash val="solid"/>
          </a:ln>
          <a:effectLst/>
        </p:spPr>
        <p:txBody>
          <a:bodyPr lIns="64285" tIns="32142" rIns="64285" bIns="32142" rtlCol="0" anchor="ctr"/>
          <a:lstStyle/>
          <a:p>
            <a:pPr defTabSz="642823" fontAlgn="auto">
              <a:spcBef>
                <a:spcPts val="0"/>
              </a:spcBef>
              <a:spcAft>
                <a:spcPts val="0"/>
              </a:spcAft>
              <a:defRPr/>
            </a:pPr>
            <a:endParaRPr lang="en-US" sz="1266" cap="all" dirty="0">
              <a:solidFill>
                <a:prstClr val="black"/>
              </a:solidFill>
              <a:latin typeface="Comic Sans MS" panose="030F0702030302020204" pitchFamily="66" charset="0"/>
              <a:ea typeface="+mn-ea"/>
            </a:endParaRPr>
          </a:p>
        </p:txBody>
      </p:sp>
      <p:sp>
        <p:nvSpPr>
          <p:cNvPr id="51" name="Rectangle 50"/>
          <p:cNvSpPr/>
          <p:nvPr/>
        </p:nvSpPr>
        <p:spPr>
          <a:xfrm>
            <a:off x="-3003524" y="5112470"/>
            <a:ext cx="1998146" cy="1467467"/>
          </a:xfrm>
          <a:prstGeom prst="rect">
            <a:avLst/>
          </a:prstGeom>
          <a:solidFill>
            <a:srgbClr val="FFFFCC"/>
          </a:solidFill>
          <a:ln w="25400" cap="flat" cmpd="sng" algn="ctr">
            <a:solidFill>
              <a:srgbClr val="FFC000"/>
            </a:solidFill>
            <a:prstDash val="solid"/>
          </a:ln>
          <a:effectLst/>
        </p:spPr>
        <p:txBody>
          <a:bodyPr lIns="64285" tIns="32142" rIns="64285" bIns="32142" rtlCol="0" anchor="ctr"/>
          <a:lstStyle/>
          <a:p>
            <a:pPr defTabSz="642823" fontAlgn="auto">
              <a:spcBef>
                <a:spcPts val="0"/>
              </a:spcBef>
              <a:spcAft>
                <a:spcPts val="0"/>
              </a:spcAft>
              <a:defRPr/>
            </a:pPr>
            <a:endParaRPr lang="en-US" sz="1266" cap="all" dirty="0">
              <a:solidFill>
                <a:prstClr val="black"/>
              </a:solidFill>
              <a:latin typeface="Comic Sans MS" panose="030F0702030302020204" pitchFamily="66" charset="0"/>
              <a:ea typeface="+mn-ea"/>
            </a:endParaRPr>
          </a:p>
        </p:txBody>
      </p:sp>
      <p:sp>
        <p:nvSpPr>
          <p:cNvPr id="52" name="Rectangle 51"/>
          <p:cNvSpPr/>
          <p:nvPr/>
        </p:nvSpPr>
        <p:spPr>
          <a:xfrm>
            <a:off x="-2896368" y="5219626"/>
            <a:ext cx="1998146" cy="1467467"/>
          </a:xfrm>
          <a:prstGeom prst="rect">
            <a:avLst/>
          </a:prstGeom>
          <a:solidFill>
            <a:srgbClr val="FFFFCC"/>
          </a:solidFill>
          <a:ln w="25400" cap="flat" cmpd="sng" algn="ctr">
            <a:solidFill>
              <a:srgbClr val="FFC000"/>
            </a:solidFill>
            <a:prstDash val="solid"/>
          </a:ln>
          <a:effectLst/>
        </p:spPr>
        <p:txBody>
          <a:bodyPr lIns="64285" tIns="32142" rIns="64285" bIns="32142" rtlCol="0" anchor="ctr"/>
          <a:lstStyle/>
          <a:p>
            <a:pPr defTabSz="642823" fontAlgn="auto">
              <a:spcBef>
                <a:spcPts val="0"/>
              </a:spcBef>
              <a:spcAft>
                <a:spcPts val="0"/>
              </a:spcAft>
              <a:defRPr/>
            </a:pPr>
            <a:endParaRPr lang="en-US" sz="1266" cap="all" dirty="0">
              <a:solidFill>
                <a:prstClr val="black"/>
              </a:solidFill>
              <a:latin typeface="Comic Sans MS" panose="030F0702030302020204" pitchFamily="66" charset="0"/>
              <a:ea typeface="+mn-ea"/>
            </a:endParaRPr>
          </a:p>
        </p:txBody>
      </p:sp>
      <p:sp>
        <p:nvSpPr>
          <p:cNvPr id="53" name="Rectangle 52"/>
          <p:cNvSpPr/>
          <p:nvPr/>
        </p:nvSpPr>
        <p:spPr>
          <a:xfrm>
            <a:off x="-2789212" y="5326782"/>
            <a:ext cx="1998146" cy="1467467"/>
          </a:xfrm>
          <a:prstGeom prst="rect">
            <a:avLst/>
          </a:prstGeom>
          <a:solidFill>
            <a:srgbClr val="FFFFCC"/>
          </a:solidFill>
          <a:ln w="25400" cap="flat" cmpd="sng" algn="ctr">
            <a:solidFill>
              <a:srgbClr val="FFC000"/>
            </a:solidFill>
            <a:prstDash val="solid"/>
          </a:ln>
          <a:effectLst/>
        </p:spPr>
        <p:txBody>
          <a:bodyPr lIns="64285" tIns="32142" rIns="64285" bIns="32142" rtlCol="0" anchor="ctr"/>
          <a:lstStyle/>
          <a:p>
            <a:pPr defTabSz="642823" fontAlgn="auto">
              <a:spcBef>
                <a:spcPts val="0"/>
              </a:spcBef>
              <a:spcAft>
                <a:spcPts val="0"/>
              </a:spcAft>
              <a:defRPr/>
            </a:pPr>
            <a:endParaRPr lang="en-US" sz="1266" cap="all" dirty="0">
              <a:solidFill>
                <a:prstClr val="black"/>
              </a:solidFill>
              <a:latin typeface="Comic Sans MS" panose="030F0702030302020204" pitchFamily="66" charset="0"/>
              <a:ea typeface="+mn-ea"/>
            </a:endParaRPr>
          </a:p>
        </p:txBody>
      </p:sp>
    </p:spTree>
    <p:extLst>
      <p:ext uri="{BB962C8B-B14F-4D97-AF65-F5344CB8AC3E}">
        <p14:creationId xmlns:p14="http://schemas.microsoft.com/office/powerpoint/2010/main" val="380293023"/>
      </p:ext>
    </p:extLst>
  </p:cSld>
  <p:clrMapOvr>
    <a:masterClrMapping/>
  </p:clrMapOvr>
  <p:transition spd="me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 name="Shape 256"/>
          <p:cNvSpPr>
            <a:spLocks noGrp="1"/>
          </p:cNvSpPr>
          <p:nvPr>
            <p:ph type="body" idx="13"/>
          </p:nvPr>
        </p:nvSpPr>
        <p:spPr>
          <a:xfrm>
            <a:off x="976312" y="435506"/>
            <a:ext cx="7858126" cy="240066"/>
          </a:xfrm>
          <a:prstGeom prst="rect">
            <a:avLst/>
          </a:prstGeom>
        </p:spPr>
        <p:txBody>
          <a:bodyPr/>
          <a:lstStyle>
            <a:lvl1pPr algn="r">
              <a:defRPr sz="1200" spc="60"/>
            </a:lvl1pPr>
          </a:lstStyle>
          <a:p>
            <a:r>
              <a:t>project name</a:t>
            </a:r>
          </a:p>
        </p:txBody>
      </p:sp>
      <p:sp>
        <p:nvSpPr>
          <p:cNvPr id="257" name="Shape 257"/>
          <p:cNvSpPr>
            <a:spLocks noGrp="1"/>
          </p:cNvSpPr>
          <p:nvPr>
            <p:ph type="title"/>
          </p:nvPr>
        </p:nvSpPr>
        <p:spPr>
          <a:xfrm>
            <a:off x="285750" y="260341"/>
            <a:ext cx="7379317" cy="508993"/>
          </a:xfrm>
          <a:prstGeom prst="rect">
            <a:avLst/>
          </a:prstGeom>
        </p:spPr>
        <p:txBody>
          <a:bodyPr/>
          <a:lstStyle>
            <a:lvl1pPr defTabSz="467359">
              <a:spcBef>
                <a:spcPts val="2200"/>
              </a:spcBef>
              <a:defRPr sz="4800"/>
            </a:lvl1pPr>
          </a:lstStyle>
          <a:p>
            <a:r>
              <a:rPr sz="3600" b="0">
                <a:latin typeface="+mj-lt"/>
              </a:rPr>
              <a:t>Technology</a:t>
            </a:r>
          </a:p>
        </p:txBody>
      </p:sp>
      <p:sp>
        <p:nvSpPr>
          <p:cNvPr id="33" name="Rectangle 32"/>
          <p:cNvSpPr/>
          <p:nvPr/>
        </p:nvSpPr>
        <p:spPr>
          <a:xfrm>
            <a:off x="-3378571" y="442436"/>
            <a:ext cx="1998146" cy="1467467"/>
          </a:xfrm>
          <a:prstGeom prst="rect">
            <a:avLst/>
          </a:prstGeom>
          <a:solidFill>
            <a:srgbClr val="C0504D">
              <a:lumMod val="20000"/>
              <a:lumOff val="80000"/>
            </a:srgbClr>
          </a:solidFill>
          <a:ln w="25400" cap="flat" cmpd="sng" algn="ctr">
            <a:solidFill>
              <a:srgbClr val="C0504D">
                <a:lumMod val="40000"/>
                <a:lumOff val="60000"/>
              </a:srgbClr>
            </a:solidFill>
            <a:prstDash val="solid"/>
          </a:ln>
          <a:effectLst/>
        </p:spPr>
        <p:txBody>
          <a:bodyPr lIns="64285" tIns="32142" rIns="64285" bIns="32142" rtlCol="0" anchor="ctr"/>
          <a:lstStyle/>
          <a:p>
            <a:pPr defTabSz="642823" fontAlgn="auto">
              <a:spcBef>
                <a:spcPts val="0"/>
              </a:spcBef>
              <a:spcAft>
                <a:spcPts val="0"/>
              </a:spcAft>
              <a:defRPr/>
            </a:pPr>
            <a:endParaRPr lang="en-US" sz="1266" cap="all" dirty="0">
              <a:solidFill>
                <a:prstClr val="black"/>
              </a:solidFill>
              <a:latin typeface="Comic Sans MS" panose="030F0702030302020204" pitchFamily="66" charset="0"/>
              <a:ea typeface="+mn-ea"/>
            </a:endParaRPr>
          </a:p>
        </p:txBody>
      </p:sp>
      <p:sp>
        <p:nvSpPr>
          <p:cNvPr id="34" name="Rectangle 33"/>
          <p:cNvSpPr/>
          <p:nvPr/>
        </p:nvSpPr>
        <p:spPr>
          <a:xfrm>
            <a:off x="-3271415" y="549593"/>
            <a:ext cx="1998146" cy="1467467"/>
          </a:xfrm>
          <a:prstGeom prst="rect">
            <a:avLst/>
          </a:prstGeom>
          <a:solidFill>
            <a:srgbClr val="C0504D">
              <a:lumMod val="20000"/>
              <a:lumOff val="80000"/>
            </a:srgbClr>
          </a:solidFill>
          <a:ln w="25400" cap="flat" cmpd="sng" algn="ctr">
            <a:solidFill>
              <a:srgbClr val="C0504D">
                <a:lumMod val="40000"/>
                <a:lumOff val="60000"/>
              </a:srgbClr>
            </a:solidFill>
            <a:prstDash val="solid"/>
          </a:ln>
          <a:effectLst/>
        </p:spPr>
        <p:txBody>
          <a:bodyPr lIns="64285" tIns="32142" rIns="64285" bIns="32142" rtlCol="0" anchor="ctr"/>
          <a:lstStyle/>
          <a:p>
            <a:pPr defTabSz="642823" fontAlgn="auto">
              <a:spcBef>
                <a:spcPts val="0"/>
              </a:spcBef>
              <a:spcAft>
                <a:spcPts val="0"/>
              </a:spcAft>
              <a:defRPr/>
            </a:pPr>
            <a:endParaRPr lang="en-US" sz="1266" cap="all" dirty="0">
              <a:solidFill>
                <a:prstClr val="black"/>
              </a:solidFill>
              <a:latin typeface="Comic Sans MS" panose="030F0702030302020204" pitchFamily="66" charset="0"/>
              <a:ea typeface="+mn-ea"/>
            </a:endParaRPr>
          </a:p>
        </p:txBody>
      </p:sp>
      <p:sp>
        <p:nvSpPr>
          <p:cNvPr id="35" name="Rectangle 34"/>
          <p:cNvSpPr/>
          <p:nvPr/>
        </p:nvSpPr>
        <p:spPr>
          <a:xfrm>
            <a:off x="-3164258" y="656749"/>
            <a:ext cx="1998146" cy="1467467"/>
          </a:xfrm>
          <a:prstGeom prst="rect">
            <a:avLst/>
          </a:prstGeom>
          <a:solidFill>
            <a:srgbClr val="C0504D">
              <a:lumMod val="20000"/>
              <a:lumOff val="80000"/>
            </a:srgbClr>
          </a:solidFill>
          <a:ln w="25400" cap="flat" cmpd="sng" algn="ctr">
            <a:solidFill>
              <a:srgbClr val="C0504D">
                <a:lumMod val="40000"/>
                <a:lumOff val="60000"/>
              </a:srgbClr>
            </a:solidFill>
            <a:prstDash val="solid"/>
          </a:ln>
          <a:effectLst/>
        </p:spPr>
        <p:txBody>
          <a:bodyPr lIns="64285" tIns="32142" rIns="64285" bIns="32142" rtlCol="0" anchor="ctr"/>
          <a:lstStyle/>
          <a:p>
            <a:pPr defTabSz="642823" fontAlgn="auto">
              <a:spcBef>
                <a:spcPts val="0"/>
              </a:spcBef>
              <a:spcAft>
                <a:spcPts val="0"/>
              </a:spcAft>
              <a:defRPr/>
            </a:pPr>
            <a:endParaRPr lang="en-US" sz="1266" cap="all" dirty="0">
              <a:solidFill>
                <a:prstClr val="black"/>
              </a:solidFill>
              <a:latin typeface="Comic Sans MS" panose="030F0702030302020204" pitchFamily="66" charset="0"/>
              <a:ea typeface="+mn-ea"/>
            </a:endParaRPr>
          </a:p>
        </p:txBody>
      </p:sp>
      <p:sp>
        <p:nvSpPr>
          <p:cNvPr id="36" name="Rectangle 35"/>
          <p:cNvSpPr/>
          <p:nvPr/>
        </p:nvSpPr>
        <p:spPr>
          <a:xfrm>
            <a:off x="-3057102" y="763905"/>
            <a:ext cx="1998146" cy="1467467"/>
          </a:xfrm>
          <a:prstGeom prst="rect">
            <a:avLst/>
          </a:prstGeom>
          <a:solidFill>
            <a:srgbClr val="C0504D">
              <a:lumMod val="20000"/>
              <a:lumOff val="80000"/>
            </a:srgbClr>
          </a:solidFill>
          <a:ln w="25400" cap="flat" cmpd="sng" algn="ctr">
            <a:solidFill>
              <a:srgbClr val="C0504D">
                <a:lumMod val="40000"/>
                <a:lumOff val="60000"/>
              </a:srgbClr>
            </a:solidFill>
            <a:prstDash val="solid"/>
          </a:ln>
          <a:effectLst/>
        </p:spPr>
        <p:txBody>
          <a:bodyPr lIns="64285" tIns="32142" rIns="64285" bIns="32142" rtlCol="0" anchor="ctr"/>
          <a:lstStyle/>
          <a:p>
            <a:pPr defTabSz="642823" fontAlgn="auto">
              <a:spcBef>
                <a:spcPts val="0"/>
              </a:spcBef>
              <a:spcAft>
                <a:spcPts val="0"/>
              </a:spcAft>
              <a:defRPr/>
            </a:pPr>
            <a:endParaRPr lang="en-US" sz="1266" cap="all" dirty="0">
              <a:solidFill>
                <a:prstClr val="black"/>
              </a:solidFill>
              <a:latin typeface="Comic Sans MS" panose="030F0702030302020204" pitchFamily="66" charset="0"/>
              <a:ea typeface="+mn-ea"/>
            </a:endParaRPr>
          </a:p>
        </p:txBody>
      </p:sp>
      <p:sp>
        <p:nvSpPr>
          <p:cNvPr id="37" name="Rectangle 36"/>
          <p:cNvSpPr/>
          <p:nvPr/>
        </p:nvSpPr>
        <p:spPr>
          <a:xfrm>
            <a:off x="-2949946" y="871061"/>
            <a:ext cx="1998146" cy="1467467"/>
          </a:xfrm>
          <a:prstGeom prst="rect">
            <a:avLst/>
          </a:prstGeom>
          <a:solidFill>
            <a:srgbClr val="C0504D">
              <a:lumMod val="20000"/>
              <a:lumOff val="80000"/>
            </a:srgbClr>
          </a:solidFill>
          <a:ln w="25400" cap="flat" cmpd="sng" algn="ctr">
            <a:solidFill>
              <a:srgbClr val="C0504D">
                <a:lumMod val="40000"/>
                <a:lumOff val="60000"/>
              </a:srgbClr>
            </a:solidFill>
            <a:prstDash val="solid"/>
          </a:ln>
          <a:effectLst/>
        </p:spPr>
        <p:txBody>
          <a:bodyPr lIns="64285" tIns="32142" rIns="64285" bIns="32142" rtlCol="0" anchor="ctr"/>
          <a:lstStyle/>
          <a:p>
            <a:pPr defTabSz="642823" fontAlgn="auto">
              <a:spcBef>
                <a:spcPts val="0"/>
              </a:spcBef>
              <a:spcAft>
                <a:spcPts val="0"/>
              </a:spcAft>
              <a:defRPr/>
            </a:pPr>
            <a:endParaRPr lang="en-US" sz="1266" cap="all" dirty="0">
              <a:solidFill>
                <a:prstClr val="black"/>
              </a:solidFill>
              <a:latin typeface="Comic Sans MS" panose="030F0702030302020204" pitchFamily="66" charset="0"/>
              <a:ea typeface="+mn-ea"/>
            </a:endParaRPr>
          </a:p>
        </p:txBody>
      </p:sp>
      <p:sp>
        <p:nvSpPr>
          <p:cNvPr id="38" name="Rectangle 37"/>
          <p:cNvSpPr/>
          <p:nvPr/>
        </p:nvSpPr>
        <p:spPr>
          <a:xfrm>
            <a:off x="-2842790" y="978218"/>
            <a:ext cx="1998146" cy="1467467"/>
          </a:xfrm>
          <a:prstGeom prst="rect">
            <a:avLst/>
          </a:prstGeom>
          <a:solidFill>
            <a:srgbClr val="C0504D">
              <a:lumMod val="20000"/>
              <a:lumOff val="80000"/>
            </a:srgbClr>
          </a:solidFill>
          <a:ln w="25400" cap="flat" cmpd="sng" algn="ctr">
            <a:solidFill>
              <a:srgbClr val="C0504D">
                <a:lumMod val="40000"/>
                <a:lumOff val="60000"/>
              </a:srgbClr>
            </a:solidFill>
            <a:prstDash val="solid"/>
          </a:ln>
          <a:effectLst/>
        </p:spPr>
        <p:txBody>
          <a:bodyPr lIns="64285" tIns="32142" rIns="64285" bIns="32142" rtlCol="0" anchor="ctr"/>
          <a:lstStyle/>
          <a:p>
            <a:pPr defTabSz="642823" fontAlgn="auto">
              <a:spcBef>
                <a:spcPts val="0"/>
              </a:spcBef>
              <a:spcAft>
                <a:spcPts val="0"/>
              </a:spcAft>
              <a:defRPr/>
            </a:pPr>
            <a:endParaRPr lang="en-US" sz="1266" cap="all" dirty="0">
              <a:solidFill>
                <a:prstClr val="black"/>
              </a:solidFill>
              <a:latin typeface="Comic Sans MS" panose="030F0702030302020204" pitchFamily="66" charset="0"/>
              <a:ea typeface="+mn-ea"/>
            </a:endParaRPr>
          </a:p>
        </p:txBody>
      </p:sp>
      <p:sp>
        <p:nvSpPr>
          <p:cNvPr id="39" name="Rectangle 38"/>
          <p:cNvSpPr/>
          <p:nvPr/>
        </p:nvSpPr>
        <p:spPr>
          <a:xfrm>
            <a:off x="-2735633" y="1085374"/>
            <a:ext cx="1998146" cy="1467467"/>
          </a:xfrm>
          <a:prstGeom prst="rect">
            <a:avLst/>
          </a:prstGeom>
          <a:solidFill>
            <a:srgbClr val="C0504D">
              <a:lumMod val="20000"/>
              <a:lumOff val="80000"/>
            </a:srgbClr>
          </a:solidFill>
          <a:ln w="25400" cap="flat" cmpd="sng" algn="ctr">
            <a:solidFill>
              <a:srgbClr val="C0504D">
                <a:lumMod val="40000"/>
                <a:lumOff val="60000"/>
              </a:srgbClr>
            </a:solidFill>
            <a:prstDash val="solid"/>
          </a:ln>
          <a:effectLst/>
        </p:spPr>
        <p:txBody>
          <a:bodyPr lIns="64285" tIns="32142" rIns="64285" bIns="32142" rtlCol="0" anchor="ctr"/>
          <a:lstStyle/>
          <a:p>
            <a:pPr defTabSz="642823" fontAlgn="auto">
              <a:spcBef>
                <a:spcPts val="0"/>
              </a:spcBef>
              <a:spcAft>
                <a:spcPts val="0"/>
              </a:spcAft>
              <a:defRPr/>
            </a:pPr>
            <a:endParaRPr lang="en-US" sz="1266" cap="all" dirty="0">
              <a:solidFill>
                <a:prstClr val="black"/>
              </a:solidFill>
              <a:latin typeface="Comic Sans MS" panose="030F0702030302020204" pitchFamily="66" charset="0"/>
              <a:ea typeface="+mn-ea"/>
            </a:endParaRPr>
          </a:p>
        </p:txBody>
      </p:sp>
      <p:sp>
        <p:nvSpPr>
          <p:cNvPr id="40" name="Rectangle 39"/>
          <p:cNvSpPr/>
          <p:nvPr/>
        </p:nvSpPr>
        <p:spPr>
          <a:xfrm>
            <a:off x="-3473462" y="2767153"/>
            <a:ext cx="1998146" cy="1467467"/>
          </a:xfrm>
          <a:prstGeom prst="rect">
            <a:avLst/>
          </a:prstGeom>
          <a:solidFill>
            <a:srgbClr val="4F81BD">
              <a:lumMod val="20000"/>
              <a:lumOff val="80000"/>
            </a:srgbClr>
          </a:solidFill>
          <a:ln w="25400" cap="flat" cmpd="sng" algn="ctr">
            <a:solidFill>
              <a:srgbClr val="4F81BD">
                <a:lumMod val="40000"/>
                <a:lumOff val="60000"/>
              </a:srgbClr>
            </a:solidFill>
            <a:prstDash val="solid"/>
          </a:ln>
          <a:effectLst/>
        </p:spPr>
        <p:txBody>
          <a:bodyPr lIns="64285" tIns="32142" rIns="64285" bIns="32142" rtlCol="0" anchor="ctr"/>
          <a:lstStyle/>
          <a:p>
            <a:pPr defTabSz="642823" fontAlgn="auto">
              <a:spcBef>
                <a:spcPts val="0"/>
              </a:spcBef>
              <a:spcAft>
                <a:spcPts val="0"/>
              </a:spcAft>
              <a:defRPr/>
            </a:pPr>
            <a:endParaRPr lang="en-US" sz="1266" cap="all" dirty="0">
              <a:solidFill>
                <a:prstClr val="black"/>
              </a:solidFill>
              <a:latin typeface="Comic Sans MS" panose="030F0702030302020204" pitchFamily="66" charset="0"/>
              <a:ea typeface="+mn-ea"/>
            </a:endParaRPr>
          </a:p>
        </p:txBody>
      </p:sp>
      <p:sp>
        <p:nvSpPr>
          <p:cNvPr id="41" name="Rectangle 40"/>
          <p:cNvSpPr/>
          <p:nvPr/>
        </p:nvSpPr>
        <p:spPr>
          <a:xfrm>
            <a:off x="-3366306" y="2874310"/>
            <a:ext cx="1998146" cy="1467467"/>
          </a:xfrm>
          <a:prstGeom prst="rect">
            <a:avLst/>
          </a:prstGeom>
          <a:solidFill>
            <a:srgbClr val="4F81BD">
              <a:lumMod val="20000"/>
              <a:lumOff val="80000"/>
            </a:srgbClr>
          </a:solidFill>
          <a:ln w="25400" cap="flat" cmpd="sng" algn="ctr">
            <a:solidFill>
              <a:srgbClr val="4F81BD">
                <a:lumMod val="40000"/>
                <a:lumOff val="60000"/>
              </a:srgbClr>
            </a:solidFill>
            <a:prstDash val="solid"/>
          </a:ln>
          <a:effectLst/>
        </p:spPr>
        <p:txBody>
          <a:bodyPr lIns="64285" tIns="32142" rIns="64285" bIns="32142" rtlCol="0" anchor="ctr"/>
          <a:lstStyle/>
          <a:p>
            <a:pPr defTabSz="642823" fontAlgn="auto">
              <a:spcBef>
                <a:spcPts val="0"/>
              </a:spcBef>
              <a:spcAft>
                <a:spcPts val="0"/>
              </a:spcAft>
              <a:defRPr/>
            </a:pPr>
            <a:endParaRPr lang="en-US" sz="1266" cap="all" dirty="0">
              <a:solidFill>
                <a:prstClr val="black"/>
              </a:solidFill>
              <a:latin typeface="Comic Sans MS" panose="030F0702030302020204" pitchFamily="66" charset="0"/>
              <a:ea typeface="+mn-ea"/>
            </a:endParaRPr>
          </a:p>
        </p:txBody>
      </p:sp>
      <p:sp>
        <p:nvSpPr>
          <p:cNvPr id="42" name="Rectangle 41"/>
          <p:cNvSpPr/>
          <p:nvPr/>
        </p:nvSpPr>
        <p:spPr>
          <a:xfrm>
            <a:off x="-3259149" y="2981466"/>
            <a:ext cx="1998146" cy="1467467"/>
          </a:xfrm>
          <a:prstGeom prst="rect">
            <a:avLst/>
          </a:prstGeom>
          <a:solidFill>
            <a:srgbClr val="4F81BD">
              <a:lumMod val="20000"/>
              <a:lumOff val="80000"/>
            </a:srgbClr>
          </a:solidFill>
          <a:ln w="25400" cap="flat" cmpd="sng" algn="ctr">
            <a:solidFill>
              <a:srgbClr val="4F81BD">
                <a:lumMod val="40000"/>
                <a:lumOff val="60000"/>
              </a:srgbClr>
            </a:solidFill>
            <a:prstDash val="solid"/>
          </a:ln>
          <a:effectLst/>
        </p:spPr>
        <p:txBody>
          <a:bodyPr lIns="64285" tIns="32142" rIns="64285" bIns="32142" rtlCol="0" anchor="ctr"/>
          <a:lstStyle/>
          <a:p>
            <a:pPr defTabSz="642823" fontAlgn="auto">
              <a:spcBef>
                <a:spcPts val="0"/>
              </a:spcBef>
              <a:spcAft>
                <a:spcPts val="0"/>
              </a:spcAft>
              <a:defRPr/>
            </a:pPr>
            <a:endParaRPr lang="en-US" sz="1266" cap="all" dirty="0">
              <a:solidFill>
                <a:prstClr val="black"/>
              </a:solidFill>
              <a:latin typeface="Comic Sans MS" panose="030F0702030302020204" pitchFamily="66" charset="0"/>
              <a:ea typeface="+mn-ea"/>
            </a:endParaRPr>
          </a:p>
        </p:txBody>
      </p:sp>
      <p:sp>
        <p:nvSpPr>
          <p:cNvPr id="43" name="Rectangle 42"/>
          <p:cNvSpPr/>
          <p:nvPr/>
        </p:nvSpPr>
        <p:spPr>
          <a:xfrm>
            <a:off x="-3151993" y="3088622"/>
            <a:ext cx="1998146" cy="1467467"/>
          </a:xfrm>
          <a:prstGeom prst="rect">
            <a:avLst/>
          </a:prstGeom>
          <a:solidFill>
            <a:srgbClr val="4F81BD">
              <a:lumMod val="20000"/>
              <a:lumOff val="80000"/>
            </a:srgbClr>
          </a:solidFill>
          <a:ln w="25400" cap="flat" cmpd="sng" algn="ctr">
            <a:solidFill>
              <a:srgbClr val="4F81BD">
                <a:lumMod val="40000"/>
                <a:lumOff val="60000"/>
              </a:srgbClr>
            </a:solidFill>
            <a:prstDash val="solid"/>
          </a:ln>
          <a:effectLst/>
        </p:spPr>
        <p:txBody>
          <a:bodyPr lIns="64285" tIns="32142" rIns="64285" bIns="32142" rtlCol="0" anchor="ctr"/>
          <a:lstStyle/>
          <a:p>
            <a:pPr defTabSz="642823" fontAlgn="auto">
              <a:spcBef>
                <a:spcPts val="0"/>
              </a:spcBef>
              <a:spcAft>
                <a:spcPts val="0"/>
              </a:spcAft>
              <a:defRPr/>
            </a:pPr>
            <a:endParaRPr lang="en-US" sz="1266" cap="all" dirty="0">
              <a:solidFill>
                <a:prstClr val="black"/>
              </a:solidFill>
              <a:latin typeface="Comic Sans MS" panose="030F0702030302020204" pitchFamily="66" charset="0"/>
              <a:ea typeface="+mn-ea"/>
            </a:endParaRPr>
          </a:p>
        </p:txBody>
      </p:sp>
      <p:sp>
        <p:nvSpPr>
          <p:cNvPr id="44" name="Rectangle 43"/>
          <p:cNvSpPr/>
          <p:nvPr/>
        </p:nvSpPr>
        <p:spPr>
          <a:xfrm>
            <a:off x="-3044837" y="3195778"/>
            <a:ext cx="1998146" cy="1467467"/>
          </a:xfrm>
          <a:prstGeom prst="rect">
            <a:avLst/>
          </a:prstGeom>
          <a:solidFill>
            <a:srgbClr val="4F81BD">
              <a:lumMod val="20000"/>
              <a:lumOff val="80000"/>
            </a:srgbClr>
          </a:solidFill>
          <a:ln w="25400" cap="flat" cmpd="sng" algn="ctr">
            <a:solidFill>
              <a:srgbClr val="4F81BD">
                <a:lumMod val="40000"/>
                <a:lumOff val="60000"/>
              </a:srgbClr>
            </a:solidFill>
            <a:prstDash val="solid"/>
          </a:ln>
          <a:effectLst/>
        </p:spPr>
        <p:txBody>
          <a:bodyPr lIns="64285" tIns="32142" rIns="64285" bIns="32142" rtlCol="0" anchor="ctr"/>
          <a:lstStyle/>
          <a:p>
            <a:pPr defTabSz="642823" fontAlgn="auto">
              <a:spcBef>
                <a:spcPts val="0"/>
              </a:spcBef>
              <a:spcAft>
                <a:spcPts val="0"/>
              </a:spcAft>
              <a:defRPr/>
            </a:pPr>
            <a:endParaRPr lang="en-US" sz="1266" cap="all" dirty="0">
              <a:solidFill>
                <a:prstClr val="black"/>
              </a:solidFill>
              <a:latin typeface="Comic Sans MS" panose="030F0702030302020204" pitchFamily="66" charset="0"/>
              <a:ea typeface="+mn-ea"/>
            </a:endParaRPr>
          </a:p>
        </p:txBody>
      </p:sp>
      <p:sp>
        <p:nvSpPr>
          <p:cNvPr id="45" name="Rectangle 44"/>
          <p:cNvSpPr/>
          <p:nvPr/>
        </p:nvSpPr>
        <p:spPr>
          <a:xfrm>
            <a:off x="-2937681" y="3302935"/>
            <a:ext cx="1998146" cy="1467467"/>
          </a:xfrm>
          <a:prstGeom prst="rect">
            <a:avLst/>
          </a:prstGeom>
          <a:solidFill>
            <a:srgbClr val="4F81BD">
              <a:lumMod val="20000"/>
              <a:lumOff val="80000"/>
            </a:srgbClr>
          </a:solidFill>
          <a:ln w="25400" cap="flat" cmpd="sng" algn="ctr">
            <a:solidFill>
              <a:srgbClr val="4F81BD">
                <a:lumMod val="40000"/>
                <a:lumOff val="60000"/>
              </a:srgbClr>
            </a:solidFill>
            <a:prstDash val="solid"/>
          </a:ln>
          <a:effectLst/>
        </p:spPr>
        <p:txBody>
          <a:bodyPr lIns="64285" tIns="32142" rIns="64285" bIns="32142" rtlCol="0" anchor="ctr"/>
          <a:lstStyle/>
          <a:p>
            <a:pPr defTabSz="642823" fontAlgn="auto">
              <a:spcBef>
                <a:spcPts val="0"/>
              </a:spcBef>
              <a:spcAft>
                <a:spcPts val="0"/>
              </a:spcAft>
              <a:defRPr/>
            </a:pPr>
            <a:endParaRPr lang="en-US" sz="1266" cap="all" dirty="0">
              <a:solidFill>
                <a:prstClr val="black"/>
              </a:solidFill>
              <a:latin typeface="Comic Sans MS" panose="030F0702030302020204" pitchFamily="66" charset="0"/>
              <a:ea typeface="+mn-ea"/>
            </a:endParaRPr>
          </a:p>
        </p:txBody>
      </p:sp>
      <p:sp>
        <p:nvSpPr>
          <p:cNvPr id="46" name="Rectangle 45"/>
          <p:cNvSpPr/>
          <p:nvPr/>
        </p:nvSpPr>
        <p:spPr>
          <a:xfrm>
            <a:off x="-2830524" y="3410091"/>
            <a:ext cx="1998146" cy="1467467"/>
          </a:xfrm>
          <a:prstGeom prst="rect">
            <a:avLst/>
          </a:prstGeom>
          <a:solidFill>
            <a:srgbClr val="4F81BD">
              <a:lumMod val="20000"/>
              <a:lumOff val="80000"/>
            </a:srgbClr>
          </a:solidFill>
          <a:ln w="25400" cap="flat" cmpd="sng" algn="ctr">
            <a:solidFill>
              <a:srgbClr val="4F81BD">
                <a:lumMod val="40000"/>
                <a:lumOff val="60000"/>
              </a:srgbClr>
            </a:solidFill>
            <a:prstDash val="solid"/>
          </a:ln>
          <a:effectLst/>
        </p:spPr>
        <p:txBody>
          <a:bodyPr lIns="64285" tIns="32142" rIns="64285" bIns="32142" rtlCol="0" anchor="ctr"/>
          <a:lstStyle/>
          <a:p>
            <a:pPr defTabSz="642823" fontAlgn="auto">
              <a:spcBef>
                <a:spcPts val="0"/>
              </a:spcBef>
              <a:spcAft>
                <a:spcPts val="0"/>
              </a:spcAft>
              <a:defRPr/>
            </a:pPr>
            <a:endParaRPr lang="en-US" sz="1266" cap="all" dirty="0">
              <a:solidFill>
                <a:prstClr val="black"/>
              </a:solidFill>
              <a:latin typeface="Comic Sans MS" panose="030F0702030302020204" pitchFamily="66" charset="0"/>
              <a:ea typeface="+mn-ea"/>
            </a:endParaRPr>
          </a:p>
        </p:txBody>
      </p:sp>
      <p:sp>
        <p:nvSpPr>
          <p:cNvPr id="47" name="Rectangle 46"/>
          <p:cNvSpPr/>
          <p:nvPr/>
        </p:nvSpPr>
        <p:spPr>
          <a:xfrm>
            <a:off x="-3432149" y="4683845"/>
            <a:ext cx="1998146" cy="1467467"/>
          </a:xfrm>
          <a:prstGeom prst="rect">
            <a:avLst/>
          </a:prstGeom>
          <a:solidFill>
            <a:srgbClr val="FFFFCC"/>
          </a:solidFill>
          <a:ln w="25400" cap="flat" cmpd="sng" algn="ctr">
            <a:solidFill>
              <a:srgbClr val="FFC000"/>
            </a:solidFill>
            <a:prstDash val="solid"/>
          </a:ln>
          <a:effectLst/>
        </p:spPr>
        <p:txBody>
          <a:bodyPr lIns="64285" tIns="32142" rIns="64285" bIns="32142" rtlCol="0" anchor="ctr"/>
          <a:lstStyle/>
          <a:p>
            <a:pPr defTabSz="642823" fontAlgn="auto">
              <a:spcBef>
                <a:spcPts val="0"/>
              </a:spcBef>
              <a:spcAft>
                <a:spcPts val="0"/>
              </a:spcAft>
              <a:defRPr/>
            </a:pPr>
            <a:endParaRPr lang="en-US" sz="1266" cap="all" dirty="0">
              <a:solidFill>
                <a:prstClr val="black"/>
              </a:solidFill>
              <a:latin typeface="Comic Sans MS" panose="030F0702030302020204" pitchFamily="66" charset="0"/>
              <a:ea typeface="+mn-ea"/>
            </a:endParaRPr>
          </a:p>
        </p:txBody>
      </p:sp>
      <p:sp>
        <p:nvSpPr>
          <p:cNvPr id="48" name="Rectangle 47"/>
          <p:cNvSpPr/>
          <p:nvPr/>
        </p:nvSpPr>
        <p:spPr>
          <a:xfrm>
            <a:off x="-3217837" y="4898157"/>
            <a:ext cx="1998146" cy="1467467"/>
          </a:xfrm>
          <a:prstGeom prst="rect">
            <a:avLst/>
          </a:prstGeom>
          <a:solidFill>
            <a:srgbClr val="FFFFCC"/>
          </a:solidFill>
          <a:ln w="25400" cap="flat" cmpd="sng" algn="ctr">
            <a:solidFill>
              <a:srgbClr val="FFC000"/>
            </a:solidFill>
            <a:prstDash val="solid"/>
          </a:ln>
          <a:effectLst/>
        </p:spPr>
        <p:txBody>
          <a:bodyPr lIns="64285" tIns="32142" rIns="64285" bIns="32142" rtlCol="0" anchor="ctr"/>
          <a:lstStyle/>
          <a:p>
            <a:pPr defTabSz="642823" fontAlgn="auto">
              <a:spcBef>
                <a:spcPts val="0"/>
              </a:spcBef>
              <a:spcAft>
                <a:spcPts val="0"/>
              </a:spcAft>
              <a:defRPr/>
            </a:pPr>
            <a:endParaRPr lang="en-US" sz="1266" cap="all" dirty="0">
              <a:solidFill>
                <a:prstClr val="black"/>
              </a:solidFill>
              <a:latin typeface="Comic Sans MS" panose="030F0702030302020204" pitchFamily="66" charset="0"/>
              <a:ea typeface="+mn-ea"/>
            </a:endParaRPr>
          </a:p>
        </p:txBody>
      </p:sp>
      <p:sp>
        <p:nvSpPr>
          <p:cNvPr id="49" name="Rectangle 48"/>
          <p:cNvSpPr/>
          <p:nvPr/>
        </p:nvSpPr>
        <p:spPr>
          <a:xfrm>
            <a:off x="-3110680" y="5005313"/>
            <a:ext cx="1998146" cy="1467467"/>
          </a:xfrm>
          <a:prstGeom prst="rect">
            <a:avLst/>
          </a:prstGeom>
          <a:solidFill>
            <a:srgbClr val="FFFFCC"/>
          </a:solidFill>
          <a:ln w="25400" cap="flat" cmpd="sng" algn="ctr">
            <a:solidFill>
              <a:srgbClr val="FFC000"/>
            </a:solidFill>
            <a:prstDash val="solid"/>
          </a:ln>
          <a:effectLst/>
        </p:spPr>
        <p:txBody>
          <a:bodyPr lIns="64285" tIns="32142" rIns="64285" bIns="32142" rtlCol="0" anchor="ctr"/>
          <a:lstStyle/>
          <a:p>
            <a:pPr defTabSz="642823" fontAlgn="auto">
              <a:spcBef>
                <a:spcPts val="0"/>
              </a:spcBef>
              <a:spcAft>
                <a:spcPts val="0"/>
              </a:spcAft>
              <a:defRPr/>
            </a:pPr>
            <a:endParaRPr lang="en-US" sz="1266" cap="all" dirty="0">
              <a:solidFill>
                <a:prstClr val="black"/>
              </a:solidFill>
              <a:latin typeface="Comic Sans MS" panose="030F0702030302020204" pitchFamily="66" charset="0"/>
              <a:ea typeface="+mn-ea"/>
            </a:endParaRPr>
          </a:p>
        </p:txBody>
      </p:sp>
      <p:sp>
        <p:nvSpPr>
          <p:cNvPr id="50" name="Rectangle 49"/>
          <p:cNvSpPr/>
          <p:nvPr/>
        </p:nvSpPr>
        <p:spPr>
          <a:xfrm>
            <a:off x="-3003524" y="5112470"/>
            <a:ext cx="1998146" cy="1467467"/>
          </a:xfrm>
          <a:prstGeom prst="rect">
            <a:avLst/>
          </a:prstGeom>
          <a:solidFill>
            <a:srgbClr val="FFFFCC"/>
          </a:solidFill>
          <a:ln w="25400" cap="flat" cmpd="sng" algn="ctr">
            <a:solidFill>
              <a:srgbClr val="FFC000"/>
            </a:solidFill>
            <a:prstDash val="solid"/>
          </a:ln>
          <a:effectLst/>
        </p:spPr>
        <p:txBody>
          <a:bodyPr lIns="64285" tIns="32142" rIns="64285" bIns="32142" rtlCol="0" anchor="ctr"/>
          <a:lstStyle/>
          <a:p>
            <a:pPr defTabSz="642823" fontAlgn="auto">
              <a:spcBef>
                <a:spcPts val="0"/>
              </a:spcBef>
              <a:spcAft>
                <a:spcPts val="0"/>
              </a:spcAft>
              <a:defRPr/>
            </a:pPr>
            <a:endParaRPr lang="en-US" sz="1266" cap="all" dirty="0">
              <a:solidFill>
                <a:prstClr val="black"/>
              </a:solidFill>
              <a:latin typeface="Comic Sans MS" panose="030F0702030302020204" pitchFamily="66" charset="0"/>
              <a:ea typeface="+mn-ea"/>
            </a:endParaRPr>
          </a:p>
        </p:txBody>
      </p:sp>
      <p:sp>
        <p:nvSpPr>
          <p:cNvPr id="51" name="Rectangle 50"/>
          <p:cNvSpPr/>
          <p:nvPr/>
        </p:nvSpPr>
        <p:spPr>
          <a:xfrm>
            <a:off x="-2896368" y="5219626"/>
            <a:ext cx="1998146" cy="1467467"/>
          </a:xfrm>
          <a:prstGeom prst="rect">
            <a:avLst/>
          </a:prstGeom>
          <a:solidFill>
            <a:srgbClr val="FFFFCC"/>
          </a:solidFill>
          <a:ln w="25400" cap="flat" cmpd="sng" algn="ctr">
            <a:solidFill>
              <a:srgbClr val="FFC000"/>
            </a:solidFill>
            <a:prstDash val="solid"/>
          </a:ln>
          <a:effectLst/>
        </p:spPr>
        <p:txBody>
          <a:bodyPr lIns="64285" tIns="32142" rIns="64285" bIns="32142" rtlCol="0" anchor="ctr"/>
          <a:lstStyle/>
          <a:p>
            <a:pPr defTabSz="642823" fontAlgn="auto">
              <a:spcBef>
                <a:spcPts val="0"/>
              </a:spcBef>
              <a:spcAft>
                <a:spcPts val="0"/>
              </a:spcAft>
              <a:defRPr/>
            </a:pPr>
            <a:endParaRPr lang="en-US" sz="1266" cap="all" dirty="0">
              <a:solidFill>
                <a:prstClr val="black"/>
              </a:solidFill>
              <a:latin typeface="Comic Sans MS" panose="030F0702030302020204" pitchFamily="66" charset="0"/>
              <a:ea typeface="+mn-ea"/>
            </a:endParaRPr>
          </a:p>
        </p:txBody>
      </p:sp>
      <p:sp>
        <p:nvSpPr>
          <p:cNvPr id="52" name="Rectangle 51"/>
          <p:cNvSpPr/>
          <p:nvPr/>
        </p:nvSpPr>
        <p:spPr>
          <a:xfrm>
            <a:off x="-2789212" y="5326782"/>
            <a:ext cx="1998146" cy="1467467"/>
          </a:xfrm>
          <a:prstGeom prst="rect">
            <a:avLst/>
          </a:prstGeom>
          <a:solidFill>
            <a:srgbClr val="FFFFCC"/>
          </a:solidFill>
          <a:ln w="25400" cap="flat" cmpd="sng" algn="ctr">
            <a:solidFill>
              <a:srgbClr val="FFC000"/>
            </a:solidFill>
            <a:prstDash val="solid"/>
          </a:ln>
          <a:effectLst/>
        </p:spPr>
        <p:txBody>
          <a:bodyPr lIns="64285" tIns="32142" rIns="64285" bIns="32142" rtlCol="0" anchor="ctr"/>
          <a:lstStyle/>
          <a:p>
            <a:pPr defTabSz="642823" fontAlgn="auto">
              <a:spcBef>
                <a:spcPts val="0"/>
              </a:spcBef>
              <a:spcAft>
                <a:spcPts val="0"/>
              </a:spcAft>
              <a:defRPr/>
            </a:pPr>
            <a:endParaRPr lang="en-US" sz="1266" cap="all" dirty="0">
              <a:solidFill>
                <a:prstClr val="black"/>
              </a:solidFill>
              <a:latin typeface="Comic Sans MS" panose="030F0702030302020204" pitchFamily="66" charset="0"/>
              <a:ea typeface="+mn-ea"/>
            </a:endParaRPr>
          </a:p>
        </p:txBody>
      </p:sp>
    </p:spTree>
    <p:extLst>
      <p:ext uri="{BB962C8B-B14F-4D97-AF65-F5344CB8AC3E}">
        <p14:creationId xmlns:p14="http://schemas.microsoft.com/office/powerpoint/2010/main" val="673504089"/>
      </p:ext>
    </p:extLst>
  </p:cSld>
  <p:clrMapOvr>
    <a:masterClrMapping/>
  </p:clrMapOvr>
  <p:transition spd="me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0" name="Shape 260"/>
          <p:cNvSpPr>
            <a:spLocks noGrp="1"/>
          </p:cNvSpPr>
          <p:nvPr>
            <p:ph type="body" idx="13"/>
          </p:nvPr>
        </p:nvSpPr>
        <p:spPr>
          <a:xfrm>
            <a:off x="976312" y="435506"/>
            <a:ext cx="7858126" cy="240066"/>
          </a:xfrm>
          <a:prstGeom prst="rect">
            <a:avLst/>
          </a:prstGeom>
        </p:spPr>
        <p:txBody>
          <a:bodyPr/>
          <a:lstStyle>
            <a:lvl1pPr algn="r">
              <a:defRPr sz="1200" spc="60"/>
            </a:lvl1pPr>
          </a:lstStyle>
          <a:p>
            <a:r>
              <a:t>project name</a:t>
            </a:r>
          </a:p>
        </p:txBody>
      </p:sp>
      <p:sp>
        <p:nvSpPr>
          <p:cNvPr id="261" name="Shape 261"/>
          <p:cNvSpPr>
            <a:spLocks noGrp="1"/>
          </p:cNvSpPr>
          <p:nvPr>
            <p:ph type="title"/>
          </p:nvPr>
        </p:nvSpPr>
        <p:spPr>
          <a:xfrm>
            <a:off x="285750" y="260341"/>
            <a:ext cx="7379317" cy="508993"/>
          </a:xfrm>
          <a:prstGeom prst="rect">
            <a:avLst/>
          </a:prstGeom>
        </p:spPr>
        <p:txBody>
          <a:bodyPr/>
          <a:lstStyle>
            <a:lvl1pPr defTabSz="467359">
              <a:spcBef>
                <a:spcPts val="2200"/>
              </a:spcBef>
              <a:defRPr sz="4800"/>
            </a:lvl1pPr>
          </a:lstStyle>
          <a:p>
            <a:r>
              <a:rPr sz="3600" b="0">
                <a:latin typeface="+mj-lt"/>
              </a:rPr>
              <a:t>Channels</a:t>
            </a:r>
          </a:p>
        </p:txBody>
      </p:sp>
      <p:sp>
        <p:nvSpPr>
          <p:cNvPr id="263" name="Shape 263"/>
          <p:cNvSpPr/>
          <p:nvPr/>
        </p:nvSpPr>
        <p:spPr>
          <a:xfrm>
            <a:off x="311409" y="764100"/>
            <a:ext cx="2889243" cy="227948"/>
          </a:xfrm>
          <a:prstGeom prst="rect">
            <a:avLst/>
          </a:prstGeom>
          <a:ln w="12700">
            <a:miter lim="400000"/>
          </a:ln>
          <a:extLst>
            <a:ext uri="{C572A759-6A51-4108-AA02-DFA0A04FC94B}">
              <ma14:wrappingTextBoxFlag xmlns="" xmlns:ma14="http://schemas.microsoft.com/office/mac/drawingml/2011/main" val="1"/>
            </a:ext>
          </a:extLst>
        </p:spPr>
        <p:txBody>
          <a:bodyPr lIns="35719" tIns="35719" rIns="35719" bIns="35719" anchor="b">
            <a:spAutoFit/>
          </a:bodyPr>
          <a:lstStyle>
            <a:lvl1pPr algn="l" defTabSz="457200">
              <a:lnSpc>
                <a:spcPct val="80000"/>
              </a:lnSpc>
              <a:defRPr sz="1800" cap="all" spc="90">
                <a:solidFill>
                  <a:srgbClr val="838787"/>
                </a:solidFill>
                <a:latin typeface="DIN Condensed"/>
                <a:ea typeface="DIN Condensed"/>
                <a:cs typeface="DIN Condensed"/>
                <a:sym typeface="DIN Condensed"/>
              </a:defRPr>
            </a:lvl1pPr>
          </a:lstStyle>
          <a:p>
            <a:r>
              <a:rPr sz="1266">
                <a:latin typeface="+mj-lt"/>
              </a:rPr>
              <a:t>supply + sales + delivery</a:t>
            </a:r>
          </a:p>
        </p:txBody>
      </p:sp>
      <p:sp>
        <p:nvSpPr>
          <p:cNvPr id="34" name="Rectangle 33"/>
          <p:cNvSpPr/>
          <p:nvPr/>
        </p:nvSpPr>
        <p:spPr>
          <a:xfrm>
            <a:off x="-3378571" y="442436"/>
            <a:ext cx="1998146" cy="1467467"/>
          </a:xfrm>
          <a:prstGeom prst="rect">
            <a:avLst/>
          </a:prstGeom>
          <a:solidFill>
            <a:srgbClr val="C0504D">
              <a:lumMod val="20000"/>
              <a:lumOff val="80000"/>
            </a:srgbClr>
          </a:solidFill>
          <a:ln w="25400" cap="flat" cmpd="sng" algn="ctr">
            <a:solidFill>
              <a:srgbClr val="C0504D">
                <a:lumMod val="40000"/>
                <a:lumOff val="60000"/>
              </a:srgbClr>
            </a:solidFill>
            <a:prstDash val="solid"/>
          </a:ln>
          <a:effectLst/>
        </p:spPr>
        <p:txBody>
          <a:bodyPr lIns="64285" tIns="32142" rIns="64285" bIns="32142" rtlCol="0" anchor="ctr"/>
          <a:lstStyle/>
          <a:p>
            <a:pPr defTabSz="642823" fontAlgn="auto">
              <a:spcBef>
                <a:spcPts val="0"/>
              </a:spcBef>
              <a:spcAft>
                <a:spcPts val="0"/>
              </a:spcAft>
              <a:defRPr/>
            </a:pPr>
            <a:endParaRPr lang="en-US" sz="1266" cap="all" dirty="0">
              <a:solidFill>
                <a:prstClr val="black"/>
              </a:solidFill>
              <a:latin typeface="Comic Sans MS" panose="030F0702030302020204" pitchFamily="66" charset="0"/>
              <a:ea typeface="+mn-ea"/>
            </a:endParaRPr>
          </a:p>
        </p:txBody>
      </p:sp>
      <p:sp>
        <p:nvSpPr>
          <p:cNvPr id="35" name="Rectangle 34"/>
          <p:cNvSpPr/>
          <p:nvPr/>
        </p:nvSpPr>
        <p:spPr>
          <a:xfrm>
            <a:off x="-3271415" y="549593"/>
            <a:ext cx="1998146" cy="1467467"/>
          </a:xfrm>
          <a:prstGeom prst="rect">
            <a:avLst/>
          </a:prstGeom>
          <a:solidFill>
            <a:srgbClr val="C0504D">
              <a:lumMod val="20000"/>
              <a:lumOff val="80000"/>
            </a:srgbClr>
          </a:solidFill>
          <a:ln w="25400" cap="flat" cmpd="sng" algn="ctr">
            <a:solidFill>
              <a:srgbClr val="C0504D">
                <a:lumMod val="40000"/>
                <a:lumOff val="60000"/>
              </a:srgbClr>
            </a:solidFill>
            <a:prstDash val="solid"/>
          </a:ln>
          <a:effectLst/>
        </p:spPr>
        <p:txBody>
          <a:bodyPr lIns="64285" tIns="32142" rIns="64285" bIns="32142" rtlCol="0" anchor="ctr"/>
          <a:lstStyle/>
          <a:p>
            <a:pPr defTabSz="642823" fontAlgn="auto">
              <a:spcBef>
                <a:spcPts val="0"/>
              </a:spcBef>
              <a:spcAft>
                <a:spcPts val="0"/>
              </a:spcAft>
              <a:defRPr/>
            </a:pPr>
            <a:endParaRPr lang="en-US" sz="1266" cap="all" dirty="0">
              <a:solidFill>
                <a:prstClr val="black"/>
              </a:solidFill>
              <a:latin typeface="Comic Sans MS" panose="030F0702030302020204" pitchFamily="66" charset="0"/>
              <a:ea typeface="+mn-ea"/>
            </a:endParaRPr>
          </a:p>
        </p:txBody>
      </p:sp>
      <p:sp>
        <p:nvSpPr>
          <p:cNvPr id="36" name="Rectangle 35"/>
          <p:cNvSpPr/>
          <p:nvPr/>
        </p:nvSpPr>
        <p:spPr>
          <a:xfrm>
            <a:off x="-3164258" y="656749"/>
            <a:ext cx="1998146" cy="1467467"/>
          </a:xfrm>
          <a:prstGeom prst="rect">
            <a:avLst/>
          </a:prstGeom>
          <a:solidFill>
            <a:srgbClr val="C0504D">
              <a:lumMod val="20000"/>
              <a:lumOff val="80000"/>
            </a:srgbClr>
          </a:solidFill>
          <a:ln w="25400" cap="flat" cmpd="sng" algn="ctr">
            <a:solidFill>
              <a:srgbClr val="C0504D">
                <a:lumMod val="40000"/>
                <a:lumOff val="60000"/>
              </a:srgbClr>
            </a:solidFill>
            <a:prstDash val="solid"/>
          </a:ln>
          <a:effectLst/>
        </p:spPr>
        <p:txBody>
          <a:bodyPr lIns="64285" tIns="32142" rIns="64285" bIns="32142" rtlCol="0" anchor="ctr"/>
          <a:lstStyle/>
          <a:p>
            <a:pPr defTabSz="642823" fontAlgn="auto">
              <a:spcBef>
                <a:spcPts val="0"/>
              </a:spcBef>
              <a:spcAft>
                <a:spcPts val="0"/>
              </a:spcAft>
              <a:defRPr/>
            </a:pPr>
            <a:endParaRPr lang="en-US" sz="1266" cap="all" dirty="0">
              <a:solidFill>
                <a:prstClr val="black"/>
              </a:solidFill>
              <a:latin typeface="Comic Sans MS" panose="030F0702030302020204" pitchFamily="66" charset="0"/>
              <a:ea typeface="+mn-ea"/>
            </a:endParaRPr>
          </a:p>
        </p:txBody>
      </p:sp>
      <p:sp>
        <p:nvSpPr>
          <p:cNvPr id="37" name="Rectangle 36"/>
          <p:cNvSpPr/>
          <p:nvPr/>
        </p:nvSpPr>
        <p:spPr>
          <a:xfrm>
            <a:off x="-3057102" y="763905"/>
            <a:ext cx="1998146" cy="1467467"/>
          </a:xfrm>
          <a:prstGeom prst="rect">
            <a:avLst/>
          </a:prstGeom>
          <a:solidFill>
            <a:srgbClr val="C0504D">
              <a:lumMod val="20000"/>
              <a:lumOff val="80000"/>
            </a:srgbClr>
          </a:solidFill>
          <a:ln w="25400" cap="flat" cmpd="sng" algn="ctr">
            <a:solidFill>
              <a:srgbClr val="C0504D">
                <a:lumMod val="40000"/>
                <a:lumOff val="60000"/>
              </a:srgbClr>
            </a:solidFill>
            <a:prstDash val="solid"/>
          </a:ln>
          <a:effectLst/>
        </p:spPr>
        <p:txBody>
          <a:bodyPr lIns="64285" tIns="32142" rIns="64285" bIns="32142" rtlCol="0" anchor="ctr"/>
          <a:lstStyle/>
          <a:p>
            <a:pPr defTabSz="642823" fontAlgn="auto">
              <a:spcBef>
                <a:spcPts val="0"/>
              </a:spcBef>
              <a:spcAft>
                <a:spcPts val="0"/>
              </a:spcAft>
              <a:defRPr/>
            </a:pPr>
            <a:endParaRPr lang="en-US" sz="1266" cap="all" dirty="0">
              <a:solidFill>
                <a:prstClr val="black"/>
              </a:solidFill>
              <a:latin typeface="Comic Sans MS" panose="030F0702030302020204" pitchFamily="66" charset="0"/>
              <a:ea typeface="+mn-ea"/>
            </a:endParaRPr>
          </a:p>
        </p:txBody>
      </p:sp>
      <p:sp>
        <p:nvSpPr>
          <p:cNvPr id="38" name="Rectangle 37"/>
          <p:cNvSpPr/>
          <p:nvPr/>
        </p:nvSpPr>
        <p:spPr>
          <a:xfrm>
            <a:off x="-2949946" y="871061"/>
            <a:ext cx="1998146" cy="1467467"/>
          </a:xfrm>
          <a:prstGeom prst="rect">
            <a:avLst/>
          </a:prstGeom>
          <a:solidFill>
            <a:srgbClr val="C0504D">
              <a:lumMod val="20000"/>
              <a:lumOff val="80000"/>
            </a:srgbClr>
          </a:solidFill>
          <a:ln w="25400" cap="flat" cmpd="sng" algn="ctr">
            <a:solidFill>
              <a:srgbClr val="C0504D">
                <a:lumMod val="40000"/>
                <a:lumOff val="60000"/>
              </a:srgbClr>
            </a:solidFill>
            <a:prstDash val="solid"/>
          </a:ln>
          <a:effectLst/>
        </p:spPr>
        <p:txBody>
          <a:bodyPr lIns="64285" tIns="32142" rIns="64285" bIns="32142" rtlCol="0" anchor="ctr"/>
          <a:lstStyle/>
          <a:p>
            <a:pPr defTabSz="642823" fontAlgn="auto">
              <a:spcBef>
                <a:spcPts val="0"/>
              </a:spcBef>
              <a:spcAft>
                <a:spcPts val="0"/>
              </a:spcAft>
              <a:defRPr/>
            </a:pPr>
            <a:endParaRPr lang="en-US" sz="1266" cap="all" dirty="0">
              <a:solidFill>
                <a:prstClr val="black"/>
              </a:solidFill>
              <a:latin typeface="Comic Sans MS" panose="030F0702030302020204" pitchFamily="66" charset="0"/>
              <a:ea typeface="+mn-ea"/>
            </a:endParaRPr>
          </a:p>
        </p:txBody>
      </p:sp>
      <p:sp>
        <p:nvSpPr>
          <p:cNvPr id="39" name="Rectangle 38"/>
          <p:cNvSpPr/>
          <p:nvPr/>
        </p:nvSpPr>
        <p:spPr>
          <a:xfrm>
            <a:off x="-2842790" y="978218"/>
            <a:ext cx="1998146" cy="1467467"/>
          </a:xfrm>
          <a:prstGeom prst="rect">
            <a:avLst/>
          </a:prstGeom>
          <a:solidFill>
            <a:srgbClr val="C0504D">
              <a:lumMod val="20000"/>
              <a:lumOff val="80000"/>
            </a:srgbClr>
          </a:solidFill>
          <a:ln w="25400" cap="flat" cmpd="sng" algn="ctr">
            <a:solidFill>
              <a:srgbClr val="C0504D">
                <a:lumMod val="40000"/>
                <a:lumOff val="60000"/>
              </a:srgbClr>
            </a:solidFill>
            <a:prstDash val="solid"/>
          </a:ln>
          <a:effectLst/>
        </p:spPr>
        <p:txBody>
          <a:bodyPr lIns="64285" tIns="32142" rIns="64285" bIns="32142" rtlCol="0" anchor="ctr"/>
          <a:lstStyle/>
          <a:p>
            <a:pPr defTabSz="642823" fontAlgn="auto">
              <a:spcBef>
                <a:spcPts val="0"/>
              </a:spcBef>
              <a:spcAft>
                <a:spcPts val="0"/>
              </a:spcAft>
              <a:defRPr/>
            </a:pPr>
            <a:endParaRPr lang="en-US" sz="1266" cap="all" dirty="0">
              <a:solidFill>
                <a:prstClr val="black"/>
              </a:solidFill>
              <a:latin typeface="Comic Sans MS" panose="030F0702030302020204" pitchFamily="66" charset="0"/>
              <a:ea typeface="+mn-ea"/>
            </a:endParaRPr>
          </a:p>
        </p:txBody>
      </p:sp>
      <p:sp>
        <p:nvSpPr>
          <p:cNvPr id="40" name="Rectangle 39"/>
          <p:cNvSpPr/>
          <p:nvPr/>
        </p:nvSpPr>
        <p:spPr>
          <a:xfrm>
            <a:off x="-2735633" y="1085374"/>
            <a:ext cx="1998146" cy="1467467"/>
          </a:xfrm>
          <a:prstGeom prst="rect">
            <a:avLst/>
          </a:prstGeom>
          <a:solidFill>
            <a:srgbClr val="C0504D">
              <a:lumMod val="20000"/>
              <a:lumOff val="80000"/>
            </a:srgbClr>
          </a:solidFill>
          <a:ln w="25400" cap="flat" cmpd="sng" algn="ctr">
            <a:solidFill>
              <a:srgbClr val="C0504D">
                <a:lumMod val="40000"/>
                <a:lumOff val="60000"/>
              </a:srgbClr>
            </a:solidFill>
            <a:prstDash val="solid"/>
          </a:ln>
          <a:effectLst/>
        </p:spPr>
        <p:txBody>
          <a:bodyPr lIns="64285" tIns="32142" rIns="64285" bIns="32142" rtlCol="0" anchor="ctr"/>
          <a:lstStyle/>
          <a:p>
            <a:pPr defTabSz="642823" fontAlgn="auto">
              <a:spcBef>
                <a:spcPts val="0"/>
              </a:spcBef>
              <a:spcAft>
                <a:spcPts val="0"/>
              </a:spcAft>
              <a:defRPr/>
            </a:pPr>
            <a:endParaRPr lang="en-US" sz="1266" cap="all" dirty="0">
              <a:solidFill>
                <a:prstClr val="black"/>
              </a:solidFill>
              <a:latin typeface="Comic Sans MS" panose="030F0702030302020204" pitchFamily="66" charset="0"/>
              <a:ea typeface="+mn-ea"/>
            </a:endParaRPr>
          </a:p>
        </p:txBody>
      </p:sp>
      <p:sp>
        <p:nvSpPr>
          <p:cNvPr id="41" name="Rectangle 40"/>
          <p:cNvSpPr/>
          <p:nvPr/>
        </p:nvSpPr>
        <p:spPr>
          <a:xfrm>
            <a:off x="-3473462" y="2767153"/>
            <a:ext cx="1998146" cy="1467467"/>
          </a:xfrm>
          <a:prstGeom prst="rect">
            <a:avLst/>
          </a:prstGeom>
          <a:solidFill>
            <a:srgbClr val="4F81BD">
              <a:lumMod val="20000"/>
              <a:lumOff val="80000"/>
            </a:srgbClr>
          </a:solidFill>
          <a:ln w="25400" cap="flat" cmpd="sng" algn="ctr">
            <a:solidFill>
              <a:srgbClr val="4F81BD">
                <a:lumMod val="40000"/>
                <a:lumOff val="60000"/>
              </a:srgbClr>
            </a:solidFill>
            <a:prstDash val="solid"/>
          </a:ln>
          <a:effectLst/>
        </p:spPr>
        <p:txBody>
          <a:bodyPr lIns="64285" tIns="32142" rIns="64285" bIns="32142" rtlCol="0" anchor="ctr"/>
          <a:lstStyle/>
          <a:p>
            <a:pPr defTabSz="642823" fontAlgn="auto">
              <a:spcBef>
                <a:spcPts val="0"/>
              </a:spcBef>
              <a:spcAft>
                <a:spcPts val="0"/>
              </a:spcAft>
              <a:defRPr/>
            </a:pPr>
            <a:endParaRPr lang="en-US" sz="1266" cap="all" dirty="0">
              <a:solidFill>
                <a:prstClr val="black"/>
              </a:solidFill>
              <a:latin typeface="Comic Sans MS" panose="030F0702030302020204" pitchFamily="66" charset="0"/>
              <a:ea typeface="+mn-ea"/>
            </a:endParaRPr>
          </a:p>
        </p:txBody>
      </p:sp>
      <p:sp>
        <p:nvSpPr>
          <p:cNvPr id="42" name="Rectangle 41"/>
          <p:cNvSpPr/>
          <p:nvPr/>
        </p:nvSpPr>
        <p:spPr>
          <a:xfrm>
            <a:off x="-3366306" y="2874310"/>
            <a:ext cx="1998146" cy="1467467"/>
          </a:xfrm>
          <a:prstGeom prst="rect">
            <a:avLst/>
          </a:prstGeom>
          <a:solidFill>
            <a:srgbClr val="4F81BD">
              <a:lumMod val="20000"/>
              <a:lumOff val="80000"/>
            </a:srgbClr>
          </a:solidFill>
          <a:ln w="25400" cap="flat" cmpd="sng" algn="ctr">
            <a:solidFill>
              <a:srgbClr val="4F81BD">
                <a:lumMod val="40000"/>
                <a:lumOff val="60000"/>
              </a:srgbClr>
            </a:solidFill>
            <a:prstDash val="solid"/>
          </a:ln>
          <a:effectLst/>
        </p:spPr>
        <p:txBody>
          <a:bodyPr lIns="64285" tIns="32142" rIns="64285" bIns="32142" rtlCol="0" anchor="ctr"/>
          <a:lstStyle/>
          <a:p>
            <a:pPr defTabSz="642823" fontAlgn="auto">
              <a:spcBef>
                <a:spcPts val="0"/>
              </a:spcBef>
              <a:spcAft>
                <a:spcPts val="0"/>
              </a:spcAft>
              <a:defRPr/>
            </a:pPr>
            <a:endParaRPr lang="en-US" sz="1266" cap="all" dirty="0">
              <a:solidFill>
                <a:prstClr val="black"/>
              </a:solidFill>
              <a:latin typeface="Comic Sans MS" panose="030F0702030302020204" pitchFamily="66" charset="0"/>
              <a:ea typeface="+mn-ea"/>
            </a:endParaRPr>
          </a:p>
        </p:txBody>
      </p:sp>
      <p:sp>
        <p:nvSpPr>
          <p:cNvPr id="43" name="Rectangle 42"/>
          <p:cNvSpPr/>
          <p:nvPr/>
        </p:nvSpPr>
        <p:spPr>
          <a:xfrm>
            <a:off x="-3259149" y="2981466"/>
            <a:ext cx="1998146" cy="1467467"/>
          </a:xfrm>
          <a:prstGeom prst="rect">
            <a:avLst/>
          </a:prstGeom>
          <a:solidFill>
            <a:srgbClr val="4F81BD">
              <a:lumMod val="20000"/>
              <a:lumOff val="80000"/>
            </a:srgbClr>
          </a:solidFill>
          <a:ln w="25400" cap="flat" cmpd="sng" algn="ctr">
            <a:solidFill>
              <a:srgbClr val="4F81BD">
                <a:lumMod val="40000"/>
                <a:lumOff val="60000"/>
              </a:srgbClr>
            </a:solidFill>
            <a:prstDash val="solid"/>
          </a:ln>
          <a:effectLst/>
        </p:spPr>
        <p:txBody>
          <a:bodyPr lIns="64285" tIns="32142" rIns="64285" bIns="32142" rtlCol="0" anchor="ctr"/>
          <a:lstStyle/>
          <a:p>
            <a:pPr defTabSz="642823" fontAlgn="auto">
              <a:spcBef>
                <a:spcPts val="0"/>
              </a:spcBef>
              <a:spcAft>
                <a:spcPts val="0"/>
              </a:spcAft>
              <a:defRPr/>
            </a:pPr>
            <a:endParaRPr lang="en-US" sz="1266" cap="all" dirty="0">
              <a:solidFill>
                <a:prstClr val="black"/>
              </a:solidFill>
              <a:latin typeface="Comic Sans MS" panose="030F0702030302020204" pitchFamily="66" charset="0"/>
              <a:ea typeface="+mn-ea"/>
            </a:endParaRPr>
          </a:p>
        </p:txBody>
      </p:sp>
      <p:sp>
        <p:nvSpPr>
          <p:cNvPr id="44" name="Rectangle 43"/>
          <p:cNvSpPr/>
          <p:nvPr/>
        </p:nvSpPr>
        <p:spPr>
          <a:xfrm>
            <a:off x="-3151993" y="3088622"/>
            <a:ext cx="1998146" cy="1467467"/>
          </a:xfrm>
          <a:prstGeom prst="rect">
            <a:avLst/>
          </a:prstGeom>
          <a:solidFill>
            <a:srgbClr val="4F81BD">
              <a:lumMod val="20000"/>
              <a:lumOff val="80000"/>
            </a:srgbClr>
          </a:solidFill>
          <a:ln w="25400" cap="flat" cmpd="sng" algn="ctr">
            <a:solidFill>
              <a:srgbClr val="4F81BD">
                <a:lumMod val="40000"/>
                <a:lumOff val="60000"/>
              </a:srgbClr>
            </a:solidFill>
            <a:prstDash val="solid"/>
          </a:ln>
          <a:effectLst/>
        </p:spPr>
        <p:txBody>
          <a:bodyPr lIns="64285" tIns="32142" rIns="64285" bIns="32142" rtlCol="0" anchor="ctr"/>
          <a:lstStyle/>
          <a:p>
            <a:pPr defTabSz="642823" fontAlgn="auto">
              <a:spcBef>
                <a:spcPts val="0"/>
              </a:spcBef>
              <a:spcAft>
                <a:spcPts val="0"/>
              </a:spcAft>
              <a:defRPr/>
            </a:pPr>
            <a:endParaRPr lang="en-US" sz="1266" cap="all" dirty="0">
              <a:solidFill>
                <a:prstClr val="black"/>
              </a:solidFill>
              <a:latin typeface="Comic Sans MS" panose="030F0702030302020204" pitchFamily="66" charset="0"/>
              <a:ea typeface="+mn-ea"/>
            </a:endParaRPr>
          </a:p>
        </p:txBody>
      </p:sp>
      <p:sp>
        <p:nvSpPr>
          <p:cNvPr id="45" name="Rectangle 44"/>
          <p:cNvSpPr/>
          <p:nvPr/>
        </p:nvSpPr>
        <p:spPr>
          <a:xfrm>
            <a:off x="-3044837" y="3195778"/>
            <a:ext cx="1998146" cy="1467467"/>
          </a:xfrm>
          <a:prstGeom prst="rect">
            <a:avLst/>
          </a:prstGeom>
          <a:solidFill>
            <a:srgbClr val="4F81BD">
              <a:lumMod val="20000"/>
              <a:lumOff val="80000"/>
            </a:srgbClr>
          </a:solidFill>
          <a:ln w="25400" cap="flat" cmpd="sng" algn="ctr">
            <a:solidFill>
              <a:srgbClr val="4F81BD">
                <a:lumMod val="40000"/>
                <a:lumOff val="60000"/>
              </a:srgbClr>
            </a:solidFill>
            <a:prstDash val="solid"/>
          </a:ln>
          <a:effectLst/>
        </p:spPr>
        <p:txBody>
          <a:bodyPr lIns="64285" tIns="32142" rIns="64285" bIns="32142" rtlCol="0" anchor="ctr"/>
          <a:lstStyle/>
          <a:p>
            <a:pPr defTabSz="642823" fontAlgn="auto">
              <a:spcBef>
                <a:spcPts val="0"/>
              </a:spcBef>
              <a:spcAft>
                <a:spcPts val="0"/>
              </a:spcAft>
              <a:defRPr/>
            </a:pPr>
            <a:endParaRPr lang="en-US" sz="1266" cap="all" dirty="0">
              <a:solidFill>
                <a:prstClr val="black"/>
              </a:solidFill>
              <a:latin typeface="Comic Sans MS" panose="030F0702030302020204" pitchFamily="66" charset="0"/>
              <a:ea typeface="+mn-ea"/>
            </a:endParaRPr>
          </a:p>
        </p:txBody>
      </p:sp>
      <p:sp>
        <p:nvSpPr>
          <p:cNvPr id="46" name="Rectangle 45"/>
          <p:cNvSpPr/>
          <p:nvPr/>
        </p:nvSpPr>
        <p:spPr>
          <a:xfrm>
            <a:off x="-2937681" y="3302935"/>
            <a:ext cx="1998146" cy="1467467"/>
          </a:xfrm>
          <a:prstGeom prst="rect">
            <a:avLst/>
          </a:prstGeom>
          <a:solidFill>
            <a:srgbClr val="4F81BD">
              <a:lumMod val="20000"/>
              <a:lumOff val="80000"/>
            </a:srgbClr>
          </a:solidFill>
          <a:ln w="25400" cap="flat" cmpd="sng" algn="ctr">
            <a:solidFill>
              <a:srgbClr val="4F81BD">
                <a:lumMod val="40000"/>
                <a:lumOff val="60000"/>
              </a:srgbClr>
            </a:solidFill>
            <a:prstDash val="solid"/>
          </a:ln>
          <a:effectLst/>
        </p:spPr>
        <p:txBody>
          <a:bodyPr lIns="64285" tIns="32142" rIns="64285" bIns="32142" rtlCol="0" anchor="ctr"/>
          <a:lstStyle/>
          <a:p>
            <a:pPr defTabSz="642823" fontAlgn="auto">
              <a:spcBef>
                <a:spcPts val="0"/>
              </a:spcBef>
              <a:spcAft>
                <a:spcPts val="0"/>
              </a:spcAft>
              <a:defRPr/>
            </a:pPr>
            <a:endParaRPr lang="en-US" sz="1266" cap="all" dirty="0">
              <a:solidFill>
                <a:prstClr val="black"/>
              </a:solidFill>
              <a:latin typeface="Comic Sans MS" panose="030F0702030302020204" pitchFamily="66" charset="0"/>
              <a:ea typeface="+mn-ea"/>
            </a:endParaRPr>
          </a:p>
        </p:txBody>
      </p:sp>
      <p:sp>
        <p:nvSpPr>
          <p:cNvPr id="47" name="Rectangle 46"/>
          <p:cNvSpPr/>
          <p:nvPr/>
        </p:nvSpPr>
        <p:spPr>
          <a:xfrm>
            <a:off x="-2830524" y="3410091"/>
            <a:ext cx="1998146" cy="1467467"/>
          </a:xfrm>
          <a:prstGeom prst="rect">
            <a:avLst/>
          </a:prstGeom>
          <a:solidFill>
            <a:srgbClr val="4F81BD">
              <a:lumMod val="20000"/>
              <a:lumOff val="80000"/>
            </a:srgbClr>
          </a:solidFill>
          <a:ln w="25400" cap="flat" cmpd="sng" algn="ctr">
            <a:solidFill>
              <a:srgbClr val="4F81BD">
                <a:lumMod val="40000"/>
                <a:lumOff val="60000"/>
              </a:srgbClr>
            </a:solidFill>
            <a:prstDash val="solid"/>
          </a:ln>
          <a:effectLst/>
        </p:spPr>
        <p:txBody>
          <a:bodyPr lIns="64285" tIns="32142" rIns="64285" bIns="32142" rtlCol="0" anchor="ctr"/>
          <a:lstStyle/>
          <a:p>
            <a:pPr defTabSz="642823" fontAlgn="auto">
              <a:spcBef>
                <a:spcPts val="0"/>
              </a:spcBef>
              <a:spcAft>
                <a:spcPts val="0"/>
              </a:spcAft>
              <a:defRPr/>
            </a:pPr>
            <a:endParaRPr lang="en-US" sz="1266" cap="all" dirty="0">
              <a:solidFill>
                <a:prstClr val="black"/>
              </a:solidFill>
              <a:latin typeface="Comic Sans MS" panose="030F0702030302020204" pitchFamily="66" charset="0"/>
              <a:ea typeface="+mn-ea"/>
            </a:endParaRPr>
          </a:p>
        </p:txBody>
      </p:sp>
      <p:sp>
        <p:nvSpPr>
          <p:cNvPr id="48" name="Rectangle 47"/>
          <p:cNvSpPr/>
          <p:nvPr/>
        </p:nvSpPr>
        <p:spPr>
          <a:xfrm>
            <a:off x="-3432149" y="4683845"/>
            <a:ext cx="1998146" cy="1467467"/>
          </a:xfrm>
          <a:prstGeom prst="rect">
            <a:avLst/>
          </a:prstGeom>
          <a:solidFill>
            <a:srgbClr val="FFFFCC"/>
          </a:solidFill>
          <a:ln w="25400" cap="flat" cmpd="sng" algn="ctr">
            <a:solidFill>
              <a:srgbClr val="FFC000"/>
            </a:solidFill>
            <a:prstDash val="solid"/>
          </a:ln>
          <a:effectLst/>
        </p:spPr>
        <p:txBody>
          <a:bodyPr lIns="64285" tIns="32142" rIns="64285" bIns="32142" rtlCol="0" anchor="ctr"/>
          <a:lstStyle/>
          <a:p>
            <a:pPr defTabSz="642823" fontAlgn="auto">
              <a:spcBef>
                <a:spcPts val="0"/>
              </a:spcBef>
              <a:spcAft>
                <a:spcPts val="0"/>
              </a:spcAft>
              <a:defRPr/>
            </a:pPr>
            <a:endParaRPr lang="en-US" sz="1266" cap="all" dirty="0">
              <a:solidFill>
                <a:prstClr val="black"/>
              </a:solidFill>
              <a:latin typeface="Comic Sans MS" panose="030F0702030302020204" pitchFamily="66" charset="0"/>
              <a:ea typeface="+mn-ea"/>
            </a:endParaRPr>
          </a:p>
        </p:txBody>
      </p:sp>
      <p:sp>
        <p:nvSpPr>
          <p:cNvPr id="49" name="Rectangle 48"/>
          <p:cNvSpPr/>
          <p:nvPr/>
        </p:nvSpPr>
        <p:spPr>
          <a:xfrm>
            <a:off x="-3217837" y="4898157"/>
            <a:ext cx="1998146" cy="1467467"/>
          </a:xfrm>
          <a:prstGeom prst="rect">
            <a:avLst/>
          </a:prstGeom>
          <a:solidFill>
            <a:srgbClr val="FFFFCC"/>
          </a:solidFill>
          <a:ln w="25400" cap="flat" cmpd="sng" algn="ctr">
            <a:solidFill>
              <a:srgbClr val="FFC000"/>
            </a:solidFill>
            <a:prstDash val="solid"/>
          </a:ln>
          <a:effectLst/>
        </p:spPr>
        <p:txBody>
          <a:bodyPr lIns="64285" tIns="32142" rIns="64285" bIns="32142" rtlCol="0" anchor="ctr"/>
          <a:lstStyle/>
          <a:p>
            <a:pPr defTabSz="642823" fontAlgn="auto">
              <a:spcBef>
                <a:spcPts val="0"/>
              </a:spcBef>
              <a:spcAft>
                <a:spcPts val="0"/>
              </a:spcAft>
              <a:defRPr/>
            </a:pPr>
            <a:endParaRPr lang="en-US" sz="1266" cap="all" dirty="0">
              <a:solidFill>
                <a:prstClr val="black"/>
              </a:solidFill>
              <a:latin typeface="Comic Sans MS" panose="030F0702030302020204" pitchFamily="66" charset="0"/>
              <a:ea typeface="+mn-ea"/>
            </a:endParaRPr>
          </a:p>
        </p:txBody>
      </p:sp>
      <p:sp>
        <p:nvSpPr>
          <p:cNvPr id="50" name="Rectangle 49"/>
          <p:cNvSpPr/>
          <p:nvPr/>
        </p:nvSpPr>
        <p:spPr>
          <a:xfrm>
            <a:off x="-3110680" y="5005313"/>
            <a:ext cx="1998146" cy="1467467"/>
          </a:xfrm>
          <a:prstGeom prst="rect">
            <a:avLst/>
          </a:prstGeom>
          <a:solidFill>
            <a:srgbClr val="FFFFCC"/>
          </a:solidFill>
          <a:ln w="25400" cap="flat" cmpd="sng" algn="ctr">
            <a:solidFill>
              <a:srgbClr val="FFC000"/>
            </a:solidFill>
            <a:prstDash val="solid"/>
          </a:ln>
          <a:effectLst/>
        </p:spPr>
        <p:txBody>
          <a:bodyPr lIns="64285" tIns="32142" rIns="64285" bIns="32142" rtlCol="0" anchor="ctr"/>
          <a:lstStyle/>
          <a:p>
            <a:pPr defTabSz="642823" fontAlgn="auto">
              <a:spcBef>
                <a:spcPts val="0"/>
              </a:spcBef>
              <a:spcAft>
                <a:spcPts val="0"/>
              </a:spcAft>
              <a:defRPr/>
            </a:pPr>
            <a:endParaRPr lang="en-US" sz="1266" cap="all" dirty="0">
              <a:solidFill>
                <a:prstClr val="black"/>
              </a:solidFill>
              <a:latin typeface="Comic Sans MS" panose="030F0702030302020204" pitchFamily="66" charset="0"/>
              <a:ea typeface="+mn-ea"/>
            </a:endParaRPr>
          </a:p>
        </p:txBody>
      </p:sp>
      <p:sp>
        <p:nvSpPr>
          <p:cNvPr id="51" name="Rectangle 50"/>
          <p:cNvSpPr/>
          <p:nvPr/>
        </p:nvSpPr>
        <p:spPr>
          <a:xfrm>
            <a:off x="-3003524" y="5112470"/>
            <a:ext cx="1998146" cy="1467467"/>
          </a:xfrm>
          <a:prstGeom prst="rect">
            <a:avLst/>
          </a:prstGeom>
          <a:solidFill>
            <a:srgbClr val="FFFFCC"/>
          </a:solidFill>
          <a:ln w="25400" cap="flat" cmpd="sng" algn="ctr">
            <a:solidFill>
              <a:srgbClr val="FFC000"/>
            </a:solidFill>
            <a:prstDash val="solid"/>
          </a:ln>
          <a:effectLst/>
        </p:spPr>
        <p:txBody>
          <a:bodyPr lIns="64285" tIns="32142" rIns="64285" bIns="32142" rtlCol="0" anchor="ctr"/>
          <a:lstStyle/>
          <a:p>
            <a:pPr defTabSz="642823" fontAlgn="auto">
              <a:spcBef>
                <a:spcPts val="0"/>
              </a:spcBef>
              <a:spcAft>
                <a:spcPts val="0"/>
              </a:spcAft>
              <a:defRPr/>
            </a:pPr>
            <a:endParaRPr lang="en-US" sz="1266" cap="all" dirty="0">
              <a:solidFill>
                <a:prstClr val="black"/>
              </a:solidFill>
              <a:latin typeface="Comic Sans MS" panose="030F0702030302020204" pitchFamily="66" charset="0"/>
              <a:ea typeface="+mn-ea"/>
            </a:endParaRPr>
          </a:p>
        </p:txBody>
      </p:sp>
      <p:sp>
        <p:nvSpPr>
          <p:cNvPr id="52" name="Rectangle 51"/>
          <p:cNvSpPr/>
          <p:nvPr/>
        </p:nvSpPr>
        <p:spPr>
          <a:xfrm>
            <a:off x="-2896368" y="5219626"/>
            <a:ext cx="1998146" cy="1467467"/>
          </a:xfrm>
          <a:prstGeom prst="rect">
            <a:avLst/>
          </a:prstGeom>
          <a:solidFill>
            <a:srgbClr val="FFFFCC"/>
          </a:solidFill>
          <a:ln w="25400" cap="flat" cmpd="sng" algn="ctr">
            <a:solidFill>
              <a:srgbClr val="FFC000"/>
            </a:solidFill>
            <a:prstDash val="solid"/>
          </a:ln>
          <a:effectLst/>
        </p:spPr>
        <p:txBody>
          <a:bodyPr lIns="64285" tIns="32142" rIns="64285" bIns="32142" rtlCol="0" anchor="ctr"/>
          <a:lstStyle/>
          <a:p>
            <a:pPr defTabSz="642823" fontAlgn="auto">
              <a:spcBef>
                <a:spcPts val="0"/>
              </a:spcBef>
              <a:spcAft>
                <a:spcPts val="0"/>
              </a:spcAft>
              <a:defRPr/>
            </a:pPr>
            <a:endParaRPr lang="en-US" sz="1266" cap="all" dirty="0">
              <a:solidFill>
                <a:prstClr val="black"/>
              </a:solidFill>
              <a:latin typeface="Comic Sans MS" panose="030F0702030302020204" pitchFamily="66" charset="0"/>
              <a:ea typeface="+mn-ea"/>
            </a:endParaRPr>
          </a:p>
        </p:txBody>
      </p:sp>
      <p:sp>
        <p:nvSpPr>
          <p:cNvPr id="53" name="Rectangle 52"/>
          <p:cNvSpPr/>
          <p:nvPr/>
        </p:nvSpPr>
        <p:spPr>
          <a:xfrm>
            <a:off x="-2789212" y="5326782"/>
            <a:ext cx="1998146" cy="1467467"/>
          </a:xfrm>
          <a:prstGeom prst="rect">
            <a:avLst/>
          </a:prstGeom>
          <a:solidFill>
            <a:srgbClr val="FFFFCC"/>
          </a:solidFill>
          <a:ln w="25400" cap="flat" cmpd="sng" algn="ctr">
            <a:solidFill>
              <a:srgbClr val="FFC000"/>
            </a:solidFill>
            <a:prstDash val="solid"/>
          </a:ln>
          <a:effectLst/>
        </p:spPr>
        <p:txBody>
          <a:bodyPr lIns="64285" tIns="32142" rIns="64285" bIns="32142" rtlCol="0" anchor="ctr"/>
          <a:lstStyle/>
          <a:p>
            <a:pPr defTabSz="642823" fontAlgn="auto">
              <a:spcBef>
                <a:spcPts val="0"/>
              </a:spcBef>
              <a:spcAft>
                <a:spcPts val="0"/>
              </a:spcAft>
              <a:defRPr/>
            </a:pPr>
            <a:endParaRPr lang="en-US" sz="1266" cap="all" dirty="0">
              <a:solidFill>
                <a:prstClr val="black"/>
              </a:solidFill>
              <a:latin typeface="Comic Sans MS" panose="030F0702030302020204" pitchFamily="66" charset="0"/>
              <a:ea typeface="+mn-ea"/>
            </a:endParaRPr>
          </a:p>
        </p:txBody>
      </p:sp>
    </p:spTree>
    <p:extLst>
      <p:ext uri="{BB962C8B-B14F-4D97-AF65-F5344CB8AC3E}">
        <p14:creationId xmlns:p14="http://schemas.microsoft.com/office/powerpoint/2010/main" val="196920486"/>
      </p:ext>
    </p:extLst>
  </p:cSld>
  <p:clrMapOvr>
    <a:masterClrMapping/>
  </p:clrMapOvr>
  <p:transition spd="me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5" name="Shape 265"/>
          <p:cNvSpPr>
            <a:spLocks noGrp="1"/>
          </p:cNvSpPr>
          <p:nvPr>
            <p:ph type="body" idx="13"/>
          </p:nvPr>
        </p:nvSpPr>
        <p:spPr>
          <a:xfrm>
            <a:off x="976312" y="435506"/>
            <a:ext cx="7858126" cy="240066"/>
          </a:xfrm>
          <a:prstGeom prst="rect">
            <a:avLst/>
          </a:prstGeom>
        </p:spPr>
        <p:txBody>
          <a:bodyPr/>
          <a:lstStyle>
            <a:lvl1pPr algn="r">
              <a:defRPr sz="1200" spc="60"/>
            </a:lvl1pPr>
          </a:lstStyle>
          <a:p>
            <a:r>
              <a:t>project name</a:t>
            </a:r>
          </a:p>
        </p:txBody>
      </p:sp>
      <p:sp>
        <p:nvSpPr>
          <p:cNvPr id="266" name="Shape 266"/>
          <p:cNvSpPr>
            <a:spLocks noGrp="1"/>
          </p:cNvSpPr>
          <p:nvPr>
            <p:ph type="title"/>
          </p:nvPr>
        </p:nvSpPr>
        <p:spPr>
          <a:xfrm>
            <a:off x="285750" y="260341"/>
            <a:ext cx="7379317" cy="508993"/>
          </a:xfrm>
          <a:prstGeom prst="rect">
            <a:avLst/>
          </a:prstGeom>
        </p:spPr>
        <p:txBody>
          <a:bodyPr/>
          <a:lstStyle>
            <a:lvl1pPr defTabSz="467359">
              <a:spcBef>
                <a:spcPts val="2200"/>
              </a:spcBef>
              <a:defRPr sz="4800"/>
            </a:lvl1pPr>
          </a:lstStyle>
          <a:p>
            <a:r>
              <a:rPr sz="3600" b="0">
                <a:latin typeface="+mj-lt"/>
              </a:rPr>
              <a:t>Metrics</a:t>
            </a:r>
          </a:p>
        </p:txBody>
      </p:sp>
      <p:sp>
        <p:nvSpPr>
          <p:cNvPr id="33" name="Rectangle 32"/>
          <p:cNvSpPr/>
          <p:nvPr/>
        </p:nvSpPr>
        <p:spPr>
          <a:xfrm>
            <a:off x="-3378571" y="442436"/>
            <a:ext cx="1998146" cy="1467467"/>
          </a:xfrm>
          <a:prstGeom prst="rect">
            <a:avLst/>
          </a:prstGeom>
          <a:solidFill>
            <a:srgbClr val="C0504D">
              <a:lumMod val="20000"/>
              <a:lumOff val="80000"/>
            </a:srgbClr>
          </a:solidFill>
          <a:ln w="25400" cap="flat" cmpd="sng" algn="ctr">
            <a:solidFill>
              <a:srgbClr val="C0504D">
                <a:lumMod val="40000"/>
                <a:lumOff val="60000"/>
              </a:srgbClr>
            </a:solidFill>
            <a:prstDash val="solid"/>
          </a:ln>
          <a:effectLst/>
        </p:spPr>
        <p:txBody>
          <a:bodyPr lIns="64285" tIns="32142" rIns="64285" bIns="32142" rtlCol="0" anchor="ctr"/>
          <a:lstStyle/>
          <a:p>
            <a:pPr defTabSz="642823" fontAlgn="auto">
              <a:spcBef>
                <a:spcPts val="0"/>
              </a:spcBef>
              <a:spcAft>
                <a:spcPts val="0"/>
              </a:spcAft>
              <a:defRPr/>
            </a:pPr>
            <a:endParaRPr lang="en-US" sz="1266" cap="all" dirty="0">
              <a:solidFill>
                <a:prstClr val="black"/>
              </a:solidFill>
              <a:latin typeface="Comic Sans MS" panose="030F0702030302020204" pitchFamily="66" charset="0"/>
              <a:ea typeface="+mn-ea"/>
            </a:endParaRPr>
          </a:p>
        </p:txBody>
      </p:sp>
      <p:sp>
        <p:nvSpPr>
          <p:cNvPr id="34" name="Rectangle 33"/>
          <p:cNvSpPr/>
          <p:nvPr/>
        </p:nvSpPr>
        <p:spPr>
          <a:xfrm>
            <a:off x="-3271415" y="549593"/>
            <a:ext cx="1998146" cy="1467467"/>
          </a:xfrm>
          <a:prstGeom prst="rect">
            <a:avLst/>
          </a:prstGeom>
          <a:solidFill>
            <a:srgbClr val="C0504D">
              <a:lumMod val="20000"/>
              <a:lumOff val="80000"/>
            </a:srgbClr>
          </a:solidFill>
          <a:ln w="25400" cap="flat" cmpd="sng" algn="ctr">
            <a:solidFill>
              <a:srgbClr val="C0504D">
                <a:lumMod val="40000"/>
                <a:lumOff val="60000"/>
              </a:srgbClr>
            </a:solidFill>
            <a:prstDash val="solid"/>
          </a:ln>
          <a:effectLst/>
        </p:spPr>
        <p:txBody>
          <a:bodyPr lIns="64285" tIns="32142" rIns="64285" bIns="32142" rtlCol="0" anchor="ctr"/>
          <a:lstStyle/>
          <a:p>
            <a:pPr defTabSz="642823" fontAlgn="auto">
              <a:spcBef>
                <a:spcPts val="0"/>
              </a:spcBef>
              <a:spcAft>
                <a:spcPts val="0"/>
              </a:spcAft>
              <a:defRPr/>
            </a:pPr>
            <a:endParaRPr lang="en-US" sz="1266" cap="all" dirty="0">
              <a:solidFill>
                <a:prstClr val="black"/>
              </a:solidFill>
              <a:latin typeface="Comic Sans MS" panose="030F0702030302020204" pitchFamily="66" charset="0"/>
              <a:ea typeface="+mn-ea"/>
            </a:endParaRPr>
          </a:p>
        </p:txBody>
      </p:sp>
      <p:sp>
        <p:nvSpPr>
          <p:cNvPr id="35" name="Rectangle 34"/>
          <p:cNvSpPr/>
          <p:nvPr/>
        </p:nvSpPr>
        <p:spPr>
          <a:xfrm>
            <a:off x="-3164258" y="656749"/>
            <a:ext cx="1998146" cy="1467467"/>
          </a:xfrm>
          <a:prstGeom prst="rect">
            <a:avLst/>
          </a:prstGeom>
          <a:solidFill>
            <a:srgbClr val="C0504D">
              <a:lumMod val="20000"/>
              <a:lumOff val="80000"/>
            </a:srgbClr>
          </a:solidFill>
          <a:ln w="25400" cap="flat" cmpd="sng" algn="ctr">
            <a:solidFill>
              <a:srgbClr val="C0504D">
                <a:lumMod val="40000"/>
                <a:lumOff val="60000"/>
              </a:srgbClr>
            </a:solidFill>
            <a:prstDash val="solid"/>
          </a:ln>
          <a:effectLst/>
        </p:spPr>
        <p:txBody>
          <a:bodyPr lIns="64285" tIns="32142" rIns="64285" bIns="32142" rtlCol="0" anchor="ctr"/>
          <a:lstStyle/>
          <a:p>
            <a:pPr defTabSz="642823" fontAlgn="auto">
              <a:spcBef>
                <a:spcPts val="0"/>
              </a:spcBef>
              <a:spcAft>
                <a:spcPts val="0"/>
              </a:spcAft>
              <a:defRPr/>
            </a:pPr>
            <a:endParaRPr lang="en-US" sz="1266" cap="all" dirty="0">
              <a:solidFill>
                <a:prstClr val="black"/>
              </a:solidFill>
              <a:latin typeface="Comic Sans MS" panose="030F0702030302020204" pitchFamily="66" charset="0"/>
              <a:ea typeface="+mn-ea"/>
            </a:endParaRPr>
          </a:p>
        </p:txBody>
      </p:sp>
      <p:sp>
        <p:nvSpPr>
          <p:cNvPr id="36" name="Rectangle 35"/>
          <p:cNvSpPr/>
          <p:nvPr/>
        </p:nvSpPr>
        <p:spPr>
          <a:xfrm>
            <a:off x="-3057102" y="763905"/>
            <a:ext cx="1998146" cy="1467467"/>
          </a:xfrm>
          <a:prstGeom prst="rect">
            <a:avLst/>
          </a:prstGeom>
          <a:solidFill>
            <a:srgbClr val="C0504D">
              <a:lumMod val="20000"/>
              <a:lumOff val="80000"/>
            </a:srgbClr>
          </a:solidFill>
          <a:ln w="25400" cap="flat" cmpd="sng" algn="ctr">
            <a:solidFill>
              <a:srgbClr val="C0504D">
                <a:lumMod val="40000"/>
                <a:lumOff val="60000"/>
              </a:srgbClr>
            </a:solidFill>
            <a:prstDash val="solid"/>
          </a:ln>
          <a:effectLst/>
        </p:spPr>
        <p:txBody>
          <a:bodyPr lIns="64285" tIns="32142" rIns="64285" bIns="32142" rtlCol="0" anchor="ctr"/>
          <a:lstStyle/>
          <a:p>
            <a:pPr defTabSz="642823" fontAlgn="auto">
              <a:spcBef>
                <a:spcPts val="0"/>
              </a:spcBef>
              <a:spcAft>
                <a:spcPts val="0"/>
              </a:spcAft>
              <a:defRPr/>
            </a:pPr>
            <a:endParaRPr lang="en-US" sz="1266" cap="all" dirty="0">
              <a:solidFill>
                <a:prstClr val="black"/>
              </a:solidFill>
              <a:latin typeface="Comic Sans MS" panose="030F0702030302020204" pitchFamily="66" charset="0"/>
              <a:ea typeface="+mn-ea"/>
            </a:endParaRPr>
          </a:p>
        </p:txBody>
      </p:sp>
      <p:sp>
        <p:nvSpPr>
          <p:cNvPr id="37" name="Rectangle 36"/>
          <p:cNvSpPr/>
          <p:nvPr/>
        </p:nvSpPr>
        <p:spPr>
          <a:xfrm>
            <a:off x="-2949946" y="871061"/>
            <a:ext cx="1998146" cy="1467467"/>
          </a:xfrm>
          <a:prstGeom prst="rect">
            <a:avLst/>
          </a:prstGeom>
          <a:solidFill>
            <a:srgbClr val="C0504D">
              <a:lumMod val="20000"/>
              <a:lumOff val="80000"/>
            </a:srgbClr>
          </a:solidFill>
          <a:ln w="25400" cap="flat" cmpd="sng" algn="ctr">
            <a:solidFill>
              <a:srgbClr val="C0504D">
                <a:lumMod val="40000"/>
                <a:lumOff val="60000"/>
              </a:srgbClr>
            </a:solidFill>
            <a:prstDash val="solid"/>
          </a:ln>
          <a:effectLst/>
        </p:spPr>
        <p:txBody>
          <a:bodyPr lIns="64285" tIns="32142" rIns="64285" bIns="32142" rtlCol="0" anchor="ctr"/>
          <a:lstStyle/>
          <a:p>
            <a:pPr defTabSz="642823" fontAlgn="auto">
              <a:spcBef>
                <a:spcPts val="0"/>
              </a:spcBef>
              <a:spcAft>
                <a:spcPts val="0"/>
              </a:spcAft>
              <a:defRPr/>
            </a:pPr>
            <a:endParaRPr lang="en-US" sz="1266" cap="all" dirty="0">
              <a:solidFill>
                <a:prstClr val="black"/>
              </a:solidFill>
              <a:latin typeface="Comic Sans MS" panose="030F0702030302020204" pitchFamily="66" charset="0"/>
              <a:ea typeface="+mn-ea"/>
            </a:endParaRPr>
          </a:p>
        </p:txBody>
      </p:sp>
      <p:sp>
        <p:nvSpPr>
          <p:cNvPr id="38" name="Rectangle 37"/>
          <p:cNvSpPr/>
          <p:nvPr/>
        </p:nvSpPr>
        <p:spPr>
          <a:xfrm>
            <a:off x="-2842790" y="978218"/>
            <a:ext cx="1998146" cy="1467467"/>
          </a:xfrm>
          <a:prstGeom prst="rect">
            <a:avLst/>
          </a:prstGeom>
          <a:solidFill>
            <a:srgbClr val="C0504D">
              <a:lumMod val="20000"/>
              <a:lumOff val="80000"/>
            </a:srgbClr>
          </a:solidFill>
          <a:ln w="25400" cap="flat" cmpd="sng" algn="ctr">
            <a:solidFill>
              <a:srgbClr val="C0504D">
                <a:lumMod val="40000"/>
                <a:lumOff val="60000"/>
              </a:srgbClr>
            </a:solidFill>
            <a:prstDash val="solid"/>
          </a:ln>
          <a:effectLst/>
        </p:spPr>
        <p:txBody>
          <a:bodyPr lIns="64285" tIns="32142" rIns="64285" bIns="32142" rtlCol="0" anchor="ctr"/>
          <a:lstStyle/>
          <a:p>
            <a:pPr defTabSz="642823" fontAlgn="auto">
              <a:spcBef>
                <a:spcPts val="0"/>
              </a:spcBef>
              <a:spcAft>
                <a:spcPts val="0"/>
              </a:spcAft>
              <a:defRPr/>
            </a:pPr>
            <a:endParaRPr lang="en-US" sz="1266" cap="all" dirty="0">
              <a:solidFill>
                <a:prstClr val="black"/>
              </a:solidFill>
              <a:latin typeface="Comic Sans MS" panose="030F0702030302020204" pitchFamily="66" charset="0"/>
              <a:ea typeface="+mn-ea"/>
            </a:endParaRPr>
          </a:p>
        </p:txBody>
      </p:sp>
      <p:sp>
        <p:nvSpPr>
          <p:cNvPr id="39" name="Rectangle 38"/>
          <p:cNvSpPr/>
          <p:nvPr/>
        </p:nvSpPr>
        <p:spPr>
          <a:xfrm>
            <a:off x="-2735633" y="1085374"/>
            <a:ext cx="1998146" cy="1467467"/>
          </a:xfrm>
          <a:prstGeom prst="rect">
            <a:avLst/>
          </a:prstGeom>
          <a:solidFill>
            <a:srgbClr val="C0504D">
              <a:lumMod val="20000"/>
              <a:lumOff val="80000"/>
            </a:srgbClr>
          </a:solidFill>
          <a:ln w="25400" cap="flat" cmpd="sng" algn="ctr">
            <a:solidFill>
              <a:srgbClr val="C0504D">
                <a:lumMod val="40000"/>
                <a:lumOff val="60000"/>
              </a:srgbClr>
            </a:solidFill>
            <a:prstDash val="solid"/>
          </a:ln>
          <a:effectLst/>
        </p:spPr>
        <p:txBody>
          <a:bodyPr lIns="64285" tIns="32142" rIns="64285" bIns="32142" rtlCol="0" anchor="ctr"/>
          <a:lstStyle/>
          <a:p>
            <a:pPr defTabSz="642823" fontAlgn="auto">
              <a:spcBef>
                <a:spcPts val="0"/>
              </a:spcBef>
              <a:spcAft>
                <a:spcPts val="0"/>
              </a:spcAft>
              <a:defRPr/>
            </a:pPr>
            <a:endParaRPr lang="en-US" sz="1266" cap="all" dirty="0">
              <a:solidFill>
                <a:prstClr val="black"/>
              </a:solidFill>
              <a:latin typeface="Comic Sans MS" panose="030F0702030302020204" pitchFamily="66" charset="0"/>
              <a:ea typeface="+mn-ea"/>
            </a:endParaRPr>
          </a:p>
        </p:txBody>
      </p:sp>
      <p:sp>
        <p:nvSpPr>
          <p:cNvPr id="40" name="Rectangle 39"/>
          <p:cNvSpPr/>
          <p:nvPr/>
        </p:nvSpPr>
        <p:spPr>
          <a:xfrm>
            <a:off x="-3473462" y="2767153"/>
            <a:ext cx="1998146" cy="1467467"/>
          </a:xfrm>
          <a:prstGeom prst="rect">
            <a:avLst/>
          </a:prstGeom>
          <a:solidFill>
            <a:srgbClr val="4F81BD">
              <a:lumMod val="20000"/>
              <a:lumOff val="80000"/>
            </a:srgbClr>
          </a:solidFill>
          <a:ln w="25400" cap="flat" cmpd="sng" algn="ctr">
            <a:solidFill>
              <a:srgbClr val="4F81BD">
                <a:lumMod val="40000"/>
                <a:lumOff val="60000"/>
              </a:srgbClr>
            </a:solidFill>
            <a:prstDash val="solid"/>
          </a:ln>
          <a:effectLst/>
        </p:spPr>
        <p:txBody>
          <a:bodyPr lIns="64285" tIns="32142" rIns="64285" bIns="32142" rtlCol="0" anchor="ctr"/>
          <a:lstStyle/>
          <a:p>
            <a:pPr defTabSz="642823" fontAlgn="auto">
              <a:spcBef>
                <a:spcPts val="0"/>
              </a:spcBef>
              <a:spcAft>
                <a:spcPts val="0"/>
              </a:spcAft>
              <a:defRPr/>
            </a:pPr>
            <a:endParaRPr lang="en-US" sz="1266" cap="all" dirty="0">
              <a:solidFill>
                <a:prstClr val="black"/>
              </a:solidFill>
              <a:latin typeface="Comic Sans MS" panose="030F0702030302020204" pitchFamily="66" charset="0"/>
              <a:ea typeface="+mn-ea"/>
            </a:endParaRPr>
          </a:p>
        </p:txBody>
      </p:sp>
      <p:sp>
        <p:nvSpPr>
          <p:cNvPr id="41" name="Rectangle 40"/>
          <p:cNvSpPr/>
          <p:nvPr/>
        </p:nvSpPr>
        <p:spPr>
          <a:xfrm>
            <a:off x="-3366306" y="2874310"/>
            <a:ext cx="1998146" cy="1467467"/>
          </a:xfrm>
          <a:prstGeom prst="rect">
            <a:avLst/>
          </a:prstGeom>
          <a:solidFill>
            <a:srgbClr val="4F81BD">
              <a:lumMod val="20000"/>
              <a:lumOff val="80000"/>
            </a:srgbClr>
          </a:solidFill>
          <a:ln w="25400" cap="flat" cmpd="sng" algn="ctr">
            <a:solidFill>
              <a:srgbClr val="4F81BD">
                <a:lumMod val="40000"/>
                <a:lumOff val="60000"/>
              </a:srgbClr>
            </a:solidFill>
            <a:prstDash val="solid"/>
          </a:ln>
          <a:effectLst/>
        </p:spPr>
        <p:txBody>
          <a:bodyPr lIns="64285" tIns="32142" rIns="64285" bIns="32142" rtlCol="0" anchor="ctr"/>
          <a:lstStyle/>
          <a:p>
            <a:pPr defTabSz="642823" fontAlgn="auto">
              <a:spcBef>
                <a:spcPts val="0"/>
              </a:spcBef>
              <a:spcAft>
                <a:spcPts val="0"/>
              </a:spcAft>
              <a:defRPr/>
            </a:pPr>
            <a:endParaRPr lang="en-US" sz="1266" cap="all" dirty="0">
              <a:solidFill>
                <a:prstClr val="black"/>
              </a:solidFill>
              <a:latin typeface="Comic Sans MS" panose="030F0702030302020204" pitchFamily="66" charset="0"/>
              <a:ea typeface="+mn-ea"/>
            </a:endParaRPr>
          </a:p>
        </p:txBody>
      </p:sp>
      <p:sp>
        <p:nvSpPr>
          <p:cNvPr id="42" name="Rectangle 41"/>
          <p:cNvSpPr/>
          <p:nvPr/>
        </p:nvSpPr>
        <p:spPr>
          <a:xfrm>
            <a:off x="-3259149" y="2981466"/>
            <a:ext cx="1998146" cy="1467467"/>
          </a:xfrm>
          <a:prstGeom prst="rect">
            <a:avLst/>
          </a:prstGeom>
          <a:solidFill>
            <a:srgbClr val="4F81BD">
              <a:lumMod val="20000"/>
              <a:lumOff val="80000"/>
            </a:srgbClr>
          </a:solidFill>
          <a:ln w="25400" cap="flat" cmpd="sng" algn="ctr">
            <a:solidFill>
              <a:srgbClr val="4F81BD">
                <a:lumMod val="40000"/>
                <a:lumOff val="60000"/>
              </a:srgbClr>
            </a:solidFill>
            <a:prstDash val="solid"/>
          </a:ln>
          <a:effectLst/>
        </p:spPr>
        <p:txBody>
          <a:bodyPr lIns="64285" tIns="32142" rIns="64285" bIns="32142" rtlCol="0" anchor="ctr"/>
          <a:lstStyle/>
          <a:p>
            <a:pPr defTabSz="642823" fontAlgn="auto">
              <a:spcBef>
                <a:spcPts val="0"/>
              </a:spcBef>
              <a:spcAft>
                <a:spcPts val="0"/>
              </a:spcAft>
              <a:defRPr/>
            </a:pPr>
            <a:endParaRPr lang="en-US" sz="1266" cap="all" dirty="0">
              <a:solidFill>
                <a:prstClr val="black"/>
              </a:solidFill>
              <a:latin typeface="Comic Sans MS" panose="030F0702030302020204" pitchFamily="66" charset="0"/>
              <a:ea typeface="+mn-ea"/>
            </a:endParaRPr>
          </a:p>
        </p:txBody>
      </p:sp>
      <p:sp>
        <p:nvSpPr>
          <p:cNvPr id="43" name="Rectangle 42"/>
          <p:cNvSpPr/>
          <p:nvPr/>
        </p:nvSpPr>
        <p:spPr>
          <a:xfrm>
            <a:off x="-3151993" y="3088622"/>
            <a:ext cx="1998146" cy="1467467"/>
          </a:xfrm>
          <a:prstGeom prst="rect">
            <a:avLst/>
          </a:prstGeom>
          <a:solidFill>
            <a:srgbClr val="4F81BD">
              <a:lumMod val="20000"/>
              <a:lumOff val="80000"/>
            </a:srgbClr>
          </a:solidFill>
          <a:ln w="25400" cap="flat" cmpd="sng" algn="ctr">
            <a:solidFill>
              <a:srgbClr val="4F81BD">
                <a:lumMod val="40000"/>
                <a:lumOff val="60000"/>
              </a:srgbClr>
            </a:solidFill>
            <a:prstDash val="solid"/>
          </a:ln>
          <a:effectLst/>
        </p:spPr>
        <p:txBody>
          <a:bodyPr lIns="64285" tIns="32142" rIns="64285" bIns="32142" rtlCol="0" anchor="ctr"/>
          <a:lstStyle/>
          <a:p>
            <a:pPr defTabSz="642823" fontAlgn="auto">
              <a:spcBef>
                <a:spcPts val="0"/>
              </a:spcBef>
              <a:spcAft>
                <a:spcPts val="0"/>
              </a:spcAft>
              <a:defRPr/>
            </a:pPr>
            <a:endParaRPr lang="en-US" sz="1266" cap="all" dirty="0">
              <a:solidFill>
                <a:prstClr val="black"/>
              </a:solidFill>
              <a:latin typeface="Comic Sans MS" panose="030F0702030302020204" pitchFamily="66" charset="0"/>
              <a:ea typeface="+mn-ea"/>
            </a:endParaRPr>
          </a:p>
        </p:txBody>
      </p:sp>
      <p:sp>
        <p:nvSpPr>
          <p:cNvPr id="44" name="Rectangle 43"/>
          <p:cNvSpPr/>
          <p:nvPr/>
        </p:nvSpPr>
        <p:spPr>
          <a:xfrm>
            <a:off x="-3044837" y="3195778"/>
            <a:ext cx="1998146" cy="1467467"/>
          </a:xfrm>
          <a:prstGeom prst="rect">
            <a:avLst/>
          </a:prstGeom>
          <a:solidFill>
            <a:srgbClr val="4F81BD">
              <a:lumMod val="20000"/>
              <a:lumOff val="80000"/>
            </a:srgbClr>
          </a:solidFill>
          <a:ln w="25400" cap="flat" cmpd="sng" algn="ctr">
            <a:solidFill>
              <a:srgbClr val="4F81BD">
                <a:lumMod val="40000"/>
                <a:lumOff val="60000"/>
              </a:srgbClr>
            </a:solidFill>
            <a:prstDash val="solid"/>
          </a:ln>
          <a:effectLst/>
        </p:spPr>
        <p:txBody>
          <a:bodyPr lIns="64285" tIns="32142" rIns="64285" bIns="32142" rtlCol="0" anchor="ctr"/>
          <a:lstStyle/>
          <a:p>
            <a:pPr defTabSz="642823" fontAlgn="auto">
              <a:spcBef>
                <a:spcPts val="0"/>
              </a:spcBef>
              <a:spcAft>
                <a:spcPts val="0"/>
              </a:spcAft>
              <a:defRPr/>
            </a:pPr>
            <a:endParaRPr lang="en-US" sz="1266" cap="all" dirty="0">
              <a:solidFill>
                <a:prstClr val="black"/>
              </a:solidFill>
              <a:latin typeface="Comic Sans MS" panose="030F0702030302020204" pitchFamily="66" charset="0"/>
              <a:ea typeface="+mn-ea"/>
            </a:endParaRPr>
          </a:p>
        </p:txBody>
      </p:sp>
      <p:sp>
        <p:nvSpPr>
          <p:cNvPr id="45" name="Rectangle 44"/>
          <p:cNvSpPr/>
          <p:nvPr/>
        </p:nvSpPr>
        <p:spPr>
          <a:xfrm>
            <a:off x="-2937681" y="3302935"/>
            <a:ext cx="1998146" cy="1467467"/>
          </a:xfrm>
          <a:prstGeom prst="rect">
            <a:avLst/>
          </a:prstGeom>
          <a:solidFill>
            <a:srgbClr val="4F81BD">
              <a:lumMod val="20000"/>
              <a:lumOff val="80000"/>
            </a:srgbClr>
          </a:solidFill>
          <a:ln w="25400" cap="flat" cmpd="sng" algn="ctr">
            <a:solidFill>
              <a:srgbClr val="4F81BD">
                <a:lumMod val="40000"/>
                <a:lumOff val="60000"/>
              </a:srgbClr>
            </a:solidFill>
            <a:prstDash val="solid"/>
          </a:ln>
          <a:effectLst/>
        </p:spPr>
        <p:txBody>
          <a:bodyPr lIns="64285" tIns="32142" rIns="64285" bIns="32142" rtlCol="0" anchor="ctr"/>
          <a:lstStyle/>
          <a:p>
            <a:pPr defTabSz="642823" fontAlgn="auto">
              <a:spcBef>
                <a:spcPts val="0"/>
              </a:spcBef>
              <a:spcAft>
                <a:spcPts val="0"/>
              </a:spcAft>
              <a:defRPr/>
            </a:pPr>
            <a:endParaRPr lang="en-US" sz="1266" cap="all" dirty="0">
              <a:solidFill>
                <a:prstClr val="black"/>
              </a:solidFill>
              <a:latin typeface="Comic Sans MS" panose="030F0702030302020204" pitchFamily="66" charset="0"/>
              <a:ea typeface="+mn-ea"/>
            </a:endParaRPr>
          </a:p>
        </p:txBody>
      </p:sp>
      <p:sp>
        <p:nvSpPr>
          <p:cNvPr id="46" name="Rectangle 45"/>
          <p:cNvSpPr/>
          <p:nvPr/>
        </p:nvSpPr>
        <p:spPr>
          <a:xfrm>
            <a:off x="-2830524" y="3410091"/>
            <a:ext cx="1998146" cy="1467467"/>
          </a:xfrm>
          <a:prstGeom prst="rect">
            <a:avLst/>
          </a:prstGeom>
          <a:solidFill>
            <a:srgbClr val="4F81BD">
              <a:lumMod val="20000"/>
              <a:lumOff val="80000"/>
            </a:srgbClr>
          </a:solidFill>
          <a:ln w="25400" cap="flat" cmpd="sng" algn="ctr">
            <a:solidFill>
              <a:srgbClr val="4F81BD">
                <a:lumMod val="40000"/>
                <a:lumOff val="60000"/>
              </a:srgbClr>
            </a:solidFill>
            <a:prstDash val="solid"/>
          </a:ln>
          <a:effectLst/>
        </p:spPr>
        <p:txBody>
          <a:bodyPr lIns="64285" tIns="32142" rIns="64285" bIns="32142" rtlCol="0" anchor="ctr"/>
          <a:lstStyle/>
          <a:p>
            <a:pPr defTabSz="642823" fontAlgn="auto">
              <a:spcBef>
                <a:spcPts val="0"/>
              </a:spcBef>
              <a:spcAft>
                <a:spcPts val="0"/>
              </a:spcAft>
              <a:defRPr/>
            </a:pPr>
            <a:endParaRPr lang="en-US" sz="1266" cap="all" dirty="0">
              <a:solidFill>
                <a:prstClr val="black"/>
              </a:solidFill>
              <a:latin typeface="Comic Sans MS" panose="030F0702030302020204" pitchFamily="66" charset="0"/>
              <a:ea typeface="+mn-ea"/>
            </a:endParaRPr>
          </a:p>
        </p:txBody>
      </p:sp>
      <p:sp>
        <p:nvSpPr>
          <p:cNvPr id="47" name="Rectangle 46"/>
          <p:cNvSpPr/>
          <p:nvPr/>
        </p:nvSpPr>
        <p:spPr>
          <a:xfrm>
            <a:off x="-3432149" y="4683845"/>
            <a:ext cx="1998146" cy="1467467"/>
          </a:xfrm>
          <a:prstGeom prst="rect">
            <a:avLst/>
          </a:prstGeom>
          <a:solidFill>
            <a:srgbClr val="FFFFCC"/>
          </a:solidFill>
          <a:ln w="25400" cap="flat" cmpd="sng" algn="ctr">
            <a:solidFill>
              <a:srgbClr val="FFC000"/>
            </a:solidFill>
            <a:prstDash val="solid"/>
          </a:ln>
          <a:effectLst/>
        </p:spPr>
        <p:txBody>
          <a:bodyPr lIns="64285" tIns="32142" rIns="64285" bIns="32142" rtlCol="0" anchor="ctr"/>
          <a:lstStyle/>
          <a:p>
            <a:pPr defTabSz="642823" fontAlgn="auto">
              <a:spcBef>
                <a:spcPts val="0"/>
              </a:spcBef>
              <a:spcAft>
                <a:spcPts val="0"/>
              </a:spcAft>
              <a:defRPr/>
            </a:pPr>
            <a:endParaRPr lang="en-US" sz="1266" cap="all" dirty="0">
              <a:solidFill>
                <a:prstClr val="black"/>
              </a:solidFill>
              <a:latin typeface="Comic Sans MS" panose="030F0702030302020204" pitchFamily="66" charset="0"/>
              <a:ea typeface="+mn-ea"/>
            </a:endParaRPr>
          </a:p>
        </p:txBody>
      </p:sp>
      <p:sp>
        <p:nvSpPr>
          <p:cNvPr id="48" name="Rectangle 47"/>
          <p:cNvSpPr/>
          <p:nvPr/>
        </p:nvSpPr>
        <p:spPr>
          <a:xfrm>
            <a:off x="-3217837" y="4898157"/>
            <a:ext cx="1998146" cy="1467467"/>
          </a:xfrm>
          <a:prstGeom prst="rect">
            <a:avLst/>
          </a:prstGeom>
          <a:solidFill>
            <a:srgbClr val="FFFFCC"/>
          </a:solidFill>
          <a:ln w="25400" cap="flat" cmpd="sng" algn="ctr">
            <a:solidFill>
              <a:srgbClr val="FFC000"/>
            </a:solidFill>
            <a:prstDash val="solid"/>
          </a:ln>
          <a:effectLst/>
        </p:spPr>
        <p:txBody>
          <a:bodyPr lIns="64285" tIns="32142" rIns="64285" bIns="32142" rtlCol="0" anchor="ctr"/>
          <a:lstStyle/>
          <a:p>
            <a:pPr defTabSz="642823" fontAlgn="auto">
              <a:spcBef>
                <a:spcPts val="0"/>
              </a:spcBef>
              <a:spcAft>
                <a:spcPts val="0"/>
              </a:spcAft>
              <a:defRPr/>
            </a:pPr>
            <a:endParaRPr lang="en-US" sz="1266" cap="all" dirty="0">
              <a:solidFill>
                <a:prstClr val="black"/>
              </a:solidFill>
              <a:latin typeface="Comic Sans MS" panose="030F0702030302020204" pitchFamily="66" charset="0"/>
              <a:ea typeface="+mn-ea"/>
            </a:endParaRPr>
          </a:p>
        </p:txBody>
      </p:sp>
      <p:sp>
        <p:nvSpPr>
          <p:cNvPr id="49" name="Rectangle 48"/>
          <p:cNvSpPr/>
          <p:nvPr/>
        </p:nvSpPr>
        <p:spPr>
          <a:xfrm>
            <a:off x="-3110680" y="5005313"/>
            <a:ext cx="1998146" cy="1467467"/>
          </a:xfrm>
          <a:prstGeom prst="rect">
            <a:avLst/>
          </a:prstGeom>
          <a:solidFill>
            <a:srgbClr val="FFFFCC"/>
          </a:solidFill>
          <a:ln w="25400" cap="flat" cmpd="sng" algn="ctr">
            <a:solidFill>
              <a:srgbClr val="FFC000"/>
            </a:solidFill>
            <a:prstDash val="solid"/>
          </a:ln>
          <a:effectLst/>
        </p:spPr>
        <p:txBody>
          <a:bodyPr lIns="64285" tIns="32142" rIns="64285" bIns="32142" rtlCol="0" anchor="ctr"/>
          <a:lstStyle/>
          <a:p>
            <a:pPr defTabSz="642823" fontAlgn="auto">
              <a:spcBef>
                <a:spcPts val="0"/>
              </a:spcBef>
              <a:spcAft>
                <a:spcPts val="0"/>
              </a:spcAft>
              <a:defRPr/>
            </a:pPr>
            <a:endParaRPr lang="en-US" sz="1266" cap="all" dirty="0">
              <a:solidFill>
                <a:prstClr val="black"/>
              </a:solidFill>
              <a:latin typeface="Comic Sans MS" panose="030F0702030302020204" pitchFamily="66" charset="0"/>
              <a:ea typeface="+mn-ea"/>
            </a:endParaRPr>
          </a:p>
        </p:txBody>
      </p:sp>
      <p:sp>
        <p:nvSpPr>
          <p:cNvPr id="50" name="Rectangle 49"/>
          <p:cNvSpPr/>
          <p:nvPr/>
        </p:nvSpPr>
        <p:spPr>
          <a:xfrm>
            <a:off x="-3003524" y="5112470"/>
            <a:ext cx="1998146" cy="1467467"/>
          </a:xfrm>
          <a:prstGeom prst="rect">
            <a:avLst/>
          </a:prstGeom>
          <a:solidFill>
            <a:srgbClr val="FFFFCC"/>
          </a:solidFill>
          <a:ln w="25400" cap="flat" cmpd="sng" algn="ctr">
            <a:solidFill>
              <a:srgbClr val="FFC000"/>
            </a:solidFill>
            <a:prstDash val="solid"/>
          </a:ln>
          <a:effectLst/>
        </p:spPr>
        <p:txBody>
          <a:bodyPr lIns="64285" tIns="32142" rIns="64285" bIns="32142" rtlCol="0" anchor="ctr"/>
          <a:lstStyle/>
          <a:p>
            <a:pPr defTabSz="642823" fontAlgn="auto">
              <a:spcBef>
                <a:spcPts val="0"/>
              </a:spcBef>
              <a:spcAft>
                <a:spcPts val="0"/>
              </a:spcAft>
              <a:defRPr/>
            </a:pPr>
            <a:endParaRPr lang="en-US" sz="1266" cap="all" dirty="0">
              <a:solidFill>
                <a:prstClr val="black"/>
              </a:solidFill>
              <a:latin typeface="Comic Sans MS" panose="030F0702030302020204" pitchFamily="66" charset="0"/>
              <a:ea typeface="+mn-ea"/>
            </a:endParaRPr>
          </a:p>
        </p:txBody>
      </p:sp>
      <p:sp>
        <p:nvSpPr>
          <p:cNvPr id="51" name="Rectangle 50"/>
          <p:cNvSpPr/>
          <p:nvPr/>
        </p:nvSpPr>
        <p:spPr>
          <a:xfrm>
            <a:off x="-2896368" y="5219626"/>
            <a:ext cx="1998146" cy="1467467"/>
          </a:xfrm>
          <a:prstGeom prst="rect">
            <a:avLst/>
          </a:prstGeom>
          <a:solidFill>
            <a:srgbClr val="FFFFCC"/>
          </a:solidFill>
          <a:ln w="25400" cap="flat" cmpd="sng" algn="ctr">
            <a:solidFill>
              <a:srgbClr val="FFC000"/>
            </a:solidFill>
            <a:prstDash val="solid"/>
          </a:ln>
          <a:effectLst/>
        </p:spPr>
        <p:txBody>
          <a:bodyPr lIns="64285" tIns="32142" rIns="64285" bIns="32142" rtlCol="0" anchor="ctr"/>
          <a:lstStyle/>
          <a:p>
            <a:pPr defTabSz="642823" fontAlgn="auto">
              <a:spcBef>
                <a:spcPts val="0"/>
              </a:spcBef>
              <a:spcAft>
                <a:spcPts val="0"/>
              </a:spcAft>
              <a:defRPr/>
            </a:pPr>
            <a:endParaRPr lang="en-US" sz="1266" cap="all" dirty="0">
              <a:solidFill>
                <a:prstClr val="black"/>
              </a:solidFill>
              <a:latin typeface="Comic Sans MS" panose="030F0702030302020204" pitchFamily="66" charset="0"/>
              <a:ea typeface="+mn-ea"/>
            </a:endParaRPr>
          </a:p>
        </p:txBody>
      </p:sp>
      <p:sp>
        <p:nvSpPr>
          <p:cNvPr id="52" name="Rectangle 51"/>
          <p:cNvSpPr/>
          <p:nvPr/>
        </p:nvSpPr>
        <p:spPr>
          <a:xfrm>
            <a:off x="-2789212" y="5326782"/>
            <a:ext cx="1998146" cy="1467467"/>
          </a:xfrm>
          <a:prstGeom prst="rect">
            <a:avLst/>
          </a:prstGeom>
          <a:solidFill>
            <a:srgbClr val="FFFFCC"/>
          </a:solidFill>
          <a:ln w="25400" cap="flat" cmpd="sng" algn="ctr">
            <a:solidFill>
              <a:srgbClr val="FFC000"/>
            </a:solidFill>
            <a:prstDash val="solid"/>
          </a:ln>
          <a:effectLst/>
        </p:spPr>
        <p:txBody>
          <a:bodyPr lIns="64285" tIns="32142" rIns="64285" bIns="32142" rtlCol="0" anchor="ctr"/>
          <a:lstStyle/>
          <a:p>
            <a:pPr defTabSz="642823" fontAlgn="auto">
              <a:spcBef>
                <a:spcPts val="0"/>
              </a:spcBef>
              <a:spcAft>
                <a:spcPts val="0"/>
              </a:spcAft>
              <a:defRPr/>
            </a:pPr>
            <a:endParaRPr lang="en-US" sz="1266" cap="all" dirty="0">
              <a:solidFill>
                <a:prstClr val="black"/>
              </a:solidFill>
              <a:latin typeface="Comic Sans MS" panose="030F0702030302020204" pitchFamily="66" charset="0"/>
              <a:ea typeface="+mn-ea"/>
            </a:endParaRPr>
          </a:p>
        </p:txBody>
      </p:sp>
    </p:spTree>
    <p:extLst>
      <p:ext uri="{BB962C8B-B14F-4D97-AF65-F5344CB8AC3E}">
        <p14:creationId xmlns:p14="http://schemas.microsoft.com/office/powerpoint/2010/main" val="370308175"/>
      </p:ext>
    </p:extLst>
  </p:cSld>
  <p:clrMapOvr>
    <a:masterClrMapping/>
  </p:clrMapOvr>
  <p:transition spd="me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9" name="Shape 269"/>
          <p:cNvSpPr>
            <a:spLocks noGrp="1"/>
          </p:cNvSpPr>
          <p:nvPr>
            <p:ph type="body" idx="13"/>
          </p:nvPr>
        </p:nvSpPr>
        <p:spPr>
          <a:xfrm>
            <a:off x="976312" y="435506"/>
            <a:ext cx="7858126" cy="240066"/>
          </a:xfrm>
          <a:prstGeom prst="rect">
            <a:avLst/>
          </a:prstGeom>
        </p:spPr>
        <p:txBody>
          <a:bodyPr/>
          <a:lstStyle>
            <a:lvl1pPr algn="r">
              <a:defRPr sz="1200" spc="60"/>
            </a:lvl1pPr>
          </a:lstStyle>
          <a:p>
            <a:r>
              <a:t>project name</a:t>
            </a:r>
          </a:p>
        </p:txBody>
      </p:sp>
      <p:sp>
        <p:nvSpPr>
          <p:cNvPr id="270" name="Shape 270"/>
          <p:cNvSpPr>
            <a:spLocks noGrp="1"/>
          </p:cNvSpPr>
          <p:nvPr>
            <p:ph type="title"/>
          </p:nvPr>
        </p:nvSpPr>
        <p:spPr>
          <a:xfrm>
            <a:off x="285750" y="260341"/>
            <a:ext cx="7379317" cy="508993"/>
          </a:xfrm>
          <a:prstGeom prst="rect">
            <a:avLst/>
          </a:prstGeom>
        </p:spPr>
        <p:txBody>
          <a:bodyPr/>
          <a:lstStyle>
            <a:lvl1pPr defTabSz="467359">
              <a:spcBef>
                <a:spcPts val="2200"/>
              </a:spcBef>
              <a:defRPr sz="4800"/>
            </a:lvl1pPr>
          </a:lstStyle>
          <a:p>
            <a:r>
              <a:rPr sz="3600" b="0">
                <a:latin typeface="+mj-lt"/>
              </a:rPr>
              <a:t>Impact</a:t>
            </a:r>
          </a:p>
        </p:txBody>
      </p:sp>
      <p:sp>
        <p:nvSpPr>
          <p:cNvPr id="272" name="Shape 272"/>
          <p:cNvSpPr/>
          <p:nvPr/>
        </p:nvSpPr>
        <p:spPr>
          <a:xfrm>
            <a:off x="285750" y="763905"/>
            <a:ext cx="2889243" cy="227948"/>
          </a:xfrm>
          <a:prstGeom prst="rect">
            <a:avLst/>
          </a:prstGeom>
          <a:ln w="12700">
            <a:miter lim="400000"/>
          </a:ln>
          <a:extLst>
            <a:ext uri="{C572A759-6A51-4108-AA02-DFA0A04FC94B}">
              <ma14:wrappingTextBoxFlag xmlns="" xmlns:ma14="http://schemas.microsoft.com/office/mac/drawingml/2011/main" val="1"/>
            </a:ext>
          </a:extLst>
        </p:spPr>
        <p:txBody>
          <a:bodyPr lIns="35719" tIns="35719" rIns="35719" bIns="35719" anchor="b">
            <a:spAutoFit/>
          </a:bodyPr>
          <a:lstStyle>
            <a:lvl1pPr algn="l" defTabSz="457200">
              <a:lnSpc>
                <a:spcPct val="80000"/>
              </a:lnSpc>
              <a:defRPr sz="1800" cap="all" spc="90">
                <a:solidFill>
                  <a:srgbClr val="838787"/>
                </a:solidFill>
                <a:latin typeface="DIN Condensed"/>
                <a:ea typeface="DIN Condensed"/>
                <a:cs typeface="DIN Condensed"/>
                <a:sym typeface="DIN Condensed"/>
              </a:defRPr>
            </a:lvl1pPr>
          </a:lstStyle>
          <a:p>
            <a:r>
              <a:rPr sz="1266">
                <a:latin typeface="+mj-lt"/>
              </a:rPr>
              <a:t>Business model</a:t>
            </a:r>
          </a:p>
        </p:txBody>
      </p:sp>
      <p:sp>
        <p:nvSpPr>
          <p:cNvPr id="34" name="Rectangle 33"/>
          <p:cNvSpPr/>
          <p:nvPr/>
        </p:nvSpPr>
        <p:spPr>
          <a:xfrm>
            <a:off x="-3378571" y="442436"/>
            <a:ext cx="1998146" cy="1467467"/>
          </a:xfrm>
          <a:prstGeom prst="rect">
            <a:avLst/>
          </a:prstGeom>
          <a:solidFill>
            <a:srgbClr val="C0504D">
              <a:lumMod val="20000"/>
              <a:lumOff val="80000"/>
            </a:srgbClr>
          </a:solidFill>
          <a:ln w="25400" cap="flat" cmpd="sng" algn="ctr">
            <a:solidFill>
              <a:srgbClr val="C0504D">
                <a:lumMod val="40000"/>
                <a:lumOff val="60000"/>
              </a:srgbClr>
            </a:solidFill>
            <a:prstDash val="solid"/>
          </a:ln>
          <a:effectLst/>
        </p:spPr>
        <p:txBody>
          <a:bodyPr lIns="64285" tIns="32142" rIns="64285" bIns="32142" rtlCol="0" anchor="ctr"/>
          <a:lstStyle/>
          <a:p>
            <a:pPr defTabSz="642823" fontAlgn="auto">
              <a:spcBef>
                <a:spcPts val="0"/>
              </a:spcBef>
              <a:spcAft>
                <a:spcPts val="0"/>
              </a:spcAft>
              <a:defRPr/>
            </a:pPr>
            <a:endParaRPr lang="en-US" sz="1266" cap="all" dirty="0">
              <a:solidFill>
                <a:prstClr val="black"/>
              </a:solidFill>
              <a:latin typeface="Comic Sans MS" panose="030F0702030302020204" pitchFamily="66" charset="0"/>
              <a:ea typeface="+mn-ea"/>
            </a:endParaRPr>
          </a:p>
        </p:txBody>
      </p:sp>
      <p:sp>
        <p:nvSpPr>
          <p:cNvPr id="35" name="Rectangle 34"/>
          <p:cNvSpPr/>
          <p:nvPr/>
        </p:nvSpPr>
        <p:spPr>
          <a:xfrm>
            <a:off x="-3271415" y="549593"/>
            <a:ext cx="1998146" cy="1467467"/>
          </a:xfrm>
          <a:prstGeom prst="rect">
            <a:avLst/>
          </a:prstGeom>
          <a:solidFill>
            <a:srgbClr val="C0504D">
              <a:lumMod val="20000"/>
              <a:lumOff val="80000"/>
            </a:srgbClr>
          </a:solidFill>
          <a:ln w="25400" cap="flat" cmpd="sng" algn="ctr">
            <a:solidFill>
              <a:srgbClr val="C0504D">
                <a:lumMod val="40000"/>
                <a:lumOff val="60000"/>
              </a:srgbClr>
            </a:solidFill>
            <a:prstDash val="solid"/>
          </a:ln>
          <a:effectLst/>
        </p:spPr>
        <p:txBody>
          <a:bodyPr lIns="64285" tIns="32142" rIns="64285" bIns="32142" rtlCol="0" anchor="ctr"/>
          <a:lstStyle/>
          <a:p>
            <a:pPr defTabSz="642823" fontAlgn="auto">
              <a:spcBef>
                <a:spcPts val="0"/>
              </a:spcBef>
              <a:spcAft>
                <a:spcPts val="0"/>
              </a:spcAft>
              <a:defRPr/>
            </a:pPr>
            <a:endParaRPr lang="en-US" sz="1266" cap="all" dirty="0">
              <a:solidFill>
                <a:prstClr val="black"/>
              </a:solidFill>
              <a:latin typeface="Comic Sans MS" panose="030F0702030302020204" pitchFamily="66" charset="0"/>
              <a:ea typeface="+mn-ea"/>
            </a:endParaRPr>
          </a:p>
        </p:txBody>
      </p:sp>
      <p:sp>
        <p:nvSpPr>
          <p:cNvPr id="36" name="Rectangle 35"/>
          <p:cNvSpPr/>
          <p:nvPr/>
        </p:nvSpPr>
        <p:spPr>
          <a:xfrm>
            <a:off x="-3164258" y="656749"/>
            <a:ext cx="1998146" cy="1467467"/>
          </a:xfrm>
          <a:prstGeom prst="rect">
            <a:avLst/>
          </a:prstGeom>
          <a:solidFill>
            <a:srgbClr val="C0504D">
              <a:lumMod val="20000"/>
              <a:lumOff val="80000"/>
            </a:srgbClr>
          </a:solidFill>
          <a:ln w="25400" cap="flat" cmpd="sng" algn="ctr">
            <a:solidFill>
              <a:srgbClr val="C0504D">
                <a:lumMod val="40000"/>
                <a:lumOff val="60000"/>
              </a:srgbClr>
            </a:solidFill>
            <a:prstDash val="solid"/>
          </a:ln>
          <a:effectLst/>
        </p:spPr>
        <p:txBody>
          <a:bodyPr lIns="64285" tIns="32142" rIns="64285" bIns="32142" rtlCol="0" anchor="ctr"/>
          <a:lstStyle/>
          <a:p>
            <a:pPr defTabSz="642823" fontAlgn="auto">
              <a:spcBef>
                <a:spcPts val="0"/>
              </a:spcBef>
              <a:spcAft>
                <a:spcPts val="0"/>
              </a:spcAft>
              <a:defRPr/>
            </a:pPr>
            <a:endParaRPr lang="en-US" sz="1266" cap="all" dirty="0">
              <a:solidFill>
                <a:prstClr val="black"/>
              </a:solidFill>
              <a:latin typeface="Comic Sans MS" panose="030F0702030302020204" pitchFamily="66" charset="0"/>
              <a:ea typeface="+mn-ea"/>
            </a:endParaRPr>
          </a:p>
        </p:txBody>
      </p:sp>
      <p:sp>
        <p:nvSpPr>
          <p:cNvPr id="37" name="Rectangle 36"/>
          <p:cNvSpPr/>
          <p:nvPr/>
        </p:nvSpPr>
        <p:spPr>
          <a:xfrm>
            <a:off x="-3057102" y="763905"/>
            <a:ext cx="1998146" cy="1467467"/>
          </a:xfrm>
          <a:prstGeom prst="rect">
            <a:avLst/>
          </a:prstGeom>
          <a:solidFill>
            <a:srgbClr val="C0504D">
              <a:lumMod val="20000"/>
              <a:lumOff val="80000"/>
            </a:srgbClr>
          </a:solidFill>
          <a:ln w="25400" cap="flat" cmpd="sng" algn="ctr">
            <a:solidFill>
              <a:srgbClr val="C0504D">
                <a:lumMod val="40000"/>
                <a:lumOff val="60000"/>
              </a:srgbClr>
            </a:solidFill>
            <a:prstDash val="solid"/>
          </a:ln>
          <a:effectLst/>
        </p:spPr>
        <p:txBody>
          <a:bodyPr lIns="64285" tIns="32142" rIns="64285" bIns="32142" rtlCol="0" anchor="ctr"/>
          <a:lstStyle/>
          <a:p>
            <a:pPr defTabSz="642823" fontAlgn="auto">
              <a:spcBef>
                <a:spcPts val="0"/>
              </a:spcBef>
              <a:spcAft>
                <a:spcPts val="0"/>
              </a:spcAft>
              <a:defRPr/>
            </a:pPr>
            <a:endParaRPr lang="en-US" sz="1266" cap="all" dirty="0">
              <a:solidFill>
                <a:prstClr val="black"/>
              </a:solidFill>
              <a:latin typeface="Comic Sans MS" panose="030F0702030302020204" pitchFamily="66" charset="0"/>
              <a:ea typeface="+mn-ea"/>
            </a:endParaRPr>
          </a:p>
        </p:txBody>
      </p:sp>
      <p:sp>
        <p:nvSpPr>
          <p:cNvPr id="38" name="Rectangle 37"/>
          <p:cNvSpPr/>
          <p:nvPr/>
        </p:nvSpPr>
        <p:spPr>
          <a:xfrm>
            <a:off x="-2949946" y="871061"/>
            <a:ext cx="1998146" cy="1467467"/>
          </a:xfrm>
          <a:prstGeom prst="rect">
            <a:avLst/>
          </a:prstGeom>
          <a:solidFill>
            <a:srgbClr val="C0504D">
              <a:lumMod val="20000"/>
              <a:lumOff val="80000"/>
            </a:srgbClr>
          </a:solidFill>
          <a:ln w="25400" cap="flat" cmpd="sng" algn="ctr">
            <a:solidFill>
              <a:srgbClr val="C0504D">
                <a:lumMod val="40000"/>
                <a:lumOff val="60000"/>
              </a:srgbClr>
            </a:solidFill>
            <a:prstDash val="solid"/>
          </a:ln>
          <a:effectLst/>
        </p:spPr>
        <p:txBody>
          <a:bodyPr lIns="64285" tIns="32142" rIns="64285" bIns="32142" rtlCol="0" anchor="ctr"/>
          <a:lstStyle/>
          <a:p>
            <a:pPr defTabSz="642823" fontAlgn="auto">
              <a:spcBef>
                <a:spcPts val="0"/>
              </a:spcBef>
              <a:spcAft>
                <a:spcPts val="0"/>
              </a:spcAft>
              <a:defRPr/>
            </a:pPr>
            <a:endParaRPr lang="en-US" sz="1266" cap="all" dirty="0">
              <a:solidFill>
                <a:prstClr val="black"/>
              </a:solidFill>
              <a:latin typeface="Comic Sans MS" panose="030F0702030302020204" pitchFamily="66" charset="0"/>
              <a:ea typeface="+mn-ea"/>
            </a:endParaRPr>
          </a:p>
        </p:txBody>
      </p:sp>
      <p:sp>
        <p:nvSpPr>
          <p:cNvPr id="39" name="Rectangle 38"/>
          <p:cNvSpPr/>
          <p:nvPr/>
        </p:nvSpPr>
        <p:spPr>
          <a:xfrm>
            <a:off x="-2842790" y="978218"/>
            <a:ext cx="1998146" cy="1467467"/>
          </a:xfrm>
          <a:prstGeom prst="rect">
            <a:avLst/>
          </a:prstGeom>
          <a:solidFill>
            <a:srgbClr val="C0504D">
              <a:lumMod val="20000"/>
              <a:lumOff val="80000"/>
            </a:srgbClr>
          </a:solidFill>
          <a:ln w="25400" cap="flat" cmpd="sng" algn="ctr">
            <a:solidFill>
              <a:srgbClr val="C0504D">
                <a:lumMod val="40000"/>
                <a:lumOff val="60000"/>
              </a:srgbClr>
            </a:solidFill>
            <a:prstDash val="solid"/>
          </a:ln>
          <a:effectLst/>
        </p:spPr>
        <p:txBody>
          <a:bodyPr lIns="64285" tIns="32142" rIns="64285" bIns="32142" rtlCol="0" anchor="ctr"/>
          <a:lstStyle/>
          <a:p>
            <a:pPr defTabSz="642823" fontAlgn="auto">
              <a:spcBef>
                <a:spcPts val="0"/>
              </a:spcBef>
              <a:spcAft>
                <a:spcPts val="0"/>
              </a:spcAft>
              <a:defRPr/>
            </a:pPr>
            <a:endParaRPr lang="en-US" sz="1266" cap="all" dirty="0">
              <a:solidFill>
                <a:prstClr val="black"/>
              </a:solidFill>
              <a:latin typeface="Comic Sans MS" panose="030F0702030302020204" pitchFamily="66" charset="0"/>
              <a:ea typeface="+mn-ea"/>
            </a:endParaRPr>
          </a:p>
        </p:txBody>
      </p:sp>
      <p:sp>
        <p:nvSpPr>
          <p:cNvPr id="40" name="Rectangle 39"/>
          <p:cNvSpPr/>
          <p:nvPr/>
        </p:nvSpPr>
        <p:spPr>
          <a:xfrm>
            <a:off x="-2735633" y="1085374"/>
            <a:ext cx="1998146" cy="1467467"/>
          </a:xfrm>
          <a:prstGeom prst="rect">
            <a:avLst/>
          </a:prstGeom>
          <a:solidFill>
            <a:srgbClr val="C0504D">
              <a:lumMod val="20000"/>
              <a:lumOff val="80000"/>
            </a:srgbClr>
          </a:solidFill>
          <a:ln w="25400" cap="flat" cmpd="sng" algn="ctr">
            <a:solidFill>
              <a:srgbClr val="C0504D">
                <a:lumMod val="40000"/>
                <a:lumOff val="60000"/>
              </a:srgbClr>
            </a:solidFill>
            <a:prstDash val="solid"/>
          </a:ln>
          <a:effectLst/>
        </p:spPr>
        <p:txBody>
          <a:bodyPr lIns="64285" tIns="32142" rIns="64285" bIns="32142" rtlCol="0" anchor="ctr"/>
          <a:lstStyle/>
          <a:p>
            <a:pPr defTabSz="642823" fontAlgn="auto">
              <a:spcBef>
                <a:spcPts val="0"/>
              </a:spcBef>
              <a:spcAft>
                <a:spcPts val="0"/>
              </a:spcAft>
              <a:defRPr/>
            </a:pPr>
            <a:endParaRPr lang="en-US" sz="1266" cap="all" dirty="0">
              <a:solidFill>
                <a:prstClr val="black"/>
              </a:solidFill>
              <a:latin typeface="Comic Sans MS" panose="030F0702030302020204" pitchFamily="66" charset="0"/>
              <a:ea typeface="+mn-ea"/>
            </a:endParaRPr>
          </a:p>
        </p:txBody>
      </p:sp>
      <p:sp>
        <p:nvSpPr>
          <p:cNvPr id="41" name="Rectangle 40"/>
          <p:cNvSpPr/>
          <p:nvPr/>
        </p:nvSpPr>
        <p:spPr>
          <a:xfrm>
            <a:off x="-3473462" y="2767153"/>
            <a:ext cx="1998146" cy="1467467"/>
          </a:xfrm>
          <a:prstGeom prst="rect">
            <a:avLst/>
          </a:prstGeom>
          <a:solidFill>
            <a:srgbClr val="4F81BD">
              <a:lumMod val="20000"/>
              <a:lumOff val="80000"/>
            </a:srgbClr>
          </a:solidFill>
          <a:ln w="25400" cap="flat" cmpd="sng" algn="ctr">
            <a:solidFill>
              <a:srgbClr val="4F81BD">
                <a:lumMod val="40000"/>
                <a:lumOff val="60000"/>
              </a:srgbClr>
            </a:solidFill>
            <a:prstDash val="solid"/>
          </a:ln>
          <a:effectLst/>
        </p:spPr>
        <p:txBody>
          <a:bodyPr lIns="64285" tIns="32142" rIns="64285" bIns="32142" rtlCol="0" anchor="ctr"/>
          <a:lstStyle/>
          <a:p>
            <a:pPr defTabSz="642823" fontAlgn="auto">
              <a:spcBef>
                <a:spcPts val="0"/>
              </a:spcBef>
              <a:spcAft>
                <a:spcPts val="0"/>
              </a:spcAft>
              <a:defRPr/>
            </a:pPr>
            <a:endParaRPr lang="en-US" sz="1266" cap="all" dirty="0">
              <a:solidFill>
                <a:prstClr val="black"/>
              </a:solidFill>
              <a:latin typeface="Comic Sans MS" panose="030F0702030302020204" pitchFamily="66" charset="0"/>
              <a:ea typeface="+mn-ea"/>
            </a:endParaRPr>
          </a:p>
        </p:txBody>
      </p:sp>
      <p:sp>
        <p:nvSpPr>
          <p:cNvPr id="42" name="Rectangle 41"/>
          <p:cNvSpPr/>
          <p:nvPr/>
        </p:nvSpPr>
        <p:spPr>
          <a:xfrm>
            <a:off x="-3366306" y="2874310"/>
            <a:ext cx="1998146" cy="1467467"/>
          </a:xfrm>
          <a:prstGeom prst="rect">
            <a:avLst/>
          </a:prstGeom>
          <a:solidFill>
            <a:srgbClr val="4F81BD">
              <a:lumMod val="20000"/>
              <a:lumOff val="80000"/>
            </a:srgbClr>
          </a:solidFill>
          <a:ln w="25400" cap="flat" cmpd="sng" algn="ctr">
            <a:solidFill>
              <a:srgbClr val="4F81BD">
                <a:lumMod val="40000"/>
                <a:lumOff val="60000"/>
              </a:srgbClr>
            </a:solidFill>
            <a:prstDash val="solid"/>
          </a:ln>
          <a:effectLst/>
        </p:spPr>
        <p:txBody>
          <a:bodyPr lIns="64285" tIns="32142" rIns="64285" bIns="32142" rtlCol="0" anchor="ctr"/>
          <a:lstStyle/>
          <a:p>
            <a:pPr defTabSz="642823" fontAlgn="auto">
              <a:spcBef>
                <a:spcPts val="0"/>
              </a:spcBef>
              <a:spcAft>
                <a:spcPts val="0"/>
              </a:spcAft>
              <a:defRPr/>
            </a:pPr>
            <a:endParaRPr lang="en-US" sz="1266" cap="all" dirty="0">
              <a:solidFill>
                <a:prstClr val="black"/>
              </a:solidFill>
              <a:latin typeface="Comic Sans MS" panose="030F0702030302020204" pitchFamily="66" charset="0"/>
              <a:ea typeface="+mn-ea"/>
            </a:endParaRPr>
          </a:p>
        </p:txBody>
      </p:sp>
      <p:sp>
        <p:nvSpPr>
          <p:cNvPr id="43" name="Rectangle 42"/>
          <p:cNvSpPr/>
          <p:nvPr/>
        </p:nvSpPr>
        <p:spPr>
          <a:xfrm>
            <a:off x="-3259149" y="2981466"/>
            <a:ext cx="1998146" cy="1467467"/>
          </a:xfrm>
          <a:prstGeom prst="rect">
            <a:avLst/>
          </a:prstGeom>
          <a:solidFill>
            <a:srgbClr val="4F81BD">
              <a:lumMod val="20000"/>
              <a:lumOff val="80000"/>
            </a:srgbClr>
          </a:solidFill>
          <a:ln w="25400" cap="flat" cmpd="sng" algn="ctr">
            <a:solidFill>
              <a:srgbClr val="4F81BD">
                <a:lumMod val="40000"/>
                <a:lumOff val="60000"/>
              </a:srgbClr>
            </a:solidFill>
            <a:prstDash val="solid"/>
          </a:ln>
          <a:effectLst/>
        </p:spPr>
        <p:txBody>
          <a:bodyPr lIns="64285" tIns="32142" rIns="64285" bIns="32142" rtlCol="0" anchor="ctr"/>
          <a:lstStyle/>
          <a:p>
            <a:pPr defTabSz="642823" fontAlgn="auto">
              <a:spcBef>
                <a:spcPts val="0"/>
              </a:spcBef>
              <a:spcAft>
                <a:spcPts val="0"/>
              </a:spcAft>
              <a:defRPr/>
            </a:pPr>
            <a:endParaRPr lang="en-US" sz="1266" cap="all" dirty="0">
              <a:solidFill>
                <a:prstClr val="black"/>
              </a:solidFill>
              <a:latin typeface="Comic Sans MS" panose="030F0702030302020204" pitchFamily="66" charset="0"/>
              <a:ea typeface="+mn-ea"/>
            </a:endParaRPr>
          </a:p>
        </p:txBody>
      </p:sp>
      <p:sp>
        <p:nvSpPr>
          <p:cNvPr id="44" name="Rectangle 43"/>
          <p:cNvSpPr/>
          <p:nvPr/>
        </p:nvSpPr>
        <p:spPr>
          <a:xfrm>
            <a:off x="-3151993" y="3088622"/>
            <a:ext cx="1998146" cy="1467467"/>
          </a:xfrm>
          <a:prstGeom prst="rect">
            <a:avLst/>
          </a:prstGeom>
          <a:solidFill>
            <a:srgbClr val="4F81BD">
              <a:lumMod val="20000"/>
              <a:lumOff val="80000"/>
            </a:srgbClr>
          </a:solidFill>
          <a:ln w="25400" cap="flat" cmpd="sng" algn="ctr">
            <a:solidFill>
              <a:srgbClr val="4F81BD">
                <a:lumMod val="40000"/>
                <a:lumOff val="60000"/>
              </a:srgbClr>
            </a:solidFill>
            <a:prstDash val="solid"/>
          </a:ln>
          <a:effectLst/>
        </p:spPr>
        <p:txBody>
          <a:bodyPr lIns="64285" tIns="32142" rIns="64285" bIns="32142" rtlCol="0" anchor="ctr"/>
          <a:lstStyle/>
          <a:p>
            <a:pPr defTabSz="642823" fontAlgn="auto">
              <a:spcBef>
                <a:spcPts val="0"/>
              </a:spcBef>
              <a:spcAft>
                <a:spcPts val="0"/>
              </a:spcAft>
              <a:defRPr/>
            </a:pPr>
            <a:endParaRPr lang="en-US" sz="1266" cap="all" dirty="0">
              <a:solidFill>
                <a:prstClr val="black"/>
              </a:solidFill>
              <a:latin typeface="Comic Sans MS" panose="030F0702030302020204" pitchFamily="66" charset="0"/>
              <a:ea typeface="+mn-ea"/>
            </a:endParaRPr>
          </a:p>
        </p:txBody>
      </p:sp>
      <p:sp>
        <p:nvSpPr>
          <p:cNvPr id="45" name="Rectangle 44"/>
          <p:cNvSpPr/>
          <p:nvPr/>
        </p:nvSpPr>
        <p:spPr>
          <a:xfrm>
            <a:off x="-3044837" y="3195778"/>
            <a:ext cx="1998146" cy="1467467"/>
          </a:xfrm>
          <a:prstGeom prst="rect">
            <a:avLst/>
          </a:prstGeom>
          <a:solidFill>
            <a:srgbClr val="4F81BD">
              <a:lumMod val="20000"/>
              <a:lumOff val="80000"/>
            </a:srgbClr>
          </a:solidFill>
          <a:ln w="25400" cap="flat" cmpd="sng" algn="ctr">
            <a:solidFill>
              <a:srgbClr val="4F81BD">
                <a:lumMod val="40000"/>
                <a:lumOff val="60000"/>
              </a:srgbClr>
            </a:solidFill>
            <a:prstDash val="solid"/>
          </a:ln>
          <a:effectLst/>
        </p:spPr>
        <p:txBody>
          <a:bodyPr lIns="64285" tIns="32142" rIns="64285" bIns="32142" rtlCol="0" anchor="ctr"/>
          <a:lstStyle/>
          <a:p>
            <a:pPr defTabSz="642823" fontAlgn="auto">
              <a:spcBef>
                <a:spcPts val="0"/>
              </a:spcBef>
              <a:spcAft>
                <a:spcPts val="0"/>
              </a:spcAft>
              <a:defRPr/>
            </a:pPr>
            <a:endParaRPr lang="en-US" sz="1266" cap="all" dirty="0">
              <a:solidFill>
                <a:prstClr val="black"/>
              </a:solidFill>
              <a:latin typeface="Comic Sans MS" panose="030F0702030302020204" pitchFamily="66" charset="0"/>
              <a:ea typeface="+mn-ea"/>
            </a:endParaRPr>
          </a:p>
        </p:txBody>
      </p:sp>
      <p:sp>
        <p:nvSpPr>
          <p:cNvPr id="46" name="Rectangle 45"/>
          <p:cNvSpPr/>
          <p:nvPr/>
        </p:nvSpPr>
        <p:spPr>
          <a:xfrm>
            <a:off x="-2937681" y="3302935"/>
            <a:ext cx="1998146" cy="1467467"/>
          </a:xfrm>
          <a:prstGeom prst="rect">
            <a:avLst/>
          </a:prstGeom>
          <a:solidFill>
            <a:srgbClr val="4F81BD">
              <a:lumMod val="20000"/>
              <a:lumOff val="80000"/>
            </a:srgbClr>
          </a:solidFill>
          <a:ln w="25400" cap="flat" cmpd="sng" algn="ctr">
            <a:solidFill>
              <a:srgbClr val="4F81BD">
                <a:lumMod val="40000"/>
                <a:lumOff val="60000"/>
              </a:srgbClr>
            </a:solidFill>
            <a:prstDash val="solid"/>
          </a:ln>
          <a:effectLst/>
        </p:spPr>
        <p:txBody>
          <a:bodyPr lIns="64285" tIns="32142" rIns="64285" bIns="32142" rtlCol="0" anchor="ctr"/>
          <a:lstStyle/>
          <a:p>
            <a:pPr defTabSz="642823" fontAlgn="auto">
              <a:spcBef>
                <a:spcPts val="0"/>
              </a:spcBef>
              <a:spcAft>
                <a:spcPts val="0"/>
              </a:spcAft>
              <a:defRPr/>
            </a:pPr>
            <a:endParaRPr lang="en-US" sz="1266" cap="all" dirty="0">
              <a:solidFill>
                <a:prstClr val="black"/>
              </a:solidFill>
              <a:latin typeface="Comic Sans MS" panose="030F0702030302020204" pitchFamily="66" charset="0"/>
              <a:ea typeface="+mn-ea"/>
            </a:endParaRPr>
          </a:p>
        </p:txBody>
      </p:sp>
      <p:sp>
        <p:nvSpPr>
          <p:cNvPr id="47" name="Rectangle 46"/>
          <p:cNvSpPr/>
          <p:nvPr/>
        </p:nvSpPr>
        <p:spPr>
          <a:xfrm>
            <a:off x="-2830524" y="3410091"/>
            <a:ext cx="1998146" cy="1467467"/>
          </a:xfrm>
          <a:prstGeom prst="rect">
            <a:avLst/>
          </a:prstGeom>
          <a:solidFill>
            <a:srgbClr val="4F81BD">
              <a:lumMod val="20000"/>
              <a:lumOff val="80000"/>
            </a:srgbClr>
          </a:solidFill>
          <a:ln w="25400" cap="flat" cmpd="sng" algn="ctr">
            <a:solidFill>
              <a:srgbClr val="4F81BD">
                <a:lumMod val="40000"/>
                <a:lumOff val="60000"/>
              </a:srgbClr>
            </a:solidFill>
            <a:prstDash val="solid"/>
          </a:ln>
          <a:effectLst/>
        </p:spPr>
        <p:txBody>
          <a:bodyPr lIns="64285" tIns="32142" rIns="64285" bIns="32142" rtlCol="0" anchor="ctr"/>
          <a:lstStyle/>
          <a:p>
            <a:pPr defTabSz="642823" fontAlgn="auto">
              <a:spcBef>
                <a:spcPts val="0"/>
              </a:spcBef>
              <a:spcAft>
                <a:spcPts val="0"/>
              </a:spcAft>
              <a:defRPr/>
            </a:pPr>
            <a:endParaRPr lang="en-US" sz="1266" cap="all" dirty="0">
              <a:solidFill>
                <a:prstClr val="black"/>
              </a:solidFill>
              <a:latin typeface="Comic Sans MS" panose="030F0702030302020204" pitchFamily="66" charset="0"/>
              <a:ea typeface="+mn-ea"/>
            </a:endParaRPr>
          </a:p>
        </p:txBody>
      </p:sp>
      <p:sp>
        <p:nvSpPr>
          <p:cNvPr id="48" name="Rectangle 47"/>
          <p:cNvSpPr/>
          <p:nvPr/>
        </p:nvSpPr>
        <p:spPr>
          <a:xfrm>
            <a:off x="-3432149" y="4683845"/>
            <a:ext cx="1998146" cy="1467467"/>
          </a:xfrm>
          <a:prstGeom prst="rect">
            <a:avLst/>
          </a:prstGeom>
          <a:solidFill>
            <a:srgbClr val="FFFFCC"/>
          </a:solidFill>
          <a:ln w="25400" cap="flat" cmpd="sng" algn="ctr">
            <a:solidFill>
              <a:srgbClr val="FFC000"/>
            </a:solidFill>
            <a:prstDash val="solid"/>
          </a:ln>
          <a:effectLst/>
        </p:spPr>
        <p:txBody>
          <a:bodyPr lIns="64285" tIns="32142" rIns="64285" bIns="32142" rtlCol="0" anchor="ctr"/>
          <a:lstStyle/>
          <a:p>
            <a:pPr defTabSz="642823" fontAlgn="auto">
              <a:spcBef>
                <a:spcPts val="0"/>
              </a:spcBef>
              <a:spcAft>
                <a:spcPts val="0"/>
              </a:spcAft>
              <a:defRPr/>
            </a:pPr>
            <a:endParaRPr lang="en-US" sz="1266" cap="all" dirty="0">
              <a:solidFill>
                <a:prstClr val="black"/>
              </a:solidFill>
              <a:latin typeface="Comic Sans MS" panose="030F0702030302020204" pitchFamily="66" charset="0"/>
              <a:ea typeface="+mn-ea"/>
            </a:endParaRPr>
          </a:p>
        </p:txBody>
      </p:sp>
      <p:sp>
        <p:nvSpPr>
          <p:cNvPr id="49" name="Rectangle 48"/>
          <p:cNvSpPr/>
          <p:nvPr/>
        </p:nvSpPr>
        <p:spPr>
          <a:xfrm>
            <a:off x="-3217837" y="4898157"/>
            <a:ext cx="1998146" cy="1467467"/>
          </a:xfrm>
          <a:prstGeom prst="rect">
            <a:avLst/>
          </a:prstGeom>
          <a:solidFill>
            <a:srgbClr val="FFFFCC"/>
          </a:solidFill>
          <a:ln w="25400" cap="flat" cmpd="sng" algn="ctr">
            <a:solidFill>
              <a:srgbClr val="FFC000"/>
            </a:solidFill>
            <a:prstDash val="solid"/>
          </a:ln>
          <a:effectLst/>
        </p:spPr>
        <p:txBody>
          <a:bodyPr lIns="64285" tIns="32142" rIns="64285" bIns="32142" rtlCol="0" anchor="ctr"/>
          <a:lstStyle/>
          <a:p>
            <a:pPr defTabSz="642823" fontAlgn="auto">
              <a:spcBef>
                <a:spcPts val="0"/>
              </a:spcBef>
              <a:spcAft>
                <a:spcPts val="0"/>
              </a:spcAft>
              <a:defRPr/>
            </a:pPr>
            <a:endParaRPr lang="en-US" sz="1266" cap="all" dirty="0">
              <a:solidFill>
                <a:prstClr val="black"/>
              </a:solidFill>
              <a:latin typeface="Comic Sans MS" panose="030F0702030302020204" pitchFamily="66" charset="0"/>
              <a:ea typeface="+mn-ea"/>
            </a:endParaRPr>
          </a:p>
        </p:txBody>
      </p:sp>
      <p:sp>
        <p:nvSpPr>
          <p:cNvPr id="50" name="Rectangle 49"/>
          <p:cNvSpPr/>
          <p:nvPr/>
        </p:nvSpPr>
        <p:spPr>
          <a:xfrm>
            <a:off x="-3110680" y="5005313"/>
            <a:ext cx="1998146" cy="1467467"/>
          </a:xfrm>
          <a:prstGeom prst="rect">
            <a:avLst/>
          </a:prstGeom>
          <a:solidFill>
            <a:srgbClr val="FFFFCC"/>
          </a:solidFill>
          <a:ln w="25400" cap="flat" cmpd="sng" algn="ctr">
            <a:solidFill>
              <a:srgbClr val="FFC000"/>
            </a:solidFill>
            <a:prstDash val="solid"/>
          </a:ln>
          <a:effectLst/>
        </p:spPr>
        <p:txBody>
          <a:bodyPr lIns="64285" tIns="32142" rIns="64285" bIns="32142" rtlCol="0" anchor="ctr"/>
          <a:lstStyle/>
          <a:p>
            <a:pPr defTabSz="642823" fontAlgn="auto">
              <a:spcBef>
                <a:spcPts val="0"/>
              </a:spcBef>
              <a:spcAft>
                <a:spcPts val="0"/>
              </a:spcAft>
              <a:defRPr/>
            </a:pPr>
            <a:endParaRPr lang="en-US" sz="1266" cap="all" dirty="0">
              <a:solidFill>
                <a:prstClr val="black"/>
              </a:solidFill>
              <a:latin typeface="Comic Sans MS" panose="030F0702030302020204" pitchFamily="66" charset="0"/>
              <a:ea typeface="+mn-ea"/>
            </a:endParaRPr>
          </a:p>
        </p:txBody>
      </p:sp>
      <p:sp>
        <p:nvSpPr>
          <p:cNvPr id="51" name="Rectangle 50"/>
          <p:cNvSpPr/>
          <p:nvPr/>
        </p:nvSpPr>
        <p:spPr>
          <a:xfrm>
            <a:off x="-3003524" y="5112470"/>
            <a:ext cx="1998146" cy="1467467"/>
          </a:xfrm>
          <a:prstGeom prst="rect">
            <a:avLst/>
          </a:prstGeom>
          <a:solidFill>
            <a:srgbClr val="FFFFCC"/>
          </a:solidFill>
          <a:ln w="25400" cap="flat" cmpd="sng" algn="ctr">
            <a:solidFill>
              <a:srgbClr val="FFC000"/>
            </a:solidFill>
            <a:prstDash val="solid"/>
          </a:ln>
          <a:effectLst/>
        </p:spPr>
        <p:txBody>
          <a:bodyPr lIns="64285" tIns="32142" rIns="64285" bIns="32142" rtlCol="0" anchor="ctr"/>
          <a:lstStyle/>
          <a:p>
            <a:pPr defTabSz="642823" fontAlgn="auto">
              <a:spcBef>
                <a:spcPts val="0"/>
              </a:spcBef>
              <a:spcAft>
                <a:spcPts val="0"/>
              </a:spcAft>
              <a:defRPr/>
            </a:pPr>
            <a:endParaRPr lang="en-US" sz="1266" cap="all" dirty="0">
              <a:solidFill>
                <a:prstClr val="black"/>
              </a:solidFill>
              <a:latin typeface="Comic Sans MS" panose="030F0702030302020204" pitchFamily="66" charset="0"/>
              <a:ea typeface="+mn-ea"/>
            </a:endParaRPr>
          </a:p>
        </p:txBody>
      </p:sp>
      <p:sp>
        <p:nvSpPr>
          <p:cNvPr id="52" name="Rectangle 51"/>
          <p:cNvSpPr/>
          <p:nvPr/>
        </p:nvSpPr>
        <p:spPr>
          <a:xfrm>
            <a:off x="-2896368" y="5219626"/>
            <a:ext cx="1998146" cy="1467467"/>
          </a:xfrm>
          <a:prstGeom prst="rect">
            <a:avLst/>
          </a:prstGeom>
          <a:solidFill>
            <a:srgbClr val="FFFFCC"/>
          </a:solidFill>
          <a:ln w="25400" cap="flat" cmpd="sng" algn="ctr">
            <a:solidFill>
              <a:srgbClr val="FFC000"/>
            </a:solidFill>
            <a:prstDash val="solid"/>
          </a:ln>
          <a:effectLst/>
        </p:spPr>
        <p:txBody>
          <a:bodyPr lIns="64285" tIns="32142" rIns="64285" bIns="32142" rtlCol="0" anchor="ctr"/>
          <a:lstStyle/>
          <a:p>
            <a:pPr defTabSz="642823" fontAlgn="auto">
              <a:spcBef>
                <a:spcPts val="0"/>
              </a:spcBef>
              <a:spcAft>
                <a:spcPts val="0"/>
              </a:spcAft>
              <a:defRPr/>
            </a:pPr>
            <a:endParaRPr lang="en-US" sz="1266" cap="all" dirty="0">
              <a:solidFill>
                <a:prstClr val="black"/>
              </a:solidFill>
              <a:latin typeface="Comic Sans MS" panose="030F0702030302020204" pitchFamily="66" charset="0"/>
              <a:ea typeface="+mn-ea"/>
            </a:endParaRPr>
          </a:p>
        </p:txBody>
      </p:sp>
      <p:sp>
        <p:nvSpPr>
          <p:cNvPr id="53" name="Rectangle 52"/>
          <p:cNvSpPr/>
          <p:nvPr/>
        </p:nvSpPr>
        <p:spPr>
          <a:xfrm>
            <a:off x="-2789212" y="5326782"/>
            <a:ext cx="1998146" cy="1467467"/>
          </a:xfrm>
          <a:prstGeom prst="rect">
            <a:avLst/>
          </a:prstGeom>
          <a:solidFill>
            <a:srgbClr val="FFFFCC"/>
          </a:solidFill>
          <a:ln w="25400" cap="flat" cmpd="sng" algn="ctr">
            <a:solidFill>
              <a:srgbClr val="FFC000"/>
            </a:solidFill>
            <a:prstDash val="solid"/>
          </a:ln>
          <a:effectLst/>
        </p:spPr>
        <p:txBody>
          <a:bodyPr lIns="64285" tIns="32142" rIns="64285" bIns="32142" rtlCol="0" anchor="ctr"/>
          <a:lstStyle/>
          <a:p>
            <a:pPr defTabSz="642823" fontAlgn="auto">
              <a:spcBef>
                <a:spcPts val="0"/>
              </a:spcBef>
              <a:spcAft>
                <a:spcPts val="0"/>
              </a:spcAft>
              <a:defRPr/>
            </a:pPr>
            <a:endParaRPr lang="en-US" sz="1266" cap="all" dirty="0">
              <a:solidFill>
                <a:prstClr val="black"/>
              </a:solidFill>
              <a:latin typeface="Comic Sans MS" panose="030F0702030302020204" pitchFamily="66" charset="0"/>
              <a:ea typeface="+mn-ea"/>
            </a:endParaRPr>
          </a:p>
        </p:txBody>
      </p:sp>
    </p:spTree>
    <p:extLst>
      <p:ext uri="{BB962C8B-B14F-4D97-AF65-F5344CB8AC3E}">
        <p14:creationId xmlns:p14="http://schemas.microsoft.com/office/powerpoint/2010/main" val="361888219"/>
      </p:ext>
    </p:extLst>
  </p:cSld>
  <p:clrMapOvr>
    <a:masterClrMapping/>
  </p:clrMapOvr>
  <p:transition spd="med"/>
</p:sld>
</file>

<file path=ppt/theme/theme1.xml><?xml version="1.0" encoding="utf-8"?>
<a:theme xmlns:a="http://schemas.openxmlformats.org/drawingml/2006/main" name="USBPresentation1">
  <a:themeElements>
    <a:clrScheme name="USBConsumer15">
      <a:dk1>
        <a:srgbClr val="0C2074"/>
      </a:dk1>
      <a:lt1>
        <a:sysClr val="window" lastClr="FFFFFF"/>
      </a:lt1>
      <a:dk2>
        <a:srgbClr val="4D4D4D"/>
      </a:dk2>
      <a:lt2>
        <a:srgbClr val="FFFFFF"/>
      </a:lt2>
      <a:accent1>
        <a:srgbClr val="0C2074"/>
      </a:accent1>
      <a:accent2>
        <a:srgbClr val="67B2E8"/>
      </a:accent2>
      <a:accent3>
        <a:srgbClr val="DE162B"/>
      </a:accent3>
      <a:accent4>
        <a:srgbClr val="4D9C45"/>
      </a:accent4>
      <a:accent5>
        <a:srgbClr val="EB7923"/>
      </a:accent5>
      <a:accent6>
        <a:srgbClr val="636466"/>
      </a:accent6>
      <a:hlink>
        <a:srgbClr val="000000"/>
      </a:hlink>
      <a:folHlink>
        <a:srgbClr val="636466"/>
      </a:folHlink>
    </a:clrScheme>
    <a:fontScheme name="USB fonts">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Content">
  <a:themeElements>
    <a:clrScheme name="USBConsumer15">
      <a:dk1>
        <a:srgbClr val="0C2074"/>
      </a:dk1>
      <a:lt1>
        <a:sysClr val="window" lastClr="FFFFFF"/>
      </a:lt1>
      <a:dk2>
        <a:srgbClr val="4D4D4D"/>
      </a:dk2>
      <a:lt2>
        <a:srgbClr val="FFFFFF"/>
      </a:lt2>
      <a:accent1>
        <a:srgbClr val="0C2074"/>
      </a:accent1>
      <a:accent2>
        <a:srgbClr val="67B2E8"/>
      </a:accent2>
      <a:accent3>
        <a:srgbClr val="DE162B"/>
      </a:accent3>
      <a:accent4>
        <a:srgbClr val="4D9C45"/>
      </a:accent4>
      <a:accent5>
        <a:srgbClr val="EB7923"/>
      </a:accent5>
      <a:accent6>
        <a:srgbClr val="636466"/>
      </a:accent6>
      <a:hlink>
        <a:srgbClr val="000000"/>
      </a:hlink>
      <a:folHlink>
        <a:srgbClr val="636466"/>
      </a:folHlink>
    </a:clrScheme>
    <a:fontScheme name="USB fonts">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USBPresentation1.potx</Template>
  <TotalTime>13640</TotalTime>
  <Words>1033</Words>
  <Application>Microsoft Office PowerPoint</Application>
  <PresentationFormat>On-screen Show (4:3)</PresentationFormat>
  <Paragraphs>202</Paragraphs>
  <Slides>18</Slides>
  <Notes>0</Notes>
  <HiddenSlides>0</HiddenSlides>
  <MMClips>0</MMClips>
  <ScaleCrop>false</ScaleCrop>
  <HeadingPairs>
    <vt:vector size="6" baseType="variant">
      <vt:variant>
        <vt:lpstr>Fonts Used</vt:lpstr>
      </vt:variant>
      <vt:variant>
        <vt:i4>8</vt:i4>
      </vt:variant>
      <vt:variant>
        <vt:lpstr>Theme</vt:lpstr>
      </vt:variant>
      <vt:variant>
        <vt:i4>2</vt:i4>
      </vt:variant>
      <vt:variant>
        <vt:lpstr>Slide Titles</vt:lpstr>
      </vt:variant>
      <vt:variant>
        <vt:i4>18</vt:i4>
      </vt:variant>
    </vt:vector>
  </HeadingPairs>
  <TitlesOfParts>
    <vt:vector size="28" baseType="lpstr">
      <vt:lpstr>ＭＳ Ｐゴシック</vt:lpstr>
      <vt:lpstr>Arial</vt:lpstr>
      <vt:lpstr>Arial Narrow</vt:lpstr>
      <vt:lpstr>Calibri</vt:lpstr>
      <vt:lpstr>Comic Sans MS</vt:lpstr>
      <vt:lpstr>DIN Alternate</vt:lpstr>
      <vt:lpstr>DIN Condensed</vt:lpstr>
      <vt:lpstr>Helvetica</vt:lpstr>
      <vt:lpstr>USBPresentation1</vt:lpstr>
      <vt:lpstr>Content</vt:lpstr>
      <vt:lpstr>PowerPoint Presentation</vt:lpstr>
      <vt:lpstr>PowerPoint Presentation</vt:lpstr>
      <vt:lpstr>INNOVATION CANVAS</vt:lpstr>
      <vt:lpstr>INNOVATION CANVAS</vt:lpstr>
      <vt:lpstr>INNOVATION CANVAS</vt:lpstr>
      <vt:lpstr>INNOVATION CANVAS</vt:lpstr>
      <vt:lpstr>problem / opportunity</vt:lpstr>
      <vt:lpstr>Customer(S)</vt:lpstr>
      <vt:lpstr>Hunch / Hypothesis</vt:lpstr>
      <vt:lpstr>Solution</vt:lpstr>
      <vt:lpstr>Value prop(s)</vt:lpstr>
      <vt:lpstr>Market</vt:lpstr>
      <vt:lpstr>risk &amp; compliance</vt:lpstr>
      <vt:lpstr>Alignment</vt:lpstr>
      <vt:lpstr>Technology</vt:lpstr>
      <vt:lpstr>Channels</vt:lpstr>
      <vt:lpstr>Metrics</vt:lpstr>
      <vt:lpstr>Impact</vt:lpstr>
    </vt:vector>
  </TitlesOfParts>
  <Company>US Bancorp</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Internal Communications, Consumer and  Small Business Template</dc:title>
  <dc:creator>Warren, Wendy</dc:creator>
  <cp:lastModifiedBy>Sultan, Awais</cp:lastModifiedBy>
  <cp:revision>141</cp:revision>
  <cp:lastPrinted>2015-07-29T13:31:29Z</cp:lastPrinted>
  <dcterms:created xsi:type="dcterms:W3CDTF">2015-08-21T18:21:29Z</dcterms:created>
  <dcterms:modified xsi:type="dcterms:W3CDTF">2018-05-14T17:43:33Z</dcterms:modified>
</cp:coreProperties>
</file>