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solidFill>
                <a:srgbClr val="D6D6D6"/>
              </a:solidFill>
              <a:prstDash val="solid"/>
              <a:miter lim="400000"/>
            </a:ln>
          </a:left>
          <a:right>
            <a:ln w="254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chemeClr val="accent1"/>
          </a:solidFill>
        </a:fill>
      </a:tcStyle>
    </a:firstCol>
    <a:lastRow>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25400" cap="flat">
              <a:solidFill>
                <a:srgbClr val="D6D7D6"/>
              </a:solidFill>
              <a:prstDash val="solid"/>
              <a:miter lim="400000"/>
            </a:ln>
          </a:top>
          <a:bottom>
            <a:ln w="12700" cap="flat">
              <a:solidFill>
                <a:srgbClr val="D6D6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lastRow>
    <a:firstRow>
      <a:tcTxStyle b="on"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6D6"/>
              </a:solidFill>
              <a:prstDash val="solid"/>
              <a:miter lim="400000"/>
            </a:ln>
          </a:top>
          <a:bottom>
            <a:ln w="254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solidFill>
            <a:srgbClr val="032650"/>
          </a:solidFill>
        </a:fill>
      </a:tcStyle>
    </a:firstRow>
  </a:tblStyle>
  <a:tblStyle styleId="{C7B018BB-80A7-4F77-B60F-C8B233D01FF8}" styleName="">
    <a:tblBg/>
    <a:wholeTbl>
      <a:tcTxStyle b="off" i="off">
        <a:font>
          <a:latin typeface="Helvetica Neue"/>
          <a:ea typeface="Helvetica Neue"/>
          <a:cs typeface="Helvetica Neue"/>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929292"/>
              </a:solidFill>
              <a:prstDash val="solid"/>
              <a:miter lim="400000"/>
            </a:ln>
          </a:top>
          <a:bottom>
            <a:ln w="12700" cap="flat">
              <a:solidFill>
                <a:srgbClr val="929292"/>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84E00"/>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17101"/>
          </a:solidFill>
        </a:fill>
      </a:tcStyle>
    </a:firstRow>
  </a:tblStyle>
  <a:tblStyle styleId="{EEE7283C-3CF3-47DC-8721-378D4A62B228}" styleName="">
    <a:tblBg/>
    <a:wholeTbl>
      <a:tcTxStyle b="off" i="off">
        <a:font>
          <a:latin typeface="Helvetica Neue"/>
          <a:ea typeface="Helvetica Neue"/>
          <a:cs typeface="Helvetica Neue"/>
        </a:font>
        <a:srgbClr val="FFFFFF"/>
      </a:tcTxStyle>
      <a:tcStyle>
        <a:tcBdr>
          <a:left>
            <a:ln w="12700" cap="flat">
              <a:solidFill>
                <a:srgbClr val="AAAAAA"/>
              </a:solidFill>
              <a:prstDash val="solid"/>
              <a:miter lim="400000"/>
            </a:ln>
          </a:left>
          <a:right>
            <a:ln w="12700" cap="flat">
              <a:solidFill>
                <a:srgbClr val="AAAAAA"/>
              </a:solidFill>
              <a:prstDash val="solid"/>
              <a:miter lim="400000"/>
            </a:ln>
          </a:right>
          <a:top>
            <a:ln w="12700" cap="flat">
              <a:solidFill>
                <a:srgbClr val="AAAAAA"/>
              </a:solidFill>
              <a:prstDash val="solid"/>
              <a:miter lim="400000"/>
            </a:ln>
          </a:top>
          <a:bottom>
            <a:ln w="12700" cap="flat">
              <a:solidFill>
                <a:srgbClr val="AAAAAA"/>
              </a:solidFill>
              <a:prstDash val="solid"/>
              <a:miter lim="400000"/>
            </a:ln>
          </a:bottom>
          <a:insideH>
            <a:ln w="12700" cap="flat">
              <a:solidFill>
                <a:srgbClr val="AAAAAA"/>
              </a:solidFill>
              <a:prstDash val="solid"/>
              <a:miter lim="400000"/>
            </a:ln>
          </a:insideH>
          <a:insideV>
            <a:ln w="12700" cap="flat">
              <a:solidFill>
                <a:srgbClr val="AAAAAA"/>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0" cap="flat">
              <a:noFill/>
              <a:miter lim="400000"/>
            </a:ln>
          </a:bottom>
          <a:insideH>
            <a:ln w="12700" cap="flat">
              <a:noFill/>
              <a:miter lim="400000"/>
            </a:ln>
          </a:insideH>
          <a:insideV>
            <a:ln w="12700" cap="flat">
              <a:noFill/>
              <a:miter lim="400000"/>
            </a:ln>
          </a:insideV>
        </a:tcBdr>
        <a:fill>
          <a:solidFill>
            <a:schemeClr val="accent5">
              <a:hueOff val="106375"/>
              <a:satOff val="9554"/>
              <a:lumOff val="-13516"/>
            </a:schemeClr>
          </a:solidFill>
        </a:fill>
      </a:tcStyle>
    </a:firstRow>
  </a:tblStyle>
  <a:tblStyle styleId="{CF821DB8-F4EB-4A41-A1BA-3FCAFE7338EE}" styleName="">
    <a:tblBg/>
    <a:wholeTbl>
      <a:tcTxStyle b="off" i="off">
        <a:font>
          <a:latin typeface="Helvetica Neue"/>
          <a:ea typeface="Helvetica Neue"/>
          <a:cs typeface="Helvetica Neue"/>
        </a:font>
        <a:srgbClr val="FFFFFF"/>
      </a:tcTxStyle>
      <a:tcStyle>
        <a:tcBdr>
          <a:left>
            <a:ln w="12700" cap="flat">
              <a:solidFill>
                <a:srgbClr val="D6D7D6"/>
              </a:solidFill>
              <a:prstDash val="solid"/>
              <a:miter lim="400000"/>
            </a:ln>
          </a:left>
          <a:right>
            <a:ln w="12700" cap="flat">
              <a:solidFill>
                <a:srgbClr val="D6D7D6"/>
              </a:solidFill>
              <a:prstDash val="solid"/>
              <a:miter lim="400000"/>
            </a:ln>
          </a:right>
          <a:top>
            <a:ln w="12700" cap="flat">
              <a:solidFill>
                <a:srgbClr val="D6D7D6"/>
              </a:solidFill>
              <a:prstDash val="solid"/>
              <a:miter lim="400000"/>
            </a:ln>
          </a:top>
          <a:bottom>
            <a:ln w="12700" cap="flat">
              <a:solidFill>
                <a:srgbClr val="D6D7D6"/>
              </a:solidFill>
              <a:prstDash val="solid"/>
              <a:miter lim="400000"/>
            </a:ln>
          </a:bottom>
          <a:insideH>
            <a:ln w="12700" cap="flat">
              <a:solidFill>
                <a:srgbClr val="D6D7D6"/>
              </a:solidFill>
              <a:prstDash val="solid"/>
              <a:miter lim="400000"/>
            </a:ln>
          </a:insideH>
          <a:insideV>
            <a:ln w="12700" cap="flat">
              <a:solidFill>
                <a:srgbClr val="D6D7D6"/>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6">
              <a:hueOff val="-119728"/>
              <a:satOff val="5580"/>
              <a:lumOff val="-12961"/>
            </a:schemeClr>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50E48"/>
          </a:solidFill>
        </a:fill>
      </a:tcStyle>
    </a:firstRow>
  </a:tblStyle>
  <a:tblStyle styleId="{33BA23B1-9221-436E-865A-0063620EA4FD}" styleName="">
    <a:tblBg/>
    <a:wholeTbl>
      <a:tcTxStyle b="off" i="off">
        <a:font>
          <a:latin typeface="Helvetica Neue"/>
          <a:ea typeface="Helvetica Neue"/>
          <a:cs typeface="Helvetica Neue"/>
        </a:font>
        <a:srgbClr val="FFFFFF"/>
      </a:tcTxStyle>
      <a:tcStyle>
        <a:tcBdr>
          <a:left>
            <a:ln w="12700" cap="flat">
              <a:solidFill>
                <a:srgbClr val="909090"/>
              </a:solidFill>
              <a:prstDash val="solid"/>
              <a:miter lim="400000"/>
            </a:ln>
          </a:left>
          <a:right>
            <a:ln w="12700" cap="flat">
              <a:solidFill>
                <a:srgbClr val="909090"/>
              </a:solidFill>
              <a:prstDash val="solid"/>
              <a:miter lim="400000"/>
            </a:ln>
          </a:right>
          <a:top>
            <a:ln w="12700" cap="flat">
              <a:solidFill>
                <a:srgbClr val="909090"/>
              </a:solidFill>
              <a:prstDash val="solid"/>
              <a:miter lim="400000"/>
            </a:ln>
          </a:top>
          <a:bottom>
            <a:ln w="12700" cap="flat">
              <a:solidFill>
                <a:srgbClr val="909090"/>
              </a:solidFill>
              <a:prstDash val="solid"/>
              <a:miter lim="400000"/>
            </a:ln>
          </a:bottom>
          <a:insideH>
            <a:ln w="12700" cap="flat">
              <a:solidFill>
                <a:srgbClr val="909090"/>
              </a:solidFill>
              <a:prstDash val="solid"/>
              <a:miter lim="400000"/>
            </a:ln>
          </a:insideH>
          <a:insideV>
            <a:ln w="12700" cap="flat">
              <a:solidFill>
                <a:srgbClr val="909090"/>
              </a:solidFill>
              <a:prstDash val="solid"/>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98089"/>
          </a:solidFill>
        </a:fill>
      </a:tcStyle>
    </a:firstCol>
    <a:lastRow>
      <a:tcTxStyle b="off"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6A0AC"/>
          </a:solidFill>
        </a:fill>
      </a:tcStyle>
    </a:firstRow>
  </a:tblStyle>
  <a:tblStyle styleId="{2708684C-4D16-4618-839F-0558EEFCDFE6}" styleName="">
    <a:tblBg/>
    <a:wholeTbl>
      <a:tcTxStyle b="off" i="off">
        <a:font>
          <a:latin typeface="Helvetica Neue"/>
          <a:ea typeface="Helvetica Neue"/>
          <a:cs typeface="Helvetica Neue"/>
        </a:font>
        <a:srgbClr val="FFFFFF"/>
      </a:tcTxStyle>
      <a:tcStyle>
        <a:tcBdr>
          <a:left>
            <a:ln w="12700" cap="flat">
              <a:solidFill>
                <a:srgbClr val="929292"/>
              </a:solidFill>
              <a:custDash>
                <a:ds d="200000" sp="200000"/>
              </a:custDash>
              <a:miter lim="400000"/>
            </a:ln>
          </a:left>
          <a:right>
            <a:ln w="12700" cap="flat">
              <a:solidFill>
                <a:srgbClr val="929292"/>
              </a:solidFill>
              <a:custDash>
                <a:ds d="200000" sp="200000"/>
              </a:custDash>
              <a:miter lim="400000"/>
            </a:ln>
          </a:right>
          <a:top>
            <a:ln w="12700" cap="flat">
              <a:solidFill>
                <a:srgbClr val="929292"/>
              </a:solidFill>
              <a:custDash>
                <a:ds d="200000" sp="200000"/>
              </a:custDash>
              <a:miter lim="400000"/>
            </a:ln>
          </a:top>
          <a:bottom>
            <a:ln w="12700" cap="flat">
              <a:solidFill>
                <a:srgbClr val="929292"/>
              </a:solidFill>
              <a:custDash>
                <a:ds d="200000" sp="200000"/>
              </a:custDash>
              <a:miter lim="400000"/>
            </a:ln>
          </a:bottom>
          <a:insideH>
            <a:ln w="12700" cap="flat">
              <a:solidFill>
                <a:srgbClr val="929292"/>
              </a:solidFill>
              <a:custDash>
                <a:ds d="200000" sp="200000"/>
              </a:custDash>
              <a:miter lim="400000"/>
            </a:ln>
          </a:insideH>
          <a:insideV>
            <a:ln w="12700" cap="flat">
              <a:solidFill>
                <a:srgbClr val="929292"/>
              </a:solidFill>
              <a:custDash>
                <a:ds d="200000" sp="200000"/>
              </a:custDash>
              <a:miter lim="400000"/>
            </a:ln>
          </a:insideV>
        </a:tcBdr>
        <a:fill>
          <a:noFill/>
        </a:fill>
      </a:tcStyle>
    </a:wholeTbl>
    <a:band2H>
      <a:tcTxStyle/>
      <a:tcStyle>
        <a:tcBdr/>
        <a:fill>
          <a:solidFill>
            <a:srgbClr val="747676">
              <a:alpha val="63790"/>
            </a:srgbClr>
          </a:solidFill>
        </a:fill>
      </a:tcStyle>
    </a:band2H>
    <a:firstCol>
      <a:tcTxStyle b="on" i="off">
        <a:font>
          <a:latin typeface="Helvetica Neue"/>
          <a:ea typeface="Helvetica Neue"/>
          <a:cs typeface="Helvetica Neue"/>
        </a:font>
        <a:srgbClr val="FFFFFF"/>
      </a:tcTxStyle>
      <a:tcStyle>
        <a:tcBdr>
          <a:left>
            <a:ln w="12700" cap="flat">
              <a:noFill/>
              <a:miter lim="400000"/>
            </a:ln>
          </a:left>
          <a:right>
            <a:ln w="25400" cap="flat">
              <a:solidFill>
                <a:srgbClr val="929292"/>
              </a:solidFill>
              <a:prstDash val="solid"/>
              <a:miter lim="400000"/>
            </a:ln>
          </a:right>
          <a:top>
            <a:ln w="25400" cap="flat">
              <a:solidFill>
                <a:srgbClr val="929292"/>
              </a:solidFill>
              <a:prstDash val="solid"/>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Col>
    <a:lastRow>
      <a:tcTxStyle b="off"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25400" cap="flat">
              <a:solidFill>
                <a:srgbClr val="929292"/>
              </a:solidFill>
              <a:prstDash val="solid"/>
              <a:miter lim="400000"/>
            </a:ln>
          </a:top>
          <a:bottom>
            <a:ln w="12700" cap="flat">
              <a:noFill/>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lastRow>
    <a:firstRow>
      <a:tcTxStyle b="on" i="off">
        <a:font>
          <a:latin typeface="Helvetica Neue"/>
          <a:ea typeface="Helvetica Neue"/>
          <a:cs typeface="Helvetica Neue"/>
        </a:font>
        <a:srgbClr val="FFFFFF"/>
      </a:tcTxStyle>
      <a:tcStyle>
        <a:tcBdr>
          <a:left>
            <a:ln w="25400" cap="flat">
              <a:solidFill>
                <a:srgbClr val="929292"/>
              </a:solidFill>
              <a:prstDash val="solid"/>
              <a:miter lim="400000"/>
            </a:ln>
          </a:left>
          <a:right>
            <a:ln w="25400" cap="flat">
              <a:solidFill>
                <a:srgbClr val="929292"/>
              </a:solidFill>
              <a:prstDash val="solid"/>
              <a:miter lim="400000"/>
            </a:ln>
          </a:right>
          <a:top>
            <a:ln w="12700" cap="flat">
              <a:noFill/>
              <a:miter lim="400000"/>
            </a:ln>
          </a:top>
          <a:bottom>
            <a:ln w="25400" cap="flat">
              <a:solidFill>
                <a:srgbClr val="929292"/>
              </a:solidFill>
              <a:prstDash val="solid"/>
              <a:miter lim="400000"/>
            </a:ln>
          </a:bottom>
          <a:insideH>
            <a:ln w="25400" cap="flat">
              <a:solidFill>
                <a:srgbClr val="929292"/>
              </a:solidFill>
              <a:prstDash val="solid"/>
              <a:miter lim="400000"/>
            </a:ln>
          </a:insideH>
          <a:insideV>
            <a:ln w="25400" cap="flat">
              <a:solidFill>
                <a:srgbClr val="929292"/>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8"/>
    <p:restoredTop sz="94646"/>
  </p:normalViewPr>
  <p:slideViewPr>
    <p:cSldViewPr snapToGrid="0" snapToObjects="1">
      <p:cViewPr varScale="1">
        <p:scale>
          <a:sx n="34" d="100"/>
          <a:sy n="34" d="100"/>
        </p:scale>
        <p:origin x="89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9" name="Shape 139"/>
          <p:cNvSpPr>
            <a:spLocks noGrp="1" noRot="1" noChangeAspect="1"/>
          </p:cNvSpPr>
          <p:nvPr>
            <p:ph type="sldImg"/>
          </p:nvPr>
        </p:nvSpPr>
        <p:spPr>
          <a:xfrm>
            <a:off x="1143000" y="685800"/>
            <a:ext cx="4572000" cy="3429000"/>
          </a:xfrm>
          <a:prstGeom prst="rect">
            <a:avLst/>
          </a:prstGeom>
        </p:spPr>
        <p:txBody>
          <a:bodyPr/>
          <a:lstStyle/>
          <a:p>
            <a:endParaRPr/>
          </a:p>
        </p:txBody>
      </p:sp>
      <p:sp>
        <p:nvSpPr>
          <p:cNvPr id="140" name="Shape 140"/>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4265286948"/>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prstGeom prst="rect">
            <a:avLst/>
          </a:prstGeom>
        </p:spPr>
        <p:txBody>
          <a:bodyPr/>
          <a:lstStyle/>
          <a:p>
            <a:endParaRPr/>
          </a:p>
        </p:txBody>
      </p:sp>
      <p:sp>
        <p:nvSpPr>
          <p:cNvPr id="171" name="Shape 171"/>
          <p:cNvSpPr>
            <a:spLocks noGrp="1"/>
          </p:cNvSpPr>
          <p:nvPr>
            <p:ph type="body" sz="quarter" idx="1"/>
          </p:nvPr>
        </p:nvSpPr>
        <p:spPr>
          <a:prstGeom prst="rect">
            <a:avLst/>
          </a:prstGeom>
        </p:spPr>
        <p:txBody>
          <a:bodyPr/>
          <a:lstStyle>
            <a:lvl1pPr defTabSz="914400">
              <a:lnSpc>
                <a:spcPct val="100000"/>
              </a:lnSpc>
              <a:defRPr sz="1200">
                <a:latin typeface="Calibri"/>
                <a:ea typeface="Calibri"/>
                <a:cs typeface="Calibri"/>
                <a:sym typeface="Calibri"/>
              </a:defRPr>
            </a:lvl1pPr>
          </a:lstStyle>
          <a:p>
            <a:r>
              <a:t>Think of the exciting and colorful product boxes you see every day in super markets, shops, and portrayed virtually through online stores. The messages on these boxes help move these products off the shelves and into customers’ homes and lives. </a:t>
            </a:r>
          </a:p>
        </p:txBody>
      </p:sp>
    </p:spTree>
    <p:extLst>
      <p:ext uri="{BB962C8B-B14F-4D97-AF65-F5344CB8AC3E}">
        <p14:creationId xmlns:p14="http://schemas.microsoft.com/office/powerpoint/2010/main" val="2753768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Shape 175"/>
          <p:cNvSpPr>
            <a:spLocks noGrp="1" noRot="1" noChangeAspect="1"/>
          </p:cNvSpPr>
          <p:nvPr>
            <p:ph type="sldImg"/>
          </p:nvPr>
        </p:nvSpPr>
        <p:spPr>
          <a:xfrm>
            <a:off x="381000" y="685800"/>
            <a:ext cx="6096000" cy="3429000"/>
          </a:xfrm>
          <a:prstGeom prst="rect">
            <a:avLst/>
          </a:prstGeom>
        </p:spPr>
        <p:txBody>
          <a:bodyPr/>
          <a:lstStyle/>
          <a:p>
            <a:endParaRPr/>
          </a:p>
        </p:txBody>
      </p:sp>
      <p:sp>
        <p:nvSpPr>
          <p:cNvPr id="176" name="Shape 176"/>
          <p:cNvSpPr>
            <a:spLocks noGrp="1"/>
          </p:cNvSpPr>
          <p:nvPr>
            <p:ph type="body" sz="quarter" idx="1"/>
          </p:nvPr>
        </p:nvSpPr>
        <p:spPr>
          <a:prstGeom prst="rect">
            <a:avLst/>
          </a:prstGeom>
        </p:spPr>
        <p:txBody>
          <a:bodyPr/>
          <a:lstStyle>
            <a:lvl1pPr defTabSz="914400">
              <a:lnSpc>
                <a:spcPct val="100000"/>
              </a:lnSpc>
              <a:defRPr sz="1200">
                <a:latin typeface="Calibri"/>
                <a:ea typeface="Calibri"/>
                <a:cs typeface="Calibri"/>
                <a:sym typeface="Calibri"/>
              </a:defRPr>
            </a:lvl1pPr>
          </a:lstStyle>
          <a:p>
            <a:r>
              <a:t>Think of the exciting and colorful product boxes you see every day in super markets, shops, and portrayed virtually through online stores. The messages on these boxes help move these products off the shelves and into customers’ homes and lives. </a:t>
            </a:r>
          </a:p>
        </p:txBody>
      </p:sp>
    </p:spTree>
    <p:extLst>
      <p:ext uri="{BB962C8B-B14F-4D97-AF65-F5344CB8AC3E}">
        <p14:creationId xmlns:p14="http://schemas.microsoft.com/office/powerpoint/2010/main" val="1072128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778000" y="2298700"/>
            <a:ext cx="20828000" cy="4648200"/>
          </a:xfrm>
          <a:prstGeom prst="rect">
            <a:avLst/>
          </a:prstGeom>
        </p:spPr>
        <p:txBody>
          <a:bodyPr anchor="b"/>
          <a:lstStyle/>
          <a:p>
            <a:r>
              <a:t>Title Text</a:t>
            </a:r>
          </a:p>
        </p:txBody>
      </p:sp>
      <p:sp>
        <p:nvSpPr>
          <p:cNvPr id="12" name="Body Level One…"/>
          <p:cNvSpPr txBox="1">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ClrTx/>
              <a:buSzTx/>
              <a:buNone/>
              <a:defRPr sz="5400"/>
            </a:lvl1pPr>
            <a:lvl2pPr marL="0" indent="228600" algn="ctr">
              <a:spcBef>
                <a:spcPts val="0"/>
              </a:spcBef>
              <a:buClrTx/>
              <a:buSzTx/>
              <a:buNone/>
              <a:defRPr sz="5400"/>
            </a:lvl2pPr>
            <a:lvl3pPr marL="0" indent="457200" algn="ctr">
              <a:spcBef>
                <a:spcPts val="0"/>
              </a:spcBef>
              <a:buClrTx/>
              <a:buSzTx/>
              <a:buNone/>
              <a:defRPr sz="5400"/>
            </a:lvl3pPr>
            <a:lvl4pPr marL="0" indent="685800" algn="ctr">
              <a:spcBef>
                <a:spcPts val="0"/>
              </a:spcBef>
              <a:buClrTx/>
              <a:buSzTx/>
              <a:buNone/>
              <a:defRPr sz="5400"/>
            </a:lvl4pPr>
            <a:lvl5pPr marL="0" indent="914400" algn="ctr">
              <a:spcBef>
                <a:spcPts val="0"/>
              </a:spcBef>
              <a:buClrTx/>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3125968" y="673100"/>
            <a:ext cx="18135601" cy="8737600"/>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635000" y="9512300"/>
            <a:ext cx="23114000" cy="2006600"/>
          </a:xfrm>
          <a:prstGeom prst="rect">
            <a:avLst/>
          </a:prstGeom>
        </p:spPr>
        <p:txBody>
          <a:bodyPr/>
          <a:lstStyle/>
          <a:p>
            <a:r>
              <a:t>Title Text</a:t>
            </a:r>
          </a:p>
        </p:txBody>
      </p:sp>
      <p:sp>
        <p:nvSpPr>
          <p:cNvPr id="22" name="Body Level One…"/>
          <p:cNvSpPr txBox="1">
            <a:spLocks noGrp="1"/>
          </p:cNvSpPr>
          <p:nvPr>
            <p:ph type="body" sz="quarter" idx="1"/>
          </p:nvPr>
        </p:nvSpPr>
        <p:spPr>
          <a:xfrm>
            <a:off x="635000" y="11442700"/>
            <a:ext cx="23114000" cy="1587500"/>
          </a:xfrm>
          <a:prstGeom prst="rect">
            <a:avLst/>
          </a:prstGeom>
        </p:spPr>
        <p:txBody>
          <a:bodyPr anchor="t"/>
          <a:lstStyle>
            <a:lvl1pPr marL="0" indent="0" algn="ctr">
              <a:spcBef>
                <a:spcPts val="0"/>
              </a:spcBef>
              <a:buClrTx/>
              <a:buSzTx/>
              <a:buNone/>
              <a:defRPr sz="5400"/>
            </a:lvl1pPr>
            <a:lvl2pPr marL="0" indent="228600" algn="ctr">
              <a:spcBef>
                <a:spcPts val="0"/>
              </a:spcBef>
              <a:buClrTx/>
              <a:buSzTx/>
              <a:buNone/>
              <a:defRPr sz="5400"/>
            </a:lvl2pPr>
            <a:lvl3pPr marL="0" indent="457200" algn="ctr">
              <a:spcBef>
                <a:spcPts val="0"/>
              </a:spcBef>
              <a:buClrTx/>
              <a:buSzTx/>
              <a:buNone/>
              <a:defRPr sz="5400"/>
            </a:lvl3pPr>
            <a:lvl4pPr marL="0" indent="685800" algn="ctr">
              <a:spcBef>
                <a:spcPts val="0"/>
              </a:spcBef>
              <a:buClrTx/>
              <a:buSzTx/>
              <a:buNone/>
              <a:defRPr sz="5400"/>
            </a:lvl4pPr>
            <a:lvl5pPr marL="0" indent="914400" algn="ctr">
              <a:spcBef>
                <a:spcPts val="0"/>
              </a:spcBef>
              <a:buClrTx/>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778000" y="4533900"/>
            <a:ext cx="20828000" cy="4648200"/>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13169900" y="952500"/>
            <a:ext cx="9525000" cy="11468100"/>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651000" y="952500"/>
            <a:ext cx="10223500" cy="5549900"/>
          </a:xfrm>
          <a:prstGeom prst="rect">
            <a:avLst/>
          </a:prstGeom>
        </p:spPr>
        <p:txBody>
          <a:bodyPr anchor="b"/>
          <a:lstStyle>
            <a:lvl1pPr>
              <a:defRPr sz="8400"/>
            </a:lvl1pPr>
          </a:lstStyle>
          <a:p>
            <a:r>
              <a:t>Title Text</a:t>
            </a:r>
          </a:p>
        </p:txBody>
      </p:sp>
      <p:sp>
        <p:nvSpPr>
          <p:cNvPr id="40" name="Body Level One…"/>
          <p:cNvSpPr txBox="1">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ClrTx/>
              <a:buSzTx/>
              <a:buNone/>
              <a:defRPr sz="5400"/>
            </a:lvl1pPr>
            <a:lvl2pPr marL="0" indent="228600" algn="ctr">
              <a:spcBef>
                <a:spcPts val="0"/>
              </a:spcBef>
              <a:buClrTx/>
              <a:buSzTx/>
              <a:buNone/>
              <a:defRPr sz="5400"/>
            </a:lvl2pPr>
            <a:lvl3pPr marL="0" indent="457200" algn="ctr">
              <a:spcBef>
                <a:spcPts val="0"/>
              </a:spcBef>
              <a:buClrTx/>
              <a:buSzTx/>
              <a:buNone/>
              <a:defRPr sz="5400"/>
            </a:lvl3pPr>
            <a:lvl4pPr marL="0" indent="685800" algn="ctr">
              <a:spcBef>
                <a:spcPts val="0"/>
              </a:spcBef>
              <a:buClrTx/>
              <a:buSzTx/>
              <a:buNone/>
              <a:defRPr sz="5400"/>
            </a:lvl4pPr>
            <a:lvl5pPr marL="0" indent="914400" algn="ctr">
              <a:spcBef>
                <a:spcPts val="0"/>
              </a:spcBef>
              <a:buClrTx/>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lvl1pPr>
              <a:buClrTx/>
            </a:lvl1pPr>
            <a:lvl2pPr>
              <a:buClrTx/>
            </a:lvl2pPr>
            <a:lvl3pPr>
              <a:buClrTx/>
            </a:lvl3pPr>
            <a:lvl4pPr>
              <a:buClrTx/>
            </a:lvl4pPr>
            <a:lvl5pPr>
              <a:buClrTx/>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13169900" y="3149600"/>
            <a:ext cx="9525000" cy="92964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buClrTx/>
              <a:defRPr sz="3800"/>
            </a:lvl1pPr>
            <a:lvl2pPr marL="1117600" indent="-558800">
              <a:spcBef>
                <a:spcPts val="4500"/>
              </a:spcBef>
              <a:buClrTx/>
              <a:defRPr sz="3800"/>
            </a:lvl2pPr>
            <a:lvl3pPr marL="1676400" indent="-558800">
              <a:spcBef>
                <a:spcPts val="4500"/>
              </a:spcBef>
              <a:buClrTx/>
              <a:defRPr sz="3800"/>
            </a:lvl3pPr>
            <a:lvl4pPr marL="2235200" indent="-558800">
              <a:spcBef>
                <a:spcPts val="4500"/>
              </a:spcBef>
              <a:buClrTx/>
              <a:defRPr sz="3800"/>
            </a:lvl4pPr>
            <a:lvl5pPr marL="2794000" indent="-558800">
              <a:spcBef>
                <a:spcPts val="4500"/>
              </a:spcBef>
              <a:buClrTx/>
              <a:defRPr sz="38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689100" y="1778000"/>
            <a:ext cx="21005800" cy="10160000"/>
          </a:xfrm>
          <a:prstGeom prst="rect">
            <a:avLst/>
          </a:prstGeom>
        </p:spPr>
        <p:txBody>
          <a:bodyPr/>
          <a:lstStyle>
            <a:lvl1pPr>
              <a:buClrTx/>
            </a:lvl1pPr>
            <a:lvl2pPr>
              <a:buClrTx/>
            </a:lvl2pPr>
            <a:lvl3pPr>
              <a:buClrTx/>
            </a:lvl3pPr>
            <a:lvl4pPr>
              <a:buClrTx/>
            </a:lvl4pPr>
            <a:lvl5pPr>
              <a:buClrTx/>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13"/>
          </p:nvPr>
        </p:nvSpPr>
        <p:spPr>
          <a:xfrm>
            <a:off x="15760700" y="6870700"/>
            <a:ext cx="7404100" cy="554990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15760700" y="952500"/>
            <a:ext cx="7404100" cy="5549900"/>
          </a:xfrm>
          <a:prstGeom prst="rect">
            <a:avLst/>
          </a:prstGeom>
        </p:spPr>
        <p:txBody>
          <a:bodyPr lIns="91439" tIns="45719" rIns="91439" bIns="45719" anchor="t">
            <a:noAutofit/>
          </a:bodyPr>
          <a:lstStyle/>
          <a:p>
            <a:endParaRPr/>
          </a:p>
        </p:txBody>
      </p:sp>
      <p:sp>
        <p:nvSpPr>
          <p:cNvPr id="85" name="Image"/>
          <p:cNvSpPr>
            <a:spLocks noGrp="1"/>
          </p:cNvSpPr>
          <p:nvPr>
            <p:ph type="pic" idx="15"/>
          </p:nvPr>
        </p:nvSpPr>
        <p:spPr>
          <a:xfrm>
            <a:off x="1206500" y="952500"/>
            <a:ext cx="14173200" cy="11468100"/>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13"/>
          </p:nvPr>
        </p:nvSpPr>
        <p:spPr>
          <a:xfrm>
            <a:off x="2387600" y="8953500"/>
            <a:ext cx="19621500" cy="585521"/>
          </a:xfrm>
          <a:prstGeom prst="rect">
            <a:avLst/>
          </a:prstGeom>
        </p:spPr>
        <p:txBody>
          <a:bodyPr anchor="t">
            <a:spAutoFit/>
          </a:bodyPr>
          <a:lstStyle>
            <a:lvl1pPr marL="0" indent="0" algn="ctr">
              <a:spcBef>
                <a:spcPts val="0"/>
              </a:spcBef>
              <a:buClrTx/>
              <a:buSzTx/>
              <a:buNone/>
              <a:defRPr sz="3200" i="1"/>
            </a:lvl1pPr>
          </a:lstStyle>
          <a:p>
            <a:r>
              <a:t>–Johnny Appleseed</a:t>
            </a:r>
          </a:p>
        </p:txBody>
      </p:sp>
      <p:sp>
        <p:nvSpPr>
          <p:cNvPr id="94" name="“Type a quote here.”"/>
          <p:cNvSpPr txBox="1">
            <a:spLocks noGrp="1"/>
          </p:cNvSpPr>
          <p:nvPr>
            <p:ph type="body" sz="quarter" idx="14"/>
          </p:nvPr>
        </p:nvSpPr>
        <p:spPr>
          <a:xfrm>
            <a:off x="2387600" y="6076950"/>
            <a:ext cx="19621500" cy="825500"/>
          </a:xfrm>
          <a:prstGeom prst="rect">
            <a:avLst/>
          </a:prstGeom>
        </p:spPr>
        <p:txBody>
          <a:bodyPr>
            <a:spAutoFit/>
          </a:bodyPr>
          <a:lstStyle>
            <a:lvl1pPr marL="0" indent="0" algn="ctr">
              <a:spcBef>
                <a:spcPts val="0"/>
              </a:spcBef>
              <a:buClrTx/>
              <a:buSzTx/>
              <a:buNone/>
              <a:defRPr>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0"/>
            <a:ext cx="24384000" cy="137160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7_Custom Layout">
    <p:bg>
      <p:bgPr>
        <a:solidFill>
          <a:srgbClr val="FFFFFF"/>
        </a:solidFill>
        <a:effectLst/>
      </p:bgPr>
    </p:bg>
    <p:spTree>
      <p:nvGrpSpPr>
        <p:cNvPr id="1" name=""/>
        <p:cNvGrpSpPr/>
        <p:nvPr/>
      </p:nvGrpSpPr>
      <p:grpSpPr>
        <a:xfrm>
          <a:off x="0" y="0"/>
          <a:ext cx="0" cy="0"/>
          <a:chOff x="0" y="0"/>
          <a:chExt cx="0" cy="0"/>
        </a:xfrm>
      </p:grpSpPr>
      <p:sp>
        <p:nvSpPr>
          <p:cNvPr id="117" name="Rectangle 7"/>
          <p:cNvSpPr/>
          <p:nvPr/>
        </p:nvSpPr>
        <p:spPr>
          <a:xfrm>
            <a:off x="-1" y="12330607"/>
            <a:ext cx="24384001" cy="1440161"/>
          </a:xfrm>
          <a:prstGeom prst="rect">
            <a:avLst/>
          </a:prstGeom>
          <a:solidFill>
            <a:srgbClr val="FFFFFF"/>
          </a:solidFill>
          <a:ln w="12700">
            <a:miter lim="400000"/>
          </a:ln>
          <a:effectLst>
            <a:outerShdw blurRad="101600" dist="50800" dir="5400000" rotWithShape="0">
              <a:srgbClr val="000000">
                <a:alpha val="35000"/>
              </a:srgbClr>
            </a:outerShdw>
          </a:effectLst>
        </p:spPr>
        <p:txBody>
          <a:bodyPr lIns="121919" tIns="121919" rIns="121919" bIns="121919" anchor="ctr"/>
          <a:lstStyle/>
          <a:p>
            <a:pPr defTabSz="2438400">
              <a:defRPr sz="3600" b="0">
                <a:solidFill>
                  <a:srgbClr val="000000"/>
                </a:solidFill>
                <a:latin typeface="Calibri"/>
                <a:ea typeface="Calibri"/>
                <a:cs typeface="Calibri"/>
                <a:sym typeface="Calibri"/>
              </a:defRPr>
            </a:pPr>
            <a:endParaRPr/>
          </a:p>
        </p:txBody>
      </p:sp>
      <p:sp>
        <p:nvSpPr>
          <p:cNvPr id="118" name="Slide Number"/>
          <p:cNvSpPr txBox="1">
            <a:spLocks noGrp="1"/>
          </p:cNvSpPr>
          <p:nvPr>
            <p:ph type="sldNum" sz="quarter" idx="2"/>
          </p:nvPr>
        </p:nvSpPr>
        <p:spPr>
          <a:xfrm>
            <a:off x="11785599" y="12344399"/>
            <a:ext cx="5689601" cy="736601"/>
          </a:xfrm>
          <a:prstGeom prst="rect">
            <a:avLst/>
          </a:prstGeom>
        </p:spPr>
        <p:txBody>
          <a:bodyPr lIns="121919" tIns="121919" rIns="121919" bIns="121919" anchor="ctr"/>
          <a:lstStyle>
            <a:lvl1pPr algn="r" defTabSz="2438400">
              <a:defRPr sz="3200">
                <a:solidFill>
                  <a:srgbClr val="0075B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pic>
        <p:nvPicPr>
          <p:cNvPr id="125" name="Vertical_logo.png" descr="Vertical_logo.png"/>
          <p:cNvPicPr>
            <a:picLocks noChangeAspect="1"/>
          </p:cNvPicPr>
          <p:nvPr/>
        </p:nvPicPr>
        <p:blipFill>
          <a:blip r:embed="rId2">
            <a:extLst/>
          </a:blip>
          <a:stretch>
            <a:fillRect/>
          </a:stretch>
        </p:blipFill>
        <p:spPr>
          <a:xfrm>
            <a:off x="10858468" y="12192000"/>
            <a:ext cx="2704765" cy="1185864"/>
          </a:xfrm>
          <a:prstGeom prst="rect">
            <a:avLst/>
          </a:prstGeom>
          <a:ln w="12700">
            <a:miter lim="400000"/>
          </a:ln>
        </p:spPr>
      </p:pic>
      <p:sp>
        <p:nvSpPr>
          <p:cNvPr id="126" name="Shape 126"/>
          <p:cNvSpPr/>
          <p:nvPr/>
        </p:nvSpPr>
        <p:spPr>
          <a:xfrm>
            <a:off x="-1866042" y="12812890"/>
            <a:ext cx="10653912" cy="746762"/>
          </a:xfrm>
          <a:prstGeom prst="roundRect">
            <a:avLst>
              <a:gd name="adj" fmla="val 50000"/>
            </a:avLst>
          </a:prstGeom>
          <a:solidFill>
            <a:srgbClr val="027BCD"/>
          </a:solidFill>
          <a:ln w="12700">
            <a:miter lim="400000"/>
          </a:ln>
        </p:spPr>
        <p:txBody>
          <a:bodyPr tIns="91439" bIns="91439" anchor="ctr"/>
          <a:lstStyle/>
          <a:p>
            <a:pPr defTabSz="787400">
              <a:defRPr sz="4800" b="0">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27" name="Shape 127"/>
          <p:cNvSpPr/>
          <p:nvPr/>
        </p:nvSpPr>
        <p:spPr>
          <a:xfrm>
            <a:off x="15633830" y="12812890"/>
            <a:ext cx="10653912" cy="746762"/>
          </a:xfrm>
          <a:prstGeom prst="roundRect">
            <a:avLst>
              <a:gd name="adj" fmla="val 50000"/>
            </a:avLst>
          </a:prstGeom>
          <a:solidFill>
            <a:srgbClr val="4BB2FD"/>
          </a:solidFill>
          <a:ln w="12700">
            <a:miter lim="400000"/>
          </a:ln>
        </p:spPr>
        <p:txBody>
          <a:bodyPr tIns="91439" bIns="91439" anchor="ctr"/>
          <a:lstStyle/>
          <a:p>
            <a:pPr defTabSz="787400">
              <a:defRPr sz="4800" b="0">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28" name="Title Text"/>
          <p:cNvSpPr txBox="1">
            <a:spLocks noGrp="1"/>
          </p:cNvSpPr>
          <p:nvPr>
            <p:ph type="title"/>
          </p:nvPr>
        </p:nvSpPr>
        <p:spPr>
          <a:xfrm>
            <a:off x="1676400" y="730250"/>
            <a:ext cx="21031200" cy="2651126"/>
          </a:xfrm>
          <a:prstGeom prst="rect">
            <a:avLst/>
          </a:prstGeom>
        </p:spPr>
        <p:txBody>
          <a:bodyPr lIns="91439" tIns="91439" rIns="91439" bIns="91439"/>
          <a:lstStyle>
            <a:lvl1pPr algn="l" defTabSz="1828800">
              <a:lnSpc>
                <a:spcPct val="90000"/>
              </a:lnSpc>
              <a:defRPr sz="8800">
                <a:solidFill>
                  <a:srgbClr val="357AC7"/>
                </a:solidFill>
                <a:latin typeface="Nexa Bold"/>
                <a:ea typeface="Nexa Bold"/>
                <a:cs typeface="Nexa Bold"/>
                <a:sym typeface="Nexa Bold"/>
              </a:defRPr>
            </a:lvl1pPr>
          </a:lstStyle>
          <a:p>
            <a:r>
              <a:t>Title Text</a:t>
            </a:r>
          </a:p>
        </p:txBody>
      </p:sp>
      <p:sp>
        <p:nvSpPr>
          <p:cNvPr id="129" name="Body Level One…"/>
          <p:cNvSpPr txBox="1">
            <a:spLocks noGrp="1"/>
          </p:cNvSpPr>
          <p:nvPr>
            <p:ph type="body" idx="1"/>
          </p:nvPr>
        </p:nvSpPr>
        <p:spPr>
          <a:xfrm>
            <a:off x="1676400" y="3651250"/>
            <a:ext cx="21031200" cy="8702676"/>
          </a:xfrm>
          <a:prstGeom prst="rect">
            <a:avLst/>
          </a:prstGeom>
        </p:spPr>
        <p:txBody>
          <a:bodyPr lIns="91439" tIns="91439" rIns="91439" bIns="91439" anchor="t"/>
          <a:lstStyle>
            <a:lvl1pPr marL="457200" indent="-457200" defTabSz="1828800">
              <a:lnSpc>
                <a:spcPct val="90000"/>
              </a:lnSpc>
              <a:spcBef>
                <a:spcPts val="2000"/>
              </a:spcBef>
              <a:buClrTx/>
              <a:buSzPct val="100000"/>
              <a:buFont typeface="Arial"/>
              <a:defRPr sz="5600">
                <a:solidFill>
                  <a:srgbClr val="000000"/>
                </a:solidFill>
                <a:latin typeface="Nexa Bold"/>
                <a:ea typeface="Nexa Bold"/>
                <a:cs typeface="Nexa Bold"/>
                <a:sym typeface="Nexa Bold"/>
              </a:defRPr>
            </a:lvl1pPr>
            <a:lvl2pPr marL="990600" indent="-533400" defTabSz="1828800">
              <a:lnSpc>
                <a:spcPct val="90000"/>
              </a:lnSpc>
              <a:spcBef>
                <a:spcPts val="2000"/>
              </a:spcBef>
              <a:buClrTx/>
              <a:buSzPct val="100000"/>
              <a:buFont typeface="Arial"/>
              <a:defRPr sz="5600">
                <a:solidFill>
                  <a:srgbClr val="000000"/>
                </a:solidFill>
                <a:latin typeface="Nexa Bold"/>
                <a:ea typeface="Nexa Bold"/>
                <a:cs typeface="Nexa Bold"/>
                <a:sym typeface="Nexa Bold"/>
              </a:defRPr>
            </a:lvl2pPr>
            <a:lvl3pPr marL="1554479" indent="-640079" defTabSz="1828800">
              <a:lnSpc>
                <a:spcPct val="90000"/>
              </a:lnSpc>
              <a:spcBef>
                <a:spcPts val="2000"/>
              </a:spcBef>
              <a:buClrTx/>
              <a:buSzPct val="100000"/>
              <a:buFont typeface="Arial"/>
              <a:defRPr sz="5600">
                <a:solidFill>
                  <a:srgbClr val="000000"/>
                </a:solidFill>
                <a:latin typeface="Nexa Bold"/>
                <a:ea typeface="Nexa Bold"/>
                <a:cs typeface="Nexa Bold"/>
                <a:sym typeface="Nexa Bold"/>
              </a:defRPr>
            </a:lvl3pPr>
            <a:lvl4pPr marL="2082800" indent="-711200" defTabSz="1828800">
              <a:lnSpc>
                <a:spcPct val="90000"/>
              </a:lnSpc>
              <a:spcBef>
                <a:spcPts val="2000"/>
              </a:spcBef>
              <a:buClrTx/>
              <a:buSzPct val="100000"/>
              <a:buFont typeface="Arial"/>
              <a:defRPr sz="5600">
                <a:solidFill>
                  <a:srgbClr val="000000"/>
                </a:solidFill>
                <a:latin typeface="Nexa Bold"/>
                <a:ea typeface="Nexa Bold"/>
                <a:cs typeface="Nexa Bold"/>
                <a:sym typeface="Nexa Bold"/>
              </a:defRPr>
            </a:lvl4pPr>
            <a:lvl5pPr marL="2540000" indent="-711200" defTabSz="1828800">
              <a:lnSpc>
                <a:spcPct val="90000"/>
              </a:lnSpc>
              <a:spcBef>
                <a:spcPts val="2000"/>
              </a:spcBef>
              <a:buClrTx/>
              <a:buSzPct val="100000"/>
              <a:buFont typeface="Arial"/>
              <a:defRPr sz="5600">
                <a:solidFill>
                  <a:srgbClr val="000000"/>
                </a:solidFill>
                <a:latin typeface="Nexa Bold"/>
                <a:ea typeface="Nexa Bold"/>
                <a:cs typeface="Nexa Bold"/>
                <a:sym typeface="Nexa Bold"/>
              </a:defRPr>
            </a:lvl5pPr>
          </a:lstStyle>
          <a:p>
            <a:r>
              <a:t>Body Level One</a:t>
            </a:r>
          </a:p>
          <a:p>
            <a:pPr lvl="1"/>
            <a:r>
              <a:t>Body Level Two</a:t>
            </a:r>
          </a:p>
          <a:p>
            <a:pPr lvl="2"/>
            <a:r>
              <a:t>Body Level Three</a:t>
            </a:r>
          </a:p>
          <a:p>
            <a:pPr lvl="3"/>
            <a:r>
              <a:t>Body Level Four</a:t>
            </a:r>
          </a:p>
          <a:p>
            <a:pPr lvl="4"/>
            <a:r>
              <a:t>Body Level Five</a:t>
            </a:r>
          </a:p>
        </p:txBody>
      </p:sp>
      <p:pic>
        <p:nvPicPr>
          <p:cNvPr id="130" name="Vertical_logo.png" descr="Vertical_logo.png"/>
          <p:cNvPicPr>
            <a:picLocks noChangeAspect="1"/>
          </p:cNvPicPr>
          <p:nvPr/>
        </p:nvPicPr>
        <p:blipFill>
          <a:blip r:embed="rId2">
            <a:extLst/>
          </a:blip>
          <a:stretch>
            <a:fillRect/>
          </a:stretch>
        </p:blipFill>
        <p:spPr>
          <a:xfrm>
            <a:off x="10858468" y="12192000"/>
            <a:ext cx="2704765" cy="1185864"/>
          </a:xfrm>
          <a:prstGeom prst="rect">
            <a:avLst/>
          </a:prstGeom>
          <a:ln w="12700">
            <a:miter lim="400000"/>
          </a:ln>
        </p:spPr>
      </p:pic>
      <p:sp>
        <p:nvSpPr>
          <p:cNvPr id="131" name="Shape 126"/>
          <p:cNvSpPr/>
          <p:nvPr/>
        </p:nvSpPr>
        <p:spPr>
          <a:xfrm>
            <a:off x="-1866042" y="12812890"/>
            <a:ext cx="10653912" cy="746762"/>
          </a:xfrm>
          <a:prstGeom prst="roundRect">
            <a:avLst>
              <a:gd name="adj" fmla="val 50000"/>
            </a:avLst>
          </a:prstGeom>
          <a:solidFill>
            <a:srgbClr val="027BCD"/>
          </a:solidFill>
          <a:ln w="12700">
            <a:miter lim="400000"/>
          </a:ln>
        </p:spPr>
        <p:txBody>
          <a:bodyPr tIns="91439" bIns="91439" anchor="ctr"/>
          <a:lstStyle/>
          <a:p>
            <a:pPr defTabSz="787400">
              <a:defRPr sz="4800" b="0">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32" name="Shape 127"/>
          <p:cNvSpPr/>
          <p:nvPr/>
        </p:nvSpPr>
        <p:spPr>
          <a:xfrm>
            <a:off x="15633830" y="12812890"/>
            <a:ext cx="10653912" cy="746762"/>
          </a:xfrm>
          <a:prstGeom prst="roundRect">
            <a:avLst>
              <a:gd name="adj" fmla="val 50000"/>
            </a:avLst>
          </a:prstGeom>
          <a:solidFill>
            <a:srgbClr val="4BB2FD"/>
          </a:solidFill>
          <a:ln w="12700">
            <a:miter lim="400000"/>
          </a:ln>
        </p:spPr>
        <p:txBody>
          <a:bodyPr tIns="91439" bIns="91439" anchor="ctr"/>
          <a:lstStyle/>
          <a:p>
            <a:pPr defTabSz="787400">
              <a:defRPr sz="4800" b="0">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133" name="Slide Number"/>
          <p:cNvSpPr txBox="1">
            <a:spLocks noGrp="1"/>
          </p:cNvSpPr>
          <p:nvPr>
            <p:ph type="sldNum" sz="quarter" idx="2"/>
          </p:nvPr>
        </p:nvSpPr>
        <p:spPr>
          <a:xfrm>
            <a:off x="22192337" y="12808585"/>
            <a:ext cx="515264" cy="538480"/>
          </a:xfrm>
          <a:prstGeom prst="rect">
            <a:avLst/>
          </a:prstGeom>
        </p:spPr>
        <p:txBody>
          <a:bodyPr lIns="91439" tIns="91439" rIns="91439" bIns="91439" anchor="ctr"/>
          <a:lstStyle>
            <a:lvl1pPr algn="r" defTabSz="1828800">
              <a:defRPr>
                <a:solidFill>
                  <a:srgbClr val="888888"/>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1pPr>
      <a:lvl2pPr marL="0" marR="0" indent="2286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2pPr>
      <a:lvl3pPr marL="0" marR="0" indent="4572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3pPr>
      <a:lvl4pPr marL="0" marR="0" indent="6858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4pPr>
      <a:lvl5pPr marL="0" marR="0" indent="9144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5pPr>
      <a:lvl6pPr marL="0" marR="0" indent="11430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6pPr>
      <a:lvl7pPr marL="0" marR="0" indent="13716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7pPr>
      <a:lvl8pPr marL="0" marR="0" indent="16002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8pPr>
      <a:lvl9pPr marL="0" marR="0" indent="182880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FFFFFF"/>
          </a:solidFill>
          <a:uFillTx/>
          <a:latin typeface="+mn-lt"/>
          <a:ea typeface="+mn-ea"/>
          <a:cs typeface="+mn-cs"/>
          <a:sym typeface="Helvetica Neue Medium"/>
        </a:defRPr>
      </a:lvl9pPr>
    </p:titleStyle>
    <p:bodyStyle>
      <a:lvl1pPr marL="635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1pPr>
      <a:lvl2pPr marL="1270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2pPr>
      <a:lvl3pPr marL="1905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3pPr>
      <a:lvl4pPr marL="2540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4pPr>
      <a:lvl5pPr marL="3175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5pPr>
      <a:lvl6pPr marL="3810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6pPr>
      <a:lvl7pPr marL="4445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7pPr>
      <a:lvl8pPr marL="5080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8pPr>
      <a:lvl9pPr marL="5715000" marR="0" indent="-635000" algn="l" defTabSz="825500" rtl="0" latinLnBrk="0">
        <a:lnSpc>
          <a:spcPct val="100000"/>
        </a:lnSpc>
        <a:spcBef>
          <a:spcPts val="5900"/>
        </a:spcBef>
        <a:spcAft>
          <a:spcPts val="0"/>
        </a:spcAft>
        <a:buClr>
          <a:srgbClr val="FFFFFF"/>
        </a:buClr>
        <a:buSzPct val="125000"/>
        <a:buFontTx/>
        <a:buChar char="•"/>
        <a:tabLst/>
        <a:defRPr sz="4800" b="0" i="0" u="none" strike="noStrike" cap="none" spc="0" baseline="0">
          <a:ln>
            <a:noFill/>
          </a:ln>
          <a:solidFill>
            <a:srgbClr val="FFFFFF"/>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825500" rtl="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hyperlink" Target="https://calendly.com/jonkohrs"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45" name="Group"/>
          <p:cNvGrpSpPr/>
          <p:nvPr/>
        </p:nvGrpSpPr>
        <p:grpSpPr>
          <a:xfrm>
            <a:off x="-999630" y="-309216"/>
            <a:ext cx="26383259" cy="14334432"/>
            <a:chOff x="0" y="0"/>
            <a:chExt cx="26383257" cy="14334430"/>
          </a:xfrm>
        </p:grpSpPr>
        <p:pic>
          <p:nvPicPr>
            <p:cNvPr id="142" name="proto-persona-template.jpg" descr="proto-persona-template.jpg"/>
            <p:cNvPicPr>
              <a:picLocks noChangeAspect="1"/>
            </p:cNvPicPr>
            <p:nvPr/>
          </p:nvPicPr>
          <p:blipFill>
            <a:blip r:embed="rId2">
              <a:extLst/>
            </a:blip>
            <a:srcRect l="5326" t="4660" r="4011" b="5433"/>
            <a:stretch>
              <a:fillRect/>
            </a:stretch>
          </p:blipFill>
          <p:spPr>
            <a:xfrm>
              <a:off x="7795671" y="207043"/>
              <a:ext cx="10950866" cy="13801580"/>
            </a:xfrm>
            <a:prstGeom prst="rect">
              <a:avLst/>
            </a:prstGeom>
            <a:ln w="12700" cap="flat">
              <a:noFill/>
              <a:miter lim="400000"/>
            </a:ln>
            <a:effectLst/>
          </p:spPr>
        </p:pic>
        <p:sp>
          <p:nvSpPr>
            <p:cNvPr id="143" name="Line"/>
            <p:cNvSpPr/>
            <p:nvPr/>
          </p:nvSpPr>
          <p:spPr>
            <a:xfrm>
              <a:off x="0" y="7283400"/>
              <a:ext cx="26383259" cy="1"/>
            </a:xfrm>
            <a:prstGeom prst="line">
              <a:avLst/>
            </a:prstGeom>
            <a:noFill/>
            <a:ln w="190500" cap="flat">
              <a:solidFill>
                <a:srgbClr val="000000"/>
              </a:solidFill>
              <a:prstDash val="solid"/>
              <a:miter lim="400000"/>
            </a:ln>
            <a:effectLst/>
          </p:spPr>
          <p:txBody>
            <a:bodyPr wrap="square" lIns="50800" tIns="50800" rIns="50800" bIns="50800" numCol="1" anchor="ctr">
              <a:noAutofit/>
            </a:bodyPr>
            <a:lstStyle/>
            <a:p>
              <a:pPr>
                <a:defRPr sz="3200" b="0">
                  <a:latin typeface="+mn-lt"/>
                  <a:ea typeface="+mn-ea"/>
                  <a:cs typeface="+mn-cs"/>
                  <a:sym typeface="Helvetica Neue Medium"/>
                </a:defRPr>
              </a:pPr>
              <a:endParaRPr/>
            </a:p>
          </p:txBody>
        </p:sp>
        <p:sp>
          <p:nvSpPr>
            <p:cNvPr id="144" name="Line"/>
            <p:cNvSpPr/>
            <p:nvPr/>
          </p:nvSpPr>
          <p:spPr>
            <a:xfrm flipH="1">
              <a:off x="13192224" y="0"/>
              <a:ext cx="1" cy="14334431"/>
            </a:xfrm>
            <a:prstGeom prst="line">
              <a:avLst/>
            </a:prstGeom>
            <a:noFill/>
            <a:ln w="190500" cap="flat">
              <a:solidFill>
                <a:srgbClr val="000000"/>
              </a:solidFill>
              <a:prstDash val="solid"/>
              <a:miter lim="400000"/>
            </a:ln>
            <a:effectLst/>
          </p:spPr>
          <p:txBody>
            <a:bodyPr wrap="square" lIns="50800" tIns="50800" rIns="50800" bIns="50800" numCol="1" anchor="ctr">
              <a:noAutofit/>
            </a:bodyPr>
            <a:lstStyle/>
            <a:p>
              <a:pPr>
                <a:defRPr sz="3200" b="0">
                  <a:latin typeface="+mn-lt"/>
                  <a:ea typeface="+mn-ea"/>
                  <a:cs typeface="+mn-cs"/>
                  <a:sym typeface="Helvetica Neue Medium"/>
                </a:defRPr>
              </a:pPr>
              <a:endParaRPr/>
            </a:p>
          </p:txBody>
        </p:sp>
      </p:grpSp>
      <p:sp>
        <p:nvSpPr>
          <p:cNvPr id="146" name="Rectangle"/>
          <p:cNvSpPr/>
          <p:nvPr/>
        </p:nvSpPr>
        <p:spPr>
          <a:xfrm>
            <a:off x="13487400" y="1244600"/>
            <a:ext cx="2284314" cy="2126754"/>
          </a:xfrm>
          <a:prstGeom prst="rect">
            <a:avLst/>
          </a:prstGeom>
          <a:solidFill>
            <a:schemeClr val="accent4"/>
          </a:solidFill>
          <a:ln w="12700">
            <a:miter lim="400000"/>
          </a:ln>
        </p:spPr>
        <p:txBody>
          <a:bodyPr lIns="50800" tIns="50800" rIns="50800" bIns="50800" anchor="ctr"/>
          <a:lstStyle/>
          <a:p>
            <a:pPr>
              <a:defRPr sz="3200" b="0">
                <a:latin typeface="+mn-lt"/>
                <a:ea typeface="+mn-ea"/>
                <a:cs typeface="+mn-cs"/>
                <a:sym typeface="Helvetica Neue Medium"/>
              </a:defRPr>
            </a:pPr>
            <a:endParaRPr/>
          </a:p>
        </p:txBody>
      </p:sp>
      <p:sp>
        <p:nvSpPr>
          <p:cNvPr id="147" name="Rectangle"/>
          <p:cNvSpPr/>
          <p:nvPr/>
        </p:nvSpPr>
        <p:spPr>
          <a:xfrm>
            <a:off x="16306800" y="685800"/>
            <a:ext cx="2284314" cy="2126754"/>
          </a:xfrm>
          <a:prstGeom prst="rect">
            <a:avLst/>
          </a:prstGeom>
          <a:solidFill>
            <a:schemeClr val="accent4"/>
          </a:solidFill>
          <a:ln w="12700">
            <a:miter lim="400000"/>
          </a:ln>
        </p:spPr>
        <p:txBody>
          <a:bodyPr lIns="50800" tIns="50800" rIns="50800" bIns="50800" anchor="ctr"/>
          <a:lstStyle/>
          <a:p>
            <a:pPr>
              <a:defRPr sz="3200" b="0">
                <a:latin typeface="+mn-lt"/>
                <a:ea typeface="+mn-ea"/>
                <a:cs typeface="+mn-cs"/>
                <a:sym typeface="Helvetica Neue Medium"/>
              </a:defRPr>
            </a:pPr>
            <a:endParaRPr/>
          </a:p>
        </p:txBody>
      </p:sp>
      <p:sp>
        <p:nvSpPr>
          <p:cNvPr id="148" name="Rectangle"/>
          <p:cNvSpPr/>
          <p:nvPr/>
        </p:nvSpPr>
        <p:spPr>
          <a:xfrm>
            <a:off x="16078200" y="3225800"/>
            <a:ext cx="2284314" cy="2126754"/>
          </a:xfrm>
          <a:prstGeom prst="rect">
            <a:avLst/>
          </a:prstGeom>
          <a:solidFill>
            <a:schemeClr val="accent4"/>
          </a:solidFill>
          <a:ln w="12700">
            <a:miter lim="400000"/>
          </a:ln>
        </p:spPr>
        <p:txBody>
          <a:bodyPr lIns="50800" tIns="50800" rIns="50800" bIns="50800" anchor="ctr"/>
          <a:lstStyle/>
          <a:p>
            <a:pPr>
              <a:defRPr sz="3200" b="0">
                <a:latin typeface="+mn-lt"/>
                <a:ea typeface="+mn-ea"/>
                <a:cs typeface="+mn-cs"/>
                <a:sym typeface="Helvetica Neue Medium"/>
              </a:defRPr>
            </a:pPr>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 name="How might we…"/>
          <p:cNvSpPr txBox="1"/>
          <p:nvPr/>
        </p:nvSpPr>
        <p:spPr>
          <a:xfrm>
            <a:off x="1065847" y="1237987"/>
            <a:ext cx="21836876" cy="793802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lgn="l">
              <a:defRPr sz="10200">
                <a:solidFill>
                  <a:srgbClr val="212121"/>
                </a:solidFill>
              </a:defRPr>
            </a:pPr>
            <a:r>
              <a:t>How might we </a:t>
            </a:r>
          </a:p>
          <a:p>
            <a:pPr algn="l">
              <a:defRPr sz="10200">
                <a:solidFill>
                  <a:srgbClr val="212121"/>
                </a:solidFill>
              </a:defRPr>
            </a:pPr>
            <a:r>
              <a:rPr>
                <a:solidFill>
                  <a:srgbClr val="61B567"/>
                </a:solidFill>
              </a:rPr>
              <a:t>[solve]</a:t>
            </a:r>
            <a:r>
              <a:t> </a:t>
            </a:r>
          </a:p>
          <a:p>
            <a:pPr algn="l">
              <a:defRPr sz="10200">
                <a:solidFill>
                  <a:srgbClr val="212121"/>
                </a:solidFill>
              </a:defRPr>
            </a:pPr>
            <a:r>
              <a:rPr>
                <a:solidFill>
                  <a:srgbClr val="61B567"/>
                </a:solidFill>
              </a:rPr>
              <a:t>[this thing]</a:t>
            </a:r>
            <a:r>
              <a:t> </a:t>
            </a:r>
          </a:p>
          <a:p>
            <a:pPr algn="l">
              <a:defRPr sz="10200">
                <a:solidFill>
                  <a:srgbClr val="212121"/>
                </a:solidFill>
              </a:defRPr>
            </a:pPr>
            <a:r>
              <a:t>for </a:t>
            </a:r>
          </a:p>
          <a:p>
            <a:pPr algn="l">
              <a:defRPr sz="10200">
                <a:solidFill>
                  <a:srgbClr val="212121"/>
                </a:solidFill>
              </a:defRPr>
            </a:pPr>
            <a:r>
              <a:rPr>
                <a:solidFill>
                  <a:srgbClr val="61B567"/>
                </a:solidFill>
              </a:rPr>
              <a:t>[this person]</a:t>
            </a:r>
            <a:r>
              <a: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 name="Line" descr="Line"/>
          <p:cNvPicPr>
            <a:picLocks/>
          </p:cNvPicPr>
          <p:nvPr/>
        </p:nvPicPr>
        <p:blipFill>
          <a:blip r:embed="rId2">
            <a:extLst/>
          </a:blip>
          <a:stretch>
            <a:fillRect/>
          </a:stretch>
        </p:blipFill>
        <p:spPr>
          <a:xfrm rot="16200000">
            <a:off x="-3175132" y="7783099"/>
            <a:ext cx="16882796" cy="203201"/>
          </a:xfrm>
          <a:prstGeom prst="rect">
            <a:avLst/>
          </a:prstGeom>
        </p:spPr>
      </p:pic>
      <p:pic>
        <p:nvPicPr>
          <p:cNvPr id="154" name="Line" descr="Line"/>
          <p:cNvPicPr>
            <a:picLocks/>
          </p:cNvPicPr>
          <p:nvPr/>
        </p:nvPicPr>
        <p:blipFill>
          <a:blip r:embed="rId2">
            <a:extLst/>
          </a:blip>
          <a:stretch>
            <a:fillRect/>
          </a:stretch>
        </p:blipFill>
        <p:spPr>
          <a:xfrm rot="16200000">
            <a:off x="3242602" y="7088832"/>
            <a:ext cx="16882796" cy="203201"/>
          </a:xfrm>
          <a:prstGeom prst="rect">
            <a:avLst/>
          </a:prstGeom>
        </p:spPr>
      </p:pic>
      <p:pic>
        <p:nvPicPr>
          <p:cNvPr id="156" name="Line" descr="Line"/>
          <p:cNvPicPr>
            <a:picLocks/>
          </p:cNvPicPr>
          <p:nvPr/>
        </p:nvPicPr>
        <p:blipFill>
          <a:blip r:embed="rId3">
            <a:extLst/>
          </a:blip>
          <a:stretch>
            <a:fillRect/>
          </a:stretch>
        </p:blipFill>
        <p:spPr>
          <a:xfrm>
            <a:off x="-1585732" y="6756400"/>
            <a:ext cx="27555464" cy="203200"/>
          </a:xfrm>
          <a:prstGeom prst="rect">
            <a:avLst/>
          </a:prstGeom>
        </p:spPr>
      </p:pic>
      <p:pic>
        <p:nvPicPr>
          <p:cNvPr id="158" name="Line" descr="Line"/>
          <p:cNvPicPr>
            <a:picLocks/>
          </p:cNvPicPr>
          <p:nvPr/>
        </p:nvPicPr>
        <p:blipFill>
          <a:blip r:embed="rId2">
            <a:extLst/>
          </a:blip>
          <a:stretch>
            <a:fillRect/>
          </a:stretch>
        </p:blipFill>
        <p:spPr>
          <a:xfrm rot="16200000">
            <a:off x="9592602" y="7088832"/>
            <a:ext cx="16882796" cy="203201"/>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Rectangle"/>
          <p:cNvSpPr/>
          <p:nvPr/>
        </p:nvSpPr>
        <p:spPr>
          <a:xfrm>
            <a:off x="-279400" y="-261896"/>
            <a:ext cx="24942800" cy="14239792"/>
          </a:xfrm>
          <a:prstGeom prst="rect">
            <a:avLst/>
          </a:prstGeom>
          <a:solidFill>
            <a:srgbClr val="FFFFFF"/>
          </a:solidFill>
          <a:ln w="12700">
            <a:miter lim="400000"/>
          </a:ln>
        </p:spPr>
        <p:txBody>
          <a:bodyPr tIns="91439" bIns="91439" anchor="ctr"/>
          <a:lstStyle/>
          <a:p>
            <a:pPr algn="l" defTabSz="1828800">
              <a:defRPr sz="3600" b="0">
                <a:solidFill>
                  <a:srgbClr val="000000"/>
                </a:solidFill>
                <a:latin typeface="Calibri"/>
                <a:ea typeface="Calibri"/>
                <a:cs typeface="Calibri"/>
                <a:sym typeface="Calibri"/>
              </a:defRPr>
            </a:pPr>
            <a:endParaRPr/>
          </a:p>
        </p:txBody>
      </p:sp>
      <p:grpSp>
        <p:nvGrpSpPr>
          <p:cNvPr id="169" name="Group"/>
          <p:cNvGrpSpPr/>
          <p:nvPr/>
        </p:nvGrpSpPr>
        <p:grpSpPr>
          <a:xfrm>
            <a:off x="1705152" y="110239"/>
            <a:ext cx="20902279" cy="13495522"/>
            <a:chOff x="0" y="0"/>
            <a:chExt cx="20902277" cy="13495521"/>
          </a:xfrm>
        </p:grpSpPr>
        <p:pic>
          <p:nvPicPr>
            <p:cNvPr id="162" name="Picture 9" descr="Picture 9"/>
            <p:cNvPicPr>
              <a:picLocks noChangeAspect="1"/>
            </p:cNvPicPr>
            <p:nvPr/>
          </p:nvPicPr>
          <p:blipFill>
            <a:blip r:embed="rId3">
              <a:extLst/>
            </a:blip>
            <a:stretch>
              <a:fillRect/>
            </a:stretch>
          </p:blipFill>
          <p:spPr>
            <a:xfrm>
              <a:off x="0" y="0"/>
              <a:ext cx="20902278" cy="13495522"/>
            </a:xfrm>
            <a:prstGeom prst="rect">
              <a:avLst/>
            </a:prstGeom>
            <a:ln w="12700" cap="flat">
              <a:noFill/>
              <a:miter lim="400000"/>
            </a:ln>
            <a:effectLst/>
          </p:spPr>
        </p:pic>
        <p:sp>
          <p:nvSpPr>
            <p:cNvPr id="163" name="Rectangle"/>
            <p:cNvSpPr/>
            <p:nvPr/>
          </p:nvSpPr>
          <p:spPr>
            <a:xfrm>
              <a:off x="450040" y="2817211"/>
              <a:ext cx="16396039" cy="9217080"/>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sp>
          <p:nvSpPr>
            <p:cNvPr id="164" name="Rectangle"/>
            <p:cNvSpPr/>
            <p:nvPr/>
          </p:nvSpPr>
          <p:spPr>
            <a:xfrm>
              <a:off x="8108039" y="2270240"/>
              <a:ext cx="7465523" cy="9217079"/>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sp>
          <p:nvSpPr>
            <p:cNvPr id="165" name="Rectangle"/>
            <p:cNvSpPr/>
            <p:nvPr/>
          </p:nvSpPr>
          <p:spPr>
            <a:xfrm>
              <a:off x="9819109" y="3556529"/>
              <a:ext cx="7465522" cy="7428520"/>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sp>
          <p:nvSpPr>
            <p:cNvPr id="166" name="Rectangle"/>
            <p:cNvSpPr/>
            <p:nvPr/>
          </p:nvSpPr>
          <p:spPr>
            <a:xfrm rot="21490801">
              <a:off x="17663126" y="2064598"/>
              <a:ext cx="2825309" cy="7428520"/>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sp>
          <p:nvSpPr>
            <p:cNvPr id="167" name="Rectangle"/>
            <p:cNvSpPr/>
            <p:nvPr/>
          </p:nvSpPr>
          <p:spPr>
            <a:xfrm rot="20610386">
              <a:off x="17678356" y="1516171"/>
              <a:ext cx="2786927" cy="900068"/>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sp>
          <p:nvSpPr>
            <p:cNvPr id="168" name="Rectangle"/>
            <p:cNvSpPr/>
            <p:nvPr/>
          </p:nvSpPr>
          <p:spPr>
            <a:xfrm rot="20610386">
              <a:off x="17722029" y="2083917"/>
              <a:ext cx="2786927" cy="900068"/>
            </a:xfrm>
            <a:prstGeom prst="rect">
              <a:avLst/>
            </a:prstGeom>
            <a:solidFill>
              <a:srgbClr val="FFFFFF"/>
            </a:solidFill>
            <a:ln w="12700" cap="flat">
              <a:noFill/>
              <a:miter lim="400000"/>
            </a:ln>
            <a:effectLst/>
          </p:spPr>
          <p:txBody>
            <a:bodyPr wrap="square" lIns="91439" tIns="91439" rIns="91439" bIns="91439" numCol="1" anchor="ctr">
              <a:noAutofit/>
            </a:bodyPr>
            <a:lstStyle/>
            <a:p>
              <a:pPr algn="l" defTabSz="1828800">
                <a:defRPr sz="3600" b="0">
                  <a:solidFill>
                    <a:srgbClr val="000000"/>
                  </a:solidFill>
                  <a:latin typeface="Calibri"/>
                  <a:ea typeface="Calibri"/>
                  <a:cs typeface="Calibri"/>
                  <a:sym typeface="Calibri"/>
                </a:defRPr>
              </a:pPr>
              <a:endParaRPr/>
            </a:p>
          </p:txBody>
        </p:sp>
      </p:grpSp>
    </p:spTree>
  </p:cSld>
  <p:clrMapOvr>
    <a:masterClrMapping/>
  </p:clrMapOvr>
  <mc:AlternateContent xmlns:mc="http://schemas.openxmlformats.org/markup-compatibility/2006" xmlns:p14="http://schemas.microsoft.com/office/powerpoint/2010/main">
    <mc:Choice Requires="p14">
      <p:transition spd="slow">
        <p:dissolv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p:cNvSpPr/>
          <p:nvPr/>
        </p:nvSpPr>
        <p:spPr>
          <a:xfrm>
            <a:off x="-4176486" y="-261896"/>
            <a:ext cx="24942800" cy="14239792"/>
          </a:xfrm>
          <a:prstGeom prst="rect">
            <a:avLst/>
          </a:prstGeom>
          <a:solidFill>
            <a:srgbClr val="FFFFFF"/>
          </a:solidFill>
          <a:ln w="12700">
            <a:miter lim="400000"/>
          </a:ln>
        </p:spPr>
        <p:txBody>
          <a:bodyPr tIns="91439" bIns="91439" anchor="ctr"/>
          <a:lstStyle/>
          <a:p>
            <a:pPr algn="l" defTabSz="1828800">
              <a:defRPr sz="3600" b="0">
                <a:solidFill>
                  <a:srgbClr val="000000"/>
                </a:solidFill>
                <a:latin typeface="Calibri"/>
                <a:ea typeface="Calibri"/>
                <a:cs typeface="Calibri"/>
                <a:sym typeface="Calibri"/>
              </a:defRPr>
            </a:pPr>
            <a:endParaRPr/>
          </a:p>
        </p:txBody>
      </p:sp>
      <p:sp>
        <p:nvSpPr>
          <p:cNvPr id="174" name="Schedule a design coaching call with Econic here:…"/>
          <p:cNvSpPr txBox="1"/>
          <p:nvPr/>
        </p:nvSpPr>
        <p:spPr>
          <a:xfrm>
            <a:off x="2803315" y="3777987"/>
            <a:ext cx="19831070" cy="4788426"/>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lgn="l">
              <a:defRPr sz="10200">
                <a:solidFill>
                  <a:srgbClr val="212121"/>
                </a:solidFill>
              </a:defRPr>
            </a:pPr>
            <a:r>
              <a:rPr dirty="0"/>
              <a:t>Schedule a design coaching call with </a:t>
            </a:r>
            <a:r>
              <a:rPr dirty="0" err="1"/>
              <a:t>Econic</a:t>
            </a:r>
            <a:r>
              <a:rPr dirty="0"/>
              <a:t> here:  </a:t>
            </a:r>
          </a:p>
          <a:p>
            <a:pPr algn="l">
              <a:defRPr sz="10200">
                <a:solidFill>
                  <a:srgbClr val="67B0F7"/>
                </a:solidFill>
              </a:defRPr>
            </a:pPr>
            <a:r>
              <a:rPr u="sng" dirty="0">
                <a:hlinkClick r:id="rId3"/>
              </a:rPr>
              <a:t>https://calendly.com/jonkohrs</a:t>
            </a:r>
          </a:p>
        </p:txBody>
      </p:sp>
    </p:spTree>
  </p:cSld>
  <p:clrMapOvr>
    <a:masterClrMapping/>
  </p:clrMapOvr>
  <p:transition spd="med"/>
</p:sld>
</file>

<file path=ppt/theme/theme1.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Black">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Off val="13529"/>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FFFFFF"/>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1149</TotalTime>
  <Words>117</Words>
  <Application>Microsoft Office PowerPoint</Application>
  <PresentationFormat>Custom</PresentationFormat>
  <Paragraphs>9</Paragraphs>
  <Slides>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Calibri</vt:lpstr>
      <vt:lpstr>Gill Sans</vt:lpstr>
      <vt:lpstr>Helvetica Neue</vt:lpstr>
      <vt:lpstr>Helvetica Neue Light</vt:lpstr>
      <vt:lpstr>Helvetica Neue Medium</vt:lpstr>
      <vt:lpstr>Nexa Bold</vt:lpstr>
      <vt:lpstr>Black</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Sultan, Awais</cp:lastModifiedBy>
  <cp:revision>3</cp:revision>
  <dcterms:modified xsi:type="dcterms:W3CDTF">2018-07-20T15:26:33Z</dcterms:modified>
</cp:coreProperties>
</file>