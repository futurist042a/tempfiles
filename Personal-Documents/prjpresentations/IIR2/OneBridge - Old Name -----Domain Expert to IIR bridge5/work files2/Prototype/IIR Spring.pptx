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04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0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6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35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4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4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18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0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9548B-9017-4FCB-A7BB-9B0B82DCD312}" type="datetimeFigureOut">
              <a:rPr lang="en-US" smtClean="0"/>
              <a:t>7/25/2018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C011A-0E66-4BAE-A349-12F4D6290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99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1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6"/>
            <a:ext cx="10896600" cy="1147988"/>
          </a:xfrm>
        </p:spPr>
        <p:txBody>
          <a:bodyPr>
            <a:normAutofit/>
          </a:bodyPr>
          <a:lstStyle/>
          <a:p>
            <a:r>
              <a:rPr lang="en-US" dirty="0" smtClean="0"/>
              <a:t>One Bridge - from </a:t>
            </a:r>
            <a:r>
              <a:rPr lang="en-US" dirty="0" smtClean="0"/>
              <a:t>Business to Technology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i="1" dirty="0" smtClean="0"/>
              <a:t>The only place you need to go for turning ideas or problems into future possibilities.</a:t>
            </a:r>
            <a:endParaRPr lang="en-US" sz="2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846" y="2386694"/>
            <a:ext cx="5142339" cy="2603309"/>
          </a:xfr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82536"/>
            <a:ext cx="997767" cy="124720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110151"/>
            <a:ext cx="910719" cy="98901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71" y="2269941"/>
            <a:ext cx="419182" cy="44260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65" y="5099166"/>
            <a:ext cx="399366" cy="332805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>
            <a:off x="1147965" y="3644787"/>
            <a:ext cx="885587" cy="4354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86" y="4415657"/>
            <a:ext cx="3086264" cy="145410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144" y="1531955"/>
            <a:ext cx="1869990" cy="1869990"/>
          </a:xfrm>
          <a:prstGeom prst="rect">
            <a:avLst/>
          </a:prstGeom>
        </p:spPr>
      </p:pic>
      <p:sp>
        <p:nvSpPr>
          <p:cNvPr id="21" name="Down Arrow 20"/>
          <p:cNvSpPr/>
          <p:nvPr/>
        </p:nvSpPr>
        <p:spPr>
          <a:xfrm rot="13408601">
            <a:off x="7237598" y="3593077"/>
            <a:ext cx="500743" cy="8115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9150790" y="3501404"/>
            <a:ext cx="851664" cy="5243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094" y="2948101"/>
            <a:ext cx="1828800" cy="1828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69799" y="3248057"/>
            <a:ext cx="1858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Idea / Problem Home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9454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One Bridge - from Business to Technology The only place you need to go for turning ideas or problems into future possibilities.</vt:lpstr>
    </vt:vector>
  </TitlesOfParts>
  <Company>US Bancorp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Kenney, Stacie D</dc:creator>
  <cp:lastModifiedBy>Kenney, Stacie D</cp:lastModifiedBy>
  <cp:revision>6</cp:revision>
  <dcterms:created xsi:type="dcterms:W3CDTF">2018-07-25T19:36:36Z</dcterms:created>
  <dcterms:modified xsi:type="dcterms:W3CDTF">2018-07-25T20:12:04Z</dcterms:modified>
</cp:coreProperties>
</file>