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548B-9017-4FCB-A7BB-9B0B82DCD312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04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548B-9017-4FCB-A7BB-9B0B82DCD312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904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548B-9017-4FCB-A7BB-9B0B82DCD312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62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548B-9017-4FCB-A7BB-9B0B82DCD312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8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548B-9017-4FCB-A7BB-9B0B82DCD312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935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548B-9017-4FCB-A7BB-9B0B82DCD312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46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548B-9017-4FCB-A7BB-9B0B82DCD312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149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548B-9017-4FCB-A7BB-9B0B82DCD312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56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548B-9017-4FCB-A7BB-9B0B82DCD312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7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548B-9017-4FCB-A7BB-9B0B82DCD312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18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548B-9017-4FCB-A7BB-9B0B82DCD312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09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9548B-9017-4FCB-A7BB-9B0B82DCD312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99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6"/>
            <a:ext cx="10896600" cy="1147988"/>
          </a:xfrm>
        </p:spPr>
        <p:txBody>
          <a:bodyPr>
            <a:normAutofit/>
          </a:bodyPr>
          <a:lstStyle/>
          <a:p>
            <a:r>
              <a:rPr lang="en-US" b="1" dirty="0" smtClean="0"/>
              <a:t>One Bridge </a:t>
            </a:r>
            <a:r>
              <a:rPr lang="en-US" dirty="0" smtClean="0"/>
              <a:t>- from Business to Technology</a:t>
            </a:r>
            <a:br>
              <a:rPr lang="en-US" dirty="0" smtClean="0"/>
            </a:br>
            <a:r>
              <a:rPr lang="en-US" sz="2000" i="1" dirty="0" smtClean="0"/>
              <a:t>The only place you need to go for turning ideas or problems into future possibilities.</a:t>
            </a:r>
            <a:endParaRPr lang="en-US" sz="2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600" y="2498665"/>
            <a:ext cx="7428410" cy="3760632"/>
          </a:xfr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682536"/>
            <a:ext cx="997767" cy="124720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110151"/>
            <a:ext cx="910719" cy="98901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671" y="2269941"/>
            <a:ext cx="419182" cy="44260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965" y="5099166"/>
            <a:ext cx="399366" cy="33280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652" y="2430818"/>
            <a:ext cx="2771797" cy="130594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062" y="1606631"/>
            <a:ext cx="1869990" cy="1869990"/>
          </a:xfrm>
          <a:prstGeom prst="rect">
            <a:avLst/>
          </a:prstGeom>
        </p:spPr>
      </p:pic>
      <p:sp>
        <p:nvSpPr>
          <p:cNvPr id="22" name="Right Arrow 21"/>
          <p:cNvSpPr/>
          <p:nvPr/>
        </p:nvSpPr>
        <p:spPr>
          <a:xfrm>
            <a:off x="9178783" y="3949274"/>
            <a:ext cx="851664" cy="5243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4094" y="323735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9205" y="3763594"/>
            <a:ext cx="1959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Review &amp; Collaborate</a:t>
            </a:r>
            <a:endParaRPr lang="en-US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7623110" y="3362789"/>
            <a:ext cx="20993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Idea or Problem Home</a:t>
            </a:r>
            <a:endParaRPr lang="en-US" sz="1600" dirty="0"/>
          </a:p>
        </p:txBody>
      </p:sp>
      <p:sp>
        <p:nvSpPr>
          <p:cNvPr id="26" name="Right Arrow 25"/>
          <p:cNvSpPr/>
          <p:nvPr/>
        </p:nvSpPr>
        <p:spPr>
          <a:xfrm>
            <a:off x="1233768" y="3579777"/>
            <a:ext cx="851664" cy="5243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54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14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One Bridge - from Business to Technology The only place you need to go for turning ideas or problems into future possibilities.</vt:lpstr>
    </vt:vector>
  </TitlesOfParts>
  <Company>US Bancorp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Kenney, Stacie D</dc:creator>
  <cp:lastModifiedBy>Sultan, Awais</cp:lastModifiedBy>
  <cp:revision>9</cp:revision>
  <dcterms:created xsi:type="dcterms:W3CDTF">2018-07-25T19:36:36Z</dcterms:created>
  <dcterms:modified xsi:type="dcterms:W3CDTF">2018-07-27T20:46:22Z</dcterms:modified>
</cp:coreProperties>
</file>