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7" r:id="rId2"/>
    <p:sldId id="258" r:id="rId3"/>
    <p:sldId id="259" r:id="rId4"/>
    <p:sldId id="260" r:id="rId5"/>
    <p:sldId id="261" r:id="rId6"/>
    <p:sldId id="262" r:id="rId7"/>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5" d="100"/>
          <a:sy n="75" d="100"/>
        </p:scale>
        <p:origin x="32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B4CC2A8F-D272-4F2F-AC50-E97AE79626E1}" type="datetimeFigureOut">
              <a:rPr lang="en-US" smtClean="0"/>
              <a:t>7/31/2018</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10E3084E-60C5-4AF2-A1FC-CE3DC7165DB0}" type="slidenum">
              <a:rPr lang="en-US" smtClean="0"/>
              <a:t>‹#›</a:t>
            </a:fld>
            <a:endParaRPr lang="en-US"/>
          </a:p>
        </p:txBody>
      </p:sp>
    </p:spTree>
    <p:extLst>
      <p:ext uri="{BB962C8B-B14F-4D97-AF65-F5344CB8AC3E}">
        <p14:creationId xmlns:p14="http://schemas.microsoft.com/office/powerpoint/2010/main" val="34429786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3F005EB-22FB-4FDC-8C6B-5A1CCF96C6D1}" type="slidenum">
              <a:rPr lang="en-US" smtClean="0"/>
              <a:t>1</a:t>
            </a:fld>
            <a:endParaRPr lang="en-US" dirty="0"/>
          </a:p>
        </p:txBody>
      </p:sp>
    </p:spTree>
    <p:extLst>
      <p:ext uri="{BB962C8B-B14F-4D97-AF65-F5344CB8AC3E}">
        <p14:creationId xmlns:p14="http://schemas.microsoft.com/office/powerpoint/2010/main" val="5538359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3F005EB-22FB-4FDC-8C6B-5A1CCF96C6D1}" type="slidenum">
              <a:rPr lang="en-US" smtClean="0"/>
              <a:t>2</a:t>
            </a:fld>
            <a:endParaRPr lang="en-US" dirty="0"/>
          </a:p>
        </p:txBody>
      </p:sp>
    </p:spTree>
    <p:extLst>
      <p:ext uri="{BB962C8B-B14F-4D97-AF65-F5344CB8AC3E}">
        <p14:creationId xmlns:p14="http://schemas.microsoft.com/office/powerpoint/2010/main" val="2783403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3F005EB-22FB-4FDC-8C6B-5A1CCF96C6D1}" type="slidenum">
              <a:rPr lang="en-US" smtClean="0"/>
              <a:t>3</a:t>
            </a:fld>
            <a:endParaRPr lang="en-US" dirty="0"/>
          </a:p>
        </p:txBody>
      </p:sp>
    </p:spTree>
    <p:extLst>
      <p:ext uri="{BB962C8B-B14F-4D97-AF65-F5344CB8AC3E}">
        <p14:creationId xmlns:p14="http://schemas.microsoft.com/office/powerpoint/2010/main" val="37134891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3F005EB-22FB-4FDC-8C6B-5A1CCF96C6D1}" type="slidenum">
              <a:rPr lang="en-US" smtClean="0"/>
              <a:t>4</a:t>
            </a:fld>
            <a:endParaRPr lang="en-US" dirty="0"/>
          </a:p>
        </p:txBody>
      </p:sp>
    </p:spTree>
    <p:extLst>
      <p:ext uri="{BB962C8B-B14F-4D97-AF65-F5344CB8AC3E}">
        <p14:creationId xmlns:p14="http://schemas.microsoft.com/office/powerpoint/2010/main" val="32054087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3F005EB-22FB-4FDC-8C6B-5A1CCF96C6D1}" type="slidenum">
              <a:rPr lang="en-US" smtClean="0"/>
              <a:t>5</a:t>
            </a:fld>
            <a:endParaRPr lang="en-US" dirty="0"/>
          </a:p>
        </p:txBody>
      </p:sp>
    </p:spTree>
    <p:extLst>
      <p:ext uri="{BB962C8B-B14F-4D97-AF65-F5344CB8AC3E}">
        <p14:creationId xmlns:p14="http://schemas.microsoft.com/office/powerpoint/2010/main" val="1004843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38AF133-9D23-4F19-8C69-2F3EB1A2EE49}" type="datetimeFigureOut">
              <a:rPr lang="en-US" smtClean="0"/>
              <a:t>7/31/2018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32CB0F-27AD-4379-97C9-445A6AECF382}" type="slidenum">
              <a:rPr lang="en-US" smtClean="0"/>
              <a:t>‹#›</a:t>
            </a:fld>
            <a:endParaRPr lang="en-US"/>
          </a:p>
        </p:txBody>
      </p:sp>
    </p:spTree>
    <p:extLst>
      <p:ext uri="{BB962C8B-B14F-4D97-AF65-F5344CB8AC3E}">
        <p14:creationId xmlns:p14="http://schemas.microsoft.com/office/powerpoint/2010/main" val="1418646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38AF133-9D23-4F19-8C69-2F3EB1A2EE49}" type="datetimeFigureOut">
              <a:rPr lang="en-US" smtClean="0"/>
              <a:t>7/31/2018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32CB0F-27AD-4379-97C9-445A6AECF382}" type="slidenum">
              <a:rPr lang="en-US" smtClean="0"/>
              <a:t>‹#›</a:t>
            </a:fld>
            <a:endParaRPr lang="en-US"/>
          </a:p>
        </p:txBody>
      </p:sp>
    </p:spTree>
    <p:extLst>
      <p:ext uri="{BB962C8B-B14F-4D97-AF65-F5344CB8AC3E}">
        <p14:creationId xmlns:p14="http://schemas.microsoft.com/office/powerpoint/2010/main" val="7152143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38AF133-9D23-4F19-8C69-2F3EB1A2EE49}" type="datetimeFigureOut">
              <a:rPr lang="en-US" smtClean="0"/>
              <a:t>7/31/2018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32CB0F-27AD-4379-97C9-445A6AECF382}" type="slidenum">
              <a:rPr lang="en-US" smtClean="0"/>
              <a:t>‹#›</a:t>
            </a:fld>
            <a:endParaRPr lang="en-US"/>
          </a:p>
        </p:txBody>
      </p:sp>
    </p:spTree>
    <p:extLst>
      <p:ext uri="{BB962C8B-B14F-4D97-AF65-F5344CB8AC3E}">
        <p14:creationId xmlns:p14="http://schemas.microsoft.com/office/powerpoint/2010/main" val="27306896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38AF133-9D23-4F19-8C69-2F3EB1A2EE49}" type="datetimeFigureOut">
              <a:rPr lang="en-US" smtClean="0"/>
              <a:t>7/31/2018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32CB0F-27AD-4379-97C9-445A6AECF382}" type="slidenum">
              <a:rPr lang="en-US" smtClean="0"/>
              <a:t>‹#›</a:t>
            </a:fld>
            <a:endParaRPr lang="en-US"/>
          </a:p>
        </p:txBody>
      </p:sp>
    </p:spTree>
    <p:extLst>
      <p:ext uri="{BB962C8B-B14F-4D97-AF65-F5344CB8AC3E}">
        <p14:creationId xmlns:p14="http://schemas.microsoft.com/office/powerpoint/2010/main" val="26350200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38AF133-9D23-4F19-8C69-2F3EB1A2EE49}" type="datetimeFigureOut">
              <a:rPr lang="en-US" smtClean="0"/>
              <a:t>7/31/2018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432CB0F-27AD-4379-97C9-445A6AECF382}" type="slidenum">
              <a:rPr lang="en-US" smtClean="0"/>
              <a:t>‹#›</a:t>
            </a:fld>
            <a:endParaRPr lang="en-US"/>
          </a:p>
        </p:txBody>
      </p:sp>
    </p:spTree>
    <p:extLst>
      <p:ext uri="{BB962C8B-B14F-4D97-AF65-F5344CB8AC3E}">
        <p14:creationId xmlns:p14="http://schemas.microsoft.com/office/powerpoint/2010/main" val="35834156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38AF133-9D23-4F19-8C69-2F3EB1A2EE49}" type="datetimeFigureOut">
              <a:rPr lang="en-US" smtClean="0"/>
              <a:t>7/31/2018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432CB0F-27AD-4379-97C9-445A6AECF382}" type="slidenum">
              <a:rPr lang="en-US" smtClean="0"/>
              <a:t>‹#›</a:t>
            </a:fld>
            <a:endParaRPr lang="en-US"/>
          </a:p>
        </p:txBody>
      </p:sp>
    </p:spTree>
    <p:extLst>
      <p:ext uri="{BB962C8B-B14F-4D97-AF65-F5344CB8AC3E}">
        <p14:creationId xmlns:p14="http://schemas.microsoft.com/office/powerpoint/2010/main" val="13945447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38AF133-9D23-4F19-8C69-2F3EB1A2EE49}" type="datetimeFigureOut">
              <a:rPr lang="en-US" smtClean="0"/>
              <a:t>7/31/2018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432CB0F-27AD-4379-97C9-445A6AECF382}" type="slidenum">
              <a:rPr lang="en-US" smtClean="0"/>
              <a:t>‹#›</a:t>
            </a:fld>
            <a:endParaRPr lang="en-US"/>
          </a:p>
        </p:txBody>
      </p:sp>
    </p:spTree>
    <p:extLst>
      <p:ext uri="{BB962C8B-B14F-4D97-AF65-F5344CB8AC3E}">
        <p14:creationId xmlns:p14="http://schemas.microsoft.com/office/powerpoint/2010/main" val="38612763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38AF133-9D23-4F19-8C69-2F3EB1A2EE49}" type="datetimeFigureOut">
              <a:rPr lang="en-US" smtClean="0"/>
              <a:t>7/31/2018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32CB0F-27AD-4379-97C9-445A6AECF382}" type="slidenum">
              <a:rPr lang="en-US" smtClean="0"/>
              <a:t>‹#›</a:t>
            </a:fld>
            <a:endParaRPr lang="en-US"/>
          </a:p>
        </p:txBody>
      </p:sp>
    </p:spTree>
    <p:extLst>
      <p:ext uri="{BB962C8B-B14F-4D97-AF65-F5344CB8AC3E}">
        <p14:creationId xmlns:p14="http://schemas.microsoft.com/office/powerpoint/2010/main" val="13831749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38AF133-9D23-4F19-8C69-2F3EB1A2EE49}" type="datetimeFigureOut">
              <a:rPr lang="en-US" smtClean="0"/>
              <a:t>7/31/2018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32CB0F-27AD-4379-97C9-445A6AECF382}" type="slidenum">
              <a:rPr lang="en-US" smtClean="0"/>
              <a:t>‹#›</a:t>
            </a:fld>
            <a:endParaRPr lang="en-US"/>
          </a:p>
        </p:txBody>
      </p:sp>
    </p:spTree>
    <p:extLst>
      <p:ext uri="{BB962C8B-B14F-4D97-AF65-F5344CB8AC3E}">
        <p14:creationId xmlns:p14="http://schemas.microsoft.com/office/powerpoint/2010/main" val="5105761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38AF133-9D23-4F19-8C69-2F3EB1A2EE49}" type="datetimeFigureOut">
              <a:rPr lang="en-US" smtClean="0"/>
              <a:t>7/31/2018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32CB0F-27AD-4379-97C9-445A6AECF382}" type="slidenum">
              <a:rPr lang="en-US" smtClean="0"/>
              <a:t>‹#›</a:t>
            </a:fld>
            <a:endParaRPr lang="en-US"/>
          </a:p>
        </p:txBody>
      </p:sp>
    </p:spTree>
    <p:extLst>
      <p:ext uri="{BB962C8B-B14F-4D97-AF65-F5344CB8AC3E}">
        <p14:creationId xmlns:p14="http://schemas.microsoft.com/office/powerpoint/2010/main" val="37638749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38AF133-9D23-4F19-8C69-2F3EB1A2EE49}" type="datetimeFigureOut">
              <a:rPr lang="en-US" smtClean="0"/>
              <a:t>7/31/2018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32CB0F-27AD-4379-97C9-445A6AECF382}" type="slidenum">
              <a:rPr lang="en-US" smtClean="0"/>
              <a:t>‹#›</a:t>
            </a:fld>
            <a:endParaRPr lang="en-US"/>
          </a:p>
        </p:txBody>
      </p:sp>
    </p:spTree>
    <p:extLst>
      <p:ext uri="{BB962C8B-B14F-4D97-AF65-F5344CB8AC3E}">
        <p14:creationId xmlns:p14="http://schemas.microsoft.com/office/powerpoint/2010/main" val="23663398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Statement/quote slide">
    <p:spTree>
      <p:nvGrpSpPr>
        <p:cNvPr id="1" name=""/>
        <p:cNvGrpSpPr/>
        <p:nvPr/>
      </p:nvGrpSpPr>
      <p:grpSpPr>
        <a:xfrm>
          <a:off x="0" y="0"/>
          <a:ext cx="0" cy="0"/>
          <a:chOff x="0" y="0"/>
          <a:chExt cx="0" cy="0"/>
        </a:xfrm>
      </p:grpSpPr>
      <p:sp>
        <p:nvSpPr>
          <p:cNvPr id="7" name="Text Placeholder 2"/>
          <p:cNvSpPr>
            <a:spLocks noGrp="1"/>
          </p:cNvSpPr>
          <p:nvPr userDrawn="1">
            <p:ph type="body" idx="10"/>
          </p:nvPr>
        </p:nvSpPr>
        <p:spPr>
          <a:xfrm>
            <a:off x="4470400" y="2725948"/>
            <a:ext cx="7112000" cy="674686"/>
          </a:xfrm>
        </p:spPr>
        <p:txBody>
          <a:bodyPr anchor="t" anchorCtr="0"/>
          <a:lstStyle>
            <a:lvl1pPr marL="0" indent="0">
              <a:buNone/>
              <a:defRPr sz="2400">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8" name="Title 1"/>
          <p:cNvSpPr>
            <a:spLocks noGrp="1"/>
          </p:cNvSpPr>
          <p:nvPr userDrawn="1">
            <p:ph type="title" hasCustomPrompt="1"/>
          </p:nvPr>
        </p:nvSpPr>
        <p:spPr>
          <a:xfrm>
            <a:off x="4470400" y="1760538"/>
            <a:ext cx="7112000" cy="982662"/>
          </a:xfrm>
        </p:spPr>
        <p:txBody>
          <a:bodyPr anchor="b" anchorCtr="0">
            <a:normAutofit/>
          </a:bodyPr>
          <a:lstStyle>
            <a:lvl1pPr algn="l">
              <a:defRPr sz="3200" b="1" cap="none"/>
            </a:lvl1pPr>
          </a:lstStyle>
          <a:p>
            <a:r>
              <a:rPr lang="en-US" dirty="0"/>
              <a:t>Click to edit master title style</a:t>
            </a:r>
          </a:p>
        </p:txBody>
      </p:sp>
      <p:grpSp>
        <p:nvGrpSpPr>
          <p:cNvPr id="2" name="Group 1"/>
          <p:cNvGrpSpPr/>
          <p:nvPr userDrawn="1"/>
        </p:nvGrpSpPr>
        <p:grpSpPr>
          <a:xfrm>
            <a:off x="0" y="-22043"/>
            <a:ext cx="4155520" cy="5974110"/>
            <a:chOff x="0" y="-22043"/>
            <a:chExt cx="3116640" cy="5974110"/>
          </a:xfrm>
        </p:grpSpPr>
        <p:cxnSp>
          <p:nvCxnSpPr>
            <p:cNvPr id="56" name="Straight Connector 55"/>
            <p:cNvCxnSpPr/>
            <p:nvPr userDrawn="1"/>
          </p:nvCxnSpPr>
          <p:spPr>
            <a:xfrm>
              <a:off x="787401" y="1718735"/>
              <a:ext cx="0" cy="4233332"/>
            </a:xfrm>
            <a:prstGeom prst="line">
              <a:avLst/>
            </a:prstGeom>
            <a:ln w="635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userDrawn="1"/>
          </p:nvCxnSpPr>
          <p:spPr>
            <a:xfrm flipH="1">
              <a:off x="770467" y="5920923"/>
              <a:ext cx="320040" cy="0"/>
            </a:xfrm>
            <a:prstGeom prst="line">
              <a:avLst/>
            </a:prstGeom>
            <a:ln w="635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userDrawn="1"/>
          </p:nvCxnSpPr>
          <p:spPr>
            <a:xfrm rot="16200000" flipH="1">
              <a:off x="907816" y="5782691"/>
              <a:ext cx="320040" cy="0"/>
            </a:xfrm>
            <a:prstGeom prst="line">
              <a:avLst/>
            </a:prstGeom>
            <a:ln w="635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userDrawn="1"/>
          </p:nvCxnSpPr>
          <p:spPr>
            <a:xfrm flipH="1">
              <a:off x="0" y="5651923"/>
              <a:ext cx="1090507" cy="0"/>
            </a:xfrm>
            <a:prstGeom prst="line">
              <a:avLst/>
            </a:prstGeom>
            <a:ln w="635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4" name="Right Arrow Callout 12"/>
            <p:cNvSpPr/>
            <p:nvPr userDrawn="1"/>
          </p:nvSpPr>
          <p:spPr>
            <a:xfrm rot="16200000" flipH="1">
              <a:off x="329634" y="412864"/>
              <a:ext cx="3221914" cy="2352099"/>
            </a:xfrm>
            <a:custGeom>
              <a:avLst/>
              <a:gdLst>
                <a:gd name="connsiteX0" fmla="*/ 0 w 595311"/>
                <a:gd name="connsiteY0" fmla="*/ 0 h 990600"/>
                <a:gd name="connsiteX1" fmla="*/ 386815 w 595311"/>
                <a:gd name="connsiteY1" fmla="*/ 0 h 990600"/>
                <a:gd name="connsiteX2" fmla="*/ 386815 w 595311"/>
                <a:gd name="connsiteY2" fmla="*/ 420886 h 990600"/>
                <a:gd name="connsiteX3" fmla="*/ 446483 w 595311"/>
                <a:gd name="connsiteY3" fmla="*/ 420886 h 990600"/>
                <a:gd name="connsiteX4" fmla="*/ 446483 w 595311"/>
                <a:gd name="connsiteY4" fmla="*/ 346472 h 990600"/>
                <a:gd name="connsiteX5" fmla="*/ 595311 w 595311"/>
                <a:gd name="connsiteY5" fmla="*/ 495300 h 990600"/>
                <a:gd name="connsiteX6" fmla="*/ 446483 w 595311"/>
                <a:gd name="connsiteY6" fmla="*/ 644128 h 990600"/>
                <a:gd name="connsiteX7" fmla="*/ 446483 w 595311"/>
                <a:gd name="connsiteY7" fmla="*/ 569714 h 990600"/>
                <a:gd name="connsiteX8" fmla="*/ 386815 w 595311"/>
                <a:gd name="connsiteY8" fmla="*/ 569714 h 990600"/>
                <a:gd name="connsiteX9" fmla="*/ 386815 w 595311"/>
                <a:gd name="connsiteY9" fmla="*/ 990600 h 990600"/>
                <a:gd name="connsiteX10" fmla="*/ 0 w 595311"/>
                <a:gd name="connsiteY10" fmla="*/ 990600 h 990600"/>
                <a:gd name="connsiteX11" fmla="*/ 0 w 595311"/>
                <a:gd name="connsiteY11" fmla="*/ 0 h 99060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446483 w 595311"/>
                <a:gd name="connsiteY8" fmla="*/ 644128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446483 w 595311"/>
                <a:gd name="connsiteY6" fmla="*/ 346472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446483 w 595311"/>
                <a:gd name="connsiteY5" fmla="*/ 420886 h 1082040"/>
                <a:gd name="connsiteX6" fmla="*/ 503636 w 595311"/>
                <a:gd name="connsiteY6" fmla="*/ 217885 h 1082040"/>
                <a:gd name="connsiteX7" fmla="*/ 595311 w 595311"/>
                <a:gd name="connsiteY7" fmla="*/ 495300 h 1082040"/>
                <a:gd name="connsiteX8" fmla="*/ 503636 w 595311"/>
                <a:gd name="connsiteY8" fmla="*/ 775096 h 1082040"/>
                <a:gd name="connsiteX9" fmla="*/ 446483 w 595311"/>
                <a:gd name="connsiteY9" fmla="*/ 569714 h 1082040"/>
                <a:gd name="connsiteX10" fmla="*/ 386815 w 595311"/>
                <a:gd name="connsiteY10" fmla="*/ 569714 h 1082040"/>
                <a:gd name="connsiteX11" fmla="*/ 478255 w 595311"/>
                <a:gd name="connsiteY11"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446483 w 595311"/>
                <a:gd name="connsiteY8" fmla="*/ 569714 h 1082040"/>
                <a:gd name="connsiteX9" fmla="*/ 386815 w 595311"/>
                <a:gd name="connsiteY9" fmla="*/ 569714 h 1082040"/>
                <a:gd name="connsiteX10" fmla="*/ 478255 w 595311"/>
                <a:gd name="connsiteY10"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386815 w 595311"/>
                <a:gd name="connsiteY8" fmla="*/ 569714 h 1082040"/>
                <a:gd name="connsiteX9" fmla="*/ 478255 w 595311"/>
                <a:gd name="connsiteY9" fmla="*/ 1082040 h 1082040"/>
                <a:gd name="connsiteX0" fmla="*/ 386815 w 595311"/>
                <a:gd name="connsiteY0" fmla="*/ 990600 h 1082040"/>
                <a:gd name="connsiteX1" fmla="*/ 0 w 595311"/>
                <a:gd name="connsiteY1" fmla="*/ 990600 h 1082040"/>
                <a:gd name="connsiteX2" fmla="*/ 0 w 595311"/>
                <a:gd name="connsiteY2" fmla="*/ 0 h 1082040"/>
                <a:gd name="connsiteX3" fmla="*/ 386815 w 595311"/>
                <a:gd name="connsiteY3" fmla="*/ 0 h 1082040"/>
                <a:gd name="connsiteX4" fmla="*/ 386815 w 595311"/>
                <a:gd name="connsiteY4" fmla="*/ 420886 h 1082040"/>
                <a:gd name="connsiteX5" fmla="*/ 503636 w 595311"/>
                <a:gd name="connsiteY5" fmla="*/ 217885 h 1082040"/>
                <a:gd name="connsiteX6" fmla="*/ 595311 w 595311"/>
                <a:gd name="connsiteY6" fmla="*/ 495300 h 1082040"/>
                <a:gd name="connsiteX7" fmla="*/ 503636 w 595311"/>
                <a:gd name="connsiteY7" fmla="*/ 775096 h 1082040"/>
                <a:gd name="connsiteX8" fmla="*/ 184411 w 595311"/>
                <a:gd name="connsiteY8" fmla="*/ 772120 h 1082040"/>
                <a:gd name="connsiteX9" fmla="*/ 478255 w 595311"/>
                <a:gd name="connsiteY9" fmla="*/ 1082040 h 108204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386815 w 595311"/>
                <a:gd name="connsiteY4" fmla="*/ 420886 h 990600"/>
                <a:gd name="connsiteX5" fmla="*/ 503636 w 595311"/>
                <a:gd name="connsiteY5" fmla="*/ 217885 h 990600"/>
                <a:gd name="connsiteX6" fmla="*/ 595311 w 595311"/>
                <a:gd name="connsiteY6" fmla="*/ 495300 h 990600"/>
                <a:gd name="connsiteX7" fmla="*/ 503636 w 595311"/>
                <a:gd name="connsiteY7" fmla="*/ 775096 h 990600"/>
                <a:gd name="connsiteX8" fmla="*/ 184411 w 595311"/>
                <a:gd name="connsiteY8" fmla="*/ 772120 h 990600"/>
                <a:gd name="connsiteX0" fmla="*/ 386815 w 595311"/>
                <a:gd name="connsiteY0" fmla="*/ 990600 h 990600"/>
                <a:gd name="connsiteX1" fmla="*/ 0 w 595311"/>
                <a:gd name="connsiteY1" fmla="*/ 990600 h 990600"/>
                <a:gd name="connsiteX2" fmla="*/ 0 w 595311"/>
                <a:gd name="connsiteY2" fmla="*/ 0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6815 w 595311"/>
                <a:gd name="connsiteY0" fmla="*/ 990600 h 990600"/>
                <a:gd name="connsiteX1" fmla="*/ 0 w 595311"/>
                <a:gd name="connsiteY1" fmla="*/ 990600 h 990600"/>
                <a:gd name="connsiteX2" fmla="*/ 2 w 595311"/>
                <a:gd name="connsiteY2" fmla="*/ 531019 h 990600"/>
                <a:gd name="connsiteX3" fmla="*/ 386815 w 595311"/>
                <a:gd name="connsiteY3" fmla="*/ 0 h 990600"/>
                <a:gd name="connsiteX4" fmla="*/ 503636 w 595311"/>
                <a:gd name="connsiteY4" fmla="*/ 217885 h 990600"/>
                <a:gd name="connsiteX5" fmla="*/ 595311 w 595311"/>
                <a:gd name="connsiteY5" fmla="*/ 495300 h 990600"/>
                <a:gd name="connsiteX6" fmla="*/ 503636 w 595311"/>
                <a:gd name="connsiteY6" fmla="*/ 775096 h 990600"/>
                <a:gd name="connsiteX7" fmla="*/ 184411 w 595311"/>
                <a:gd name="connsiteY7" fmla="*/ 772120 h 990600"/>
                <a:gd name="connsiteX0" fmla="*/ 388144 w 596640"/>
                <a:gd name="connsiteY0" fmla="*/ 773906 h 773906"/>
                <a:gd name="connsiteX1" fmla="*/ 1329 w 596640"/>
                <a:gd name="connsiteY1" fmla="*/ 773906 h 773906"/>
                <a:gd name="connsiteX2" fmla="*/ 1331 w 596640"/>
                <a:gd name="connsiteY2" fmla="*/ 314325 h 773906"/>
                <a:gd name="connsiteX3" fmla="*/ 0 w 596640"/>
                <a:gd name="connsiteY3" fmla="*/ 0 h 773906"/>
                <a:gd name="connsiteX4" fmla="*/ 504965 w 596640"/>
                <a:gd name="connsiteY4" fmla="*/ 1191 h 773906"/>
                <a:gd name="connsiteX5" fmla="*/ 596640 w 596640"/>
                <a:gd name="connsiteY5" fmla="*/ 278606 h 773906"/>
                <a:gd name="connsiteX6" fmla="*/ 504965 w 596640"/>
                <a:gd name="connsiteY6" fmla="*/ 558402 h 773906"/>
                <a:gd name="connsiteX7" fmla="*/ 185740 w 596640"/>
                <a:gd name="connsiteY7" fmla="*/ 555426 h 773906"/>
                <a:gd name="connsiteX0" fmla="*/ 389197 w 597693"/>
                <a:gd name="connsiteY0" fmla="*/ 773906 h 1840706"/>
                <a:gd name="connsiteX1" fmla="*/ 0 w 597693"/>
                <a:gd name="connsiteY1" fmla="*/ 1840706 h 1840706"/>
                <a:gd name="connsiteX2" fmla="*/ 2384 w 597693"/>
                <a:gd name="connsiteY2" fmla="*/ 314325 h 1840706"/>
                <a:gd name="connsiteX3" fmla="*/ 1053 w 597693"/>
                <a:gd name="connsiteY3" fmla="*/ 0 h 1840706"/>
                <a:gd name="connsiteX4" fmla="*/ 506018 w 597693"/>
                <a:gd name="connsiteY4" fmla="*/ 1191 h 1840706"/>
                <a:gd name="connsiteX5" fmla="*/ 597693 w 597693"/>
                <a:gd name="connsiteY5" fmla="*/ 278606 h 1840706"/>
                <a:gd name="connsiteX6" fmla="*/ 506018 w 597693"/>
                <a:gd name="connsiteY6" fmla="*/ 558402 h 1840706"/>
                <a:gd name="connsiteX7" fmla="*/ 186793 w 597693"/>
                <a:gd name="connsiteY7" fmla="*/ 555426 h 1840706"/>
                <a:gd name="connsiteX0" fmla="*/ 0 w 856194"/>
                <a:gd name="connsiteY0" fmla="*/ 1843087 h 1843087"/>
                <a:gd name="connsiteX1" fmla="*/ 258501 w 856194"/>
                <a:gd name="connsiteY1" fmla="*/ 1840706 h 1843087"/>
                <a:gd name="connsiteX2" fmla="*/ 260885 w 856194"/>
                <a:gd name="connsiteY2" fmla="*/ 314325 h 1843087"/>
                <a:gd name="connsiteX3" fmla="*/ 259554 w 856194"/>
                <a:gd name="connsiteY3" fmla="*/ 0 h 1843087"/>
                <a:gd name="connsiteX4" fmla="*/ 764519 w 856194"/>
                <a:gd name="connsiteY4" fmla="*/ 1191 h 1843087"/>
                <a:gd name="connsiteX5" fmla="*/ 856194 w 856194"/>
                <a:gd name="connsiteY5" fmla="*/ 278606 h 1843087"/>
                <a:gd name="connsiteX6" fmla="*/ 764519 w 856194"/>
                <a:gd name="connsiteY6" fmla="*/ 558402 h 1843087"/>
                <a:gd name="connsiteX7" fmla="*/ 445294 w 856194"/>
                <a:gd name="connsiteY7" fmla="*/ 555426 h 1843087"/>
                <a:gd name="connsiteX0" fmla="*/ 0 w 868098"/>
                <a:gd name="connsiteY0" fmla="*/ 1843087 h 1843087"/>
                <a:gd name="connsiteX1" fmla="*/ 270405 w 868098"/>
                <a:gd name="connsiteY1" fmla="*/ 1840706 h 1843087"/>
                <a:gd name="connsiteX2" fmla="*/ 272789 w 868098"/>
                <a:gd name="connsiteY2" fmla="*/ 314325 h 1843087"/>
                <a:gd name="connsiteX3" fmla="*/ 271458 w 868098"/>
                <a:gd name="connsiteY3" fmla="*/ 0 h 1843087"/>
                <a:gd name="connsiteX4" fmla="*/ 776423 w 868098"/>
                <a:gd name="connsiteY4" fmla="*/ 1191 h 1843087"/>
                <a:gd name="connsiteX5" fmla="*/ 868098 w 868098"/>
                <a:gd name="connsiteY5" fmla="*/ 278606 h 1843087"/>
                <a:gd name="connsiteX6" fmla="*/ 776423 w 868098"/>
                <a:gd name="connsiteY6" fmla="*/ 558402 h 1843087"/>
                <a:gd name="connsiteX7" fmla="*/ 457198 w 868098"/>
                <a:gd name="connsiteY7" fmla="*/ 555426 h 1843087"/>
                <a:gd name="connsiteX0" fmla="*/ 0 w 868098"/>
                <a:gd name="connsiteY0" fmla="*/ 1843087 h 1847850"/>
                <a:gd name="connsiteX1" fmla="*/ 272789 w 868098"/>
                <a:gd name="connsiteY1" fmla="*/ 1847850 h 1847850"/>
                <a:gd name="connsiteX2" fmla="*/ 272789 w 868098"/>
                <a:gd name="connsiteY2" fmla="*/ 314325 h 1847850"/>
                <a:gd name="connsiteX3" fmla="*/ 271458 w 868098"/>
                <a:gd name="connsiteY3" fmla="*/ 0 h 1847850"/>
                <a:gd name="connsiteX4" fmla="*/ 776423 w 868098"/>
                <a:gd name="connsiteY4" fmla="*/ 1191 h 1847850"/>
                <a:gd name="connsiteX5" fmla="*/ 868098 w 868098"/>
                <a:gd name="connsiteY5" fmla="*/ 278606 h 1847850"/>
                <a:gd name="connsiteX6" fmla="*/ 776423 w 868098"/>
                <a:gd name="connsiteY6" fmla="*/ 558402 h 1847850"/>
                <a:gd name="connsiteX7" fmla="*/ 457198 w 868098"/>
                <a:gd name="connsiteY7" fmla="*/ 555426 h 1847850"/>
                <a:gd name="connsiteX0" fmla="*/ 0 w 872861"/>
                <a:gd name="connsiteY0" fmla="*/ 1845468 h 1847850"/>
                <a:gd name="connsiteX1" fmla="*/ 277552 w 872861"/>
                <a:gd name="connsiteY1" fmla="*/ 1847850 h 1847850"/>
                <a:gd name="connsiteX2" fmla="*/ 277552 w 872861"/>
                <a:gd name="connsiteY2" fmla="*/ 314325 h 1847850"/>
                <a:gd name="connsiteX3" fmla="*/ 276221 w 872861"/>
                <a:gd name="connsiteY3" fmla="*/ 0 h 1847850"/>
                <a:gd name="connsiteX4" fmla="*/ 781186 w 872861"/>
                <a:gd name="connsiteY4" fmla="*/ 1191 h 1847850"/>
                <a:gd name="connsiteX5" fmla="*/ 872861 w 872861"/>
                <a:gd name="connsiteY5" fmla="*/ 278606 h 1847850"/>
                <a:gd name="connsiteX6" fmla="*/ 781186 w 872861"/>
                <a:gd name="connsiteY6" fmla="*/ 558402 h 1847850"/>
                <a:gd name="connsiteX7" fmla="*/ 461961 w 872861"/>
                <a:gd name="connsiteY7" fmla="*/ 555426 h 1847850"/>
                <a:gd name="connsiteX0" fmla="*/ 0 w 860952"/>
                <a:gd name="connsiteY0" fmla="*/ 1845468 h 1847850"/>
                <a:gd name="connsiteX1" fmla="*/ 265643 w 860952"/>
                <a:gd name="connsiteY1" fmla="*/ 1847850 h 1847850"/>
                <a:gd name="connsiteX2" fmla="*/ 265643 w 860952"/>
                <a:gd name="connsiteY2" fmla="*/ 314325 h 1847850"/>
                <a:gd name="connsiteX3" fmla="*/ 264312 w 860952"/>
                <a:gd name="connsiteY3" fmla="*/ 0 h 1847850"/>
                <a:gd name="connsiteX4" fmla="*/ 769277 w 860952"/>
                <a:gd name="connsiteY4" fmla="*/ 1191 h 1847850"/>
                <a:gd name="connsiteX5" fmla="*/ 860952 w 860952"/>
                <a:gd name="connsiteY5" fmla="*/ 278606 h 1847850"/>
                <a:gd name="connsiteX6" fmla="*/ 769277 w 860952"/>
                <a:gd name="connsiteY6" fmla="*/ 558402 h 1847850"/>
                <a:gd name="connsiteX7" fmla="*/ 450052 w 860952"/>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59577 w 870477"/>
                <a:gd name="connsiteY7" fmla="*/ 555426 h 1847850"/>
                <a:gd name="connsiteX8" fmla="*/ 458523 w 870477"/>
                <a:gd name="connsiteY8" fmla="*/ 559595 h 184785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6939 h 2166940"/>
                <a:gd name="connsiteX1" fmla="*/ 275168 w 870477"/>
                <a:gd name="connsiteY1" fmla="*/ 2166940 h 2166940"/>
                <a:gd name="connsiteX2" fmla="*/ 275168 w 870477"/>
                <a:gd name="connsiteY2" fmla="*/ 633415 h 2166940"/>
                <a:gd name="connsiteX3" fmla="*/ 273837 w 870477"/>
                <a:gd name="connsiteY3" fmla="*/ 319090 h 2166940"/>
                <a:gd name="connsiteX4" fmla="*/ 778802 w 870477"/>
                <a:gd name="connsiteY4" fmla="*/ 320281 h 2166940"/>
                <a:gd name="connsiteX5" fmla="*/ 870477 w 870477"/>
                <a:gd name="connsiteY5" fmla="*/ 597696 h 2166940"/>
                <a:gd name="connsiteX6" fmla="*/ 778802 w 870477"/>
                <a:gd name="connsiteY6" fmla="*/ 877492 h 2166940"/>
                <a:gd name="connsiteX7" fmla="*/ 459577 w 870477"/>
                <a:gd name="connsiteY7" fmla="*/ 874516 h 2166940"/>
                <a:gd name="connsiteX8" fmla="*/ 460904 w 870477"/>
                <a:gd name="connsiteY8" fmla="*/ 0 h 2166940"/>
                <a:gd name="connsiteX0" fmla="*/ 0 w 870477"/>
                <a:gd name="connsiteY0" fmla="*/ 2162180 h 2162181"/>
                <a:gd name="connsiteX1" fmla="*/ 275168 w 870477"/>
                <a:gd name="connsiteY1" fmla="*/ 2162181 h 2162181"/>
                <a:gd name="connsiteX2" fmla="*/ 275168 w 870477"/>
                <a:gd name="connsiteY2" fmla="*/ 628656 h 2162181"/>
                <a:gd name="connsiteX3" fmla="*/ 273837 w 870477"/>
                <a:gd name="connsiteY3" fmla="*/ 314331 h 2162181"/>
                <a:gd name="connsiteX4" fmla="*/ 778802 w 870477"/>
                <a:gd name="connsiteY4" fmla="*/ 315522 h 2162181"/>
                <a:gd name="connsiteX5" fmla="*/ 870477 w 870477"/>
                <a:gd name="connsiteY5" fmla="*/ 592937 h 2162181"/>
                <a:gd name="connsiteX6" fmla="*/ 778802 w 870477"/>
                <a:gd name="connsiteY6" fmla="*/ 872733 h 2162181"/>
                <a:gd name="connsiteX7" fmla="*/ 459577 w 870477"/>
                <a:gd name="connsiteY7" fmla="*/ 869757 h 2162181"/>
                <a:gd name="connsiteX8" fmla="*/ 458523 w 870477"/>
                <a:gd name="connsiteY8" fmla="*/ 1 h 2162181"/>
                <a:gd name="connsiteX0" fmla="*/ 0 w 870477"/>
                <a:gd name="connsiteY0" fmla="*/ 2166941 h 2166942"/>
                <a:gd name="connsiteX1" fmla="*/ 275168 w 870477"/>
                <a:gd name="connsiteY1" fmla="*/ 2166942 h 2166942"/>
                <a:gd name="connsiteX2" fmla="*/ 275168 w 870477"/>
                <a:gd name="connsiteY2" fmla="*/ 633417 h 2166942"/>
                <a:gd name="connsiteX3" fmla="*/ 273837 w 870477"/>
                <a:gd name="connsiteY3" fmla="*/ 319092 h 2166942"/>
                <a:gd name="connsiteX4" fmla="*/ 778802 w 870477"/>
                <a:gd name="connsiteY4" fmla="*/ 320283 h 2166942"/>
                <a:gd name="connsiteX5" fmla="*/ 870477 w 870477"/>
                <a:gd name="connsiteY5" fmla="*/ 597698 h 2166942"/>
                <a:gd name="connsiteX6" fmla="*/ 778802 w 870477"/>
                <a:gd name="connsiteY6" fmla="*/ 877494 h 2166942"/>
                <a:gd name="connsiteX7" fmla="*/ 459577 w 870477"/>
                <a:gd name="connsiteY7" fmla="*/ 874518 h 2166942"/>
                <a:gd name="connsiteX8" fmla="*/ 456142 w 870477"/>
                <a:gd name="connsiteY8" fmla="*/ 0 h 2166942"/>
                <a:gd name="connsiteX0" fmla="*/ 0 w 870477"/>
                <a:gd name="connsiteY0" fmla="*/ 2166943 h 2166944"/>
                <a:gd name="connsiteX1" fmla="*/ 275168 w 870477"/>
                <a:gd name="connsiteY1" fmla="*/ 2166944 h 2166944"/>
                <a:gd name="connsiteX2" fmla="*/ 275168 w 870477"/>
                <a:gd name="connsiteY2" fmla="*/ 633419 h 2166944"/>
                <a:gd name="connsiteX3" fmla="*/ 273837 w 870477"/>
                <a:gd name="connsiteY3" fmla="*/ 319094 h 2166944"/>
                <a:gd name="connsiteX4" fmla="*/ 778802 w 870477"/>
                <a:gd name="connsiteY4" fmla="*/ 320285 h 2166944"/>
                <a:gd name="connsiteX5" fmla="*/ 870477 w 870477"/>
                <a:gd name="connsiteY5" fmla="*/ 597700 h 2166944"/>
                <a:gd name="connsiteX6" fmla="*/ 778802 w 870477"/>
                <a:gd name="connsiteY6" fmla="*/ 877496 h 2166944"/>
                <a:gd name="connsiteX7" fmla="*/ 459577 w 870477"/>
                <a:gd name="connsiteY7" fmla="*/ 874520 h 2166944"/>
                <a:gd name="connsiteX8" fmla="*/ 460905 w 870477"/>
                <a:gd name="connsiteY8" fmla="*/ 0 h 2166944"/>
                <a:gd name="connsiteX0" fmla="*/ 0 w 870477"/>
                <a:gd name="connsiteY0" fmla="*/ 2169326 h 2169327"/>
                <a:gd name="connsiteX1" fmla="*/ 275168 w 870477"/>
                <a:gd name="connsiteY1" fmla="*/ 2169327 h 2169327"/>
                <a:gd name="connsiteX2" fmla="*/ 275168 w 870477"/>
                <a:gd name="connsiteY2" fmla="*/ 635802 h 2169327"/>
                <a:gd name="connsiteX3" fmla="*/ 273837 w 870477"/>
                <a:gd name="connsiteY3" fmla="*/ 321477 h 2169327"/>
                <a:gd name="connsiteX4" fmla="*/ 778802 w 870477"/>
                <a:gd name="connsiteY4" fmla="*/ 322668 h 2169327"/>
                <a:gd name="connsiteX5" fmla="*/ 870477 w 870477"/>
                <a:gd name="connsiteY5" fmla="*/ 600083 h 2169327"/>
                <a:gd name="connsiteX6" fmla="*/ 778802 w 870477"/>
                <a:gd name="connsiteY6" fmla="*/ 879879 h 2169327"/>
                <a:gd name="connsiteX7" fmla="*/ 459577 w 870477"/>
                <a:gd name="connsiteY7" fmla="*/ 876903 h 2169327"/>
                <a:gd name="connsiteX8" fmla="*/ 456142 w 870477"/>
                <a:gd name="connsiteY8" fmla="*/ 0 h 216932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74523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19108 w 870477"/>
                <a:gd name="connsiteY7" fmla="*/ 869760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58523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4339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7196 w 870477"/>
                <a:gd name="connsiteY7" fmla="*/ 879285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59577 w 870477"/>
                <a:gd name="connsiteY7" fmla="*/ 884047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6721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1959 w 870477"/>
                <a:gd name="connsiteY7" fmla="*/ 876904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388140 w 870477"/>
                <a:gd name="connsiteY7" fmla="*/ 874523 h 2166947"/>
                <a:gd name="connsiteX8" fmla="*/ 463286 w 870477"/>
                <a:gd name="connsiteY8"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560917 w 870477"/>
                <a:gd name="connsiteY7" fmla="*/ 876311 h 2166947"/>
                <a:gd name="connsiteX8" fmla="*/ 388140 w 870477"/>
                <a:gd name="connsiteY8" fmla="*/ 874523 h 2166947"/>
                <a:gd name="connsiteX9" fmla="*/ 463286 w 870477"/>
                <a:gd name="connsiteY9" fmla="*/ 1 h 2166947"/>
                <a:gd name="connsiteX0" fmla="*/ 0 w 870477"/>
                <a:gd name="connsiteY0" fmla="*/ 2166946 h 2166947"/>
                <a:gd name="connsiteX1" fmla="*/ 275168 w 870477"/>
                <a:gd name="connsiteY1" fmla="*/ 2166947 h 2166947"/>
                <a:gd name="connsiteX2" fmla="*/ 275168 w 870477"/>
                <a:gd name="connsiteY2" fmla="*/ 633422 h 2166947"/>
                <a:gd name="connsiteX3" fmla="*/ 273837 w 870477"/>
                <a:gd name="connsiteY3" fmla="*/ 319097 h 2166947"/>
                <a:gd name="connsiteX4" fmla="*/ 778802 w 870477"/>
                <a:gd name="connsiteY4" fmla="*/ 320288 h 2166947"/>
                <a:gd name="connsiteX5" fmla="*/ 870477 w 870477"/>
                <a:gd name="connsiteY5" fmla="*/ 597703 h 2166947"/>
                <a:gd name="connsiteX6" fmla="*/ 778802 w 870477"/>
                <a:gd name="connsiteY6" fmla="*/ 877499 h 2166947"/>
                <a:gd name="connsiteX7" fmla="*/ 468049 w 870477"/>
                <a:gd name="connsiteY7" fmla="*/ 878692 h 2166947"/>
                <a:gd name="connsiteX8" fmla="*/ 388140 w 870477"/>
                <a:gd name="connsiteY8" fmla="*/ 874523 h 2166947"/>
                <a:gd name="connsiteX9" fmla="*/ 463286 w 870477"/>
                <a:gd name="connsiteY9" fmla="*/ 1 h 2166947"/>
                <a:gd name="connsiteX0" fmla="*/ 0 w 870477"/>
                <a:gd name="connsiteY0" fmla="*/ 1847849 h 1847850"/>
                <a:gd name="connsiteX1" fmla="*/ 275168 w 870477"/>
                <a:gd name="connsiteY1" fmla="*/ 1847850 h 1847850"/>
                <a:gd name="connsiteX2" fmla="*/ 275168 w 870477"/>
                <a:gd name="connsiteY2" fmla="*/ 314325 h 1847850"/>
                <a:gd name="connsiteX3" fmla="*/ 273837 w 870477"/>
                <a:gd name="connsiteY3" fmla="*/ 0 h 1847850"/>
                <a:gd name="connsiteX4" fmla="*/ 778802 w 870477"/>
                <a:gd name="connsiteY4" fmla="*/ 1191 h 1847850"/>
                <a:gd name="connsiteX5" fmla="*/ 870477 w 870477"/>
                <a:gd name="connsiteY5" fmla="*/ 278606 h 1847850"/>
                <a:gd name="connsiteX6" fmla="*/ 778802 w 870477"/>
                <a:gd name="connsiteY6" fmla="*/ 558402 h 1847850"/>
                <a:gd name="connsiteX7" fmla="*/ 468049 w 870477"/>
                <a:gd name="connsiteY7" fmla="*/ 559595 h 1847850"/>
                <a:gd name="connsiteX8" fmla="*/ 388140 w 870477"/>
                <a:gd name="connsiteY8" fmla="*/ 555426 h 1847850"/>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8049 w 870477"/>
                <a:gd name="connsiteY7" fmla="*/ 875711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0 w 870477"/>
                <a:gd name="connsiteY7" fmla="*/ 870949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3 w 870477"/>
                <a:gd name="connsiteY7" fmla="*/ 878093 h 2163966"/>
                <a:gd name="connsiteX8" fmla="*/ 464340 w 870477"/>
                <a:gd name="connsiteY8" fmla="*/ 0 h 2163966"/>
                <a:gd name="connsiteX0" fmla="*/ 0 w 870477"/>
                <a:gd name="connsiteY0" fmla="*/ 2163965 h 2163966"/>
                <a:gd name="connsiteX1" fmla="*/ 275168 w 870477"/>
                <a:gd name="connsiteY1" fmla="*/ 2163966 h 2163966"/>
                <a:gd name="connsiteX2" fmla="*/ 275168 w 870477"/>
                <a:gd name="connsiteY2" fmla="*/ 630441 h 2163966"/>
                <a:gd name="connsiteX3" fmla="*/ 273837 w 870477"/>
                <a:gd name="connsiteY3" fmla="*/ 316116 h 2163966"/>
                <a:gd name="connsiteX4" fmla="*/ 778802 w 870477"/>
                <a:gd name="connsiteY4" fmla="*/ 317307 h 2163966"/>
                <a:gd name="connsiteX5" fmla="*/ 870477 w 870477"/>
                <a:gd name="connsiteY5" fmla="*/ 594722 h 2163966"/>
                <a:gd name="connsiteX6" fmla="*/ 778802 w 870477"/>
                <a:gd name="connsiteY6" fmla="*/ 874518 h 2163966"/>
                <a:gd name="connsiteX7" fmla="*/ 463296 w 870477"/>
                <a:gd name="connsiteY7" fmla="*/ 875711 h 2163966"/>
                <a:gd name="connsiteX8" fmla="*/ 464340 w 870477"/>
                <a:gd name="connsiteY8" fmla="*/ 0 h 2163966"/>
                <a:gd name="connsiteX0" fmla="*/ 0 w 870477"/>
                <a:gd name="connsiteY0" fmla="*/ 1937126 h 1937127"/>
                <a:gd name="connsiteX1" fmla="*/ 275168 w 870477"/>
                <a:gd name="connsiteY1" fmla="*/ 1937127 h 1937127"/>
                <a:gd name="connsiteX2" fmla="*/ 275168 w 870477"/>
                <a:gd name="connsiteY2" fmla="*/ 403602 h 1937127"/>
                <a:gd name="connsiteX3" fmla="*/ 273837 w 870477"/>
                <a:gd name="connsiteY3" fmla="*/ 89277 h 1937127"/>
                <a:gd name="connsiteX4" fmla="*/ 778802 w 870477"/>
                <a:gd name="connsiteY4" fmla="*/ 90468 h 1937127"/>
                <a:gd name="connsiteX5" fmla="*/ 870477 w 870477"/>
                <a:gd name="connsiteY5" fmla="*/ 367883 h 1937127"/>
                <a:gd name="connsiteX6" fmla="*/ 778802 w 870477"/>
                <a:gd name="connsiteY6" fmla="*/ 647679 h 1937127"/>
                <a:gd name="connsiteX7" fmla="*/ 463296 w 870477"/>
                <a:gd name="connsiteY7" fmla="*/ 648872 h 1937127"/>
                <a:gd name="connsiteX8" fmla="*/ 465556 w 870477"/>
                <a:gd name="connsiteY8" fmla="*/ 0 h 1937127"/>
                <a:gd name="connsiteX0" fmla="*/ 0 w 870477"/>
                <a:gd name="connsiteY0" fmla="*/ 1934647 h 1934648"/>
                <a:gd name="connsiteX1" fmla="*/ 275168 w 870477"/>
                <a:gd name="connsiteY1" fmla="*/ 1934648 h 1934648"/>
                <a:gd name="connsiteX2" fmla="*/ 275168 w 870477"/>
                <a:gd name="connsiteY2" fmla="*/ 401123 h 1934648"/>
                <a:gd name="connsiteX3" fmla="*/ 273837 w 870477"/>
                <a:gd name="connsiteY3" fmla="*/ 86798 h 1934648"/>
                <a:gd name="connsiteX4" fmla="*/ 778802 w 870477"/>
                <a:gd name="connsiteY4" fmla="*/ 87989 h 1934648"/>
                <a:gd name="connsiteX5" fmla="*/ 870477 w 870477"/>
                <a:gd name="connsiteY5" fmla="*/ 365404 h 1934648"/>
                <a:gd name="connsiteX6" fmla="*/ 778802 w 870477"/>
                <a:gd name="connsiteY6" fmla="*/ 645200 h 1934648"/>
                <a:gd name="connsiteX7" fmla="*/ 463296 w 870477"/>
                <a:gd name="connsiteY7" fmla="*/ 646393 h 1934648"/>
                <a:gd name="connsiteX8" fmla="*/ 461909 w 870477"/>
                <a:gd name="connsiteY8" fmla="*/ 0 h 1934648"/>
                <a:gd name="connsiteX0" fmla="*/ 0 w 870477"/>
                <a:gd name="connsiteY0" fmla="*/ 1934647 h 1934647"/>
                <a:gd name="connsiteX1" fmla="*/ 276991 w 870477"/>
                <a:gd name="connsiteY1" fmla="*/ 597782 h 1934647"/>
                <a:gd name="connsiteX2" fmla="*/ 275168 w 870477"/>
                <a:gd name="connsiteY2" fmla="*/ 401123 h 1934647"/>
                <a:gd name="connsiteX3" fmla="*/ 273837 w 870477"/>
                <a:gd name="connsiteY3" fmla="*/ 86798 h 1934647"/>
                <a:gd name="connsiteX4" fmla="*/ 778802 w 870477"/>
                <a:gd name="connsiteY4" fmla="*/ 87989 h 1934647"/>
                <a:gd name="connsiteX5" fmla="*/ 870477 w 870477"/>
                <a:gd name="connsiteY5" fmla="*/ 365404 h 1934647"/>
                <a:gd name="connsiteX6" fmla="*/ 778802 w 870477"/>
                <a:gd name="connsiteY6" fmla="*/ 645200 h 1934647"/>
                <a:gd name="connsiteX7" fmla="*/ 463296 w 870477"/>
                <a:gd name="connsiteY7" fmla="*/ 646393 h 1934647"/>
                <a:gd name="connsiteX8" fmla="*/ 461909 w 870477"/>
                <a:gd name="connsiteY8" fmla="*/ 0 h 1934647"/>
                <a:gd name="connsiteX0" fmla="*/ 0 w 813949"/>
                <a:gd name="connsiteY0" fmla="*/ 64152 h 646393"/>
                <a:gd name="connsiteX1" fmla="*/ 220463 w 813949"/>
                <a:gd name="connsiteY1" fmla="*/ 597782 h 646393"/>
                <a:gd name="connsiteX2" fmla="*/ 218640 w 813949"/>
                <a:gd name="connsiteY2" fmla="*/ 401123 h 646393"/>
                <a:gd name="connsiteX3" fmla="*/ 217309 w 813949"/>
                <a:gd name="connsiteY3" fmla="*/ 86798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18640 w 813949"/>
                <a:gd name="connsiteY2" fmla="*/ 401123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852 w 813949"/>
                <a:gd name="connsiteY3" fmla="*/ 8540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2274 w 813949"/>
                <a:gd name="connsiteY4" fmla="*/ 87989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4152 h 646393"/>
                <a:gd name="connsiteX1" fmla="*/ 220463 w 813949"/>
                <a:gd name="connsiteY1" fmla="*/ 597782 h 646393"/>
                <a:gd name="connsiteX2" fmla="*/ 278815 w 813949"/>
                <a:gd name="connsiteY2" fmla="*/ 202638 h 646393"/>
                <a:gd name="connsiteX3" fmla="*/ 278396 w 813949"/>
                <a:gd name="connsiteY3" fmla="*/ 86334 h 646393"/>
                <a:gd name="connsiteX4" fmla="*/ 720451 w 813949"/>
                <a:gd name="connsiteY4" fmla="*/ 86594 h 646393"/>
                <a:gd name="connsiteX5" fmla="*/ 813949 w 813949"/>
                <a:gd name="connsiteY5" fmla="*/ 365404 h 646393"/>
                <a:gd name="connsiteX6" fmla="*/ 722274 w 813949"/>
                <a:gd name="connsiteY6" fmla="*/ 645200 h 646393"/>
                <a:gd name="connsiteX7" fmla="*/ 406768 w 813949"/>
                <a:gd name="connsiteY7" fmla="*/ 646393 h 646393"/>
                <a:gd name="connsiteX8" fmla="*/ 405381 w 813949"/>
                <a:gd name="connsiteY8" fmla="*/ 0 h 646393"/>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6749 w 813949"/>
                <a:gd name="connsiteY8" fmla="*/ 0 h 648717"/>
                <a:gd name="connsiteX0" fmla="*/ 0 w 813949"/>
                <a:gd name="connsiteY0" fmla="*/ 66476 h 648717"/>
                <a:gd name="connsiteX1" fmla="*/ 220463 w 813949"/>
                <a:gd name="connsiteY1" fmla="*/ 600106 h 648717"/>
                <a:gd name="connsiteX2" fmla="*/ 278815 w 813949"/>
                <a:gd name="connsiteY2" fmla="*/ 204962 h 648717"/>
                <a:gd name="connsiteX3" fmla="*/ 278396 w 813949"/>
                <a:gd name="connsiteY3" fmla="*/ 88658 h 648717"/>
                <a:gd name="connsiteX4" fmla="*/ 720451 w 813949"/>
                <a:gd name="connsiteY4" fmla="*/ 88918 h 648717"/>
                <a:gd name="connsiteX5" fmla="*/ 813949 w 813949"/>
                <a:gd name="connsiteY5" fmla="*/ 367728 h 648717"/>
                <a:gd name="connsiteX6" fmla="*/ 722274 w 813949"/>
                <a:gd name="connsiteY6" fmla="*/ 647524 h 648717"/>
                <a:gd name="connsiteX7" fmla="*/ 406768 w 813949"/>
                <a:gd name="connsiteY7" fmla="*/ 648717 h 648717"/>
                <a:gd name="connsiteX8" fmla="*/ 405381 w 813949"/>
                <a:gd name="connsiteY8" fmla="*/ 0 h 648717"/>
                <a:gd name="connsiteX0" fmla="*/ 0 w 813949"/>
                <a:gd name="connsiteY0" fmla="*/ 66011 h 648252"/>
                <a:gd name="connsiteX1" fmla="*/ 220463 w 813949"/>
                <a:gd name="connsiteY1" fmla="*/ 599641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813949"/>
                <a:gd name="connsiteY0" fmla="*/ 66011 h 648252"/>
                <a:gd name="connsiteX1" fmla="*/ 336558 w 813949"/>
                <a:gd name="connsiteY1" fmla="*/ 208560 h 648252"/>
                <a:gd name="connsiteX2" fmla="*/ 278815 w 813949"/>
                <a:gd name="connsiteY2" fmla="*/ 204497 h 648252"/>
                <a:gd name="connsiteX3" fmla="*/ 278396 w 813949"/>
                <a:gd name="connsiteY3" fmla="*/ 88193 h 648252"/>
                <a:gd name="connsiteX4" fmla="*/ 720451 w 813949"/>
                <a:gd name="connsiteY4" fmla="*/ 88453 h 648252"/>
                <a:gd name="connsiteX5" fmla="*/ 813949 w 813949"/>
                <a:gd name="connsiteY5" fmla="*/ 367263 h 648252"/>
                <a:gd name="connsiteX6" fmla="*/ 722274 w 813949"/>
                <a:gd name="connsiteY6" fmla="*/ 647059 h 648252"/>
                <a:gd name="connsiteX7" fmla="*/ 406768 w 813949"/>
                <a:gd name="connsiteY7" fmla="*/ 648252 h 648252"/>
                <a:gd name="connsiteX8" fmla="*/ 406749 w 813949"/>
                <a:gd name="connsiteY8" fmla="*/ 0 h 648252"/>
                <a:gd name="connsiteX0" fmla="*/ 0 w 684482"/>
                <a:gd name="connsiteY0" fmla="*/ 142244 h 648252"/>
                <a:gd name="connsiteX1" fmla="*/ 207091 w 684482"/>
                <a:gd name="connsiteY1" fmla="*/ 208560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208459 w 684482"/>
                <a:gd name="connsiteY1" fmla="*/ 207165 h 648252"/>
                <a:gd name="connsiteX2" fmla="*/ 149348 w 684482"/>
                <a:gd name="connsiteY2" fmla="*/ 204497 h 648252"/>
                <a:gd name="connsiteX3" fmla="*/ 148929 w 684482"/>
                <a:gd name="connsiteY3" fmla="*/ 88193 h 648252"/>
                <a:gd name="connsiteX4" fmla="*/ 590984 w 684482"/>
                <a:gd name="connsiteY4" fmla="*/ 88453 h 648252"/>
                <a:gd name="connsiteX5" fmla="*/ 684482 w 684482"/>
                <a:gd name="connsiteY5" fmla="*/ 367263 h 648252"/>
                <a:gd name="connsiteX6" fmla="*/ 592807 w 684482"/>
                <a:gd name="connsiteY6" fmla="*/ 647059 h 648252"/>
                <a:gd name="connsiteX7" fmla="*/ 277301 w 684482"/>
                <a:gd name="connsiteY7" fmla="*/ 648252 h 648252"/>
                <a:gd name="connsiteX8" fmla="*/ 277282 w 684482"/>
                <a:gd name="connsiteY8" fmla="*/ 0 h 648252"/>
                <a:gd name="connsiteX0" fmla="*/ 0 w 684482"/>
                <a:gd name="connsiteY0" fmla="*/ 142244 h 648252"/>
                <a:gd name="connsiteX1" fmla="*/ 109475 w 684482"/>
                <a:gd name="connsiteY1" fmla="*/ 176579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684482"/>
                <a:gd name="connsiteY0" fmla="*/ 142244 h 648252"/>
                <a:gd name="connsiteX1" fmla="*/ 207944 w 684482"/>
                <a:gd name="connsiteY1" fmla="*/ 140787 h 648252"/>
                <a:gd name="connsiteX2" fmla="*/ 208459 w 684482"/>
                <a:gd name="connsiteY2" fmla="*/ 207165 h 648252"/>
                <a:gd name="connsiteX3" fmla="*/ 149348 w 684482"/>
                <a:gd name="connsiteY3" fmla="*/ 204497 h 648252"/>
                <a:gd name="connsiteX4" fmla="*/ 148929 w 684482"/>
                <a:gd name="connsiteY4" fmla="*/ 88193 h 648252"/>
                <a:gd name="connsiteX5" fmla="*/ 590984 w 684482"/>
                <a:gd name="connsiteY5" fmla="*/ 88453 h 648252"/>
                <a:gd name="connsiteX6" fmla="*/ 684482 w 684482"/>
                <a:gd name="connsiteY6" fmla="*/ 367263 h 648252"/>
                <a:gd name="connsiteX7" fmla="*/ 592807 w 684482"/>
                <a:gd name="connsiteY7" fmla="*/ 647059 h 648252"/>
                <a:gd name="connsiteX8" fmla="*/ 277301 w 684482"/>
                <a:gd name="connsiteY8" fmla="*/ 648252 h 648252"/>
                <a:gd name="connsiteX9" fmla="*/ 277282 w 684482"/>
                <a:gd name="connsiteY9" fmla="*/ 0 h 648252"/>
                <a:gd name="connsiteX0" fmla="*/ 0 w 701349"/>
                <a:gd name="connsiteY0" fmla="*/ 140850 h 648252"/>
                <a:gd name="connsiteX1" fmla="*/ 224811 w 701349"/>
                <a:gd name="connsiteY1" fmla="*/ 140787 h 648252"/>
                <a:gd name="connsiteX2" fmla="*/ 225326 w 701349"/>
                <a:gd name="connsiteY2" fmla="*/ 207165 h 648252"/>
                <a:gd name="connsiteX3" fmla="*/ 166215 w 701349"/>
                <a:gd name="connsiteY3" fmla="*/ 204497 h 648252"/>
                <a:gd name="connsiteX4" fmla="*/ 165796 w 701349"/>
                <a:gd name="connsiteY4" fmla="*/ 88193 h 648252"/>
                <a:gd name="connsiteX5" fmla="*/ 607851 w 701349"/>
                <a:gd name="connsiteY5" fmla="*/ 88453 h 648252"/>
                <a:gd name="connsiteX6" fmla="*/ 701349 w 701349"/>
                <a:gd name="connsiteY6" fmla="*/ 367263 h 648252"/>
                <a:gd name="connsiteX7" fmla="*/ 609674 w 701349"/>
                <a:gd name="connsiteY7" fmla="*/ 647059 h 648252"/>
                <a:gd name="connsiteX8" fmla="*/ 294168 w 701349"/>
                <a:gd name="connsiteY8" fmla="*/ 648252 h 648252"/>
                <a:gd name="connsiteX9" fmla="*/ 294149 w 701349"/>
                <a:gd name="connsiteY9" fmla="*/ 0 h 648252"/>
                <a:gd name="connsiteX0" fmla="*/ 0 w 703172"/>
                <a:gd name="connsiteY0" fmla="*/ 140385 h 648252"/>
                <a:gd name="connsiteX1" fmla="*/ 226634 w 703172"/>
                <a:gd name="connsiteY1" fmla="*/ 140787 h 648252"/>
                <a:gd name="connsiteX2" fmla="*/ 227149 w 703172"/>
                <a:gd name="connsiteY2" fmla="*/ 20716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168038 w 703172"/>
                <a:gd name="connsiteY2" fmla="*/ 204497 h 648252"/>
                <a:gd name="connsiteX3" fmla="*/ 167619 w 703172"/>
                <a:gd name="connsiteY3" fmla="*/ 88193 h 648252"/>
                <a:gd name="connsiteX4" fmla="*/ 609674 w 703172"/>
                <a:gd name="connsiteY4" fmla="*/ 88453 h 648252"/>
                <a:gd name="connsiteX5" fmla="*/ 703172 w 703172"/>
                <a:gd name="connsiteY5" fmla="*/ 367263 h 648252"/>
                <a:gd name="connsiteX6" fmla="*/ 611497 w 703172"/>
                <a:gd name="connsiteY6" fmla="*/ 647059 h 648252"/>
                <a:gd name="connsiteX7" fmla="*/ 295991 w 703172"/>
                <a:gd name="connsiteY7" fmla="*/ 648252 h 648252"/>
                <a:gd name="connsiteX8" fmla="*/ 295972 w 703172"/>
                <a:gd name="connsiteY8" fmla="*/ 0 h 648252"/>
                <a:gd name="connsiteX0" fmla="*/ 0 w 703172"/>
                <a:gd name="connsiteY0" fmla="*/ 140385 h 648252"/>
                <a:gd name="connsiteX1" fmla="*/ 226634 w 703172"/>
                <a:gd name="connsiteY1" fmla="*/ 140787 h 648252"/>
                <a:gd name="connsiteX2" fmla="*/ 204296 w 703172"/>
                <a:gd name="connsiteY2" fmla="*/ 186805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353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090 w 703172"/>
                <a:gd name="connsiteY2" fmla="*/ 204934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8038 w 703172"/>
                <a:gd name="connsiteY3" fmla="*/ 20449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03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5722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178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7546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46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635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126 w 703172"/>
                <a:gd name="connsiteY3" fmla="*/ 205427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5399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5972 w 703172"/>
                <a:gd name="connsiteY9" fmla="*/ 0 h 648252"/>
                <a:gd name="connsiteX0" fmla="*/ 0 w 703172"/>
                <a:gd name="connsiteY0" fmla="*/ 140385 h 648252"/>
                <a:gd name="connsiteX1" fmla="*/ 226634 w 703172"/>
                <a:gd name="connsiteY1" fmla="*/ 140787 h 648252"/>
                <a:gd name="connsiteX2" fmla="*/ 226634 w 703172"/>
                <a:gd name="connsiteY2" fmla="*/ 204934 h 648252"/>
                <a:gd name="connsiteX3" fmla="*/ 167582 w 703172"/>
                <a:gd name="connsiteY3" fmla="*/ 204962 h 648252"/>
                <a:gd name="connsiteX4" fmla="*/ 167619 w 703172"/>
                <a:gd name="connsiteY4" fmla="*/ 88193 h 648252"/>
                <a:gd name="connsiteX5" fmla="*/ 609674 w 703172"/>
                <a:gd name="connsiteY5" fmla="*/ 88453 h 648252"/>
                <a:gd name="connsiteX6" fmla="*/ 703172 w 703172"/>
                <a:gd name="connsiteY6" fmla="*/ 367263 h 648252"/>
                <a:gd name="connsiteX7" fmla="*/ 611497 w 703172"/>
                <a:gd name="connsiteY7" fmla="*/ 647059 h 648252"/>
                <a:gd name="connsiteX8" fmla="*/ 295991 w 703172"/>
                <a:gd name="connsiteY8" fmla="*/ 648252 h 648252"/>
                <a:gd name="connsiteX9" fmla="*/ 297188 w 703172"/>
                <a:gd name="connsiteY9" fmla="*/ 0 h 648252"/>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214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6670 w 703172"/>
                <a:gd name="connsiteY3" fmla="*/ 206394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7582 w 703172"/>
                <a:gd name="connsiteY3" fmla="*/ 20685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8075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1817 h 649684"/>
                <a:gd name="connsiteX1" fmla="*/ 226634 w 703172"/>
                <a:gd name="connsiteY1" fmla="*/ 142219 h 649684"/>
                <a:gd name="connsiteX2" fmla="*/ 226634 w 703172"/>
                <a:gd name="connsiteY2" fmla="*/ 206366 h 649684"/>
                <a:gd name="connsiteX3" fmla="*/ 168038 w 703172"/>
                <a:gd name="connsiteY3" fmla="*/ 205929 h 649684"/>
                <a:gd name="connsiteX4" fmla="*/ 167619 w 703172"/>
                <a:gd name="connsiteY4" fmla="*/ 89625 h 649684"/>
                <a:gd name="connsiteX5" fmla="*/ 609674 w 703172"/>
                <a:gd name="connsiteY5" fmla="*/ 89885 h 649684"/>
                <a:gd name="connsiteX6" fmla="*/ 703172 w 703172"/>
                <a:gd name="connsiteY6" fmla="*/ 368695 h 649684"/>
                <a:gd name="connsiteX7" fmla="*/ 611497 w 703172"/>
                <a:gd name="connsiteY7" fmla="*/ 648491 h 649684"/>
                <a:gd name="connsiteX8" fmla="*/ 295991 w 703172"/>
                <a:gd name="connsiteY8" fmla="*/ 649684 h 649684"/>
                <a:gd name="connsiteX9" fmla="*/ 296252 w 703172"/>
                <a:gd name="connsiteY9" fmla="*/ 0 h 649684"/>
                <a:gd name="connsiteX0" fmla="*/ 0 w 703172"/>
                <a:gd name="connsiteY0" fmla="*/ 142437 h 650304"/>
                <a:gd name="connsiteX1" fmla="*/ 226634 w 703172"/>
                <a:gd name="connsiteY1" fmla="*/ 142839 h 650304"/>
                <a:gd name="connsiteX2" fmla="*/ 226634 w 703172"/>
                <a:gd name="connsiteY2" fmla="*/ 206986 h 650304"/>
                <a:gd name="connsiteX3" fmla="*/ 168038 w 703172"/>
                <a:gd name="connsiteY3" fmla="*/ 206549 h 650304"/>
                <a:gd name="connsiteX4" fmla="*/ 167619 w 703172"/>
                <a:gd name="connsiteY4" fmla="*/ 90245 h 650304"/>
                <a:gd name="connsiteX5" fmla="*/ 609674 w 703172"/>
                <a:gd name="connsiteY5" fmla="*/ 90505 h 650304"/>
                <a:gd name="connsiteX6" fmla="*/ 703172 w 703172"/>
                <a:gd name="connsiteY6" fmla="*/ 369315 h 650304"/>
                <a:gd name="connsiteX7" fmla="*/ 611497 w 703172"/>
                <a:gd name="connsiteY7" fmla="*/ 649111 h 650304"/>
                <a:gd name="connsiteX8" fmla="*/ 295991 w 703172"/>
                <a:gd name="connsiteY8" fmla="*/ 650304 h 650304"/>
                <a:gd name="connsiteX9" fmla="*/ 295036 w 703172"/>
                <a:gd name="connsiteY9" fmla="*/ 0 h 650304"/>
                <a:gd name="connsiteX0" fmla="*/ 0 w 703172"/>
                <a:gd name="connsiteY0" fmla="*/ 143677 h 651544"/>
                <a:gd name="connsiteX1" fmla="*/ 226634 w 703172"/>
                <a:gd name="connsiteY1" fmla="*/ 144079 h 651544"/>
                <a:gd name="connsiteX2" fmla="*/ 226634 w 703172"/>
                <a:gd name="connsiteY2" fmla="*/ 208226 h 651544"/>
                <a:gd name="connsiteX3" fmla="*/ 168038 w 703172"/>
                <a:gd name="connsiteY3" fmla="*/ 207789 h 651544"/>
                <a:gd name="connsiteX4" fmla="*/ 167619 w 703172"/>
                <a:gd name="connsiteY4" fmla="*/ 91485 h 651544"/>
                <a:gd name="connsiteX5" fmla="*/ 609674 w 703172"/>
                <a:gd name="connsiteY5" fmla="*/ 91745 h 651544"/>
                <a:gd name="connsiteX6" fmla="*/ 703172 w 703172"/>
                <a:gd name="connsiteY6" fmla="*/ 370555 h 651544"/>
                <a:gd name="connsiteX7" fmla="*/ 611497 w 703172"/>
                <a:gd name="connsiteY7" fmla="*/ 650351 h 651544"/>
                <a:gd name="connsiteX8" fmla="*/ 295991 w 703172"/>
                <a:gd name="connsiteY8" fmla="*/ 651544 h 651544"/>
                <a:gd name="connsiteX9" fmla="*/ 295644 w 703172"/>
                <a:gd name="connsiteY9" fmla="*/ 0 h 651544"/>
                <a:gd name="connsiteX0" fmla="*/ 0 w 703172"/>
                <a:gd name="connsiteY0" fmla="*/ 137882 h 645749"/>
                <a:gd name="connsiteX1" fmla="*/ 226634 w 703172"/>
                <a:gd name="connsiteY1" fmla="*/ 138284 h 645749"/>
                <a:gd name="connsiteX2" fmla="*/ 226634 w 703172"/>
                <a:gd name="connsiteY2" fmla="*/ 202431 h 645749"/>
                <a:gd name="connsiteX3" fmla="*/ 168038 w 703172"/>
                <a:gd name="connsiteY3" fmla="*/ 201994 h 645749"/>
                <a:gd name="connsiteX4" fmla="*/ 167619 w 703172"/>
                <a:gd name="connsiteY4" fmla="*/ 85690 h 645749"/>
                <a:gd name="connsiteX5" fmla="*/ 609674 w 703172"/>
                <a:gd name="connsiteY5" fmla="*/ 85950 h 645749"/>
                <a:gd name="connsiteX6" fmla="*/ 703172 w 703172"/>
                <a:gd name="connsiteY6" fmla="*/ 364760 h 645749"/>
                <a:gd name="connsiteX7" fmla="*/ 611497 w 703172"/>
                <a:gd name="connsiteY7" fmla="*/ 644556 h 645749"/>
                <a:gd name="connsiteX8" fmla="*/ 295991 w 703172"/>
                <a:gd name="connsiteY8" fmla="*/ 645749 h 645749"/>
                <a:gd name="connsiteX9" fmla="*/ 296781 w 703172"/>
                <a:gd name="connsiteY9" fmla="*/ 0 h 645749"/>
                <a:gd name="connsiteX0" fmla="*/ 0 w 703172"/>
                <a:gd name="connsiteY0" fmla="*/ 140977 h 648844"/>
                <a:gd name="connsiteX1" fmla="*/ 226634 w 703172"/>
                <a:gd name="connsiteY1" fmla="*/ 141379 h 648844"/>
                <a:gd name="connsiteX2" fmla="*/ 226634 w 703172"/>
                <a:gd name="connsiteY2" fmla="*/ 205526 h 648844"/>
                <a:gd name="connsiteX3" fmla="*/ 168038 w 703172"/>
                <a:gd name="connsiteY3" fmla="*/ 205089 h 648844"/>
                <a:gd name="connsiteX4" fmla="*/ 167619 w 703172"/>
                <a:gd name="connsiteY4" fmla="*/ 88785 h 648844"/>
                <a:gd name="connsiteX5" fmla="*/ 609674 w 703172"/>
                <a:gd name="connsiteY5" fmla="*/ 89045 h 648844"/>
                <a:gd name="connsiteX6" fmla="*/ 703172 w 703172"/>
                <a:gd name="connsiteY6" fmla="*/ 367855 h 648844"/>
                <a:gd name="connsiteX7" fmla="*/ 611497 w 703172"/>
                <a:gd name="connsiteY7" fmla="*/ 647651 h 648844"/>
                <a:gd name="connsiteX8" fmla="*/ 295991 w 703172"/>
                <a:gd name="connsiteY8" fmla="*/ 648844 h 648844"/>
                <a:gd name="connsiteX9" fmla="*/ 295770 w 703172"/>
                <a:gd name="connsiteY9" fmla="*/ 0 h 648844"/>
                <a:gd name="connsiteX0" fmla="*/ 59015 w 535553"/>
                <a:gd name="connsiteY0" fmla="*/ 141379 h 648844"/>
                <a:gd name="connsiteX1" fmla="*/ 59015 w 535553"/>
                <a:gd name="connsiteY1" fmla="*/ 205526 h 648844"/>
                <a:gd name="connsiteX2" fmla="*/ 419 w 535553"/>
                <a:gd name="connsiteY2" fmla="*/ 205089 h 648844"/>
                <a:gd name="connsiteX3" fmla="*/ 0 w 535553"/>
                <a:gd name="connsiteY3" fmla="*/ 88785 h 648844"/>
                <a:gd name="connsiteX4" fmla="*/ 442055 w 535553"/>
                <a:gd name="connsiteY4" fmla="*/ 89045 h 648844"/>
                <a:gd name="connsiteX5" fmla="*/ 535553 w 535553"/>
                <a:gd name="connsiteY5" fmla="*/ 367855 h 648844"/>
                <a:gd name="connsiteX6" fmla="*/ 443878 w 535553"/>
                <a:gd name="connsiteY6" fmla="*/ 647651 h 648844"/>
                <a:gd name="connsiteX7" fmla="*/ 128372 w 535553"/>
                <a:gd name="connsiteY7" fmla="*/ 648844 h 648844"/>
                <a:gd name="connsiteX8" fmla="*/ 128151 w 535553"/>
                <a:gd name="connsiteY8" fmla="*/ 0 h 648844"/>
                <a:gd name="connsiteX0" fmla="*/ 59015 w 535553"/>
                <a:gd name="connsiteY0" fmla="*/ 205526 h 648844"/>
                <a:gd name="connsiteX1" fmla="*/ 419 w 535553"/>
                <a:gd name="connsiteY1" fmla="*/ 205089 h 648844"/>
                <a:gd name="connsiteX2" fmla="*/ 0 w 535553"/>
                <a:gd name="connsiteY2" fmla="*/ 88785 h 648844"/>
                <a:gd name="connsiteX3" fmla="*/ 442055 w 535553"/>
                <a:gd name="connsiteY3" fmla="*/ 89045 h 648844"/>
                <a:gd name="connsiteX4" fmla="*/ 535553 w 535553"/>
                <a:gd name="connsiteY4" fmla="*/ 367855 h 648844"/>
                <a:gd name="connsiteX5" fmla="*/ 443878 w 535553"/>
                <a:gd name="connsiteY5" fmla="*/ 647651 h 648844"/>
                <a:gd name="connsiteX6" fmla="*/ 128372 w 535553"/>
                <a:gd name="connsiteY6" fmla="*/ 648844 h 648844"/>
                <a:gd name="connsiteX7" fmla="*/ 128151 w 535553"/>
                <a:gd name="connsiteY7" fmla="*/ 0 h 648844"/>
                <a:gd name="connsiteX0" fmla="*/ 419 w 535553"/>
                <a:gd name="connsiteY0" fmla="*/ 205089 h 648844"/>
                <a:gd name="connsiteX1" fmla="*/ 0 w 535553"/>
                <a:gd name="connsiteY1" fmla="*/ 88785 h 648844"/>
                <a:gd name="connsiteX2" fmla="*/ 442055 w 535553"/>
                <a:gd name="connsiteY2" fmla="*/ 89045 h 648844"/>
                <a:gd name="connsiteX3" fmla="*/ 535553 w 535553"/>
                <a:gd name="connsiteY3" fmla="*/ 367855 h 648844"/>
                <a:gd name="connsiteX4" fmla="*/ 443878 w 535553"/>
                <a:gd name="connsiteY4" fmla="*/ 647651 h 648844"/>
                <a:gd name="connsiteX5" fmla="*/ 128372 w 535553"/>
                <a:gd name="connsiteY5" fmla="*/ 648844 h 648844"/>
                <a:gd name="connsiteX6" fmla="*/ 128151 w 535553"/>
                <a:gd name="connsiteY6" fmla="*/ 0 h 648844"/>
                <a:gd name="connsiteX0" fmla="*/ 0 w 535553"/>
                <a:gd name="connsiteY0" fmla="*/ 88785 h 648844"/>
                <a:gd name="connsiteX1" fmla="*/ 442055 w 535553"/>
                <a:gd name="connsiteY1" fmla="*/ 89045 h 648844"/>
                <a:gd name="connsiteX2" fmla="*/ 535553 w 535553"/>
                <a:gd name="connsiteY2" fmla="*/ 367855 h 648844"/>
                <a:gd name="connsiteX3" fmla="*/ 443878 w 535553"/>
                <a:gd name="connsiteY3" fmla="*/ 647651 h 648844"/>
                <a:gd name="connsiteX4" fmla="*/ 128372 w 535553"/>
                <a:gd name="connsiteY4" fmla="*/ 648844 h 648844"/>
                <a:gd name="connsiteX5" fmla="*/ 128151 w 535553"/>
                <a:gd name="connsiteY5" fmla="*/ 0 h 648844"/>
                <a:gd name="connsiteX0" fmla="*/ 0 w 646478"/>
                <a:gd name="connsiteY0" fmla="*/ 87901 h 648844"/>
                <a:gd name="connsiteX1" fmla="*/ 552980 w 646478"/>
                <a:gd name="connsiteY1" fmla="*/ 89045 h 648844"/>
                <a:gd name="connsiteX2" fmla="*/ 646478 w 646478"/>
                <a:gd name="connsiteY2" fmla="*/ 367855 h 648844"/>
                <a:gd name="connsiteX3" fmla="*/ 554803 w 646478"/>
                <a:gd name="connsiteY3" fmla="*/ 647651 h 648844"/>
                <a:gd name="connsiteX4" fmla="*/ 239297 w 646478"/>
                <a:gd name="connsiteY4" fmla="*/ 648844 h 648844"/>
                <a:gd name="connsiteX5" fmla="*/ 239076 w 646478"/>
                <a:gd name="connsiteY5" fmla="*/ 0 h 648844"/>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646478"/>
                <a:gd name="connsiteY0" fmla="*/ 115043 h 675986"/>
                <a:gd name="connsiteX1" fmla="*/ 552980 w 646478"/>
                <a:gd name="connsiteY1" fmla="*/ 116187 h 675986"/>
                <a:gd name="connsiteX2" fmla="*/ 646478 w 646478"/>
                <a:gd name="connsiteY2" fmla="*/ 394997 h 675986"/>
                <a:gd name="connsiteX3" fmla="*/ 554803 w 646478"/>
                <a:gd name="connsiteY3" fmla="*/ 674793 h 675986"/>
                <a:gd name="connsiteX4" fmla="*/ 239297 w 646478"/>
                <a:gd name="connsiteY4" fmla="*/ 675986 h 675986"/>
                <a:gd name="connsiteX5" fmla="*/ 239173 w 646478"/>
                <a:gd name="connsiteY5" fmla="*/ 55279 h 675986"/>
                <a:gd name="connsiteX6" fmla="*/ 239076 w 646478"/>
                <a:gd name="connsiteY6" fmla="*/ 27142 h 675986"/>
                <a:gd name="connsiteX0" fmla="*/ 0 w 963608"/>
                <a:gd name="connsiteY0" fmla="*/ 107020 h 667963"/>
                <a:gd name="connsiteX1" fmla="*/ 552980 w 963608"/>
                <a:gd name="connsiteY1" fmla="*/ 108164 h 667963"/>
                <a:gd name="connsiteX2" fmla="*/ 646478 w 963608"/>
                <a:gd name="connsiteY2" fmla="*/ 386974 h 667963"/>
                <a:gd name="connsiteX3" fmla="*/ 554803 w 963608"/>
                <a:gd name="connsiteY3" fmla="*/ 666770 h 667963"/>
                <a:gd name="connsiteX4" fmla="*/ 239297 w 963608"/>
                <a:gd name="connsiteY4" fmla="*/ 667963 h 667963"/>
                <a:gd name="connsiteX5" fmla="*/ 239173 w 963608"/>
                <a:gd name="connsiteY5" fmla="*/ 47256 h 667963"/>
                <a:gd name="connsiteX6" fmla="*/ 963608 w 963608"/>
                <a:gd name="connsiteY6" fmla="*/ 46389 h 667963"/>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963608"/>
                <a:gd name="connsiteY0" fmla="*/ 60631 h 621574"/>
                <a:gd name="connsiteX1" fmla="*/ 552980 w 963608"/>
                <a:gd name="connsiteY1" fmla="*/ 61775 h 621574"/>
                <a:gd name="connsiteX2" fmla="*/ 646478 w 963608"/>
                <a:gd name="connsiteY2" fmla="*/ 340585 h 621574"/>
                <a:gd name="connsiteX3" fmla="*/ 554803 w 963608"/>
                <a:gd name="connsiteY3" fmla="*/ 620381 h 621574"/>
                <a:gd name="connsiteX4" fmla="*/ 239297 w 963608"/>
                <a:gd name="connsiteY4" fmla="*/ 621574 h 621574"/>
                <a:gd name="connsiteX5" fmla="*/ 239173 w 963608"/>
                <a:gd name="connsiteY5" fmla="*/ 867 h 621574"/>
                <a:gd name="connsiteX6" fmla="*/ 963608 w 963608"/>
                <a:gd name="connsiteY6" fmla="*/ 0 h 621574"/>
                <a:gd name="connsiteX0" fmla="*/ 0 w 1017378"/>
                <a:gd name="connsiteY0" fmla="*/ 61293 h 622236"/>
                <a:gd name="connsiteX1" fmla="*/ 552980 w 1017378"/>
                <a:gd name="connsiteY1" fmla="*/ 62437 h 622236"/>
                <a:gd name="connsiteX2" fmla="*/ 646478 w 1017378"/>
                <a:gd name="connsiteY2" fmla="*/ 341247 h 622236"/>
                <a:gd name="connsiteX3" fmla="*/ 554803 w 1017378"/>
                <a:gd name="connsiteY3" fmla="*/ 621043 h 622236"/>
                <a:gd name="connsiteX4" fmla="*/ 239297 w 1017378"/>
                <a:gd name="connsiteY4" fmla="*/ 622236 h 622236"/>
                <a:gd name="connsiteX5" fmla="*/ 239173 w 1017378"/>
                <a:gd name="connsiteY5" fmla="*/ 1529 h 622236"/>
                <a:gd name="connsiteX6" fmla="*/ 963608 w 1017378"/>
                <a:gd name="connsiteY6" fmla="*/ 662 h 622236"/>
                <a:gd name="connsiteX7" fmla="*/ 963986 w 1017378"/>
                <a:gd name="connsiteY7"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3986 w 1017951"/>
                <a:gd name="connsiteY8"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966134 w 1017951"/>
                <a:gd name="connsiteY8" fmla="*/ 77750 h 622236"/>
                <a:gd name="connsiteX9" fmla="*/ 963986 w 1017951"/>
                <a:gd name="connsiteY9" fmla="*/ 0 h 622236"/>
                <a:gd name="connsiteX0" fmla="*/ 0 w 1017951"/>
                <a:gd name="connsiteY0" fmla="*/ 61293 h 622236"/>
                <a:gd name="connsiteX1" fmla="*/ 552980 w 1017951"/>
                <a:gd name="connsiteY1" fmla="*/ 62437 h 622236"/>
                <a:gd name="connsiteX2" fmla="*/ 646478 w 1017951"/>
                <a:gd name="connsiteY2" fmla="*/ 341247 h 622236"/>
                <a:gd name="connsiteX3" fmla="*/ 554803 w 1017951"/>
                <a:gd name="connsiteY3" fmla="*/ 621043 h 622236"/>
                <a:gd name="connsiteX4" fmla="*/ 239297 w 1017951"/>
                <a:gd name="connsiteY4" fmla="*/ 622236 h 622236"/>
                <a:gd name="connsiteX5" fmla="*/ 239173 w 1017951"/>
                <a:gd name="connsiteY5" fmla="*/ 1529 h 622236"/>
                <a:gd name="connsiteX6" fmla="*/ 963608 w 1017951"/>
                <a:gd name="connsiteY6" fmla="*/ 662 h 622236"/>
                <a:gd name="connsiteX7" fmla="*/ 951098 w 1017951"/>
                <a:gd name="connsiteY7" fmla="*/ 135789 h 622236"/>
                <a:gd name="connsiteX8" fmla="*/ 866257 w 1017951"/>
                <a:gd name="connsiteY8" fmla="*/ 165356 h 622236"/>
                <a:gd name="connsiteX9" fmla="*/ 963986 w 1017951"/>
                <a:gd name="connsiteY9" fmla="*/ 0 h 622236"/>
                <a:gd name="connsiteX0" fmla="*/ 0 w 1017951"/>
                <a:gd name="connsiteY0" fmla="*/ 60632 h 621575"/>
                <a:gd name="connsiteX1" fmla="*/ 552980 w 1017951"/>
                <a:gd name="connsiteY1" fmla="*/ 61776 h 621575"/>
                <a:gd name="connsiteX2" fmla="*/ 646478 w 1017951"/>
                <a:gd name="connsiteY2" fmla="*/ 340586 h 621575"/>
                <a:gd name="connsiteX3" fmla="*/ 554803 w 1017951"/>
                <a:gd name="connsiteY3" fmla="*/ 620382 h 621575"/>
                <a:gd name="connsiteX4" fmla="*/ 239297 w 1017951"/>
                <a:gd name="connsiteY4" fmla="*/ 621575 h 621575"/>
                <a:gd name="connsiteX5" fmla="*/ 239173 w 1017951"/>
                <a:gd name="connsiteY5" fmla="*/ 868 h 621575"/>
                <a:gd name="connsiteX6" fmla="*/ 963608 w 1017951"/>
                <a:gd name="connsiteY6" fmla="*/ 1 h 621575"/>
                <a:gd name="connsiteX7" fmla="*/ 951098 w 1017951"/>
                <a:gd name="connsiteY7" fmla="*/ 135128 h 621575"/>
                <a:gd name="connsiteX8" fmla="*/ 866257 w 1017951"/>
                <a:gd name="connsiteY8" fmla="*/ 164695 h 621575"/>
                <a:gd name="connsiteX9" fmla="*/ 844778 w 101795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866257 w 1021401"/>
                <a:gd name="connsiteY8" fmla="*/ 164695 h 621575"/>
                <a:gd name="connsiteX9" fmla="*/ 844778 w 1021401"/>
                <a:gd name="connsiteY9" fmla="*/ 94610 h 621575"/>
                <a:gd name="connsiteX0" fmla="*/ 0 w 1021401"/>
                <a:gd name="connsiteY0" fmla="*/ 60632 h 621575"/>
                <a:gd name="connsiteX1" fmla="*/ 552980 w 1021401"/>
                <a:gd name="connsiteY1" fmla="*/ 61776 h 621575"/>
                <a:gd name="connsiteX2" fmla="*/ 646478 w 1021401"/>
                <a:gd name="connsiteY2" fmla="*/ 340586 h 621575"/>
                <a:gd name="connsiteX3" fmla="*/ 554803 w 1021401"/>
                <a:gd name="connsiteY3" fmla="*/ 620382 h 621575"/>
                <a:gd name="connsiteX4" fmla="*/ 239297 w 1021401"/>
                <a:gd name="connsiteY4" fmla="*/ 621575 h 621575"/>
                <a:gd name="connsiteX5" fmla="*/ 239173 w 1021401"/>
                <a:gd name="connsiteY5" fmla="*/ 868 h 621575"/>
                <a:gd name="connsiteX6" fmla="*/ 963608 w 1021401"/>
                <a:gd name="connsiteY6" fmla="*/ 1 h 621575"/>
                <a:gd name="connsiteX7" fmla="*/ 965060 w 1021401"/>
                <a:gd name="connsiteY7" fmla="*/ 63948 h 621575"/>
                <a:gd name="connsiteX8" fmla="*/ 907067 w 1021401"/>
                <a:gd name="connsiteY8" fmla="*/ 65043 h 621575"/>
                <a:gd name="connsiteX9" fmla="*/ 844778 w 1021401"/>
                <a:gd name="connsiteY9" fmla="*/ 94610 h 621575"/>
                <a:gd name="connsiteX0" fmla="*/ 0 w 1021401"/>
                <a:gd name="connsiteY0" fmla="*/ 134663 h 695606"/>
                <a:gd name="connsiteX1" fmla="*/ 552980 w 1021401"/>
                <a:gd name="connsiteY1" fmla="*/ 135807 h 695606"/>
                <a:gd name="connsiteX2" fmla="*/ 646478 w 1021401"/>
                <a:gd name="connsiteY2" fmla="*/ 414617 h 695606"/>
                <a:gd name="connsiteX3" fmla="*/ 554803 w 1021401"/>
                <a:gd name="connsiteY3" fmla="*/ 694413 h 695606"/>
                <a:gd name="connsiteX4" fmla="*/ 239297 w 1021401"/>
                <a:gd name="connsiteY4" fmla="*/ 695606 h 695606"/>
                <a:gd name="connsiteX5" fmla="*/ 239173 w 1021401"/>
                <a:gd name="connsiteY5" fmla="*/ 74899 h 695606"/>
                <a:gd name="connsiteX6" fmla="*/ 963608 w 1021401"/>
                <a:gd name="connsiteY6" fmla="*/ 74032 h 695606"/>
                <a:gd name="connsiteX7" fmla="*/ 965060 w 1021401"/>
                <a:gd name="connsiteY7" fmla="*/ 137979 h 695606"/>
                <a:gd name="connsiteX8" fmla="*/ 907067 w 1021401"/>
                <a:gd name="connsiteY8" fmla="*/ 139074 h 695606"/>
                <a:gd name="connsiteX9" fmla="*/ 905993 w 1021401"/>
                <a:gd name="connsiteY9" fmla="*/ 0 h 695606"/>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7979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401"/>
                <a:gd name="connsiteY0" fmla="*/ 133568 h 694511"/>
                <a:gd name="connsiteX1" fmla="*/ 552980 w 1021401"/>
                <a:gd name="connsiteY1" fmla="*/ 134712 h 694511"/>
                <a:gd name="connsiteX2" fmla="*/ 646478 w 1021401"/>
                <a:gd name="connsiteY2" fmla="*/ 413522 h 694511"/>
                <a:gd name="connsiteX3" fmla="*/ 554803 w 1021401"/>
                <a:gd name="connsiteY3" fmla="*/ 693318 h 694511"/>
                <a:gd name="connsiteX4" fmla="*/ 239297 w 1021401"/>
                <a:gd name="connsiteY4" fmla="*/ 694511 h 694511"/>
                <a:gd name="connsiteX5" fmla="*/ 239173 w 1021401"/>
                <a:gd name="connsiteY5" fmla="*/ 73804 h 694511"/>
                <a:gd name="connsiteX6" fmla="*/ 963608 w 1021401"/>
                <a:gd name="connsiteY6" fmla="*/ 72937 h 694511"/>
                <a:gd name="connsiteX7" fmla="*/ 965060 w 1021401"/>
                <a:gd name="connsiteY7" fmla="*/ 136884 h 694511"/>
                <a:gd name="connsiteX8" fmla="*/ 907067 w 1021401"/>
                <a:gd name="connsiteY8" fmla="*/ 138693 h 694511"/>
                <a:gd name="connsiteX9" fmla="*/ 907067 w 1021401"/>
                <a:gd name="connsiteY9" fmla="*/ 0 h 694511"/>
                <a:gd name="connsiteX0" fmla="*/ 0 w 1021585"/>
                <a:gd name="connsiteY0" fmla="*/ 133568 h 694511"/>
                <a:gd name="connsiteX1" fmla="*/ 552980 w 1021585"/>
                <a:gd name="connsiteY1" fmla="*/ 134712 h 694511"/>
                <a:gd name="connsiteX2" fmla="*/ 646478 w 1021585"/>
                <a:gd name="connsiteY2" fmla="*/ 413522 h 694511"/>
                <a:gd name="connsiteX3" fmla="*/ 554803 w 1021585"/>
                <a:gd name="connsiteY3" fmla="*/ 693318 h 694511"/>
                <a:gd name="connsiteX4" fmla="*/ 239297 w 1021585"/>
                <a:gd name="connsiteY4" fmla="*/ 694511 h 694511"/>
                <a:gd name="connsiteX5" fmla="*/ 239173 w 1021585"/>
                <a:gd name="connsiteY5" fmla="*/ 73804 h 694511"/>
                <a:gd name="connsiteX6" fmla="*/ 963608 w 1021585"/>
                <a:gd name="connsiteY6" fmla="*/ 72937 h 694511"/>
                <a:gd name="connsiteX7" fmla="*/ 965760 w 1021585"/>
                <a:gd name="connsiteY7" fmla="*/ 146166 h 694511"/>
                <a:gd name="connsiteX8" fmla="*/ 907067 w 1021585"/>
                <a:gd name="connsiteY8" fmla="*/ 138693 h 694511"/>
                <a:gd name="connsiteX9" fmla="*/ 907067 w 1021585"/>
                <a:gd name="connsiteY9" fmla="*/ 0 h 694511"/>
                <a:gd name="connsiteX0" fmla="*/ 0 w 1021771"/>
                <a:gd name="connsiteY0" fmla="*/ 133568 h 694511"/>
                <a:gd name="connsiteX1" fmla="*/ 552980 w 1021771"/>
                <a:gd name="connsiteY1" fmla="*/ 134712 h 694511"/>
                <a:gd name="connsiteX2" fmla="*/ 646478 w 1021771"/>
                <a:gd name="connsiteY2" fmla="*/ 413522 h 694511"/>
                <a:gd name="connsiteX3" fmla="*/ 554803 w 1021771"/>
                <a:gd name="connsiteY3" fmla="*/ 693318 h 694511"/>
                <a:gd name="connsiteX4" fmla="*/ 239297 w 1021771"/>
                <a:gd name="connsiteY4" fmla="*/ 694511 h 694511"/>
                <a:gd name="connsiteX5" fmla="*/ 239173 w 1021771"/>
                <a:gd name="connsiteY5" fmla="*/ 73804 h 694511"/>
                <a:gd name="connsiteX6" fmla="*/ 963608 w 1021771"/>
                <a:gd name="connsiteY6" fmla="*/ 72937 h 694511"/>
                <a:gd name="connsiteX7" fmla="*/ 966461 w 1021771"/>
                <a:gd name="connsiteY7" fmla="*/ 136884 h 694511"/>
                <a:gd name="connsiteX8" fmla="*/ 907067 w 1021771"/>
                <a:gd name="connsiteY8" fmla="*/ 138693 h 694511"/>
                <a:gd name="connsiteX9" fmla="*/ 907067 w 1021771"/>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3608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7328"/>
                <a:gd name="connsiteY0" fmla="*/ 133568 h 694511"/>
                <a:gd name="connsiteX1" fmla="*/ 552980 w 967328"/>
                <a:gd name="connsiteY1" fmla="*/ 134712 h 694511"/>
                <a:gd name="connsiteX2" fmla="*/ 646478 w 967328"/>
                <a:gd name="connsiteY2" fmla="*/ 413522 h 694511"/>
                <a:gd name="connsiteX3" fmla="*/ 554803 w 967328"/>
                <a:gd name="connsiteY3" fmla="*/ 693318 h 694511"/>
                <a:gd name="connsiteX4" fmla="*/ 239297 w 967328"/>
                <a:gd name="connsiteY4" fmla="*/ 694511 h 694511"/>
                <a:gd name="connsiteX5" fmla="*/ 239173 w 967328"/>
                <a:gd name="connsiteY5" fmla="*/ 73804 h 694511"/>
                <a:gd name="connsiteX6" fmla="*/ 965709 w 967328"/>
                <a:gd name="connsiteY6" fmla="*/ 72937 h 694511"/>
                <a:gd name="connsiteX7" fmla="*/ 966461 w 967328"/>
                <a:gd name="connsiteY7" fmla="*/ 136884 h 694511"/>
                <a:gd name="connsiteX8" fmla="*/ 907067 w 967328"/>
                <a:gd name="connsiteY8" fmla="*/ 138693 h 694511"/>
                <a:gd name="connsiteX9" fmla="*/ 907067 w 967328"/>
                <a:gd name="connsiteY9" fmla="*/ 0 h 694511"/>
                <a:gd name="connsiteX0" fmla="*/ 0 w 966461"/>
                <a:gd name="connsiteY0" fmla="*/ 133568 h 694511"/>
                <a:gd name="connsiteX1" fmla="*/ 552980 w 966461"/>
                <a:gd name="connsiteY1" fmla="*/ 134712 h 694511"/>
                <a:gd name="connsiteX2" fmla="*/ 646478 w 966461"/>
                <a:gd name="connsiteY2" fmla="*/ 413522 h 694511"/>
                <a:gd name="connsiteX3" fmla="*/ 554803 w 966461"/>
                <a:gd name="connsiteY3" fmla="*/ 693318 h 694511"/>
                <a:gd name="connsiteX4" fmla="*/ 239297 w 966461"/>
                <a:gd name="connsiteY4" fmla="*/ 694511 h 694511"/>
                <a:gd name="connsiteX5" fmla="*/ 239173 w 966461"/>
                <a:gd name="connsiteY5" fmla="*/ 73804 h 694511"/>
                <a:gd name="connsiteX6" fmla="*/ 965709 w 966461"/>
                <a:gd name="connsiteY6" fmla="*/ 72937 h 694511"/>
                <a:gd name="connsiteX7" fmla="*/ 966461 w 966461"/>
                <a:gd name="connsiteY7" fmla="*/ 136884 h 694511"/>
                <a:gd name="connsiteX8" fmla="*/ 907067 w 966461"/>
                <a:gd name="connsiteY8" fmla="*/ 138693 h 694511"/>
                <a:gd name="connsiteX9" fmla="*/ 907067 w 966461"/>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067 w 965875"/>
                <a:gd name="connsiteY8" fmla="*/ 138693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6367 w 965875"/>
                <a:gd name="connsiteY8" fmla="*/ 15511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2866 w 965875"/>
                <a:gd name="connsiteY8" fmla="*/ 15725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8468 w 965875"/>
                <a:gd name="connsiteY8" fmla="*/ 140835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2937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3568 h 694511"/>
                <a:gd name="connsiteX1" fmla="*/ 552980 w 965875"/>
                <a:gd name="connsiteY1" fmla="*/ 134712 h 694511"/>
                <a:gd name="connsiteX2" fmla="*/ 646478 w 965875"/>
                <a:gd name="connsiteY2" fmla="*/ 413522 h 694511"/>
                <a:gd name="connsiteX3" fmla="*/ 554803 w 965875"/>
                <a:gd name="connsiteY3" fmla="*/ 693318 h 694511"/>
                <a:gd name="connsiteX4" fmla="*/ 239297 w 965875"/>
                <a:gd name="connsiteY4" fmla="*/ 694511 h 694511"/>
                <a:gd name="connsiteX5" fmla="*/ 239173 w 965875"/>
                <a:gd name="connsiteY5" fmla="*/ 73804 h 694511"/>
                <a:gd name="connsiteX6" fmla="*/ 965709 w 965875"/>
                <a:gd name="connsiteY6" fmla="*/ 73681 h 694511"/>
                <a:gd name="connsiteX7" fmla="*/ 965761 w 965875"/>
                <a:gd name="connsiteY7" fmla="*/ 139026 h 694511"/>
                <a:gd name="connsiteX8" fmla="*/ 907768 w 965875"/>
                <a:gd name="connsiteY8" fmla="*/ 139407 h 694511"/>
                <a:gd name="connsiteX9" fmla="*/ 907067 w 965875"/>
                <a:gd name="connsiteY9" fmla="*/ 0 h 694511"/>
                <a:gd name="connsiteX0" fmla="*/ 0 w 965875"/>
                <a:gd name="connsiteY0" fmla="*/ 132824 h 693767"/>
                <a:gd name="connsiteX1" fmla="*/ 552980 w 965875"/>
                <a:gd name="connsiteY1" fmla="*/ 133968 h 693767"/>
                <a:gd name="connsiteX2" fmla="*/ 646478 w 965875"/>
                <a:gd name="connsiteY2" fmla="*/ 412778 h 693767"/>
                <a:gd name="connsiteX3" fmla="*/ 554803 w 965875"/>
                <a:gd name="connsiteY3" fmla="*/ 692574 h 693767"/>
                <a:gd name="connsiteX4" fmla="*/ 239297 w 965875"/>
                <a:gd name="connsiteY4" fmla="*/ 693767 h 693767"/>
                <a:gd name="connsiteX5" fmla="*/ 239173 w 965875"/>
                <a:gd name="connsiteY5" fmla="*/ 73060 h 693767"/>
                <a:gd name="connsiteX6" fmla="*/ 965709 w 965875"/>
                <a:gd name="connsiteY6" fmla="*/ 72937 h 693767"/>
                <a:gd name="connsiteX7" fmla="*/ 965761 w 965875"/>
                <a:gd name="connsiteY7" fmla="*/ 138282 h 693767"/>
                <a:gd name="connsiteX8" fmla="*/ 907768 w 965875"/>
                <a:gd name="connsiteY8" fmla="*/ 138663 h 693767"/>
                <a:gd name="connsiteX9" fmla="*/ 908527 w 965875"/>
                <a:gd name="connsiteY9" fmla="*/ 0 h 693767"/>
                <a:gd name="connsiteX0" fmla="*/ 0 w 965875"/>
                <a:gd name="connsiteY0" fmla="*/ 135799 h 696742"/>
                <a:gd name="connsiteX1" fmla="*/ 552980 w 965875"/>
                <a:gd name="connsiteY1" fmla="*/ 136943 h 696742"/>
                <a:gd name="connsiteX2" fmla="*/ 646478 w 965875"/>
                <a:gd name="connsiteY2" fmla="*/ 415753 h 696742"/>
                <a:gd name="connsiteX3" fmla="*/ 554803 w 965875"/>
                <a:gd name="connsiteY3" fmla="*/ 695549 h 696742"/>
                <a:gd name="connsiteX4" fmla="*/ 239297 w 965875"/>
                <a:gd name="connsiteY4" fmla="*/ 696742 h 696742"/>
                <a:gd name="connsiteX5" fmla="*/ 239173 w 965875"/>
                <a:gd name="connsiteY5" fmla="*/ 76035 h 696742"/>
                <a:gd name="connsiteX6" fmla="*/ 965709 w 965875"/>
                <a:gd name="connsiteY6" fmla="*/ 75912 h 696742"/>
                <a:gd name="connsiteX7" fmla="*/ 965761 w 965875"/>
                <a:gd name="connsiteY7" fmla="*/ 141257 h 696742"/>
                <a:gd name="connsiteX8" fmla="*/ 907768 w 965875"/>
                <a:gd name="connsiteY8" fmla="*/ 141638 h 696742"/>
                <a:gd name="connsiteX9" fmla="*/ 907798 w 965875"/>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0027 w 1626729"/>
                <a:gd name="connsiteY5" fmla="*/ 76035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7407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902298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729"/>
                <a:gd name="connsiteY0" fmla="*/ 133485 h 696742"/>
                <a:gd name="connsiteX1" fmla="*/ 1213834 w 1626729"/>
                <a:gd name="connsiteY1" fmla="*/ 136943 h 696742"/>
                <a:gd name="connsiteX2" fmla="*/ 1307332 w 1626729"/>
                <a:gd name="connsiteY2" fmla="*/ 415753 h 696742"/>
                <a:gd name="connsiteX3" fmla="*/ 1215657 w 1626729"/>
                <a:gd name="connsiteY3" fmla="*/ 695549 h 696742"/>
                <a:gd name="connsiteX4" fmla="*/ 900151 w 1626729"/>
                <a:gd name="connsiteY4" fmla="*/ 696742 h 696742"/>
                <a:gd name="connsiteX5" fmla="*/ 897756 w 1626729"/>
                <a:gd name="connsiteY5" fmla="*/ 25091 h 696742"/>
                <a:gd name="connsiteX6" fmla="*/ 1626563 w 1626729"/>
                <a:gd name="connsiteY6" fmla="*/ 75912 h 696742"/>
                <a:gd name="connsiteX7" fmla="*/ 1626615 w 1626729"/>
                <a:gd name="connsiteY7" fmla="*/ 141257 h 696742"/>
                <a:gd name="connsiteX8" fmla="*/ 1568622 w 1626729"/>
                <a:gd name="connsiteY8" fmla="*/ 141638 h 696742"/>
                <a:gd name="connsiteX9" fmla="*/ 1568652 w 1626729"/>
                <a:gd name="connsiteY9" fmla="*/ 0 h 696742"/>
                <a:gd name="connsiteX0" fmla="*/ 0 w 1626615"/>
                <a:gd name="connsiteY0" fmla="*/ 133485 h 696742"/>
                <a:gd name="connsiteX1" fmla="*/ 1213834 w 1626615"/>
                <a:gd name="connsiteY1" fmla="*/ 136943 h 696742"/>
                <a:gd name="connsiteX2" fmla="*/ 1307332 w 1626615"/>
                <a:gd name="connsiteY2" fmla="*/ 415753 h 696742"/>
                <a:gd name="connsiteX3" fmla="*/ 1215657 w 1626615"/>
                <a:gd name="connsiteY3" fmla="*/ 695549 h 696742"/>
                <a:gd name="connsiteX4" fmla="*/ 900151 w 1626615"/>
                <a:gd name="connsiteY4" fmla="*/ 696742 h 696742"/>
                <a:gd name="connsiteX5" fmla="*/ 897756 w 1626615"/>
                <a:gd name="connsiteY5" fmla="*/ 25091 h 696742"/>
                <a:gd name="connsiteX6" fmla="*/ 1508472 w 1626615"/>
                <a:gd name="connsiteY6" fmla="*/ 27284 h 696742"/>
                <a:gd name="connsiteX7" fmla="*/ 1626615 w 1626615"/>
                <a:gd name="connsiteY7" fmla="*/ 141257 h 696742"/>
                <a:gd name="connsiteX8" fmla="*/ 1568622 w 1626615"/>
                <a:gd name="connsiteY8" fmla="*/ 141638 h 696742"/>
                <a:gd name="connsiteX9" fmla="*/ 1568652 w 1626615"/>
                <a:gd name="connsiteY9" fmla="*/ 0 h 696742"/>
                <a:gd name="connsiteX0" fmla="*/ 0 w 1571298"/>
                <a:gd name="connsiteY0" fmla="*/ 286313 h 849570"/>
                <a:gd name="connsiteX1" fmla="*/ 1213834 w 1571298"/>
                <a:gd name="connsiteY1" fmla="*/ 289771 h 849570"/>
                <a:gd name="connsiteX2" fmla="*/ 1307332 w 1571298"/>
                <a:gd name="connsiteY2" fmla="*/ 568581 h 849570"/>
                <a:gd name="connsiteX3" fmla="*/ 1215657 w 1571298"/>
                <a:gd name="connsiteY3" fmla="*/ 848377 h 849570"/>
                <a:gd name="connsiteX4" fmla="*/ 900151 w 1571298"/>
                <a:gd name="connsiteY4" fmla="*/ 849570 h 849570"/>
                <a:gd name="connsiteX5" fmla="*/ 897756 w 1571298"/>
                <a:gd name="connsiteY5" fmla="*/ 177919 h 849570"/>
                <a:gd name="connsiteX6" fmla="*/ 1508472 w 1571298"/>
                <a:gd name="connsiteY6" fmla="*/ 180112 h 849570"/>
                <a:gd name="connsiteX7" fmla="*/ 1508525 w 1571298"/>
                <a:gd name="connsiteY7" fmla="*/ 0 h 849570"/>
                <a:gd name="connsiteX8" fmla="*/ 1568622 w 1571298"/>
                <a:gd name="connsiteY8" fmla="*/ 294466 h 849570"/>
                <a:gd name="connsiteX9" fmla="*/ 1568652 w 1571298"/>
                <a:gd name="connsiteY9" fmla="*/ 152828 h 849570"/>
                <a:gd name="connsiteX0" fmla="*/ 0 w 1568652"/>
                <a:gd name="connsiteY0" fmla="*/ 286433 h 849690"/>
                <a:gd name="connsiteX1" fmla="*/ 1213834 w 1568652"/>
                <a:gd name="connsiteY1" fmla="*/ 289891 h 849690"/>
                <a:gd name="connsiteX2" fmla="*/ 1307332 w 1568652"/>
                <a:gd name="connsiteY2" fmla="*/ 568701 h 849690"/>
                <a:gd name="connsiteX3" fmla="*/ 1215657 w 1568652"/>
                <a:gd name="connsiteY3" fmla="*/ 848497 h 849690"/>
                <a:gd name="connsiteX4" fmla="*/ 900151 w 1568652"/>
                <a:gd name="connsiteY4" fmla="*/ 849690 h 849690"/>
                <a:gd name="connsiteX5" fmla="*/ 897756 w 1568652"/>
                <a:gd name="connsiteY5" fmla="*/ 178039 h 849690"/>
                <a:gd name="connsiteX6" fmla="*/ 1508472 w 1568652"/>
                <a:gd name="connsiteY6" fmla="*/ 180232 h 849690"/>
                <a:gd name="connsiteX7" fmla="*/ 1508525 w 1568652"/>
                <a:gd name="connsiteY7" fmla="*/ 120 h 849690"/>
                <a:gd name="connsiteX8" fmla="*/ 1568652 w 1568652"/>
                <a:gd name="connsiteY8" fmla="*/ 152948 h 84969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7756 w 1508638"/>
                <a:gd name="connsiteY5" fmla="*/ 177919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898677 w 1508638"/>
                <a:gd name="connsiteY5" fmla="*/ 176980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7889 w 1508638"/>
                <a:gd name="connsiteY5" fmla="*/ 172284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49570"/>
                <a:gd name="connsiteX1" fmla="*/ 1213834 w 1508638"/>
                <a:gd name="connsiteY1" fmla="*/ 289771 h 849570"/>
                <a:gd name="connsiteX2" fmla="*/ 1307332 w 1508638"/>
                <a:gd name="connsiteY2" fmla="*/ 568581 h 849570"/>
                <a:gd name="connsiteX3" fmla="*/ 1215657 w 1508638"/>
                <a:gd name="connsiteY3" fmla="*/ 848377 h 849570"/>
                <a:gd name="connsiteX4" fmla="*/ 900151 w 1508638"/>
                <a:gd name="connsiteY4" fmla="*/ 849570 h 849570"/>
                <a:gd name="connsiteX5" fmla="*/ 901441 w 1508638"/>
                <a:gd name="connsiteY5" fmla="*/ 180738 h 849570"/>
                <a:gd name="connsiteX6" fmla="*/ 1508472 w 1508638"/>
                <a:gd name="connsiteY6" fmla="*/ 180112 h 849570"/>
                <a:gd name="connsiteX7" fmla="*/ 1508525 w 1508638"/>
                <a:gd name="connsiteY7" fmla="*/ 0 h 849570"/>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8638"/>
                <a:gd name="connsiteY0" fmla="*/ 286313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7717"/>
                <a:gd name="connsiteY0" fmla="*/ 290072 h 850509"/>
                <a:gd name="connsiteX1" fmla="*/ 1212913 w 1507717"/>
                <a:gd name="connsiteY1" fmla="*/ 289771 h 850509"/>
                <a:gd name="connsiteX2" fmla="*/ 1306411 w 1507717"/>
                <a:gd name="connsiteY2" fmla="*/ 568581 h 850509"/>
                <a:gd name="connsiteX3" fmla="*/ 1214736 w 1507717"/>
                <a:gd name="connsiteY3" fmla="*/ 848377 h 850509"/>
                <a:gd name="connsiteX4" fmla="*/ 901072 w 1507717"/>
                <a:gd name="connsiteY4" fmla="*/ 850509 h 850509"/>
                <a:gd name="connsiteX5" fmla="*/ 900520 w 1507717"/>
                <a:gd name="connsiteY5" fmla="*/ 180738 h 850509"/>
                <a:gd name="connsiteX6" fmla="*/ 1507551 w 1507717"/>
                <a:gd name="connsiteY6" fmla="*/ 180112 h 850509"/>
                <a:gd name="connsiteX7" fmla="*/ 1507604 w 1507717"/>
                <a:gd name="connsiteY7" fmla="*/ 0 h 850509"/>
                <a:gd name="connsiteX0" fmla="*/ 0 w 1508638"/>
                <a:gd name="connsiteY0" fmla="*/ 292890 h 850509"/>
                <a:gd name="connsiteX1" fmla="*/ 1213834 w 1508638"/>
                <a:gd name="connsiteY1" fmla="*/ 289771 h 850509"/>
                <a:gd name="connsiteX2" fmla="*/ 1307332 w 1508638"/>
                <a:gd name="connsiteY2" fmla="*/ 568581 h 850509"/>
                <a:gd name="connsiteX3" fmla="*/ 1215657 w 1508638"/>
                <a:gd name="connsiteY3" fmla="*/ 848377 h 850509"/>
                <a:gd name="connsiteX4" fmla="*/ 901993 w 1508638"/>
                <a:gd name="connsiteY4" fmla="*/ 850509 h 850509"/>
                <a:gd name="connsiteX5" fmla="*/ 901441 w 1508638"/>
                <a:gd name="connsiteY5" fmla="*/ 180738 h 850509"/>
                <a:gd name="connsiteX6" fmla="*/ 1508472 w 1508638"/>
                <a:gd name="connsiteY6" fmla="*/ 180112 h 850509"/>
                <a:gd name="connsiteX7" fmla="*/ 1508525 w 1508638"/>
                <a:gd name="connsiteY7" fmla="*/ 0 h 850509"/>
                <a:gd name="connsiteX0" fmla="*/ 0 w 1509559"/>
                <a:gd name="connsiteY0" fmla="*/ 291951 h 850509"/>
                <a:gd name="connsiteX1" fmla="*/ 1214755 w 1509559"/>
                <a:gd name="connsiteY1" fmla="*/ 289771 h 850509"/>
                <a:gd name="connsiteX2" fmla="*/ 1308253 w 1509559"/>
                <a:gd name="connsiteY2" fmla="*/ 568581 h 850509"/>
                <a:gd name="connsiteX3" fmla="*/ 1216578 w 1509559"/>
                <a:gd name="connsiteY3" fmla="*/ 848377 h 850509"/>
                <a:gd name="connsiteX4" fmla="*/ 902914 w 1509559"/>
                <a:gd name="connsiteY4" fmla="*/ 850509 h 850509"/>
                <a:gd name="connsiteX5" fmla="*/ 902362 w 1509559"/>
                <a:gd name="connsiteY5" fmla="*/ 180738 h 850509"/>
                <a:gd name="connsiteX6" fmla="*/ 1509393 w 1509559"/>
                <a:gd name="connsiteY6" fmla="*/ 180112 h 850509"/>
                <a:gd name="connsiteX7" fmla="*/ 1509446 w 1509559"/>
                <a:gd name="connsiteY7" fmla="*/ 0 h 850509"/>
                <a:gd name="connsiteX0" fmla="*/ 0 w 1509446"/>
                <a:gd name="connsiteY0" fmla="*/ 291951 h 850509"/>
                <a:gd name="connsiteX1" fmla="*/ 1214755 w 1509446"/>
                <a:gd name="connsiteY1" fmla="*/ 289771 h 850509"/>
                <a:gd name="connsiteX2" fmla="*/ 1308253 w 1509446"/>
                <a:gd name="connsiteY2" fmla="*/ 568581 h 850509"/>
                <a:gd name="connsiteX3" fmla="*/ 1216578 w 1509446"/>
                <a:gd name="connsiteY3" fmla="*/ 848377 h 850509"/>
                <a:gd name="connsiteX4" fmla="*/ 902914 w 1509446"/>
                <a:gd name="connsiteY4" fmla="*/ 850509 h 850509"/>
                <a:gd name="connsiteX5" fmla="*/ 902362 w 1509446"/>
                <a:gd name="connsiteY5" fmla="*/ 180738 h 850509"/>
                <a:gd name="connsiteX6" fmla="*/ 1509393 w 1509446"/>
                <a:gd name="connsiteY6" fmla="*/ 180112 h 850509"/>
                <a:gd name="connsiteX7" fmla="*/ 1509446 w 1509446"/>
                <a:gd name="connsiteY7" fmla="*/ 0 h 850509"/>
                <a:gd name="connsiteX0" fmla="*/ 0 w 1507827"/>
                <a:gd name="connsiteY0" fmla="*/ 286998 h 850509"/>
                <a:gd name="connsiteX1" fmla="*/ 1213136 w 1507827"/>
                <a:gd name="connsiteY1" fmla="*/ 289771 h 850509"/>
                <a:gd name="connsiteX2" fmla="*/ 1306634 w 1507827"/>
                <a:gd name="connsiteY2" fmla="*/ 568581 h 850509"/>
                <a:gd name="connsiteX3" fmla="*/ 1214959 w 1507827"/>
                <a:gd name="connsiteY3" fmla="*/ 848377 h 850509"/>
                <a:gd name="connsiteX4" fmla="*/ 901295 w 1507827"/>
                <a:gd name="connsiteY4" fmla="*/ 850509 h 850509"/>
                <a:gd name="connsiteX5" fmla="*/ 900743 w 1507827"/>
                <a:gd name="connsiteY5" fmla="*/ 180738 h 850509"/>
                <a:gd name="connsiteX6" fmla="*/ 1507774 w 1507827"/>
                <a:gd name="connsiteY6" fmla="*/ 180112 h 850509"/>
                <a:gd name="connsiteX7" fmla="*/ 1507827 w 1507827"/>
                <a:gd name="connsiteY7" fmla="*/ 0 h 850509"/>
                <a:gd name="connsiteX0" fmla="*/ 0 w 1504589"/>
                <a:gd name="connsiteY0" fmla="*/ 290301 h 850509"/>
                <a:gd name="connsiteX1" fmla="*/ 1209898 w 1504589"/>
                <a:gd name="connsiteY1" fmla="*/ 289771 h 850509"/>
                <a:gd name="connsiteX2" fmla="*/ 1303396 w 1504589"/>
                <a:gd name="connsiteY2" fmla="*/ 568581 h 850509"/>
                <a:gd name="connsiteX3" fmla="*/ 1211721 w 1504589"/>
                <a:gd name="connsiteY3" fmla="*/ 848377 h 850509"/>
                <a:gd name="connsiteX4" fmla="*/ 898057 w 1504589"/>
                <a:gd name="connsiteY4" fmla="*/ 850509 h 850509"/>
                <a:gd name="connsiteX5" fmla="*/ 897505 w 1504589"/>
                <a:gd name="connsiteY5" fmla="*/ 180738 h 850509"/>
                <a:gd name="connsiteX6" fmla="*/ 1504536 w 1504589"/>
                <a:gd name="connsiteY6" fmla="*/ 180112 h 850509"/>
                <a:gd name="connsiteX7" fmla="*/ 1504589 w 1504589"/>
                <a:gd name="connsiteY7" fmla="*/ 0 h 850509"/>
                <a:gd name="connsiteX0" fmla="*/ 0 w 1502970"/>
                <a:gd name="connsiteY0" fmla="*/ 287000 h 850509"/>
                <a:gd name="connsiteX1" fmla="*/ 1208279 w 1502970"/>
                <a:gd name="connsiteY1" fmla="*/ 289771 h 850509"/>
                <a:gd name="connsiteX2" fmla="*/ 1301777 w 1502970"/>
                <a:gd name="connsiteY2" fmla="*/ 568581 h 850509"/>
                <a:gd name="connsiteX3" fmla="*/ 1210102 w 1502970"/>
                <a:gd name="connsiteY3" fmla="*/ 848377 h 850509"/>
                <a:gd name="connsiteX4" fmla="*/ 896438 w 1502970"/>
                <a:gd name="connsiteY4" fmla="*/ 850509 h 850509"/>
                <a:gd name="connsiteX5" fmla="*/ 895886 w 1502970"/>
                <a:gd name="connsiteY5" fmla="*/ 180738 h 850509"/>
                <a:gd name="connsiteX6" fmla="*/ 1502917 w 1502970"/>
                <a:gd name="connsiteY6" fmla="*/ 180112 h 850509"/>
                <a:gd name="connsiteX7" fmla="*/ 1502970 w 1502970"/>
                <a:gd name="connsiteY7" fmla="*/ 0 h 850509"/>
                <a:gd name="connsiteX0" fmla="*/ 0 w 1297367"/>
                <a:gd name="connsiteY0" fmla="*/ 288651 h 850509"/>
                <a:gd name="connsiteX1" fmla="*/ 1002676 w 1297367"/>
                <a:gd name="connsiteY1" fmla="*/ 289771 h 850509"/>
                <a:gd name="connsiteX2" fmla="*/ 1096174 w 1297367"/>
                <a:gd name="connsiteY2" fmla="*/ 568581 h 850509"/>
                <a:gd name="connsiteX3" fmla="*/ 1004499 w 1297367"/>
                <a:gd name="connsiteY3" fmla="*/ 848377 h 850509"/>
                <a:gd name="connsiteX4" fmla="*/ 690835 w 1297367"/>
                <a:gd name="connsiteY4" fmla="*/ 850509 h 850509"/>
                <a:gd name="connsiteX5" fmla="*/ 690283 w 1297367"/>
                <a:gd name="connsiteY5" fmla="*/ 180738 h 850509"/>
                <a:gd name="connsiteX6" fmla="*/ 1297314 w 1297367"/>
                <a:gd name="connsiteY6" fmla="*/ 180112 h 850509"/>
                <a:gd name="connsiteX7" fmla="*/ 1297367 w 1297367"/>
                <a:gd name="connsiteY7" fmla="*/ 0 h 850509"/>
                <a:gd name="connsiteX0" fmla="*/ 0 w 1297367"/>
                <a:gd name="connsiteY0" fmla="*/ 288651 h 850509"/>
                <a:gd name="connsiteX1" fmla="*/ 512749 w 1297367"/>
                <a:gd name="connsiteY1" fmla="*/ 285154 h 850509"/>
                <a:gd name="connsiteX2" fmla="*/ 1002676 w 1297367"/>
                <a:gd name="connsiteY2" fmla="*/ 289771 h 850509"/>
                <a:gd name="connsiteX3" fmla="*/ 1096174 w 1297367"/>
                <a:gd name="connsiteY3" fmla="*/ 568581 h 850509"/>
                <a:gd name="connsiteX4" fmla="*/ 1004499 w 1297367"/>
                <a:gd name="connsiteY4" fmla="*/ 848377 h 850509"/>
                <a:gd name="connsiteX5" fmla="*/ 690835 w 1297367"/>
                <a:gd name="connsiteY5" fmla="*/ 850509 h 850509"/>
                <a:gd name="connsiteX6" fmla="*/ 690283 w 1297367"/>
                <a:gd name="connsiteY6" fmla="*/ 180738 h 850509"/>
                <a:gd name="connsiteX7" fmla="*/ 1297314 w 1297367"/>
                <a:gd name="connsiteY7" fmla="*/ 180112 h 850509"/>
                <a:gd name="connsiteX8" fmla="*/ 1297367 w 1297367"/>
                <a:gd name="connsiteY8" fmla="*/ 0 h 850509"/>
                <a:gd name="connsiteX0" fmla="*/ 3744 w 784618"/>
                <a:gd name="connsiteY0" fmla="*/ 1284702 h 1284702"/>
                <a:gd name="connsiteX1" fmla="*/ 0 w 784618"/>
                <a:gd name="connsiteY1" fmla="*/ 285154 h 1284702"/>
                <a:gd name="connsiteX2" fmla="*/ 489927 w 784618"/>
                <a:gd name="connsiteY2" fmla="*/ 289771 h 1284702"/>
                <a:gd name="connsiteX3" fmla="*/ 583425 w 784618"/>
                <a:gd name="connsiteY3" fmla="*/ 568581 h 1284702"/>
                <a:gd name="connsiteX4" fmla="*/ 491750 w 784618"/>
                <a:gd name="connsiteY4" fmla="*/ 848377 h 1284702"/>
                <a:gd name="connsiteX5" fmla="*/ 178086 w 784618"/>
                <a:gd name="connsiteY5" fmla="*/ 850509 h 1284702"/>
                <a:gd name="connsiteX6" fmla="*/ 177534 w 784618"/>
                <a:gd name="connsiteY6" fmla="*/ 180738 h 1284702"/>
                <a:gd name="connsiteX7" fmla="*/ 784565 w 784618"/>
                <a:gd name="connsiteY7" fmla="*/ 180112 h 1284702"/>
                <a:gd name="connsiteX8" fmla="*/ 784618 w 784618"/>
                <a:gd name="connsiteY8" fmla="*/ 0 h 1284702"/>
                <a:gd name="connsiteX0" fmla="*/ 3744 w 784618"/>
                <a:gd name="connsiteY0" fmla="*/ 1303784 h 1303784"/>
                <a:gd name="connsiteX1" fmla="*/ 0 w 784618"/>
                <a:gd name="connsiteY1" fmla="*/ 285154 h 1303784"/>
                <a:gd name="connsiteX2" fmla="*/ 489927 w 784618"/>
                <a:gd name="connsiteY2" fmla="*/ 289771 h 1303784"/>
                <a:gd name="connsiteX3" fmla="*/ 583425 w 784618"/>
                <a:gd name="connsiteY3" fmla="*/ 568581 h 1303784"/>
                <a:gd name="connsiteX4" fmla="*/ 491750 w 784618"/>
                <a:gd name="connsiteY4" fmla="*/ 848377 h 1303784"/>
                <a:gd name="connsiteX5" fmla="*/ 178086 w 784618"/>
                <a:gd name="connsiteY5" fmla="*/ 850509 h 1303784"/>
                <a:gd name="connsiteX6" fmla="*/ 177534 w 784618"/>
                <a:gd name="connsiteY6" fmla="*/ 180738 h 1303784"/>
                <a:gd name="connsiteX7" fmla="*/ 784565 w 784618"/>
                <a:gd name="connsiteY7" fmla="*/ 180112 h 1303784"/>
                <a:gd name="connsiteX8" fmla="*/ 784618 w 784618"/>
                <a:gd name="connsiteY8" fmla="*/ 0 h 1303784"/>
                <a:gd name="connsiteX0" fmla="*/ 3744 w 784565"/>
                <a:gd name="connsiteY0" fmla="*/ 1123672 h 1123672"/>
                <a:gd name="connsiteX1" fmla="*/ 0 w 784565"/>
                <a:gd name="connsiteY1" fmla="*/ 105042 h 1123672"/>
                <a:gd name="connsiteX2" fmla="*/ 489927 w 784565"/>
                <a:gd name="connsiteY2" fmla="*/ 109659 h 1123672"/>
                <a:gd name="connsiteX3" fmla="*/ 583425 w 784565"/>
                <a:gd name="connsiteY3" fmla="*/ 388469 h 1123672"/>
                <a:gd name="connsiteX4" fmla="*/ 491750 w 784565"/>
                <a:gd name="connsiteY4" fmla="*/ 668265 h 1123672"/>
                <a:gd name="connsiteX5" fmla="*/ 178086 w 784565"/>
                <a:gd name="connsiteY5" fmla="*/ 670397 h 1123672"/>
                <a:gd name="connsiteX6" fmla="*/ 177534 w 784565"/>
                <a:gd name="connsiteY6" fmla="*/ 626 h 1123672"/>
                <a:gd name="connsiteX7" fmla="*/ 784565 w 784565"/>
                <a:gd name="connsiteY7" fmla="*/ 0 h 1123672"/>
                <a:gd name="connsiteX0" fmla="*/ 3744 w 583425"/>
                <a:gd name="connsiteY0" fmla="*/ 4894164 h 4894164"/>
                <a:gd name="connsiteX1" fmla="*/ 0 w 583425"/>
                <a:gd name="connsiteY1" fmla="*/ 3875534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3744 w 583425"/>
                <a:gd name="connsiteY0" fmla="*/ 4894164 h 4894164"/>
                <a:gd name="connsiteX1" fmla="*/ 0 w 583425"/>
                <a:gd name="connsiteY1" fmla="*/ 3883441 h 4894164"/>
                <a:gd name="connsiteX2" fmla="*/ 489927 w 583425"/>
                <a:gd name="connsiteY2" fmla="*/ 3880151 h 4894164"/>
                <a:gd name="connsiteX3" fmla="*/ 583425 w 583425"/>
                <a:gd name="connsiteY3" fmla="*/ 4158961 h 4894164"/>
                <a:gd name="connsiteX4" fmla="*/ 491750 w 583425"/>
                <a:gd name="connsiteY4" fmla="*/ 4438757 h 4894164"/>
                <a:gd name="connsiteX5" fmla="*/ 178086 w 583425"/>
                <a:gd name="connsiteY5" fmla="*/ 4440889 h 4894164"/>
                <a:gd name="connsiteX6" fmla="*/ 177534 w 583425"/>
                <a:gd name="connsiteY6" fmla="*/ 3771118 h 4894164"/>
                <a:gd name="connsiteX7" fmla="*/ 174506 w 583425"/>
                <a:gd name="connsiteY7" fmla="*/ 0 h 4894164"/>
                <a:gd name="connsiteX0" fmla="*/ 1158 w 580839"/>
                <a:gd name="connsiteY0" fmla="*/ 4894164 h 4894164"/>
                <a:gd name="connsiteX1" fmla="*/ 0 w 580839"/>
                <a:gd name="connsiteY1" fmla="*/ 3878170 h 4894164"/>
                <a:gd name="connsiteX2" fmla="*/ 487341 w 580839"/>
                <a:gd name="connsiteY2" fmla="*/ 3880151 h 4894164"/>
                <a:gd name="connsiteX3" fmla="*/ 580839 w 580839"/>
                <a:gd name="connsiteY3" fmla="*/ 4158961 h 4894164"/>
                <a:gd name="connsiteX4" fmla="*/ 489164 w 580839"/>
                <a:gd name="connsiteY4" fmla="*/ 4438757 h 4894164"/>
                <a:gd name="connsiteX5" fmla="*/ 175500 w 580839"/>
                <a:gd name="connsiteY5" fmla="*/ 4440889 h 4894164"/>
                <a:gd name="connsiteX6" fmla="*/ 174948 w 580839"/>
                <a:gd name="connsiteY6" fmla="*/ 3771118 h 4894164"/>
                <a:gd name="connsiteX7" fmla="*/ 171920 w 580839"/>
                <a:gd name="connsiteY7" fmla="*/ 0 h 4894164"/>
                <a:gd name="connsiteX0" fmla="*/ 1156 w 580837"/>
                <a:gd name="connsiteY0" fmla="*/ 4894164 h 4894164"/>
                <a:gd name="connsiteX1" fmla="*/ 0 w 580837"/>
                <a:gd name="connsiteY1" fmla="*/ 3880808 h 4894164"/>
                <a:gd name="connsiteX2" fmla="*/ 487339 w 580837"/>
                <a:gd name="connsiteY2" fmla="*/ 3880151 h 4894164"/>
                <a:gd name="connsiteX3" fmla="*/ 580837 w 580837"/>
                <a:gd name="connsiteY3" fmla="*/ 4158961 h 4894164"/>
                <a:gd name="connsiteX4" fmla="*/ 489162 w 580837"/>
                <a:gd name="connsiteY4" fmla="*/ 4438757 h 4894164"/>
                <a:gd name="connsiteX5" fmla="*/ 175498 w 580837"/>
                <a:gd name="connsiteY5" fmla="*/ 4440889 h 4894164"/>
                <a:gd name="connsiteX6" fmla="*/ 174946 w 580837"/>
                <a:gd name="connsiteY6" fmla="*/ 3771118 h 4894164"/>
                <a:gd name="connsiteX7" fmla="*/ 171918 w 580837"/>
                <a:gd name="connsiteY7" fmla="*/ 0 h 4894164"/>
                <a:gd name="connsiteX0" fmla="*/ 1156 w 580837"/>
                <a:gd name="connsiteY0" fmla="*/ 7329561 h 7329561"/>
                <a:gd name="connsiteX1" fmla="*/ 0 w 580837"/>
                <a:gd name="connsiteY1" fmla="*/ 6316205 h 7329561"/>
                <a:gd name="connsiteX2" fmla="*/ 487339 w 580837"/>
                <a:gd name="connsiteY2" fmla="*/ 6315548 h 7329561"/>
                <a:gd name="connsiteX3" fmla="*/ 580837 w 580837"/>
                <a:gd name="connsiteY3" fmla="*/ 6594358 h 7329561"/>
                <a:gd name="connsiteX4" fmla="*/ 489162 w 580837"/>
                <a:gd name="connsiteY4" fmla="*/ 6874154 h 7329561"/>
                <a:gd name="connsiteX5" fmla="*/ 175498 w 580837"/>
                <a:gd name="connsiteY5" fmla="*/ 6876286 h 7329561"/>
                <a:gd name="connsiteX6" fmla="*/ 174946 w 580837"/>
                <a:gd name="connsiteY6" fmla="*/ 6206515 h 7329561"/>
                <a:gd name="connsiteX7" fmla="*/ 174503 w 580837"/>
                <a:gd name="connsiteY7" fmla="*/ 0 h 7329561"/>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0215308 h 20215308"/>
                <a:gd name="connsiteX1" fmla="*/ 0 w 580837"/>
                <a:gd name="connsiteY1" fmla="*/ 19201952 h 20215308"/>
                <a:gd name="connsiteX2" fmla="*/ 487339 w 580837"/>
                <a:gd name="connsiteY2" fmla="*/ 19201295 h 20215308"/>
                <a:gd name="connsiteX3" fmla="*/ 580837 w 580837"/>
                <a:gd name="connsiteY3" fmla="*/ 19480105 h 20215308"/>
                <a:gd name="connsiteX4" fmla="*/ 489162 w 580837"/>
                <a:gd name="connsiteY4" fmla="*/ 19759901 h 20215308"/>
                <a:gd name="connsiteX5" fmla="*/ 175498 w 580837"/>
                <a:gd name="connsiteY5" fmla="*/ 19762033 h 20215308"/>
                <a:gd name="connsiteX6" fmla="*/ 174946 w 580837"/>
                <a:gd name="connsiteY6" fmla="*/ 19092262 h 20215308"/>
                <a:gd name="connsiteX7" fmla="*/ 174503 w 580837"/>
                <a:gd name="connsiteY7" fmla="*/ 0 h 20215308"/>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2754"/>
                <a:gd name="connsiteX1" fmla="*/ 0 w 580837"/>
                <a:gd name="connsiteY1" fmla="*/ 20409398 h 21422754"/>
                <a:gd name="connsiteX2" fmla="*/ 487339 w 580837"/>
                <a:gd name="connsiteY2" fmla="*/ 20408741 h 21422754"/>
                <a:gd name="connsiteX3" fmla="*/ 580837 w 580837"/>
                <a:gd name="connsiteY3" fmla="*/ 20687551 h 21422754"/>
                <a:gd name="connsiteX4" fmla="*/ 489162 w 580837"/>
                <a:gd name="connsiteY4" fmla="*/ 20967347 h 21422754"/>
                <a:gd name="connsiteX5" fmla="*/ 175498 w 580837"/>
                <a:gd name="connsiteY5" fmla="*/ 20969479 h 21422754"/>
                <a:gd name="connsiteX6" fmla="*/ 174946 w 580837"/>
                <a:gd name="connsiteY6" fmla="*/ 20299708 h 21422754"/>
                <a:gd name="connsiteX7" fmla="*/ 174504 w 580837"/>
                <a:gd name="connsiteY7" fmla="*/ 1 h 21422754"/>
                <a:gd name="connsiteX0" fmla="*/ 1156 w 580837"/>
                <a:gd name="connsiteY0" fmla="*/ 21422754 h 21429455"/>
                <a:gd name="connsiteX1" fmla="*/ 0 w 580837"/>
                <a:gd name="connsiteY1" fmla="*/ 20409398 h 21429455"/>
                <a:gd name="connsiteX2" fmla="*/ 487339 w 580837"/>
                <a:gd name="connsiteY2" fmla="*/ 20408741 h 21429455"/>
                <a:gd name="connsiteX3" fmla="*/ 580837 w 580837"/>
                <a:gd name="connsiteY3" fmla="*/ 20687551 h 21429455"/>
                <a:gd name="connsiteX4" fmla="*/ 489162 w 580837"/>
                <a:gd name="connsiteY4" fmla="*/ 20967347 h 21429455"/>
                <a:gd name="connsiteX5" fmla="*/ 175498 w 580837"/>
                <a:gd name="connsiteY5" fmla="*/ 20969479 h 21429455"/>
                <a:gd name="connsiteX6" fmla="*/ 174946 w 580837"/>
                <a:gd name="connsiteY6" fmla="*/ 20299708 h 21429455"/>
                <a:gd name="connsiteX7" fmla="*/ 174504 w 580837"/>
                <a:gd name="connsiteY7" fmla="*/ 1 h 21429455"/>
                <a:gd name="connsiteX0" fmla="*/ 1156 w 580837"/>
                <a:gd name="connsiteY0" fmla="*/ 21536810 h 21542702"/>
                <a:gd name="connsiteX1" fmla="*/ 0 w 580837"/>
                <a:gd name="connsiteY1" fmla="*/ 20409398 h 21542702"/>
                <a:gd name="connsiteX2" fmla="*/ 487339 w 580837"/>
                <a:gd name="connsiteY2" fmla="*/ 20408741 h 21542702"/>
                <a:gd name="connsiteX3" fmla="*/ 580837 w 580837"/>
                <a:gd name="connsiteY3" fmla="*/ 20687551 h 21542702"/>
                <a:gd name="connsiteX4" fmla="*/ 489162 w 580837"/>
                <a:gd name="connsiteY4" fmla="*/ 20967347 h 21542702"/>
                <a:gd name="connsiteX5" fmla="*/ 175498 w 580837"/>
                <a:gd name="connsiteY5" fmla="*/ 20969479 h 21542702"/>
                <a:gd name="connsiteX6" fmla="*/ 174946 w 580837"/>
                <a:gd name="connsiteY6" fmla="*/ 20299708 h 21542702"/>
                <a:gd name="connsiteX7" fmla="*/ 174504 w 580837"/>
                <a:gd name="connsiteY7" fmla="*/ 1 h 21542702"/>
                <a:gd name="connsiteX0" fmla="*/ 0 w 580837"/>
                <a:gd name="connsiteY0" fmla="*/ 20409397 h 20969478"/>
                <a:gd name="connsiteX1" fmla="*/ 487339 w 580837"/>
                <a:gd name="connsiteY1" fmla="*/ 20408740 h 20969478"/>
                <a:gd name="connsiteX2" fmla="*/ 580837 w 580837"/>
                <a:gd name="connsiteY2" fmla="*/ 20687550 h 20969478"/>
                <a:gd name="connsiteX3" fmla="*/ 489162 w 580837"/>
                <a:gd name="connsiteY3" fmla="*/ 20967346 h 20969478"/>
                <a:gd name="connsiteX4" fmla="*/ 175498 w 580837"/>
                <a:gd name="connsiteY4" fmla="*/ 20969478 h 20969478"/>
                <a:gd name="connsiteX5" fmla="*/ 174946 w 580837"/>
                <a:gd name="connsiteY5" fmla="*/ 20299707 h 20969478"/>
                <a:gd name="connsiteX6" fmla="*/ 174504 w 580837"/>
                <a:gd name="connsiteY6" fmla="*/ 0 h 20969478"/>
                <a:gd name="connsiteX0" fmla="*/ 0 w 884170"/>
                <a:gd name="connsiteY0" fmla="*/ 20409397 h 20969478"/>
                <a:gd name="connsiteX1" fmla="*/ 790672 w 884170"/>
                <a:gd name="connsiteY1" fmla="*/ 20408740 h 20969478"/>
                <a:gd name="connsiteX2" fmla="*/ 884170 w 884170"/>
                <a:gd name="connsiteY2" fmla="*/ 20687550 h 20969478"/>
                <a:gd name="connsiteX3" fmla="*/ 792495 w 884170"/>
                <a:gd name="connsiteY3" fmla="*/ 20967346 h 20969478"/>
                <a:gd name="connsiteX4" fmla="*/ 478831 w 884170"/>
                <a:gd name="connsiteY4" fmla="*/ 20969478 h 20969478"/>
                <a:gd name="connsiteX5" fmla="*/ 478279 w 884170"/>
                <a:gd name="connsiteY5" fmla="*/ 20299707 h 20969478"/>
                <a:gd name="connsiteX6" fmla="*/ 477837 w 884170"/>
                <a:gd name="connsiteY6" fmla="*/ 0 h 20969478"/>
                <a:gd name="connsiteX0" fmla="*/ 0 w 884170"/>
                <a:gd name="connsiteY0" fmla="*/ 16890324 h 17450405"/>
                <a:gd name="connsiteX1" fmla="*/ 790672 w 884170"/>
                <a:gd name="connsiteY1" fmla="*/ 16889667 h 17450405"/>
                <a:gd name="connsiteX2" fmla="*/ 884170 w 884170"/>
                <a:gd name="connsiteY2" fmla="*/ 17168477 h 17450405"/>
                <a:gd name="connsiteX3" fmla="*/ 792495 w 884170"/>
                <a:gd name="connsiteY3" fmla="*/ 17448273 h 17450405"/>
                <a:gd name="connsiteX4" fmla="*/ 478831 w 884170"/>
                <a:gd name="connsiteY4" fmla="*/ 17450405 h 17450405"/>
                <a:gd name="connsiteX5" fmla="*/ 478279 w 884170"/>
                <a:gd name="connsiteY5" fmla="*/ 16780634 h 17450405"/>
                <a:gd name="connsiteX6" fmla="*/ 473595 w 884170"/>
                <a:gd name="connsiteY6" fmla="*/ 0 h 17450405"/>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3475070 h 14035151"/>
                <a:gd name="connsiteX1" fmla="*/ 790672 w 884170"/>
                <a:gd name="connsiteY1" fmla="*/ 13474413 h 14035151"/>
                <a:gd name="connsiteX2" fmla="*/ 884170 w 884170"/>
                <a:gd name="connsiteY2" fmla="*/ 13753223 h 14035151"/>
                <a:gd name="connsiteX3" fmla="*/ 792495 w 884170"/>
                <a:gd name="connsiteY3" fmla="*/ 14033019 h 14035151"/>
                <a:gd name="connsiteX4" fmla="*/ 478831 w 884170"/>
                <a:gd name="connsiteY4" fmla="*/ 14035151 h 14035151"/>
                <a:gd name="connsiteX5" fmla="*/ 478279 w 884170"/>
                <a:gd name="connsiteY5" fmla="*/ 13365380 h 14035151"/>
                <a:gd name="connsiteX6" fmla="*/ 479959 w 884170"/>
                <a:gd name="connsiteY6" fmla="*/ 0 h 14035151"/>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10747626 h 11307707"/>
                <a:gd name="connsiteX1" fmla="*/ 790672 w 884170"/>
                <a:gd name="connsiteY1" fmla="*/ 10746969 h 11307707"/>
                <a:gd name="connsiteX2" fmla="*/ 884170 w 884170"/>
                <a:gd name="connsiteY2" fmla="*/ 11025779 h 11307707"/>
                <a:gd name="connsiteX3" fmla="*/ 792495 w 884170"/>
                <a:gd name="connsiteY3" fmla="*/ 11305575 h 11307707"/>
                <a:gd name="connsiteX4" fmla="*/ 478831 w 884170"/>
                <a:gd name="connsiteY4" fmla="*/ 11307707 h 11307707"/>
                <a:gd name="connsiteX5" fmla="*/ 478279 w 884170"/>
                <a:gd name="connsiteY5" fmla="*/ 10637936 h 11307707"/>
                <a:gd name="connsiteX6" fmla="*/ 499050 w 884170"/>
                <a:gd name="connsiteY6" fmla="*/ 0 h 11307707"/>
                <a:gd name="connsiteX0" fmla="*/ 0 w 884170"/>
                <a:gd name="connsiteY0" fmla="*/ 7483778 h 8043859"/>
                <a:gd name="connsiteX1" fmla="*/ 790672 w 884170"/>
                <a:gd name="connsiteY1" fmla="*/ 7483121 h 8043859"/>
                <a:gd name="connsiteX2" fmla="*/ 884170 w 884170"/>
                <a:gd name="connsiteY2" fmla="*/ 7761931 h 8043859"/>
                <a:gd name="connsiteX3" fmla="*/ 792495 w 884170"/>
                <a:gd name="connsiteY3" fmla="*/ 8041727 h 8043859"/>
                <a:gd name="connsiteX4" fmla="*/ 478831 w 884170"/>
                <a:gd name="connsiteY4" fmla="*/ 8043859 h 8043859"/>
                <a:gd name="connsiteX5" fmla="*/ 478279 w 884170"/>
                <a:gd name="connsiteY5" fmla="*/ 7374088 h 8043859"/>
                <a:gd name="connsiteX6" fmla="*/ 528747 w 884170"/>
                <a:gd name="connsiteY6" fmla="*/ 0 h 8043859"/>
                <a:gd name="connsiteX0" fmla="*/ 0 w 884170"/>
                <a:gd name="connsiteY0" fmla="*/ 4209115 h 4769196"/>
                <a:gd name="connsiteX1" fmla="*/ 790672 w 884170"/>
                <a:gd name="connsiteY1" fmla="*/ 4208458 h 4769196"/>
                <a:gd name="connsiteX2" fmla="*/ 884170 w 884170"/>
                <a:gd name="connsiteY2" fmla="*/ 4487268 h 4769196"/>
                <a:gd name="connsiteX3" fmla="*/ 792495 w 884170"/>
                <a:gd name="connsiteY3" fmla="*/ 4767064 h 4769196"/>
                <a:gd name="connsiteX4" fmla="*/ 478831 w 884170"/>
                <a:gd name="connsiteY4" fmla="*/ 4769196 h 4769196"/>
                <a:gd name="connsiteX5" fmla="*/ 478279 w 884170"/>
                <a:gd name="connsiteY5" fmla="*/ 4099425 h 4769196"/>
                <a:gd name="connsiteX6" fmla="*/ 592384 w 884170"/>
                <a:gd name="connsiteY6" fmla="*/ 0 h 4769196"/>
                <a:gd name="connsiteX0" fmla="*/ 0 w 884170"/>
                <a:gd name="connsiteY0" fmla="*/ 707344 h 1272545"/>
                <a:gd name="connsiteX1" fmla="*/ 790672 w 884170"/>
                <a:gd name="connsiteY1" fmla="*/ 706687 h 1272545"/>
                <a:gd name="connsiteX2" fmla="*/ 884170 w 884170"/>
                <a:gd name="connsiteY2" fmla="*/ 985497 h 1272545"/>
                <a:gd name="connsiteX3" fmla="*/ 792495 w 884170"/>
                <a:gd name="connsiteY3" fmla="*/ 1265293 h 1272545"/>
                <a:gd name="connsiteX4" fmla="*/ 478831 w 884170"/>
                <a:gd name="connsiteY4" fmla="*/ 1267425 h 1272545"/>
                <a:gd name="connsiteX5" fmla="*/ 478279 w 884170"/>
                <a:gd name="connsiteY5" fmla="*/ 597654 h 1272545"/>
                <a:gd name="connsiteX6" fmla="*/ 634808 w 884170"/>
                <a:gd name="connsiteY6" fmla="*/ 0 h 127254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60765 h 720846"/>
                <a:gd name="connsiteX1" fmla="*/ 790672 w 884170"/>
                <a:gd name="connsiteY1" fmla="*/ 160108 h 720846"/>
                <a:gd name="connsiteX2" fmla="*/ 884170 w 884170"/>
                <a:gd name="connsiteY2" fmla="*/ 438918 h 720846"/>
                <a:gd name="connsiteX3" fmla="*/ 792495 w 884170"/>
                <a:gd name="connsiteY3" fmla="*/ 718714 h 720846"/>
                <a:gd name="connsiteX4" fmla="*/ 478831 w 884170"/>
                <a:gd name="connsiteY4" fmla="*/ 720846 h 720846"/>
                <a:gd name="connsiteX5" fmla="*/ 478279 w 884170"/>
                <a:gd name="connsiteY5" fmla="*/ 51075 h 720846"/>
                <a:gd name="connsiteX6" fmla="*/ 475150 w 884170"/>
                <a:gd name="connsiteY6" fmla="*/ 46063 h 720846"/>
                <a:gd name="connsiteX0" fmla="*/ 0 w 1635452"/>
                <a:gd name="connsiteY0" fmla="*/ 158524 h 718605"/>
                <a:gd name="connsiteX1" fmla="*/ 790672 w 1635452"/>
                <a:gd name="connsiteY1" fmla="*/ 157867 h 718605"/>
                <a:gd name="connsiteX2" fmla="*/ 884170 w 1635452"/>
                <a:gd name="connsiteY2" fmla="*/ 436677 h 718605"/>
                <a:gd name="connsiteX3" fmla="*/ 792495 w 1635452"/>
                <a:gd name="connsiteY3" fmla="*/ 716473 h 718605"/>
                <a:gd name="connsiteX4" fmla="*/ 478831 w 1635452"/>
                <a:gd name="connsiteY4" fmla="*/ 718605 h 718605"/>
                <a:gd name="connsiteX5" fmla="*/ 478279 w 1635452"/>
                <a:gd name="connsiteY5" fmla="*/ 48834 h 718605"/>
                <a:gd name="connsiteX6" fmla="*/ 1635452 w 1635452"/>
                <a:gd name="connsiteY6" fmla="*/ 52474 h 718605"/>
                <a:gd name="connsiteX0" fmla="*/ 0 w 884170"/>
                <a:gd name="connsiteY0" fmla="*/ 109690 h 669771"/>
                <a:gd name="connsiteX1" fmla="*/ 790672 w 884170"/>
                <a:gd name="connsiteY1" fmla="*/ 109033 h 669771"/>
                <a:gd name="connsiteX2" fmla="*/ 884170 w 884170"/>
                <a:gd name="connsiteY2" fmla="*/ 387843 h 669771"/>
                <a:gd name="connsiteX3" fmla="*/ 792495 w 884170"/>
                <a:gd name="connsiteY3" fmla="*/ 667639 h 669771"/>
                <a:gd name="connsiteX4" fmla="*/ 478831 w 884170"/>
                <a:gd name="connsiteY4" fmla="*/ 669771 h 669771"/>
                <a:gd name="connsiteX5" fmla="*/ 478279 w 884170"/>
                <a:gd name="connsiteY5" fmla="*/ 0 h 669771"/>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58881 h 716830"/>
                <a:gd name="connsiteX1" fmla="*/ 790672 w 884170"/>
                <a:gd name="connsiteY1" fmla="*/ 158224 h 716830"/>
                <a:gd name="connsiteX2" fmla="*/ 884170 w 884170"/>
                <a:gd name="connsiteY2" fmla="*/ 437034 h 716830"/>
                <a:gd name="connsiteX3" fmla="*/ 792495 w 884170"/>
                <a:gd name="connsiteY3" fmla="*/ 716830 h 716830"/>
                <a:gd name="connsiteX4" fmla="*/ 478831 w 884170"/>
                <a:gd name="connsiteY4" fmla="*/ 716799 h 716830"/>
                <a:gd name="connsiteX5" fmla="*/ 478279 w 884170"/>
                <a:gd name="connsiteY5" fmla="*/ 49191 h 716830"/>
                <a:gd name="connsiteX6" fmla="*/ 474915 w 884170"/>
                <a:gd name="connsiteY6" fmla="*/ 50104 h 716830"/>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28854"/>
                <a:gd name="connsiteY0" fmla="*/ 169685 h 727634"/>
                <a:gd name="connsiteX1" fmla="*/ 790672 w 1628854"/>
                <a:gd name="connsiteY1" fmla="*/ 169028 h 727634"/>
                <a:gd name="connsiteX2" fmla="*/ 884170 w 1628854"/>
                <a:gd name="connsiteY2" fmla="*/ 447838 h 727634"/>
                <a:gd name="connsiteX3" fmla="*/ 792495 w 1628854"/>
                <a:gd name="connsiteY3" fmla="*/ 727634 h 727634"/>
                <a:gd name="connsiteX4" fmla="*/ 478831 w 1628854"/>
                <a:gd name="connsiteY4" fmla="*/ 727603 h 727634"/>
                <a:gd name="connsiteX5" fmla="*/ 478279 w 1628854"/>
                <a:gd name="connsiteY5" fmla="*/ 59995 h 727634"/>
                <a:gd name="connsiteX6" fmla="*/ 1628854 w 1628854"/>
                <a:gd name="connsiteY6" fmla="*/ 26301 h 727634"/>
                <a:gd name="connsiteX0" fmla="*/ 0 w 1637339"/>
                <a:gd name="connsiteY0" fmla="*/ 301277 h 859226"/>
                <a:gd name="connsiteX1" fmla="*/ 790672 w 1637339"/>
                <a:gd name="connsiteY1" fmla="*/ 300620 h 859226"/>
                <a:gd name="connsiteX2" fmla="*/ 884170 w 1637339"/>
                <a:gd name="connsiteY2" fmla="*/ 579430 h 859226"/>
                <a:gd name="connsiteX3" fmla="*/ 792495 w 1637339"/>
                <a:gd name="connsiteY3" fmla="*/ 859226 h 859226"/>
                <a:gd name="connsiteX4" fmla="*/ 478831 w 1637339"/>
                <a:gd name="connsiteY4" fmla="*/ 859195 h 859226"/>
                <a:gd name="connsiteX5" fmla="*/ 478279 w 1637339"/>
                <a:gd name="connsiteY5" fmla="*/ 191587 h 859226"/>
                <a:gd name="connsiteX6" fmla="*/ 1637339 w 1637339"/>
                <a:gd name="connsiteY6" fmla="*/ 0 h 859226"/>
                <a:gd name="connsiteX0" fmla="*/ 0 w 1721986"/>
                <a:gd name="connsiteY0" fmla="*/ 316105 h 874054"/>
                <a:gd name="connsiteX1" fmla="*/ 790672 w 1721986"/>
                <a:gd name="connsiteY1" fmla="*/ 315448 h 874054"/>
                <a:gd name="connsiteX2" fmla="*/ 884170 w 1721986"/>
                <a:gd name="connsiteY2" fmla="*/ 594258 h 874054"/>
                <a:gd name="connsiteX3" fmla="*/ 792495 w 1721986"/>
                <a:gd name="connsiteY3" fmla="*/ 874054 h 874054"/>
                <a:gd name="connsiteX4" fmla="*/ 478831 w 1721986"/>
                <a:gd name="connsiteY4" fmla="*/ 874023 h 874054"/>
                <a:gd name="connsiteX5" fmla="*/ 478279 w 1721986"/>
                <a:gd name="connsiteY5" fmla="*/ 206415 h 874054"/>
                <a:gd name="connsiteX6" fmla="*/ 1637339 w 1721986"/>
                <a:gd name="connsiteY6" fmla="*/ 14828 h 874054"/>
                <a:gd name="connsiteX7" fmla="*/ 1633095 w 1721986"/>
                <a:gd name="connsiteY7" fmla="*/ 12665 h 874054"/>
                <a:gd name="connsiteX0" fmla="*/ 0 w 1723632"/>
                <a:gd name="connsiteY0" fmla="*/ 774957 h 1332906"/>
                <a:gd name="connsiteX1" fmla="*/ 790672 w 1723632"/>
                <a:gd name="connsiteY1" fmla="*/ 774300 h 1332906"/>
                <a:gd name="connsiteX2" fmla="*/ 884170 w 1723632"/>
                <a:gd name="connsiteY2" fmla="*/ 1053110 h 1332906"/>
                <a:gd name="connsiteX3" fmla="*/ 792495 w 1723632"/>
                <a:gd name="connsiteY3" fmla="*/ 1332906 h 1332906"/>
                <a:gd name="connsiteX4" fmla="*/ 478831 w 1723632"/>
                <a:gd name="connsiteY4" fmla="*/ 1332875 h 1332906"/>
                <a:gd name="connsiteX5" fmla="*/ 478279 w 1723632"/>
                <a:gd name="connsiteY5" fmla="*/ 665267 h 1332906"/>
                <a:gd name="connsiteX6" fmla="*/ 1637339 w 1723632"/>
                <a:gd name="connsiteY6" fmla="*/ 473680 h 1332906"/>
                <a:gd name="connsiteX7" fmla="*/ 1639459 w 1723632"/>
                <a:gd name="connsiteY7" fmla="*/ 0 h 1332906"/>
                <a:gd name="connsiteX0" fmla="*/ 0 w 1637339"/>
                <a:gd name="connsiteY0" fmla="*/ 301278 h 859227"/>
                <a:gd name="connsiteX1" fmla="*/ 790672 w 1637339"/>
                <a:gd name="connsiteY1" fmla="*/ 300621 h 859227"/>
                <a:gd name="connsiteX2" fmla="*/ 884170 w 1637339"/>
                <a:gd name="connsiteY2" fmla="*/ 579431 h 859227"/>
                <a:gd name="connsiteX3" fmla="*/ 792495 w 1637339"/>
                <a:gd name="connsiteY3" fmla="*/ 859227 h 859227"/>
                <a:gd name="connsiteX4" fmla="*/ 478831 w 1637339"/>
                <a:gd name="connsiteY4" fmla="*/ 859196 h 859227"/>
                <a:gd name="connsiteX5" fmla="*/ 478279 w 1637339"/>
                <a:gd name="connsiteY5" fmla="*/ 191588 h 859227"/>
                <a:gd name="connsiteX6" fmla="*/ 1637339 w 1637339"/>
                <a:gd name="connsiteY6" fmla="*/ 1 h 859227"/>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84170"/>
                <a:gd name="connsiteY0" fmla="*/ 109690 h 667639"/>
                <a:gd name="connsiteX1" fmla="*/ 790672 w 884170"/>
                <a:gd name="connsiteY1" fmla="*/ 109033 h 667639"/>
                <a:gd name="connsiteX2" fmla="*/ 884170 w 884170"/>
                <a:gd name="connsiteY2" fmla="*/ 387843 h 667639"/>
                <a:gd name="connsiteX3" fmla="*/ 792495 w 884170"/>
                <a:gd name="connsiteY3" fmla="*/ 667639 h 667639"/>
                <a:gd name="connsiteX4" fmla="*/ 478831 w 884170"/>
                <a:gd name="connsiteY4" fmla="*/ 667608 h 667639"/>
                <a:gd name="connsiteX5" fmla="*/ 478279 w 884170"/>
                <a:gd name="connsiteY5" fmla="*/ 0 h 667639"/>
                <a:gd name="connsiteX0" fmla="*/ 0 w 896897"/>
                <a:gd name="connsiteY0" fmla="*/ 107527 h 667639"/>
                <a:gd name="connsiteX1" fmla="*/ 803399 w 896897"/>
                <a:gd name="connsiteY1" fmla="*/ 109033 h 667639"/>
                <a:gd name="connsiteX2" fmla="*/ 896897 w 896897"/>
                <a:gd name="connsiteY2" fmla="*/ 387843 h 667639"/>
                <a:gd name="connsiteX3" fmla="*/ 805222 w 896897"/>
                <a:gd name="connsiteY3" fmla="*/ 667639 h 667639"/>
                <a:gd name="connsiteX4" fmla="*/ 491558 w 896897"/>
                <a:gd name="connsiteY4" fmla="*/ 667608 h 667639"/>
                <a:gd name="connsiteX5" fmla="*/ 491006 w 896897"/>
                <a:gd name="connsiteY5" fmla="*/ 0 h 66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6897" h="667639">
                  <a:moveTo>
                    <a:pt x="0" y="107527"/>
                  </a:moveTo>
                  <a:lnTo>
                    <a:pt x="803399" y="109033"/>
                  </a:lnTo>
                  <a:lnTo>
                    <a:pt x="896897" y="387843"/>
                  </a:lnTo>
                  <a:lnTo>
                    <a:pt x="805222" y="667639"/>
                  </a:lnTo>
                  <a:lnTo>
                    <a:pt x="491558" y="667608"/>
                  </a:lnTo>
                  <a:lnTo>
                    <a:pt x="491006" y="0"/>
                  </a:lnTo>
                </a:path>
              </a:pathLst>
            </a:custGeom>
            <a:noFill/>
            <a:ln w="63500">
              <a:solidFill>
                <a:srgbClr val="67B2E8"/>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ln w="38100">
                  <a:solidFill>
                    <a:schemeClr val="tx1"/>
                  </a:solidFill>
                </a:ln>
              </a:endParaRPr>
            </a:p>
          </p:txBody>
        </p:sp>
      </p:grpSp>
    </p:spTree>
    <p:extLst>
      <p:ext uri="{BB962C8B-B14F-4D97-AF65-F5344CB8AC3E}">
        <p14:creationId xmlns:p14="http://schemas.microsoft.com/office/powerpoint/2010/main" val="27065478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sub title/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609600" y="1917701"/>
            <a:ext cx="10972800" cy="402589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2"/>
          <p:cNvSpPr>
            <a:spLocks noGrp="1"/>
          </p:cNvSpPr>
          <p:nvPr>
            <p:ph type="body" idx="10"/>
          </p:nvPr>
        </p:nvSpPr>
        <p:spPr>
          <a:xfrm>
            <a:off x="609600" y="1143000"/>
            <a:ext cx="10972800" cy="639762"/>
          </a:xfrm>
        </p:spPr>
        <p:txBody>
          <a:bodyPr anchor="b"/>
          <a:lstStyle>
            <a:lvl1pPr marL="0" indent="0">
              <a:spcAft>
                <a:spcPts val="200"/>
              </a:spcAft>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0874705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8AF133-9D23-4F19-8C69-2F3EB1A2EE49}" type="datetimeFigureOut">
              <a:rPr lang="en-US" smtClean="0"/>
              <a:t>7/31/2018</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32CB0F-27AD-4379-97C9-445A6AECF382}" type="slidenum">
              <a:rPr lang="en-US" smtClean="0"/>
              <a:t>‹#›</a:t>
            </a:fld>
            <a:endParaRPr lang="en-US"/>
          </a:p>
        </p:txBody>
      </p:sp>
    </p:spTree>
    <p:extLst>
      <p:ext uri="{BB962C8B-B14F-4D97-AF65-F5344CB8AC3E}">
        <p14:creationId xmlns:p14="http://schemas.microsoft.com/office/powerpoint/2010/main" val="22627203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1524000" y="6019800"/>
            <a:ext cx="9144000" cy="838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2"/>
          <p:cNvSpPr>
            <a:spLocks noGrp="1"/>
          </p:cNvSpPr>
          <p:nvPr>
            <p:ph type="title"/>
          </p:nvPr>
        </p:nvSpPr>
        <p:spPr>
          <a:xfrm>
            <a:off x="4876800" y="277809"/>
            <a:ext cx="5334000" cy="485566"/>
          </a:xfrm>
        </p:spPr>
        <p:txBody>
          <a:bodyPr>
            <a:normAutofit fontScale="90000"/>
          </a:bodyPr>
          <a:lstStyle/>
          <a:p>
            <a:r>
              <a:rPr lang="en-US" dirty="0" smtClean="0"/>
              <a:t>Prototype Slides</a:t>
            </a:r>
            <a:endParaRPr lang="en-US" dirty="0"/>
          </a:p>
        </p:txBody>
      </p:sp>
      <p:pic>
        <p:nvPicPr>
          <p:cNvPr id="8" name="Picture 7"/>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2895600" y="2057400"/>
            <a:ext cx="1600200" cy="619972"/>
          </a:xfrm>
          <a:prstGeom prst="rect">
            <a:avLst/>
          </a:prstGeom>
        </p:spPr>
      </p:pic>
      <p:sp>
        <p:nvSpPr>
          <p:cNvPr id="4" name="TextBox 3"/>
          <p:cNvSpPr txBox="1"/>
          <p:nvPr/>
        </p:nvSpPr>
        <p:spPr>
          <a:xfrm>
            <a:off x="4648200" y="798935"/>
            <a:ext cx="5867400" cy="6340197"/>
          </a:xfrm>
          <a:prstGeom prst="rect">
            <a:avLst/>
          </a:prstGeom>
          <a:noFill/>
        </p:spPr>
        <p:txBody>
          <a:bodyPr wrap="square" rtlCol="0">
            <a:spAutoFit/>
          </a:bodyPr>
          <a:lstStyle/>
          <a:p>
            <a:r>
              <a:rPr lang="en-US" sz="1400" dirty="0">
                <a:solidFill>
                  <a:schemeClr val="accent6">
                    <a:lumMod val="20000"/>
                    <a:lumOff val="80000"/>
                  </a:schemeClr>
                </a:solidFill>
              </a:rPr>
              <a:t>Slide 1</a:t>
            </a:r>
          </a:p>
          <a:p>
            <a:pPr marL="285750" indent="-285750">
              <a:buFont typeface="Arial" panose="020B0604020202020204" pitchFamily="34" charset="0"/>
              <a:buChar char="•"/>
            </a:pPr>
            <a:r>
              <a:rPr lang="en-US" sz="1400" dirty="0" smtClean="0"/>
              <a:t>Thanks Stacie.</a:t>
            </a:r>
          </a:p>
          <a:p>
            <a:pPr marL="285750" indent="-285750">
              <a:buFont typeface="Arial" panose="020B0604020202020204" pitchFamily="34" charset="0"/>
              <a:buChar char="•"/>
            </a:pPr>
            <a:r>
              <a:rPr lang="en-US" sz="1400" dirty="0" smtClean="0"/>
              <a:t>Now coming to prototype.</a:t>
            </a:r>
            <a:endParaRPr lang="en-US" sz="1400" dirty="0"/>
          </a:p>
          <a:p>
            <a:pPr marL="285750" indent="-285750">
              <a:buFont typeface="Arial" panose="020B0604020202020204" pitchFamily="34" charset="0"/>
              <a:buChar char="•"/>
            </a:pPr>
            <a:r>
              <a:rPr lang="en-US" sz="1400" dirty="0"/>
              <a:t>At first, there can be some quarterly US bank initiative, inviting leadership from business lines to submit business issues, and that will get leadership buy in.</a:t>
            </a:r>
          </a:p>
          <a:p>
            <a:pPr marL="285750" indent="-285750">
              <a:buFont typeface="Arial" panose="020B0604020202020204" pitchFamily="34" charset="0"/>
              <a:buChar char="•"/>
            </a:pPr>
            <a:r>
              <a:rPr lang="en-US" sz="1400" dirty="0" smtClean="0"/>
              <a:t>Then Business users will proceed with their business issues to </a:t>
            </a:r>
            <a:r>
              <a:rPr lang="en-US" sz="1400" dirty="0" err="1"/>
              <a:t>OneBridge</a:t>
            </a:r>
            <a:r>
              <a:rPr lang="en-US" sz="1400" dirty="0"/>
              <a:t> </a:t>
            </a:r>
            <a:r>
              <a:rPr lang="en-US" sz="1400" dirty="0" smtClean="0"/>
              <a:t>home page, </a:t>
            </a:r>
            <a:r>
              <a:rPr lang="en-US" sz="1400" dirty="0"/>
              <a:t>where business processes information </a:t>
            </a:r>
            <a:r>
              <a:rPr lang="en-US" sz="1400" dirty="0" smtClean="0"/>
              <a:t>for </a:t>
            </a:r>
            <a:r>
              <a:rPr lang="en-US" sz="1400" dirty="0"/>
              <a:t>various business </a:t>
            </a:r>
            <a:r>
              <a:rPr lang="en-US" sz="1400" dirty="0" smtClean="0"/>
              <a:t>lines will be available as well.  Next Slide</a:t>
            </a:r>
            <a:endParaRPr lang="en-US" sz="1400" dirty="0"/>
          </a:p>
          <a:p>
            <a:r>
              <a:rPr lang="en-US" sz="1400" dirty="0">
                <a:solidFill>
                  <a:schemeClr val="accent6">
                    <a:lumMod val="20000"/>
                    <a:lumOff val="80000"/>
                  </a:schemeClr>
                </a:solidFill>
              </a:rPr>
              <a:t>Slide 2</a:t>
            </a:r>
          </a:p>
          <a:p>
            <a:pPr marL="285750" indent="-285750">
              <a:buFont typeface="Arial" panose="020B0604020202020204" pitchFamily="34" charset="0"/>
              <a:buChar char="•"/>
            </a:pPr>
            <a:r>
              <a:rPr lang="en-US" sz="1400" dirty="0"/>
              <a:t>Business User will enter description, attachments and will submit the business </a:t>
            </a:r>
            <a:r>
              <a:rPr lang="en-US" sz="1400" dirty="0" smtClean="0"/>
              <a:t>issue. Next Slide</a:t>
            </a:r>
            <a:endParaRPr lang="en-US" sz="1400" dirty="0"/>
          </a:p>
          <a:p>
            <a:r>
              <a:rPr lang="en-US" sz="1400" dirty="0">
                <a:solidFill>
                  <a:schemeClr val="accent6">
                    <a:lumMod val="20000"/>
                    <a:lumOff val="80000"/>
                  </a:schemeClr>
                </a:solidFill>
              </a:rPr>
              <a:t>Slide 3</a:t>
            </a:r>
          </a:p>
          <a:p>
            <a:pPr marL="285750" indent="-285750">
              <a:buFont typeface="Arial" panose="020B0604020202020204" pitchFamily="34" charset="0"/>
              <a:buChar char="•"/>
            </a:pPr>
            <a:r>
              <a:rPr lang="en-US" sz="1400" dirty="0"/>
              <a:t>Then collaboration will happen between business user, </a:t>
            </a:r>
            <a:r>
              <a:rPr lang="en-US" sz="1400" dirty="0" err="1"/>
              <a:t>OneBridge</a:t>
            </a:r>
            <a:r>
              <a:rPr lang="en-US" sz="1400" dirty="0"/>
              <a:t> </a:t>
            </a:r>
            <a:r>
              <a:rPr lang="en-US" sz="1400" dirty="0" smtClean="0"/>
              <a:t>Center Of Excellence </a:t>
            </a:r>
            <a:r>
              <a:rPr lang="en-US" sz="1400" dirty="0"/>
              <a:t>and leadership. </a:t>
            </a:r>
            <a:r>
              <a:rPr lang="en-US" sz="1400" dirty="0" smtClean="0"/>
              <a:t>This </a:t>
            </a:r>
            <a:r>
              <a:rPr lang="en-US" sz="1400" dirty="0"/>
              <a:t>can be seen in comments section </a:t>
            </a:r>
            <a:r>
              <a:rPr lang="en-US" sz="1400" dirty="0" smtClean="0"/>
              <a:t>like </a:t>
            </a:r>
            <a:r>
              <a:rPr lang="en-US" sz="1400" dirty="0"/>
              <a:t>more information </a:t>
            </a:r>
            <a:r>
              <a:rPr lang="en-US" sz="1400" dirty="0" smtClean="0"/>
              <a:t>is </a:t>
            </a:r>
            <a:r>
              <a:rPr lang="en-US" sz="1400" dirty="0"/>
              <a:t>asked on the business issue.</a:t>
            </a:r>
          </a:p>
          <a:p>
            <a:pPr marL="285750" indent="-285750">
              <a:buFont typeface="Arial" panose="020B0604020202020204" pitchFamily="34" charset="0"/>
              <a:buChar char="•"/>
            </a:pPr>
            <a:r>
              <a:rPr lang="en-US" sz="1400" dirty="0"/>
              <a:t>Once business issue has been verified and elaborated then this business issue along with other business issues can be filtered and will be moved to Ideation phase that uses integrations with current tools like </a:t>
            </a:r>
            <a:r>
              <a:rPr lang="en-US" sz="1400" dirty="0" err="1"/>
              <a:t>IdeaPlace</a:t>
            </a:r>
            <a:r>
              <a:rPr lang="en-US" sz="1400" dirty="0"/>
              <a:t> Or Bright Ideas Or Cap Ex </a:t>
            </a:r>
            <a:r>
              <a:rPr lang="en-US" sz="1400" dirty="0" smtClean="0"/>
              <a:t>committee </a:t>
            </a:r>
            <a:r>
              <a:rPr lang="en-US" sz="1400" dirty="0"/>
              <a:t>will take over</a:t>
            </a:r>
            <a:r>
              <a:rPr lang="en-US" sz="1400" dirty="0" smtClean="0"/>
              <a:t>. Next Slide</a:t>
            </a:r>
            <a:endParaRPr lang="en-US" sz="1400" dirty="0"/>
          </a:p>
          <a:p>
            <a:r>
              <a:rPr lang="en-US" sz="1400" dirty="0">
                <a:solidFill>
                  <a:schemeClr val="accent6">
                    <a:lumMod val="20000"/>
                    <a:lumOff val="80000"/>
                  </a:schemeClr>
                </a:solidFill>
              </a:rPr>
              <a:t>Slide </a:t>
            </a:r>
            <a:r>
              <a:rPr lang="en-US" sz="1400" dirty="0" smtClean="0">
                <a:solidFill>
                  <a:schemeClr val="accent6">
                    <a:lumMod val="20000"/>
                    <a:lumOff val="80000"/>
                  </a:schemeClr>
                </a:solidFill>
              </a:rPr>
              <a:t>4</a:t>
            </a:r>
            <a:endParaRPr lang="en-US" sz="1400" dirty="0">
              <a:solidFill>
                <a:schemeClr val="accent6">
                  <a:lumMod val="20000"/>
                  <a:lumOff val="80000"/>
                </a:schemeClr>
              </a:solidFill>
            </a:endParaRPr>
          </a:p>
          <a:p>
            <a:pPr marL="285750" indent="-285750">
              <a:buFont typeface="Arial" panose="020B0604020202020204" pitchFamily="34" charset="0"/>
              <a:buChar char="•"/>
            </a:pPr>
            <a:r>
              <a:rPr lang="en-US" sz="1400" dirty="0"/>
              <a:t>Here is an example of </a:t>
            </a:r>
            <a:r>
              <a:rPr lang="en-US" sz="1400" dirty="0" err="1"/>
              <a:t>IdeaPlace</a:t>
            </a:r>
            <a:r>
              <a:rPr lang="en-US" sz="1400" dirty="0"/>
              <a:t> where business issue is posted as Business </a:t>
            </a:r>
            <a:r>
              <a:rPr lang="en-US" sz="1400" dirty="0" smtClean="0"/>
              <a:t>Challenge, </a:t>
            </a:r>
            <a:r>
              <a:rPr lang="en-US" sz="1400" dirty="0"/>
              <a:t>that is inviting ideas/solutions from within US Bank</a:t>
            </a:r>
            <a:r>
              <a:rPr lang="en-US" sz="1400" dirty="0" smtClean="0"/>
              <a:t>. Next Slide</a:t>
            </a:r>
            <a:endParaRPr lang="en-US" sz="1400" dirty="0"/>
          </a:p>
          <a:p>
            <a:r>
              <a:rPr lang="en-US" sz="1400" dirty="0">
                <a:solidFill>
                  <a:schemeClr val="accent6">
                    <a:lumMod val="20000"/>
                    <a:lumOff val="80000"/>
                  </a:schemeClr>
                </a:solidFill>
              </a:rPr>
              <a:t>Slide 5</a:t>
            </a:r>
          </a:p>
          <a:p>
            <a:pPr marL="285750" indent="-285750">
              <a:buFont typeface="Arial" panose="020B0604020202020204" pitchFamily="34" charset="0"/>
              <a:buChar char="•"/>
            </a:pPr>
            <a:r>
              <a:rPr lang="en-US" sz="1400" dirty="0"/>
              <a:t>In this screen several ideas/ solution proposals can be seen that are posted by Innovation groups, TOS </a:t>
            </a:r>
            <a:r>
              <a:rPr lang="en-US" sz="1400" dirty="0" smtClean="0"/>
              <a:t>teams </a:t>
            </a:r>
            <a:r>
              <a:rPr lang="en-US" sz="1400" dirty="0"/>
              <a:t>for the business challenge.</a:t>
            </a:r>
          </a:p>
          <a:p>
            <a:pPr marL="285750" indent="-285750">
              <a:buFont typeface="Arial" panose="020B0604020202020204" pitchFamily="34" charset="0"/>
              <a:buChar char="•"/>
            </a:pPr>
            <a:r>
              <a:rPr lang="en-US" sz="1400" dirty="0"/>
              <a:t>This completes our prototype</a:t>
            </a:r>
            <a:r>
              <a:rPr lang="en-US" sz="1400" dirty="0" smtClean="0"/>
              <a:t>. Next Slide</a:t>
            </a:r>
            <a:endParaRPr lang="en-US" sz="1400" dirty="0"/>
          </a:p>
          <a:p>
            <a:pPr marL="285750" indent="-285750">
              <a:buFont typeface="Arial" panose="020B0604020202020204" pitchFamily="34" charset="0"/>
              <a:buChar char="•"/>
            </a:pPr>
            <a:endParaRPr lang="en-US" sz="1400" dirty="0"/>
          </a:p>
        </p:txBody>
      </p:sp>
    </p:spTree>
    <p:extLst>
      <p:ext uri="{BB962C8B-B14F-4D97-AF65-F5344CB8AC3E}">
        <p14:creationId xmlns:p14="http://schemas.microsoft.com/office/powerpoint/2010/main" val="342743375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28600"/>
            <a:ext cx="8229600" cy="533400"/>
          </a:xfrm>
        </p:spPr>
        <p:txBody>
          <a:bodyPr>
            <a:normAutofit fontScale="90000"/>
          </a:bodyPr>
          <a:lstStyle/>
          <a:p>
            <a:r>
              <a:rPr lang="en-US" dirty="0" smtClean="0"/>
              <a:t>Value Propositions</a:t>
            </a:r>
            <a:endParaRPr lang="en-US" dirty="0"/>
          </a:p>
        </p:txBody>
      </p:sp>
      <p:sp>
        <p:nvSpPr>
          <p:cNvPr id="3" name="Content Placeholder 2"/>
          <p:cNvSpPr>
            <a:spLocks noGrp="1"/>
          </p:cNvSpPr>
          <p:nvPr>
            <p:ph idx="1"/>
          </p:nvPr>
        </p:nvSpPr>
        <p:spPr>
          <a:xfrm>
            <a:off x="1981200" y="1371601"/>
            <a:ext cx="8382000" cy="4571999"/>
          </a:xfrm>
        </p:spPr>
        <p:txBody>
          <a:bodyPr>
            <a:normAutofit/>
          </a:bodyPr>
          <a:lstStyle/>
          <a:p>
            <a:r>
              <a:rPr lang="en-US" sz="1400" b="1" dirty="0" err="1" smtClean="0"/>
              <a:t>OneBridge</a:t>
            </a:r>
            <a:r>
              <a:rPr lang="en-US" sz="1400" b="1" dirty="0" smtClean="0"/>
              <a:t> streamlines the process and invites collaboration on business issues, </a:t>
            </a:r>
            <a:r>
              <a:rPr lang="en-US" sz="1400" dirty="0" smtClean="0"/>
              <a:t>that is managed by dedicated team (COE).</a:t>
            </a:r>
          </a:p>
          <a:p>
            <a:r>
              <a:rPr lang="en-US" sz="1400" b="1" dirty="0" smtClean="0"/>
              <a:t>This will Make </a:t>
            </a:r>
            <a:r>
              <a:rPr lang="en-US" sz="1400" b="1" dirty="0"/>
              <a:t>our job </a:t>
            </a:r>
            <a:r>
              <a:rPr lang="en-US" sz="1400" b="1" dirty="0" smtClean="0"/>
              <a:t>easier and simpler</a:t>
            </a:r>
            <a:r>
              <a:rPr lang="en-US" sz="1400" dirty="0" smtClean="0"/>
              <a:t>.</a:t>
            </a:r>
          </a:p>
          <a:p>
            <a:r>
              <a:rPr lang="en-US" sz="1400" dirty="0" smtClean="0"/>
              <a:t>And by Improving the way we work, will also result in</a:t>
            </a:r>
            <a:r>
              <a:rPr lang="en-US" sz="1400" b="1" dirty="0" smtClean="0"/>
              <a:t> </a:t>
            </a:r>
            <a:r>
              <a:rPr lang="en-US" sz="1400" b="1" dirty="0"/>
              <a:t>B</a:t>
            </a:r>
            <a:r>
              <a:rPr lang="en-US" sz="1400" b="1" dirty="0" smtClean="0"/>
              <a:t>etter experience for our customers</a:t>
            </a:r>
            <a:r>
              <a:rPr lang="en-US" sz="1400" dirty="0" smtClean="0"/>
              <a:t>.</a:t>
            </a:r>
          </a:p>
          <a:p>
            <a:r>
              <a:rPr lang="en-US" sz="1400" dirty="0" smtClean="0"/>
              <a:t>Little tweaks and better connection between available tools to achieve great value i.e.; </a:t>
            </a:r>
            <a:r>
              <a:rPr lang="en-US" sz="1400" b="1" dirty="0" smtClean="0"/>
              <a:t>One </a:t>
            </a:r>
            <a:r>
              <a:rPr lang="en-US" sz="1400" b="1" dirty="0"/>
              <a:t>S</a:t>
            </a:r>
            <a:r>
              <a:rPr lang="en-US" sz="1400" b="1" dirty="0" smtClean="0"/>
              <a:t>top </a:t>
            </a:r>
            <a:r>
              <a:rPr lang="en-US" sz="1400" b="1" dirty="0"/>
              <a:t>S</a:t>
            </a:r>
            <a:r>
              <a:rPr lang="en-US" sz="1400" b="1" dirty="0" smtClean="0"/>
              <a:t>hop for business processes information and One Stop Shop </a:t>
            </a:r>
            <a:r>
              <a:rPr lang="en-US" sz="1400" b="1" dirty="0"/>
              <a:t>to solve business issues</a:t>
            </a:r>
            <a:endParaRPr lang="en-US" sz="1400" b="1" dirty="0" smtClean="0"/>
          </a:p>
          <a:p>
            <a:r>
              <a:rPr lang="en-US" sz="1400" dirty="0" smtClean="0"/>
              <a:t>With pool of information available, innovative people can innovate. </a:t>
            </a:r>
            <a:r>
              <a:rPr lang="en-US" sz="1400" b="1" dirty="0" smtClean="0"/>
              <a:t>Bringing powerful combo of domain expert and technical people to forefront</a:t>
            </a:r>
            <a:r>
              <a:rPr lang="en-US" sz="1400" dirty="0" smtClean="0"/>
              <a:t>.</a:t>
            </a:r>
          </a:p>
          <a:p>
            <a:r>
              <a:rPr lang="en-US" sz="1400" dirty="0" smtClean="0"/>
              <a:t>This will bring us closer as </a:t>
            </a:r>
            <a:r>
              <a:rPr lang="en-US" sz="1400" b="1" dirty="0" smtClean="0"/>
              <a:t>one Bank </a:t>
            </a:r>
            <a:r>
              <a:rPr lang="en-US" sz="1400" dirty="0" smtClean="0"/>
              <a:t>and will </a:t>
            </a:r>
            <a:r>
              <a:rPr lang="en-US" sz="1400" b="1" dirty="0" smtClean="0"/>
              <a:t>increase efficiency and revenue</a:t>
            </a:r>
            <a:r>
              <a:rPr lang="en-US" sz="1400" dirty="0" smtClean="0"/>
              <a:t>. Next Slide.</a:t>
            </a:r>
          </a:p>
        </p:txBody>
      </p:sp>
      <p:sp>
        <p:nvSpPr>
          <p:cNvPr id="4" name="Text Placeholder 3"/>
          <p:cNvSpPr>
            <a:spLocks noGrp="1"/>
          </p:cNvSpPr>
          <p:nvPr>
            <p:ph type="body" idx="10"/>
          </p:nvPr>
        </p:nvSpPr>
        <p:spPr>
          <a:xfrm>
            <a:off x="1981200" y="579438"/>
            <a:ext cx="8229600" cy="639762"/>
          </a:xfrm>
        </p:spPr>
        <p:txBody>
          <a:bodyPr/>
          <a:lstStyle/>
          <a:p>
            <a:r>
              <a:rPr lang="en-US" dirty="0" smtClean="0"/>
              <a:t>Simplify </a:t>
            </a:r>
            <a:r>
              <a:rPr lang="en-US" dirty="0"/>
              <a:t>your job. </a:t>
            </a:r>
            <a:r>
              <a:rPr lang="en-US" dirty="0" smtClean="0"/>
              <a:t>Increases Efficiency.</a:t>
            </a:r>
            <a:endParaRPr lang="en-US" dirty="0"/>
          </a:p>
        </p:txBody>
      </p:sp>
    </p:spTree>
    <p:extLst>
      <p:ext uri="{BB962C8B-B14F-4D97-AF65-F5344CB8AC3E}">
        <p14:creationId xmlns:p14="http://schemas.microsoft.com/office/powerpoint/2010/main" val="87410522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1524000" y="6019800"/>
            <a:ext cx="9144000" cy="838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Placeholder 1"/>
          <p:cNvSpPr>
            <a:spLocks noGrp="1"/>
          </p:cNvSpPr>
          <p:nvPr>
            <p:ph type="body" idx="10"/>
          </p:nvPr>
        </p:nvSpPr>
        <p:spPr>
          <a:xfrm>
            <a:off x="4876800" y="2144714"/>
            <a:ext cx="5334000" cy="674686"/>
          </a:xfrm>
        </p:spPr>
        <p:txBody>
          <a:bodyPr/>
          <a:lstStyle/>
          <a:p>
            <a:r>
              <a:rPr lang="en-US" dirty="0" smtClean="0"/>
              <a:t>Future of Innovation. </a:t>
            </a:r>
            <a:r>
              <a:rPr lang="en-US" dirty="0"/>
              <a:t>. .</a:t>
            </a:r>
          </a:p>
        </p:txBody>
      </p:sp>
      <p:sp>
        <p:nvSpPr>
          <p:cNvPr id="3" name="Title 2"/>
          <p:cNvSpPr>
            <a:spLocks noGrp="1"/>
          </p:cNvSpPr>
          <p:nvPr>
            <p:ph type="title"/>
          </p:nvPr>
        </p:nvSpPr>
        <p:spPr>
          <a:xfrm>
            <a:off x="4876800" y="1179304"/>
            <a:ext cx="5334000" cy="982662"/>
          </a:xfrm>
        </p:spPr>
        <p:txBody>
          <a:bodyPr/>
          <a:lstStyle/>
          <a:p>
            <a:r>
              <a:rPr lang="en-US" dirty="0"/>
              <a:t>NEXT STEPS</a:t>
            </a:r>
          </a:p>
        </p:txBody>
      </p:sp>
      <p:pic>
        <p:nvPicPr>
          <p:cNvPr id="8" name="Picture 7"/>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2895600" y="2057400"/>
            <a:ext cx="1600200" cy="619972"/>
          </a:xfrm>
          <a:prstGeom prst="rect">
            <a:avLst/>
          </a:prstGeom>
        </p:spPr>
      </p:pic>
      <p:sp>
        <p:nvSpPr>
          <p:cNvPr id="4" name="TextBox 3"/>
          <p:cNvSpPr txBox="1"/>
          <p:nvPr/>
        </p:nvSpPr>
        <p:spPr>
          <a:xfrm>
            <a:off x="4800600" y="2677372"/>
            <a:ext cx="5715000" cy="2462213"/>
          </a:xfrm>
          <a:prstGeom prst="rect">
            <a:avLst/>
          </a:prstGeom>
          <a:noFill/>
        </p:spPr>
        <p:txBody>
          <a:bodyPr wrap="square" rtlCol="0">
            <a:spAutoFit/>
          </a:bodyPr>
          <a:lstStyle/>
          <a:p>
            <a:r>
              <a:rPr lang="en-US" sz="1400" dirty="0">
                <a:solidFill>
                  <a:schemeClr val="accent6">
                    <a:lumMod val="20000"/>
                    <a:lumOff val="80000"/>
                  </a:schemeClr>
                </a:solidFill>
              </a:rPr>
              <a:t>Phase1</a:t>
            </a:r>
          </a:p>
          <a:p>
            <a:pPr marL="285750" indent="-285750">
              <a:buFont typeface="Arial" panose="020B0604020202020204" pitchFamily="34" charset="0"/>
              <a:buChar char="•"/>
            </a:pPr>
            <a:r>
              <a:rPr lang="en-US" sz="1400" dirty="0"/>
              <a:t>For the next steps, in the first Phase we will exploit all resources to learn more about existing solutions.</a:t>
            </a:r>
          </a:p>
          <a:p>
            <a:pPr marL="285750" indent="-285750">
              <a:buFont typeface="Arial" panose="020B0604020202020204" pitchFamily="34" charset="0"/>
              <a:buChar char="•"/>
            </a:pPr>
            <a:r>
              <a:rPr lang="en-US" sz="1400" dirty="0"/>
              <a:t>We will partner with IdeaPlace to have a functional prototype ready, that </a:t>
            </a:r>
            <a:r>
              <a:rPr lang="en-US" sz="1400"/>
              <a:t>we </a:t>
            </a:r>
            <a:r>
              <a:rPr lang="en-US" sz="1400" smtClean="0"/>
              <a:t>will use </a:t>
            </a:r>
            <a:r>
              <a:rPr lang="en-US" sz="1400" dirty="0"/>
              <a:t>to do more of primary research/interviews.</a:t>
            </a:r>
          </a:p>
          <a:p>
            <a:pPr marL="285750" indent="-285750">
              <a:buFont typeface="Arial" panose="020B0604020202020204" pitchFamily="34" charset="0"/>
              <a:buChar char="•"/>
            </a:pPr>
            <a:r>
              <a:rPr lang="en-US" sz="1400" dirty="0"/>
              <a:t>In initial </a:t>
            </a:r>
            <a:r>
              <a:rPr lang="en-US" sz="1400" dirty="0" smtClean="0"/>
              <a:t>phase, </a:t>
            </a:r>
            <a:r>
              <a:rPr lang="en-US" sz="1400" dirty="0"/>
              <a:t>we will focus on three business lines Wealth Management, Investment Services, WM TOS</a:t>
            </a:r>
          </a:p>
          <a:p>
            <a:r>
              <a:rPr lang="en-US" sz="1400" dirty="0">
                <a:solidFill>
                  <a:schemeClr val="accent6">
                    <a:lumMod val="20000"/>
                    <a:lumOff val="80000"/>
                  </a:schemeClr>
                </a:solidFill>
              </a:rPr>
              <a:t>Phase 2</a:t>
            </a:r>
          </a:p>
          <a:p>
            <a:pPr marL="285750" indent="-285750">
              <a:buFont typeface="Arial" panose="020B0604020202020204" pitchFamily="34" charset="0"/>
              <a:buChar char="•"/>
            </a:pPr>
            <a:r>
              <a:rPr lang="en-US" sz="1400" dirty="0"/>
              <a:t>In next phase we will further improve the integration between One Bridge and other ideating tools.</a:t>
            </a:r>
          </a:p>
          <a:p>
            <a:pPr marL="285750" indent="-285750">
              <a:buFont typeface="Arial" panose="020B0604020202020204" pitchFamily="34" charset="0"/>
              <a:buChar char="•"/>
            </a:pPr>
            <a:r>
              <a:rPr lang="en-US" sz="1400" dirty="0"/>
              <a:t>And will add additional business lines to the platform</a:t>
            </a:r>
            <a:r>
              <a:rPr lang="en-US" sz="1400" dirty="0" smtClean="0"/>
              <a:t>. Next Slide.</a:t>
            </a:r>
            <a:endParaRPr lang="en-US" sz="1400" dirty="0"/>
          </a:p>
        </p:txBody>
      </p:sp>
    </p:spTree>
    <p:extLst>
      <p:ext uri="{BB962C8B-B14F-4D97-AF65-F5344CB8AC3E}">
        <p14:creationId xmlns:p14="http://schemas.microsoft.com/office/powerpoint/2010/main" val="370466444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28600"/>
            <a:ext cx="8229600" cy="533400"/>
          </a:xfrm>
        </p:spPr>
        <p:txBody>
          <a:bodyPr>
            <a:normAutofit fontScale="90000"/>
          </a:bodyPr>
          <a:lstStyle/>
          <a:p>
            <a:r>
              <a:rPr lang="en-US" dirty="0"/>
              <a:t>Lessons Learned</a:t>
            </a:r>
          </a:p>
        </p:txBody>
      </p:sp>
      <p:sp>
        <p:nvSpPr>
          <p:cNvPr id="3" name="Content Placeholder 2"/>
          <p:cNvSpPr>
            <a:spLocks noGrp="1"/>
          </p:cNvSpPr>
          <p:nvPr>
            <p:ph idx="1"/>
          </p:nvPr>
        </p:nvSpPr>
        <p:spPr>
          <a:xfrm>
            <a:off x="1981200" y="1371601"/>
            <a:ext cx="8229600" cy="4571999"/>
          </a:xfrm>
        </p:spPr>
        <p:txBody>
          <a:bodyPr>
            <a:normAutofit/>
          </a:bodyPr>
          <a:lstStyle/>
          <a:p>
            <a:r>
              <a:rPr lang="en-US" sz="1400" b="1" dirty="0"/>
              <a:t>We learned a lot through this awesome IIR journey. </a:t>
            </a:r>
            <a:endParaRPr lang="en-US" sz="1400" b="1" dirty="0" smtClean="0"/>
          </a:p>
          <a:p>
            <a:r>
              <a:rPr lang="en-US" sz="1400" b="1" dirty="0" smtClean="0"/>
              <a:t>One very important thing we learned is to </a:t>
            </a:r>
            <a:r>
              <a:rPr lang="en-US" sz="1400" b="1" dirty="0"/>
              <a:t>always test our theory and hunch.</a:t>
            </a:r>
          </a:p>
          <a:p>
            <a:r>
              <a:rPr lang="en-US" sz="1400" b="1" dirty="0" smtClean="0"/>
              <a:t>We also improved our experimentation</a:t>
            </a:r>
            <a:r>
              <a:rPr lang="en-US" sz="1400" b="1" dirty="0"/>
              <a:t>/ interview techniques</a:t>
            </a:r>
            <a:r>
              <a:rPr lang="en-US" sz="1400" b="1" dirty="0" smtClean="0"/>
              <a:t>.</a:t>
            </a:r>
          </a:p>
          <a:p>
            <a:r>
              <a:rPr lang="en-US" sz="1400" b="1" dirty="0"/>
              <a:t>We were able to meet new people. </a:t>
            </a:r>
          </a:p>
          <a:p>
            <a:r>
              <a:rPr lang="en-US" sz="1400" b="1" dirty="0" smtClean="0"/>
              <a:t>And we learned </a:t>
            </a:r>
            <a:r>
              <a:rPr lang="en-US" sz="1400" b="1" dirty="0"/>
              <a:t>great tools like </a:t>
            </a:r>
            <a:r>
              <a:rPr lang="en-US" sz="1400" b="1" dirty="0" err="1"/>
              <a:t>IdeaPlace</a:t>
            </a:r>
            <a:r>
              <a:rPr lang="en-US" sz="1400" b="1" dirty="0"/>
              <a:t>, Yammer, </a:t>
            </a:r>
            <a:r>
              <a:rPr lang="en-US" sz="1400" b="1" dirty="0" err="1"/>
              <a:t>InVision</a:t>
            </a:r>
            <a:r>
              <a:rPr lang="en-US" sz="1400" b="1" dirty="0"/>
              <a:t>.</a:t>
            </a:r>
          </a:p>
          <a:p>
            <a:r>
              <a:rPr lang="en-US" sz="1400" b="1" dirty="0" smtClean="0"/>
              <a:t>We improved our skillset </a:t>
            </a:r>
            <a:r>
              <a:rPr lang="en-US" sz="1400" b="1" dirty="0"/>
              <a:t>through great </a:t>
            </a:r>
            <a:r>
              <a:rPr lang="en-US" sz="1400" b="1" dirty="0" smtClean="0"/>
              <a:t>workshops. Like </a:t>
            </a:r>
            <a:r>
              <a:rPr lang="en-US" sz="1400" b="1" dirty="0"/>
              <a:t>Design </a:t>
            </a:r>
            <a:r>
              <a:rPr lang="en-US" sz="1400" b="1" dirty="0" err="1"/>
              <a:t>Worskhop</a:t>
            </a:r>
            <a:r>
              <a:rPr lang="en-US" sz="1400" b="1" dirty="0"/>
              <a:t>, Customer Empathy Map, Primary/Secondary Research, Journey Maps, Story Telling.</a:t>
            </a:r>
          </a:p>
          <a:p>
            <a:r>
              <a:rPr lang="en-US" sz="1400" b="1" dirty="0"/>
              <a:t>IIR is awesome and IIR team is awesome</a:t>
            </a:r>
            <a:r>
              <a:rPr lang="en-US" sz="1400" b="1" dirty="0" smtClean="0"/>
              <a:t>. Thank you.</a:t>
            </a:r>
            <a:endParaRPr lang="en-US" sz="1400" b="1" dirty="0"/>
          </a:p>
        </p:txBody>
      </p:sp>
      <p:sp>
        <p:nvSpPr>
          <p:cNvPr id="4" name="Text Placeholder 3"/>
          <p:cNvSpPr>
            <a:spLocks noGrp="1"/>
          </p:cNvSpPr>
          <p:nvPr>
            <p:ph type="body" idx="10"/>
          </p:nvPr>
        </p:nvSpPr>
        <p:spPr>
          <a:xfrm>
            <a:off x="1981200" y="579438"/>
            <a:ext cx="8229600" cy="639762"/>
          </a:xfrm>
        </p:spPr>
        <p:txBody>
          <a:bodyPr/>
          <a:lstStyle/>
          <a:p>
            <a:r>
              <a:rPr lang="en-US" dirty="0"/>
              <a:t>We learned a lot through this awesome IIR journey. </a:t>
            </a:r>
          </a:p>
        </p:txBody>
      </p:sp>
    </p:spTree>
    <p:extLst>
      <p:ext uri="{BB962C8B-B14F-4D97-AF65-F5344CB8AC3E}">
        <p14:creationId xmlns:p14="http://schemas.microsoft.com/office/powerpoint/2010/main" val="381404541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28600"/>
            <a:ext cx="8229600" cy="533400"/>
          </a:xfrm>
        </p:spPr>
        <p:txBody>
          <a:bodyPr>
            <a:noAutofit/>
          </a:bodyPr>
          <a:lstStyle/>
          <a:p>
            <a:pPr algn="ctr"/>
            <a:r>
              <a:rPr lang="en-US" dirty="0" smtClean="0"/>
              <a:t>Thank you. Questions</a:t>
            </a:r>
            <a:endParaRPr lang="en-US" dirty="0"/>
          </a:p>
        </p:txBody>
      </p:sp>
      <p:sp>
        <p:nvSpPr>
          <p:cNvPr id="4" name="Text Placeholder 3"/>
          <p:cNvSpPr>
            <a:spLocks noGrp="1"/>
          </p:cNvSpPr>
          <p:nvPr>
            <p:ph type="body" idx="10"/>
          </p:nvPr>
        </p:nvSpPr>
        <p:spPr>
          <a:xfrm>
            <a:off x="1981200" y="579438"/>
            <a:ext cx="8229600" cy="639762"/>
          </a:xfrm>
        </p:spPr>
        <p:txBody>
          <a:bodyPr/>
          <a:lstStyle/>
          <a:p>
            <a:pPr algn="ctr"/>
            <a:r>
              <a:rPr lang="en-US" dirty="0" smtClean="0"/>
              <a:t>Let’s collaborate.</a:t>
            </a:r>
            <a:endParaRPr lang="en-US" dirty="0"/>
          </a:p>
        </p:txBody>
      </p:sp>
      <p:pic>
        <p:nvPicPr>
          <p:cNvPr id="16" name="Content Placeholder 15"/>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981201" y="2905068"/>
            <a:ext cx="8229599" cy="2051165"/>
          </a:xfrm>
        </p:spPr>
      </p:pic>
    </p:spTree>
    <p:extLst>
      <p:ext uri="{BB962C8B-B14F-4D97-AF65-F5344CB8AC3E}">
        <p14:creationId xmlns:p14="http://schemas.microsoft.com/office/powerpoint/2010/main" val="36383473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8A1C5BF-B8DB-4385-95D0-131147E58708}"/>
              </a:ext>
            </a:extLst>
          </p:cNvPr>
          <p:cNvSpPr>
            <a:spLocks noGrp="1"/>
          </p:cNvSpPr>
          <p:nvPr>
            <p:ph type="title"/>
          </p:nvPr>
        </p:nvSpPr>
        <p:spPr/>
        <p:txBody>
          <a:bodyPr/>
          <a:lstStyle/>
          <a:p>
            <a:r>
              <a:rPr lang="en-US" dirty="0">
                <a:cs typeface="Arial"/>
              </a:rPr>
              <a:t>Appendix A -</a:t>
            </a:r>
            <a:endParaRPr lang="en-US" dirty="0"/>
          </a:p>
        </p:txBody>
      </p:sp>
      <p:sp>
        <p:nvSpPr>
          <p:cNvPr id="3" name="Content Placeholder 2">
            <a:extLst>
              <a:ext uri="{FF2B5EF4-FFF2-40B4-BE49-F238E27FC236}">
                <a16:creationId xmlns:a16="http://schemas.microsoft.com/office/drawing/2014/main" xmlns="" id="{B718B636-72B8-4AB7-A10C-260EFBCA2762}"/>
              </a:ext>
            </a:extLst>
          </p:cNvPr>
          <p:cNvSpPr>
            <a:spLocks noGrp="1"/>
          </p:cNvSpPr>
          <p:nvPr>
            <p:ph idx="1"/>
          </p:nvPr>
        </p:nvSpPr>
        <p:spPr/>
        <p:txBody>
          <a:bodyPr vert="horz" lIns="45720" tIns="45720" rIns="45720" bIns="45720" rtlCol="0" anchor="t">
            <a:noAutofit/>
          </a:bodyPr>
          <a:lstStyle/>
          <a:p>
            <a:pPr marL="9525" indent="0">
              <a:buNone/>
            </a:pPr>
            <a:r>
              <a:rPr lang="en-US" sz="1400" dirty="0" smtClean="0">
                <a:cs typeface="Arial"/>
              </a:rPr>
              <a:t>[</a:t>
            </a:r>
            <a:r>
              <a:rPr lang="en-US" sz="1400" dirty="0" err="1">
                <a:cs typeface="Arial"/>
              </a:rPr>
              <a:t>IdeaPlace</a:t>
            </a:r>
            <a:r>
              <a:rPr lang="en-US" sz="1400" dirty="0">
                <a:cs typeface="Arial"/>
              </a:rPr>
              <a:t> is the platform, whereas </a:t>
            </a:r>
            <a:r>
              <a:rPr lang="en-US" sz="1400" dirty="0" err="1">
                <a:cs typeface="Arial"/>
              </a:rPr>
              <a:t>OneBridge</a:t>
            </a:r>
            <a:r>
              <a:rPr lang="en-US" sz="1400" dirty="0">
                <a:cs typeface="Arial"/>
              </a:rPr>
              <a:t> is the program. </a:t>
            </a:r>
            <a:r>
              <a:rPr lang="en-US" sz="1400" dirty="0" err="1">
                <a:cs typeface="Arial"/>
              </a:rPr>
              <a:t>OneBridge</a:t>
            </a:r>
            <a:r>
              <a:rPr lang="en-US" sz="1400" dirty="0">
                <a:cs typeface="Arial"/>
              </a:rPr>
              <a:t> will offer collaboration on business issues and will house business process information. </a:t>
            </a:r>
            <a:r>
              <a:rPr lang="en-US" sz="1400" dirty="0" err="1">
                <a:cs typeface="Arial"/>
              </a:rPr>
              <a:t>OneBridge</a:t>
            </a:r>
            <a:r>
              <a:rPr lang="en-US" sz="1400" dirty="0">
                <a:cs typeface="Arial"/>
              </a:rPr>
              <a:t> will gather business issues and improve connections with other tools so that problems move on seamlessly to ideation. Please see below an example of another program “Bright Ideas” using </a:t>
            </a:r>
            <a:r>
              <a:rPr lang="en-US" sz="1400" dirty="0" err="1">
                <a:cs typeface="Arial"/>
              </a:rPr>
              <a:t>IdeaPlace</a:t>
            </a:r>
            <a:r>
              <a:rPr lang="en-US" sz="1400" dirty="0">
                <a:cs typeface="Arial"/>
              </a:rPr>
              <a:t> as platform]</a:t>
            </a:r>
          </a:p>
          <a:p>
            <a:pPr marL="9525" indent="0">
              <a:buNone/>
            </a:pPr>
            <a:endParaRPr lang="en-US" dirty="0">
              <a:cs typeface="Arial"/>
            </a:endParaRPr>
          </a:p>
        </p:txBody>
      </p:sp>
      <p:sp>
        <p:nvSpPr>
          <p:cNvPr id="4" name="Text Placeholder 3">
            <a:extLst>
              <a:ext uri="{FF2B5EF4-FFF2-40B4-BE49-F238E27FC236}">
                <a16:creationId xmlns:a16="http://schemas.microsoft.com/office/drawing/2014/main" xmlns="" id="{C8374E0C-A27A-4EE3-8899-E0D59E283FDF}"/>
              </a:ext>
            </a:extLst>
          </p:cNvPr>
          <p:cNvSpPr>
            <a:spLocks noGrp="1"/>
          </p:cNvSpPr>
          <p:nvPr>
            <p:ph type="body" idx="10"/>
          </p:nvPr>
        </p:nvSpPr>
        <p:spPr/>
        <p:txBody>
          <a:bodyPr/>
          <a:lstStyle/>
          <a:p>
            <a:r>
              <a:rPr lang="en-US" dirty="0" smtClean="0">
                <a:cs typeface="Arial"/>
              </a:rPr>
              <a:t>[How this is different from </a:t>
            </a:r>
            <a:r>
              <a:rPr lang="en-US" dirty="0" err="1" smtClean="0">
                <a:cs typeface="Arial"/>
              </a:rPr>
              <a:t>IdeaPlace</a:t>
            </a:r>
            <a:r>
              <a:rPr lang="en-US" dirty="0" smtClean="0">
                <a:cs typeface="Arial"/>
              </a:rPr>
              <a:t>?]</a:t>
            </a:r>
            <a:endParaRPr lang="en-US" dirty="0"/>
          </a:p>
        </p:txBody>
      </p:sp>
      <p:pic>
        <p:nvPicPr>
          <p:cNvPr id="5" name="Picture 5" descr="A screenshot of a cell phone&#10;&#10;Description generated with very high confidence">
            <a:extLst>
              <a:ext uri="{FF2B5EF4-FFF2-40B4-BE49-F238E27FC236}">
                <a16:creationId xmlns:a16="http://schemas.microsoft.com/office/drawing/2014/main" xmlns="" id="{D7966D42-A08A-4F8E-968D-DA7339089AF2}"/>
              </a:ext>
            </a:extLst>
          </p:cNvPr>
          <p:cNvPicPr>
            <a:picLocks noChangeAspect="1"/>
          </p:cNvPicPr>
          <p:nvPr/>
        </p:nvPicPr>
        <p:blipFill>
          <a:blip r:embed="rId2"/>
          <a:stretch>
            <a:fillRect/>
          </a:stretch>
        </p:blipFill>
        <p:spPr>
          <a:xfrm>
            <a:off x="3102322" y="3112328"/>
            <a:ext cx="5821377" cy="2647741"/>
          </a:xfrm>
          <a:prstGeom prst="rect">
            <a:avLst/>
          </a:prstGeom>
        </p:spPr>
      </p:pic>
    </p:spTree>
    <p:extLst>
      <p:ext uri="{BB962C8B-B14F-4D97-AF65-F5344CB8AC3E}">
        <p14:creationId xmlns:p14="http://schemas.microsoft.com/office/powerpoint/2010/main" val="316719638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132</TotalTime>
  <Words>653</Words>
  <Application>Microsoft Office PowerPoint</Application>
  <PresentationFormat>Widescreen</PresentationFormat>
  <Paragraphs>52</Paragraphs>
  <Slides>6</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Prototype Slides</vt:lpstr>
      <vt:lpstr>Value Propositions</vt:lpstr>
      <vt:lpstr>NEXT STEPS</vt:lpstr>
      <vt:lpstr>Lessons Learned</vt:lpstr>
      <vt:lpstr>Thank you. Questions</vt:lpstr>
      <vt:lpstr>Appendix A -</vt:lpstr>
    </vt:vector>
  </TitlesOfParts>
  <Company>US Bancorp</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Prototype Slides</dc:title>
  <dc:creator>Sultan, Awais</dc:creator>
  <cp:lastModifiedBy>Sultan, Awais</cp:lastModifiedBy>
  <cp:revision>17</cp:revision>
  <cp:lastPrinted>2018-08-01T00:23:21Z</cp:lastPrinted>
  <dcterms:created xsi:type="dcterms:W3CDTF">2018-07-31T06:01:17Z</dcterms:created>
  <dcterms:modified xsi:type="dcterms:W3CDTF">2018-08-01T00:38:08Z</dcterms:modified>
</cp:coreProperties>
</file>