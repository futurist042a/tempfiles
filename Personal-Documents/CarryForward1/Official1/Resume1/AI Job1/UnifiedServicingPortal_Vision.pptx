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9"/>
  </p:notesMasterIdLst>
  <p:sldIdLst>
    <p:sldId id="2134804885" r:id="rId5"/>
    <p:sldId id="2134804866" r:id="rId6"/>
    <p:sldId id="258" r:id="rId7"/>
    <p:sldId id="2134804870" r:id="rId8"/>
    <p:sldId id="2134804868" r:id="rId9"/>
    <p:sldId id="2134804872" r:id="rId10"/>
    <p:sldId id="2134804887" r:id="rId11"/>
    <p:sldId id="2134804886" r:id="rId12"/>
    <p:sldId id="281" r:id="rId13"/>
    <p:sldId id="286" r:id="rId14"/>
    <p:sldId id="282" r:id="rId15"/>
    <p:sldId id="283" r:id="rId16"/>
    <p:sldId id="2134804875" r:id="rId17"/>
    <p:sldId id="257" r:id="rId18"/>
    <p:sldId id="261" r:id="rId19"/>
    <p:sldId id="2134804873" r:id="rId20"/>
    <p:sldId id="268" r:id="rId21"/>
    <p:sldId id="270" r:id="rId22"/>
    <p:sldId id="274" r:id="rId23"/>
    <p:sldId id="277" r:id="rId24"/>
    <p:sldId id="259" r:id="rId25"/>
    <p:sldId id="2134804867" r:id="rId26"/>
    <p:sldId id="260" r:id="rId27"/>
    <p:sldId id="2134804871" r:id="rId28"/>
    <p:sldId id="279" r:id="rId29"/>
    <p:sldId id="276" r:id="rId30"/>
    <p:sldId id="280" r:id="rId31"/>
    <p:sldId id="2134804869" r:id="rId32"/>
    <p:sldId id="265" r:id="rId33"/>
    <p:sldId id="263" r:id="rId34"/>
    <p:sldId id="262" r:id="rId35"/>
    <p:sldId id="264" r:id="rId36"/>
    <p:sldId id="266" r:id="rId37"/>
    <p:sldId id="267" r:id="rId38"/>
    <p:sldId id="2134804874" r:id="rId39"/>
    <p:sldId id="2134804876" r:id="rId40"/>
    <p:sldId id="2134804878" r:id="rId41"/>
    <p:sldId id="2134804879" r:id="rId42"/>
    <p:sldId id="2134804880" r:id="rId43"/>
    <p:sldId id="2134804881" r:id="rId44"/>
    <p:sldId id="2134804882" r:id="rId45"/>
    <p:sldId id="2134804877" r:id="rId46"/>
    <p:sldId id="2134804883" r:id="rId47"/>
    <p:sldId id="213480488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AAB171-BBB8-43FA-B912-9163FAD97C62}">
          <p14:sldIdLst>
            <p14:sldId id="2134804885"/>
            <p14:sldId id="2134804866"/>
            <p14:sldId id="258"/>
            <p14:sldId id="2134804870"/>
            <p14:sldId id="2134804868"/>
            <p14:sldId id="2134804872"/>
            <p14:sldId id="2134804887"/>
            <p14:sldId id="2134804886"/>
            <p14:sldId id="281"/>
            <p14:sldId id="286"/>
            <p14:sldId id="282"/>
            <p14:sldId id="283"/>
            <p14:sldId id="2134804875"/>
            <p14:sldId id="257"/>
            <p14:sldId id="261"/>
            <p14:sldId id="2134804873"/>
            <p14:sldId id="268"/>
            <p14:sldId id="270"/>
            <p14:sldId id="274"/>
            <p14:sldId id="277"/>
            <p14:sldId id="259"/>
            <p14:sldId id="2134804867"/>
            <p14:sldId id="260"/>
            <p14:sldId id="2134804871"/>
            <p14:sldId id="279"/>
            <p14:sldId id="276"/>
            <p14:sldId id="280"/>
            <p14:sldId id="2134804869"/>
          </p14:sldIdLst>
        </p14:section>
        <p14:section name="Tool Tip Section" id="{9C73472B-35EB-4F26-A2E8-8614DFB99C8E}">
          <p14:sldIdLst>
            <p14:sldId id="265"/>
            <p14:sldId id="263"/>
            <p14:sldId id="262"/>
            <p14:sldId id="264"/>
            <p14:sldId id="266"/>
            <p14:sldId id="267"/>
            <p14:sldId id="2134804874"/>
            <p14:sldId id="2134804876"/>
            <p14:sldId id="2134804878"/>
            <p14:sldId id="2134804879"/>
            <p14:sldId id="2134804880"/>
            <p14:sldId id="2134804881"/>
            <p14:sldId id="2134804882"/>
            <p14:sldId id="2134804877"/>
            <p14:sldId id="2134804883"/>
            <p14:sldId id="21348048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97D3"/>
    <a:srgbClr val="0C2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8AE7E-88E5-4701-9B9B-BE94A287088F}" v="123" dt="2024-05-08T15:35:36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719"/>
  </p:normalViewPr>
  <p:slideViewPr>
    <p:cSldViewPr snapToGrid="0">
      <p:cViewPr varScale="1">
        <p:scale>
          <a:sx n="149" d="100"/>
          <a:sy n="149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swamy, Arun Prakash" userId="96ed5b28-6df6-410d-bed4-0758bb9eae04" providerId="ADAL" clId="{98DC9F06-750D-444B-AFD3-0905D4384672}"/>
    <pc:docChg chg="modSld">
      <pc:chgData name="Ramaswamy, Arun Prakash" userId="96ed5b28-6df6-410d-bed4-0758bb9eae04" providerId="ADAL" clId="{98DC9F06-750D-444B-AFD3-0905D4384672}" dt="2024-05-09T03:53:23.273" v="73" actId="20577"/>
      <pc:docMkLst>
        <pc:docMk/>
      </pc:docMkLst>
      <pc:sldChg chg="modSp mod">
        <pc:chgData name="Ramaswamy, Arun Prakash" userId="96ed5b28-6df6-410d-bed4-0758bb9eae04" providerId="ADAL" clId="{98DC9F06-750D-444B-AFD3-0905D4384672}" dt="2024-05-09T03:52:39.063" v="49" actId="1036"/>
        <pc:sldMkLst>
          <pc:docMk/>
          <pc:sldMk cId="2182811354" sldId="270"/>
        </pc:sldMkLst>
        <pc:spChg chg="mod">
          <ac:chgData name="Ramaswamy, Arun Prakash" userId="96ed5b28-6df6-410d-bed4-0758bb9eae04" providerId="ADAL" clId="{98DC9F06-750D-444B-AFD3-0905D4384672}" dt="2024-05-09T03:52:33.240" v="48" actId="1036"/>
          <ac:spMkLst>
            <pc:docMk/>
            <pc:sldMk cId="2182811354" sldId="270"/>
            <ac:spMk id="13" creationId="{56C139FB-CC0B-FF72-CD86-768A28F61725}"/>
          </ac:spMkLst>
        </pc:spChg>
        <pc:spChg chg="mod">
          <ac:chgData name="Ramaswamy, Arun Prakash" userId="96ed5b28-6df6-410d-bed4-0758bb9eae04" providerId="ADAL" clId="{98DC9F06-750D-444B-AFD3-0905D4384672}" dt="2024-05-09T03:52:09.848" v="27" actId="6549"/>
          <ac:spMkLst>
            <pc:docMk/>
            <pc:sldMk cId="2182811354" sldId="270"/>
            <ac:spMk id="14" creationId="{9979EE07-DC68-EA8B-EEE3-56E3DDDB58E5}"/>
          </ac:spMkLst>
        </pc:spChg>
        <pc:spChg chg="mod">
          <ac:chgData name="Ramaswamy, Arun Prakash" userId="96ed5b28-6df6-410d-bed4-0758bb9eae04" providerId="ADAL" clId="{98DC9F06-750D-444B-AFD3-0905D4384672}" dt="2024-05-09T03:52:39.063" v="49" actId="1036"/>
          <ac:spMkLst>
            <pc:docMk/>
            <pc:sldMk cId="2182811354" sldId="270"/>
            <ac:spMk id="19" creationId="{E80EB229-B923-60D3-55E8-8CE9B8A78ED8}"/>
          </ac:spMkLst>
        </pc:spChg>
        <pc:spChg chg="mod">
          <ac:chgData name="Ramaswamy, Arun Prakash" userId="96ed5b28-6df6-410d-bed4-0758bb9eae04" providerId="ADAL" clId="{98DC9F06-750D-444B-AFD3-0905D4384672}" dt="2024-05-09T03:51:13.985" v="7" actId="20577"/>
          <ac:spMkLst>
            <pc:docMk/>
            <pc:sldMk cId="2182811354" sldId="270"/>
            <ac:spMk id="50" creationId="{1F5F9C40-9957-6861-B68C-CA2493224D44}"/>
          </ac:spMkLst>
        </pc:spChg>
        <pc:spChg chg="mod">
          <ac:chgData name="Ramaswamy, Arun Prakash" userId="96ed5b28-6df6-410d-bed4-0758bb9eae04" providerId="ADAL" clId="{98DC9F06-750D-444B-AFD3-0905D4384672}" dt="2024-05-09T03:51:47.835" v="21" actId="1038"/>
          <ac:spMkLst>
            <pc:docMk/>
            <pc:sldMk cId="2182811354" sldId="270"/>
            <ac:spMk id="52" creationId="{0644D4ED-0E8B-0492-BBB4-2A1D7DB08665}"/>
          </ac:spMkLst>
        </pc:spChg>
        <pc:cxnChg chg="mod">
          <ac:chgData name="Ramaswamy, Arun Prakash" userId="96ed5b28-6df6-410d-bed4-0758bb9eae04" providerId="ADAL" clId="{98DC9F06-750D-444B-AFD3-0905D4384672}" dt="2024-05-09T03:51:58.693" v="24" actId="1037"/>
          <ac:cxnSpMkLst>
            <pc:docMk/>
            <pc:sldMk cId="2182811354" sldId="270"/>
            <ac:cxnSpMk id="51" creationId="{9E116CB3-A578-DA00-EF32-C953196D619D}"/>
          </ac:cxnSpMkLst>
        </pc:cxnChg>
      </pc:sldChg>
      <pc:sldChg chg="modSp mod">
        <pc:chgData name="Ramaswamy, Arun Prakash" userId="96ed5b28-6df6-410d-bed4-0758bb9eae04" providerId="ADAL" clId="{98DC9F06-750D-444B-AFD3-0905D4384672}" dt="2024-05-09T03:53:23.273" v="73" actId="20577"/>
        <pc:sldMkLst>
          <pc:docMk/>
          <pc:sldMk cId="3056639210" sldId="274"/>
        </pc:sldMkLst>
        <pc:spChg chg="mod">
          <ac:chgData name="Ramaswamy, Arun Prakash" userId="96ed5b28-6df6-410d-bed4-0758bb9eae04" providerId="ADAL" clId="{98DC9F06-750D-444B-AFD3-0905D4384672}" dt="2024-05-09T03:53:10.037" v="69" actId="20577"/>
          <ac:spMkLst>
            <pc:docMk/>
            <pc:sldMk cId="3056639210" sldId="274"/>
            <ac:spMk id="13" creationId="{0EE602B6-7F87-79BB-ED0D-4433A757B28D}"/>
          </ac:spMkLst>
        </pc:spChg>
        <pc:spChg chg="mod">
          <ac:chgData name="Ramaswamy, Arun Prakash" userId="96ed5b28-6df6-410d-bed4-0758bb9eae04" providerId="ADAL" clId="{98DC9F06-750D-444B-AFD3-0905D4384672}" dt="2024-05-09T03:53:00.639" v="52" actId="6549"/>
          <ac:spMkLst>
            <pc:docMk/>
            <pc:sldMk cId="3056639210" sldId="274"/>
            <ac:spMk id="14" creationId="{5159BB28-4822-35CA-E830-A03B56FBEC28}"/>
          </ac:spMkLst>
        </pc:spChg>
        <pc:spChg chg="mod">
          <ac:chgData name="Ramaswamy, Arun Prakash" userId="96ed5b28-6df6-410d-bed4-0758bb9eae04" providerId="ADAL" clId="{98DC9F06-750D-444B-AFD3-0905D4384672}" dt="2024-05-09T03:53:23.273" v="73" actId="20577"/>
          <ac:spMkLst>
            <pc:docMk/>
            <pc:sldMk cId="3056639210" sldId="274"/>
            <ac:spMk id="69" creationId="{5DA99D61-2BD3-EC9B-3A1A-A71CCD23CCC3}"/>
          </ac:spMkLst>
        </pc:spChg>
        <pc:cxnChg chg="mod">
          <ac:chgData name="Ramaswamy, Arun Prakash" userId="96ed5b28-6df6-410d-bed4-0758bb9eae04" providerId="ADAL" clId="{98DC9F06-750D-444B-AFD3-0905D4384672}" dt="2024-05-09T03:53:19.455" v="70" actId="14100"/>
          <ac:cxnSpMkLst>
            <pc:docMk/>
            <pc:sldMk cId="3056639210" sldId="274"/>
            <ac:cxnSpMk id="70" creationId="{15D309C4-4D88-3E9D-E272-D54CAC548831}"/>
          </ac:cxnSpMkLst>
        </pc:cxnChg>
      </pc:sldChg>
    </pc:docChg>
  </pc:docChgLst>
  <pc:docChgLst>
    <pc:chgData name="Simba, Kathleen" userId="S::kathleen.simba@usbank.com::8b3243e7-c22d-400d-bd9f-5dfc752b4ef4" providerId="AD" clId="Web-{F671C515-51BE-489A-A934-3DFE98AACA42}"/>
    <pc:docChg chg="modSld">
      <pc:chgData name="Simba, Kathleen" userId="S::kathleen.simba@usbank.com::8b3243e7-c22d-400d-bd9f-5dfc752b4ef4" providerId="AD" clId="Web-{F671C515-51BE-489A-A934-3DFE98AACA42}" dt="2024-04-29T15:12:32.139" v="1" actId="20577"/>
      <pc:docMkLst>
        <pc:docMk/>
      </pc:docMkLst>
      <pc:sldChg chg="modSp">
        <pc:chgData name="Simba, Kathleen" userId="S::kathleen.simba@usbank.com::8b3243e7-c22d-400d-bd9f-5dfc752b4ef4" providerId="AD" clId="Web-{F671C515-51BE-489A-A934-3DFE98AACA42}" dt="2024-04-29T15:12:32.139" v="1" actId="20577"/>
        <pc:sldMkLst>
          <pc:docMk/>
          <pc:sldMk cId="980298324" sldId="257"/>
        </pc:sldMkLst>
        <pc:spChg chg="mod">
          <ac:chgData name="Simba, Kathleen" userId="S::kathleen.simba@usbank.com::8b3243e7-c22d-400d-bd9f-5dfc752b4ef4" providerId="AD" clId="Web-{F671C515-51BE-489A-A934-3DFE98AACA42}" dt="2024-04-29T15:12:32.139" v="1" actId="20577"/>
          <ac:spMkLst>
            <pc:docMk/>
            <pc:sldMk cId="980298324" sldId="257"/>
            <ac:spMk id="103" creationId="{DA9692EC-0325-47C4-A03F-51F1244E1271}"/>
          </ac:spMkLst>
        </pc:spChg>
      </pc:sldChg>
    </pc:docChg>
  </pc:docChgLst>
  <pc:docChgLst>
    <pc:chgData name="Simba, Kathleen" userId="S::kathleen.simba@usbank.com::8b3243e7-c22d-400d-bd9f-5dfc752b4ef4" providerId="AD" clId="Web-{32814FB2-AD40-4D34-8871-B2B285AE47EE}"/>
    <pc:docChg chg="modSld">
      <pc:chgData name="Simba, Kathleen" userId="S::kathleen.simba@usbank.com::8b3243e7-c22d-400d-bd9f-5dfc752b4ef4" providerId="AD" clId="Web-{32814FB2-AD40-4D34-8871-B2B285AE47EE}" dt="2024-04-09T13:52:50.001" v="16"/>
      <pc:docMkLst>
        <pc:docMk/>
      </pc:docMkLst>
      <pc:sldChg chg="addSp delSp modSp">
        <pc:chgData name="Simba, Kathleen" userId="S::kathleen.simba@usbank.com::8b3243e7-c22d-400d-bd9f-5dfc752b4ef4" providerId="AD" clId="Web-{32814FB2-AD40-4D34-8871-B2B285AE47EE}" dt="2024-04-09T13:52:50.001" v="16"/>
        <pc:sldMkLst>
          <pc:docMk/>
          <pc:sldMk cId="980298324" sldId="257"/>
        </pc:sldMkLst>
        <pc:spChg chg="del">
          <ac:chgData name="Simba, Kathleen" userId="S::kathleen.simba@usbank.com::8b3243e7-c22d-400d-bd9f-5dfc752b4ef4" providerId="AD" clId="Web-{32814FB2-AD40-4D34-8871-B2B285AE47EE}" dt="2024-04-09T13:52:27.718" v="11"/>
          <ac:spMkLst>
            <pc:docMk/>
            <pc:sldMk cId="980298324" sldId="257"/>
            <ac:spMk id="2" creationId="{EAA3C5AE-8307-F4A1-8859-E0FF6E0CBB7E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18" v="10"/>
          <ac:spMkLst>
            <pc:docMk/>
            <pc:sldMk cId="980298324" sldId="257"/>
            <ac:spMk id="10" creationId="{26AE13E2-5129-9D3A-1B81-76880F5FE265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18" v="9"/>
          <ac:spMkLst>
            <pc:docMk/>
            <pc:sldMk cId="980298324" sldId="257"/>
            <ac:spMk id="39" creationId="{85182725-AFD7-D85B-6CB0-0DA7D2B9C985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18" v="8"/>
          <ac:spMkLst>
            <pc:docMk/>
            <pc:sldMk cId="980298324" sldId="257"/>
            <ac:spMk id="46" creationId="{F217BCE4-AEC0-84AB-E91D-9EE099B1020D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18" v="7"/>
          <ac:spMkLst>
            <pc:docMk/>
            <pc:sldMk cId="980298324" sldId="257"/>
            <ac:spMk id="53" creationId="{A00600B7-38EF-6CD6-1937-4327A3A7D4D0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18" v="6"/>
          <ac:spMkLst>
            <pc:docMk/>
            <pc:sldMk cId="980298324" sldId="257"/>
            <ac:spMk id="58" creationId="{9B1A0B38-2C3B-A2F0-8AB0-6783CF07303D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18" v="5"/>
          <ac:spMkLst>
            <pc:docMk/>
            <pc:sldMk cId="980298324" sldId="257"/>
            <ac:spMk id="68" creationId="{ED8C3905-F854-9C62-889E-2F885AC77D8E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03" v="4"/>
          <ac:spMkLst>
            <pc:docMk/>
            <pc:sldMk cId="980298324" sldId="257"/>
            <ac:spMk id="78" creationId="{50C8C864-70DA-6A96-660F-05622613F14D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03" v="3"/>
          <ac:spMkLst>
            <pc:docMk/>
            <pc:sldMk cId="980298324" sldId="257"/>
            <ac:spMk id="85" creationId="{6C3B5451-5385-2267-F7A6-3467A06C7178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03" v="2"/>
          <ac:spMkLst>
            <pc:docMk/>
            <pc:sldMk cId="980298324" sldId="257"/>
            <ac:spMk id="86" creationId="{242703F5-77BF-9757-0397-EFAF7160A522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03" v="1"/>
          <ac:spMkLst>
            <pc:docMk/>
            <pc:sldMk cId="980298324" sldId="257"/>
            <ac:spMk id="87" creationId="{3C555AA8-A2E4-B64E-D718-39D1F78F6FFD}"/>
          </ac:spMkLst>
        </pc:spChg>
        <pc:spChg chg="del">
          <ac:chgData name="Simba, Kathleen" userId="S::kathleen.simba@usbank.com::8b3243e7-c22d-400d-bd9f-5dfc752b4ef4" providerId="AD" clId="Web-{32814FB2-AD40-4D34-8871-B2B285AE47EE}" dt="2024-04-09T13:52:27.703" v="0"/>
          <ac:spMkLst>
            <pc:docMk/>
            <pc:sldMk cId="980298324" sldId="257"/>
            <ac:spMk id="88" creationId="{3CB0DF2F-17A5-8724-4245-86C908920B43}"/>
          </ac:spMkLst>
        </pc:spChg>
        <pc:picChg chg="add del mod">
          <ac:chgData name="Simba, Kathleen" userId="S::kathleen.simba@usbank.com::8b3243e7-c22d-400d-bd9f-5dfc752b4ef4" providerId="AD" clId="Web-{32814FB2-AD40-4D34-8871-B2B285AE47EE}" dt="2024-04-09T13:52:50.001" v="16"/>
          <ac:picMkLst>
            <pc:docMk/>
            <pc:sldMk cId="980298324" sldId="257"/>
            <ac:picMk id="7" creationId="{E91ADFDF-C2CF-F7A3-A77B-2B30B3910341}"/>
          </ac:picMkLst>
        </pc:picChg>
      </pc:sldChg>
    </pc:docChg>
  </pc:docChgLst>
  <pc:docChgLst>
    <pc:chgData name="Simba, Kathleen" userId="8b3243e7-c22d-400d-bd9f-5dfc752b4ef4" providerId="ADAL" clId="{725E1BDA-677A-449C-88B0-281FCECCBE72}"/>
    <pc:docChg chg="undo custSel modSld">
      <pc:chgData name="Simba, Kathleen" userId="8b3243e7-c22d-400d-bd9f-5dfc752b4ef4" providerId="ADAL" clId="{725E1BDA-677A-449C-88B0-281FCECCBE72}" dt="2024-04-18T20:36:53.444" v="1715" actId="20577"/>
      <pc:docMkLst>
        <pc:docMk/>
      </pc:docMkLst>
      <pc:sldChg chg="addSp delSp modSp mod">
        <pc:chgData name="Simba, Kathleen" userId="8b3243e7-c22d-400d-bd9f-5dfc752b4ef4" providerId="ADAL" clId="{725E1BDA-677A-449C-88B0-281FCECCBE72}" dt="2024-04-18T20:36:53.444" v="1715" actId="20577"/>
        <pc:sldMkLst>
          <pc:docMk/>
          <pc:sldMk cId="980298324" sldId="257"/>
        </pc:sldMkLst>
        <pc:spChg chg="mod">
          <ac:chgData name="Simba, Kathleen" userId="8b3243e7-c22d-400d-bd9f-5dfc752b4ef4" providerId="ADAL" clId="{725E1BDA-677A-449C-88B0-281FCECCBE72}" dt="2024-04-18T16:37:17.518" v="1321" actId="20577"/>
          <ac:spMkLst>
            <pc:docMk/>
            <pc:sldMk cId="980298324" sldId="257"/>
            <ac:spMk id="2" creationId="{ABD84711-49FF-01FC-87E3-82F32B4446D3}"/>
          </ac:spMkLst>
        </pc:spChg>
        <pc:spChg chg="add del mod">
          <ac:chgData name="Simba, Kathleen" userId="8b3243e7-c22d-400d-bd9f-5dfc752b4ef4" providerId="ADAL" clId="{725E1BDA-677A-449C-88B0-281FCECCBE72}" dt="2024-04-11T13:05:21.168" v="365" actId="478"/>
          <ac:spMkLst>
            <pc:docMk/>
            <pc:sldMk cId="980298324" sldId="257"/>
            <ac:spMk id="3" creationId="{07F839E2-A489-6DA7-1B28-81B658F68BD4}"/>
          </ac:spMkLst>
        </pc:spChg>
        <pc:spChg chg="add mod">
          <ac:chgData name="Simba, Kathleen" userId="8b3243e7-c22d-400d-bd9f-5dfc752b4ef4" providerId="ADAL" clId="{725E1BDA-677A-449C-88B0-281FCECCBE72}" dt="2024-04-16T22:13:00.444" v="591"/>
          <ac:spMkLst>
            <pc:docMk/>
            <pc:sldMk cId="980298324" sldId="257"/>
            <ac:spMk id="3" creationId="{280F6828-BB43-9BD7-9B18-9301B73314A9}"/>
          </ac:spMkLst>
        </pc:spChg>
        <pc:spChg chg="add mod">
          <ac:chgData name="Simba, Kathleen" userId="8b3243e7-c22d-400d-bd9f-5dfc752b4ef4" providerId="ADAL" clId="{725E1BDA-677A-449C-88B0-281FCECCBE72}" dt="2024-04-18T16:48:17.325" v="1457" actId="465"/>
          <ac:spMkLst>
            <pc:docMk/>
            <pc:sldMk cId="980298324" sldId="257"/>
            <ac:spMk id="3" creationId="{4EC47201-7E77-B822-E527-C9693C601F69}"/>
          </ac:spMkLst>
        </pc:spChg>
        <pc:spChg chg="mod">
          <ac:chgData name="Simba, Kathleen" userId="8b3243e7-c22d-400d-bd9f-5dfc752b4ef4" providerId="ADAL" clId="{725E1BDA-677A-449C-88B0-281FCECCBE72}" dt="2024-04-17T19:19:54.013" v="1132" actId="20577"/>
          <ac:spMkLst>
            <pc:docMk/>
            <pc:sldMk cId="980298324" sldId="257"/>
            <ac:spMk id="4" creationId="{EF80C317-7A09-4B5F-55DF-CC56D32AA663}"/>
          </ac:spMkLst>
        </pc:spChg>
        <pc:spChg chg="add mod">
          <ac:chgData name="Simba, Kathleen" userId="8b3243e7-c22d-400d-bd9f-5dfc752b4ef4" providerId="ADAL" clId="{725E1BDA-677A-449C-88B0-281FCECCBE72}" dt="2024-04-16T22:12:49.496" v="586" actId="1076"/>
          <ac:spMkLst>
            <pc:docMk/>
            <pc:sldMk cId="980298324" sldId="257"/>
            <ac:spMk id="6" creationId="{24E0A2FC-0351-2CC1-320C-3FA36CFBC83C}"/>
          </ac:spMkLst>
        </pc:spChg>
        <pc:spChg chg="add mod">
          <ac:chgData name="Simba, Kathleen" userId="8b3243e7-c22d-400d-bd9f-5dfc752b4ef4" providerId="ADAL" clId="{725E1BDA-677A-449C-88B0-281FCECCBE72}" dt="2024-04-18T16:48:17.325" v="1457" actId="465"/>
          <ac:spMkLst>
            <pc:docMk/>
            <pc:sldMk cId="980298324" sldId="257"/>
            <ac:spMk id="6" creationId="{BED1DC55-13BC-652D-B629-2FBFA629511E}"/>
          </ac:spMkLst>
        </pc:spChg>
        <pc:spChg chg="add mod">
          <ac:chgData name="Simba, Kathleen" userId="8b3243e7-c22d-400d-bd9f-5dfc752b4ef4" providerId="ADAL" clId="{725E1BDA-677A-449C-88B0-281FCECCBE72}" dt="2024-04-18T16:46:54.469" v="1447" actId="1036"/>
          <ac:spMkLst>
            <pc:docMk/>
            <pc:sldMk cId="980298324" sldId="257"/>
            <ac:spMk id="7" creationId="{0F0C698F-7DCC-2E85-5EE2-DDEE707AFE8C}"/>
          </ac:spMkLst>
        </pc:spChg>
        <pc:spChg chg="add mod">
          <ac:chgData name="Simba, Kathleen" userId="8b3243e7-c22d-400d-bd9f-5dfc752b4ef4" providerId="ADAL" clId="{725E1BDA-677A-449C-88B0-281FCECCBE72}" dt="2024-04-16T22:12:57.816" v="589" actId="21"/>
          <ac:spMkLst>
            <pc:docMk/>
            <pc:sldMk cId="980298324" sldId="257"/>
            <ac:spMk id="7" creationId="{5E641D7E-B8EB-9639-28A6-CA6A578DB884}"/>
          </ac:spMkLst>
        </pc:spChg>
        <pc:spChg chg="add mod">
          <ac:chgData name="Simba, Kathleen" userId="8b3243e7-c22d-400d-bd9f-5dfc752b4ef4" providerId="ADAL" clId="{725E1BDA-677A-449C-88B0-281FCECCBE72}" dt="2024-04-18T18:10:49.725" v="1460" actId="20577"/>
          <ac:spMkLst>
            <pc:docMk/>
            <pc:sldMk cId="980298324" sldId="257"/>
            <ac:spMk id="8" creationId="{27736813-5CF3-1615-0C7A-EEA8AE99257B}"/>
          </ac:spMkLst>
        </pc:spChg>
        <pc:spChg chg="add mod">
          <ac:chgData name="Simba, Kathleen" userId="8b3243e7-c22d-400d-bd9f-5dfc752b4ef4" providerId="ADAL" clId="{725E1BDA-677A-449C-88B0-281FCECCBE72}" dt="2024-04-16T22:12:53.126" v="588" actId="20577"/>
          <ac:spMkLst>
            <pc:docMk/>
            <pc:sldMk cId="980298324" sldId="257"/>
            <ac:spMk id="8" creationId="{5E0702D8-858A-810E-D02D-F60F6D869CA4}"/>
          </ac:spMkLst>
        </pc:spChg>
        <pc:spChg chg="mod">
          <ac:chgData name="Simba, Kathleen" userId="8b3243e7-c22d-400d-bd9f-5dfc752b4ef4" providerId="ADAL" clId="{725E1BDA-677A-449C-88B0-281FCECCBE72}" dt="2024-04-18T15:56:22.610" v="1284" actId="207"/>
          <ac:spMkLst>
            <pc:docMk/>
            <pc:sldMk cId="980298324" sldId="257"/>
            <ac:spMk id="10" creationId="{082A83BC-3546-BD51-0EA1-9084B32A22F5}"/>
          </ac:spMkLst>
        </pc:spChg>
        <pc:spChg chg="mod">
          <ac:chgData name="Simba, Kathleen" userId="8b3243e7-c22d-400d-bd9f-5dfc752b4ef4" providerId="ADAL" clId="{725E1BDA-677A-449C-88B0-281FCECCBE72}" dt="2024-04-18T16:37:39.387" v="1356" actId="20577"/>
          <ac:spMkLst>
            <pc:docMk/>
            <pc:sldMk cId="980298324" sldId="257"/>
            <ac:spMk id="12" creationId="{355C391F-6327-5542-45FF-134307AC59D0}"/>
          </ac:spMkLst>
        </pc:spChg>
        <pc:spChg chg="mod">
          <ac:chgData name="Simba, Kathleen" userId="8b3243e7-c22d-400d-bd9f-5dfc752b4ef4" providerId="ADAL" clId="{725E1BDA-677A-449C-88B0-281FCECCBE72}" dt="2024-04-11T13:04:30.082" v="314" actId="20577"/>
          <ac:spMkLst>
            <pc:docMk/>
            <pc:sldMk cId="980298324" sldId="257"/>
            <ac:spMk id="13" creationId="{215A7165-FD72-7944-C522-58A7D8BEC125}"/>
          </ac:spMkLst>
        </pc:spChg>
        <pc:spChg chg="mod">
          <ac:chgData name="Simba, Kathleen" userId="8b3243e7-c22d-400d-bd9f-5dfc752b4ef4" providerId="ADAL" clId="{725E1BDA-677A-449C-88B0-281FCECCBE72}" dt="2024-04-11T13:05:17.577" v="363" actId="255"/>
          <ac:spMkLst>
            <pc:docMk/>
            <pc:sldMk cId="980298324" sldId="257"/>
            <ac:spMk id="14" creationId="{08383D72-B1FF-282A-BA5B-94E9D16368AA}"/>
          </ac:spMkLst>
        </pc:spChg>
        <pc:spChg chg="mod">
          <ac:chgData name="Simba, Kathleen" userId="8b3243e7-c22d-400d-bd9f-5dfc752b4ef4" providerId="ADAL" clId="{725E1BDA-677A-449C-88B0-281FCECCBE72}" dt="2024-04-18T15:40:58.842" v="1264" actId="14100"/>
          <ac:spMkLst>
            <pc:docMk/>
            <pc:sldMk cId="980298324" sldId="257"/>
            <ac:spMk id="16" creationId="{BDD1EDE5-A6A4-39DF-BF6D-758D406DC7D2}"/>
          </ac:spMkLst>
        </pc:spChg>
        <pc:spChg chg="mod">
          <ac:chgData name="Simba, Kathleen" userId="8b3243e7-c22d-400d-bd9f-5dfc752b4ef4" providerId="ADAL" clId="{725E1BDA-677A-449C-88B0-281FCECCBE72}" dt="2024-04-18T15:56:28.168" v="1285" actId="207"/>
          <ac:spMkLst>
            <pc:docMk/>
            <pc:sldMk cId="980298324" sldId="257"/>
            <ac:spMk id="17" creationId="{CF128935-AAB0-BF8D-DDDF-80E99793B903}"/>
          </ac:spMkLst>
        </pc:spChg>
        <pc:spChg chg="add mod">
          <ac:chgData name="Simba, Kathleen" userId="8b3243e7-c22d-400d-bd9f-5dfc752b4ef4" providerId="ADAL" clId="{725E1BDA-677A-449C-88B0-281FCECCBE72}" dt="2024-04-18T16:47:13.128" v="1451" actId="1076"/>
          <ac:spMkLst>
            <pc:docMk/>
            <pc:sldMk cId="980298324" sldId="257"/>
            <ac:spMk id="18" creationId="{0048FE8D-30E9-25C0-1778-5E851DABA105}"/>
          </ac:spMkLst>
        </pc:spChg>
        <pc:spChg chg="mod">
          <ac:chgData name="Simba, Kathleen" userId="8b3243e7-c22d-400d-bd9f-5dfc752b4ef4" providerId="ADAL" clId="{725E1BDA-677A-449C-88B0-281FCECCBE72}" dt="2024-04-18T15:56:39.598" v="1286" actId="207"/>
          <ac:spMkLst>
            <pc:docMk/>
            <pc:sldMk cId="980298324" sldId="257"/>
            <ac:spMk id="20" creationId="{FAF6BE61-A41E-BD1A-4D5E-3EF1648A5681}"/>
          </ac:spMkLst>
        </pc:spChg>
        <pc:spChg chg="mod">
          <ac:chgData name="Simba, Kathleen" userId="8b3243e7-c22d-400d-bd9f-5dfc752b4ef4" providerId="ADAL" clId="{725E1BDA-677A-449C-88B0-281FCECCBE72}" dt="2024-04-18T15:56:39.598" v="1286" actId="207"/>
          <ac:spMkLst>
            <pc:docMk/>
            <pc:sldMk cId="980298324" sldId="257"/>
            <ac:spMk id="21" creationId="{53EEC035-53B3-5569-AFAB-7CF4CA93092A}"/>
          </ac:spMkLst>
        </pc:spChg>
        <pc:spChg chg="mod">
          <ac:chgData name="Simba, Kathleen" userId="8b3243e7-c22d-400d-bd9f-5dfc752b4ef4" providerId="ADAL" clId="{725E1BDA-677A-449C-88B0-281FCECCBE72}" dt="2024-04-18T15:56:39.598" v="1286" actId="207"/>
          <ac:spMkLst>
            <pc:docMk/>
            <pc:sldMk cId="980298324" sldId="257"/>
            <ac:spMk id="23" creationId="{7A893F4F-7800-2490-F6B1-53085B5F72F8}"/>
          </ac:spMkLst>
        </pc:spChg>
        <pc:spChg chg="mod">
          <ac:chgData name="Simba, Kathleen" userId="8b3243e7-c22d-400d-bd9f-5dfc752b4ef4" providerId="ADAL" clId="{725E1BDA-677A-449C-88B0-281FCECCBE72}" dt="2024-04-18T15:56:39.598" v="1286" actId="207"/>
          <ac:spMkLst>
            <pc:docMk/>
            <pc:sldMk cId="980298324" sldId="257"/>
            <ac:spMk id="24" creationId="{53D3E0A7-AB36-1C2D-C1B5-2E6CEDADC4B6}"/>
          </ac:spMkLst>
        </pc:spChg>
        <pc:spChg chg="add mod">
          <ac:chgData name="Simba, Kathleen" userId="8b3243e7-c22d-400d-bd9f-5dfc752b4ef4" providerId="ADAL" clId="{725E1BDA-677A-449C-88B0-281FCECCBE72}" dt="2024-04-18T16:47:08.573" v="1450" actId="1076"/>
          <ac:spMkLst>
            <pc:docMk/>
            <pc:sldMk cId="980298324" sldId="257"/>
            <ac:spMk id="25" creationId="{0CF75566-0C06-EB47-C132-66DF1752A644}"/>
          </ac:spMkLst>
        </pc:spChg>
        <pc:spChg chg="add mod">
          <ac:chgData name="Simba, Kathleen" userId="8b3243e7-c22d-400d-bd9f-5dfc752b4ef4" providerId="ADAL" clId="{725E1BDA-677A-449C-88B0-281FCECCBE72}" dt="2024-04-18T16:47:39.978" v="1456" actId="207"/>
          <ac:spMkLst>
            <pc:docMk/>
            <pc:sldMk cId="980298324" sldId="257"/>
            <ac:spMk id="26" creationId="{06B1CFBA-7A8E-E798-04AE-95AB777D8A58}"/>
          </ac:spMkLst>
        </pc:spChg>
        <pc:spChg chg="mod">
          <ac:chgData name="Simba, Kathleen" userId="8b3243e7-c22d-400d-bd9f-5dfc752b4ef4" providerId="ADAL" clId="{725E1BDA-677A-449C-88B0-281FCECCBE72}" dt="2024-04-17T19:12:29.158" v="765"/>
          <ac:spMkLst>
            <pc:docMk/>
            <pc:sldMk cId="980298324" sldId="257"/>
            <ac:spMk id="26" creationId="{7F90F564-9C78-C8AE-42C8-D18AB6B13DD1}"/>
          </ac:spMkLst>
        </pc:spChg>
        <pc:spChg chg="add mod">
          <ac:chgData name="Simba, Kathleen" userId="8b3243e7-c22d-400d-bd9f-5dfc752b4ef4" providerId="ADAL" clId="{725E1BDA-677A-449C-88B0-281FCECCBE72}" dt="2024-04-18T16:47:25.661" v="1455" actId="20577"/>
          <ac:spMkLst>
            <pc:docMk/>
            <pc:sldMk cId="980298324" sldId="257"/>
            <ac:spMk id="27" creationId="{A04F3995-AFB3-062D-70D0-8DA4F697E6C8}"/>
          </ac:spMkLst>
        </pc:spChg>
        <pc:spChg chg="mod">
          <ac:chgData name="Simba, Kathleen" userId="8b3243e7-c22d-400d-bd9f-5dfc752b4ef4" providerId="ADAL" clId="{725E1BDA-677A-449C-88B0-281FCECCBE72}" dt="2024-04-17T19:12:29.158" v="765"/>
          <ac:spMkLst>
            <pc:docMk/>
            <pc:sldMk cId="980298324" sldId="257"/>
            <ac:spMk id="27" creationId="{AFB10703-643A-2A20-ED90-5C791AF8E5A1}"/>
          </ac:spMkLst>
        </pc:spChg>
        <pc:spChg chg="mod">
          <ac:chgData name="Simba, Kathleen" userId="8b3243e7-c22d-400d-bd9f-5dfc752b4ef4" providerId="ADAL" clId="{725E1BDA-677A-449C-88B0-281FCECCBE72}" dt="2024-04-18T16:40:52.873" v="1359" actId="207"/>
          <ac:spMkLst>
            <pc:docMk/>
            <pc:sldMk cId="980298324" sldId="257"/>
            <ac:spMk id="29" creationId="{B1751341-CAF0-00E6-29B7-5E52F7FC214B}"/>
          </ac:spMkLst>
        </pc:spChg>
        <pc:spChg chg="mod">
          <ac:chgData name="Simba, Kathleen" userId="8b3243e7-c22d-400d-bd9f-5dfc752b4ef4" providerId="ADAL" clId="{725E1BDA-677A-449C-88B0-281FCECCBE72}" dt="2024-04-18T16:40:52.873" v="1359" actId="207"/>
          <ac:spMkLst>
            <pc:docMk/>
            <pc:sldMk cId="980298324" sldId="257"/>
            <ac:spMk id="30" creationId="{F31BAC96-CFB2-8A70-BAD9-8EE21FAD59C7}"/>
          </ac:spMkLst>
        </pc:spChg>
        <pc:spChg chg="mod">
          <ac:chgData name="Simba, Kathleen" userId="8b3243e7-c22d-400d-bd9f-5dfc752b4ef4" providerId="ADAL" clId="{725E1BDA-677A-449C-88B0-281FCECCBE72}" dt="2024-04-18T16:40:52.873" v="1359" actId="207"/>
          <ac:spMkLst>
            <pc:docMk/>
            <pc:sldMk cId="980298324" sldId="257"/>
            <ac:spMk id="65" creationId="{499F86CA-3E9C-483A-F701-3272293DBD0D}"/>
          </ac:spMkLst>
        </pc:spChg>
        <pc:spChg chg="mod">
          <ac:chgData name="Simba, Kathleen" userId="8b3243e7-c22d-400d-bd9f-5dfc752b4ef4" providerId="ADAL" clId="{725E1BDA-677A-449C-88B0-281FCECCBE72}" dt="2024-04-18T16:40:52.873" v="1359" actId="207"/>
          <ac:spMkLst>
            <pc:docMk/>
            <pc:sldMk cId="980298324" sldId="257"/>
            <ac:spMk id="66" creationId="{363FF978-C023-24DF-BE70-D351FB29660E}"/>
          </ac:spMkLst>
        </pc:spChg>
        <pc:spChg chg="mod">
          <ac:chgData name="Simba, Kathleen" userId="8b3243e7-c22d-400d-bd9f-5dfc752b4ef4" providerId="ADAL" clId="{725E1BDA-677A-449C-88B0-281FCECCBE72}" dt="2024-04-18T18:28:16.815" v="1462" actId="255"/>
          <ac:spMkLst>
            <pc:docMk/>
            <pc:sldMk cId="980298324" sldId="257"/>
            <ac:spMk id="68" creationId="{E1BD7014-9BC0-39B6-B219-D9FBB7B16FD2}"/>
          </ac:spMkLst>
        </pc:spChg>
        <pc:spChg chg="mod">
          <ac:chgData name="Simba, Kathleen" userId="8b3243e7-c22d-400d-bd9f-5dfc752b4ef4" providerId="ADAL" clId="{725E1BDA-677A-449C-88B0-281FCECCBE72}" dt="2024-04-18T16:44:43.213" v="1411" actId="20577"/>
          <ac:spMkLst>
            <pc:docMk/>
            <pc:sldMk cId="980298324" sldId="257"/>
            <ac:spMk id="69" creationId="{815E89D0-F4CD-D186-3F4D-029E87E7A60E}"/>
          </ac:spMkLst>
        </pc:spChg>
        <pc:spChg chg="mod">
          <ac:chgData name="Simba, Kathleen" userId="8b3243e7-c22d-400d-bd9f-5dfc752b4ef4" providerId="ADAL" clId="{725E1BDA-677A-449C-88B0-281FCECCBE72}" dt="2024-04-18T16:44:40.483" v="1410" actId="20577"/>
          <ac:spMkLst>
            <pc:docMk/>
            <pc:sldMk cId="980298324" sldId="257"/>
            <ac:spMk id="71" creationId="{3D857337-B496-C167-F834-73C3E3FC981B}"/>
          </ac:spMkLst>
        </pc:spChg>
        <pc:spChg chg="mod">
          <ac:chgData name="Simba, Kathleen" userId="8b3243e7-c22d-400d-bd9f-5dfc752b4ef4" providerId="ADAL" clId="{725E1BDA-677A-449C-88B0-281FCECCBE72}" dt="2024-04-18T18:29:47.593" v="1463" actId="20577"/>
          <ac:spMkLst>
            <pc:docMk/>
            <pc:sldMk cId="980298324" sldId="257"/>
            <ac:spMk id="72" creationId="{33F9120F-4876-6E9A-3167-AB83DD316873}"/>
          </ac:spMkLst>
        </pc:spChg>
        <pc:spChg chg="mod">
          <ac:chgData name="Simba, Kathleen" userId="8b3243e7-c22d-400d-bd9f-5dfc752b4ef4" providerId="ADAL" clId="{725E1BDA-677A-449C-88B0-281FCECCBE72}" dt="2024-04-18T16:44:46.821" v="1413" actId="20577"/>
          <ac:spMkLst>
            <pc:docMk/>
            <pc:sldMk cId="980298324" sldId="257"/>
            <ac:spMk id="74" creationId="{FBC05608-D7EF-0B46-0B08-C15BA5B931D6}"/>
          </ac:spMkLst>
        </pc:spChg>
        <pc:spChg chg="mod">
          <ac:chgData name="Simba, Kathleen" userId="8b3243e7-c22d-400d-bd9f-5dfc752b4ef4" providerId="ADAL" clId="{725E1BDA-677A-449C-88B0-281FCECCBE72}" dt="2024-04-18T16:44:51.868" v="1415" actId="20577"/>
          <ac:spMkLst>
            <pc:docMk/>
            <pc:sldMk cId="980298324" sldId="257"/>
            <ac:spMk id="75" creationId="{A0955937-D278-DFD6-A165-D8B46096987D}"/>
          </ac:spMkLst>
        </pc:spChg>
        <pc:spChg chg="add mod">
          <ac:chgData name="Simba, Kathleen" userId="8b3243e7-c22d-400d-bd9f-5dfc752b4ef4" providerId="ADAL" clId="{725E1BDA-677A-449C-88B0-281FCECCBE72}" dt="2024-04-18T20:36:53.444" v="1715" actId="20577"/>
          <ac:spMkLst>
            <pc:docMk/>
            <pc:sldMk cId="980298324" sldId="257"/>
            <ac:spMk id="76" creationId="{9517531F-051A-407B-1A9A-46A864B3F882}"/>
          </ac:spMkLst>
        </pc:spChg>
        <pc:spChg chg="mod topLvl">
          <ac:chgData name="Simba, Kathleen" userId="8b3243e7-c22d-400d-bd9f-5dfc752b4ef4" providerId="ADAL" clId="{725E1BDA-677A-449C-88B0-281FCECCBE72}" dt="2024-04-18T16:44:48.366" v="1414" actId="20577"/>
          <ac:spMkLst>
            <pc:docMk/>
            <pc:sldMk cId="980298324" sldId="257"/>
            <ac:spMk id="77" creationId="{F4A64D6E-93A0-8D8D-0B2B-54FB660C7B7F}"/>
          </ac:spMkLst>
        </pc:spChg>
        <pc:spChg chg="mod">
          <ac:chgData name="Simba, Kathleen" userId="8b3243e7-c22d-400d-bd9f-5dfc752b4ef4" providerId="ADAL" clId="{725E1BDA-677A-449C-88B0-281FCECCBE72}" dt="2024-04-18T16:37:23.222" v="1337" actId="20577"/>
          <ac:spMkLst>
            <pc:docMk/>
            <pc:sldMk cId="980298324" sldId="257"/>
            <ac:spMk id="78" creationId="{ED9EB70D-2EEB-2A8A-3B55-3F02E4EE7065}"/>
          </ac:spMkLst>
        </pc:spChg>
        <pc:spChg chg="mod">
          <ac:chgData name="Simba, Kathleen" userId="8b3243e7-c22d-400d-bd9f-5dfc752b4ef4" providerId="ADAL" clId="{725E1BDA-677A-449C-88B0-281FCECCBE72}" dt="2024-04-18T16:37:45.808" v="1358" actId="20577"/>
          <ac:spMkLst>
            <pc:docMk/>
            <pc:sldMk cId="980298324" sldId="257"/>
            <ac:spMk id="79" creationId="{6A661F97-D155-D964-5515-61E7E87FA503}"/>
          </ac:spMkLst>
        </pc:spChg>
        <pc:spChg chg="del mod topLvl">
          <ac:chgData name="Simba, Kathleen" userId="8b3243e7-c22d-400d-bd9f-5dfc752b4ef4" providerId="ADAL" clId="{725E1BDA-677A-449C-88B0-281FCECCBE72}" dt="2024-04-17T19:19:24.252" v="1118" actId="478"/>
          <ac:spMkLst>
            <pc:docMk/>
            <pc:sldMk cId="980298324" sldId="257"/>
            <ac:spMk id="80" creationId="{0349DC2A-CA8A-38B5-2CDF-BAB4C64E755E}"/>
          </ac:spMkLst>
        </pc:spChg>
        <pc:spChg chg="add mod">
          <ac:chgData name="Simba, Kathleen" userId="8b3243e7-c22d-400d-bd9f-5dfc752b4ef4" providerId="ADAL" clId="{725E1BDA-677A-449C-88B0-281FCECCBE72}" dt="2024-04-17T19:22:27.173" v="1261" actId="14100"/>
          <ac:spMkLst>
            <pc:docMk/>
            <pc:sldMk cId="980298324" sldId="257"/>
            <ac:spMk id="81" creationId="{ECCA0789-2E5A-99DA-D4DF-BD5001AF9192}"/>
          </ac:spMkLst>
        </pc:spChg>
        <pc:spChg chg="mod">
          <ac:chgData name="Simba, Kathleen" userId="8b3243e7-c22d-400d-bd9f-5dfc752b4ef4" providerId="ADAL" clId="{725E1BDA-677A-449C-88B0-281FCECCBE72}" dt="2024-04-17T19:19:36.408" v="1122" actId="20577"/>
          <ac:spMkLst>
            <pc:docMk/>
            <pc:sldMk cId="980298324" sldId="257"/>
            <ac:spMk id="93" creationId="{BD4061FC-5E96-DE1B-0F4B-2C9081968A4A}"/>
          </ac:spMkLst>
        </pc:spChg>
        <pc:spChg chg="mod">
          <ac:chgData name="Simba, Kathleen" userId="8b3243e7-c22d-400d-bd9f-5dfc752b4ef4" providerId="ADAL" clId="{725E1BDA-677A-449C-88B0-281FCECCBE72}" dt="2024-04-18T18:42:04.158" v="1652" actId="20577"/>
          <ac:spMkLst>
            <pc:docMk/>
            <pc:sldMk cId="980298324" sldId="257"/>
            <ac:spMk id="103" creationId="{DA9692EC-0325-47C4-A03F-51F1244E1271}"/>
          </ac:spMkLst>
        </pc:spChg>
        <pc:spChg chg="mod">
          <ac:chgData name="Simba, Kathleen" userId="8b3243e7-c22d-400d-bd9f-5dfc752b4ef4" providerId="ADAL" clId="{725E1BDA-677A-449C-88B0-281FCECCBE72}" dt="2024-04-18T20:36:36.186" v="1682" actId="255"/>
          <ac:spMkLst>
            <pc:docMk/>
            <pc:sldMk cId="980298324" sldId="257"/>
            <ac:spMk id="104" creationId="{1B5F9D0C-C4B4-C617-836A-FADF71CD03F6}"/>
          </ac:spMkLst>
        </pc:spChg>
        <pc:spChg chg="mod">
          <ac:chgData name="Simba, Kathleen" userId="8b3243e7-c22d-400d-bd9f-5dfc752b4ef4" providerId="ADAL" clId="{725E1BDA-677A-449C-88B0-281FCECCBE72}" dt="2024-04-18T20:36:06.662" v="1668" actId="255"/>
          <ac:spMkLst>
            <pc:docMk/>
            <pc:sldMk cId="980298324" sldId="257"/>
            <ac:spMk id="105" creationId="{359CA094-0362-9528-A6BA-ABA654A7BA62}"/>
          </ac:spMkLst>
        </pc:spChg>
        <pc:spChg chg="mod">
          <ac:chgData name="Simba, Kathleen" userId="8b3243e7-c22d-400d-bd9f-5dfc752b4ef4" providerId="ADAL" clId="{725E1BDA-677A-449C-88B0-281FCECCBE72}" dt="2024-04-18T18:41:38.610" v="1638" actId="255"/>
          <ac:spMkLst>
            <pc:docMk/>
            <pc:sldMk cId="980298324" sldId="257"/>
            <ac:spMk id="106" creationId="{198BD416-1C72-6E12-4583-B8503582D554}"/>
          </ac:spMkLst>
        </pc:spChg>
        <pc:spChg chg="mod">
          <ac:chgData name="Simba, Kathleen" userId="8b3243e7-c22d-400d-bd9f-5dfc752b4ef4" providerId="ADAL" clId="{725E1BDA-677A-449C-88B0-281FCECCBE72}" dt="2024-04-18T20:36:24.784" v="1676" actId="20577"/>
          <ac:spMkLst>
            <pc:docMk/>
            <pc:sldMk cId="980298324" sldId="257"/>
            <ac:spMk id="107" creationId="{967AB515-DFE5-C96A-1A6D-685338AA065C}"/>
          </ac:spMkLst>
        </pc:spChg>
        <pc:spChg chg="mod">
          <ac:chgData name="Simba, Kathleen" userId="8b3243e7-c22d-400d-bd9f-5dfc752b4ef4" providerId="ADAL" clId="{725E1BDA-677A-449C-88B0-281FCECCBE72}" dt="2024-04-18T15:40:48.164" v="1262" actId="14100"/>
          <ac:spMkLst>
            <pc:docMk/>
            <pc:sldMk cId="980298324" sldId="257"/>
            <ac:spMk id="108" creationId="{B766498B-5907-A4AA-4E37-1A0008605FF6}"/>
          </ac:spMkLst>
        </pc:spChg>
        <pc:spChg chg="mod">
          <ac:chgData name="Simba, Kathleen" userId="8b3243e7-c22d-400d-bd9f-5dfc752b4ef4" providerId="ADAL" clId="{725E1BDA-677A-449C-88B0-281FCECCBE72}" dt="2024-04-16T22:12:25.586" v="570" actId="20577"/>
          <ac:spMkLst>
            <pc:docMk/>
            <pc:sldMk cId="980298324" sldId="257"/>
            <ac:spMk id="109" creationId="{9FAC22DC-2D01-0BC6-F6C6-6F383E87C3A1}"/>
          </ac:spMkLst>
        </pc:spChg>
        <pc:spChg chg="mod">
          <ac:chgData name="Simba, Kathleen" userId="8b3243e7-c22d-400d-bd9f-5dfc752b4ef4" providerId="ADAL" clId="{725E1BDA-677A-449C-88B0-281FCECCBE72}" dt="2024-04-16T22:12:22.423" v="561" actId="20577"/>
          <ac:spMkLst>
            <pc:docMk/>
            <pc:sldMk cId="980298324" sldId="257"/>
            <ac:spMk id="110" creationId="{FF6EF4E0-2F2B-4C92-3F4A-DE5B6F65A093}"/>
          </ac:spMkLst>
        </pc:spChg>
        <pc:spChg chg="mod">
          <ac:chgData name="Simba, Kathleen" userId="8b3243e7-c22d-400d-bd9f-5dfc752b4ef4" providerId="ADAL" clId="{725E1BDA-677A-449C-88B0-281FCECCBE72}" dt="2024-04-16T22:12:26.709" v="573" actId="20577"/>
          <ac:spMkLst>
            <pc:docMk/>
            <pc:sldMk cId="980298324" sldId="257"/>
            <ac:spMk id="111" creationId="{C343BA2A-3BA5-C2DB-3DF0-81A196883D0C}"/>
          </ac:spMkLst>
        </pc:spChg>
        <pc:spChg chg="mod">
          <ac:chgData name="Simba, Kathleen" userId="8b3243e7-c22d-400d-bd9f-5dfc752b4ef4" providerId="ADAL" clId="{725E1BDA-677A-449C-88B0-281FCECCBE72}" dt="2024-04-16T22:12:23.420" v="564" actId="20577"/>
          <ac:spMkLst>
            <pc:docMk/>
            <pc:sldMk cId="980298324" sldId="257"/>
            <ac:spMk id="112" creationId="{8548F9CA-D4D5-2E1A-4C3A-C5BC3FB7DCB7}"/>
          </ac:spMkLst>
        </pc:spChg>
        <pc:grpChg chg="add mod">
          <ac:chgData name="Simba, Kathleen" userId="8b3243e7-c22d-400d-bd9f-5dfc752b4ef4" providerId="ADAL" clId="{725E1BDA-677A-449C-88B0-281FCECCBE72}" dt="2024-04-18T15:56:39.598" v="1286" actId="207"/>
          <ac:grpSpMkLst>
            <pc:docMk/>
            <pc:sldMk cId="980298324" sldId="257"/>
            <ac:grpSpMk id="19" creationId="{B5A1E29D-60B9-F067-6C57-2F7F8D8DDD40}"/>
          </ac:grpSpMkLst>
        </pc:grpChg>
        <pc:grpChg chg="add mod">
          <ac:chgData name="Simba, Kathleen" userId="8b3243e7-c22d-400d-bd9f-5dfc752b4ef4" providerId="ADAL" clId="{725E1BDA-677A-449C-88B0-281FCECCBE72}" dt="2024-04-18T15:56:39.598" v="1286" actId="207"/>
          <ac:grpSpMkLst>
            <pc:docMk/>
            <pc:sldMk cId="980298324" sldId="257"/>
            <ac:grpSpMk id="22" creationId="{A077BCDD-209B-260F-3B25-0C720BE97920}"/>
          </ac:grpSpMkLst>
        </pc:grpChg>
        <pc:grpChg chg="add del mod">
          <ac:chgData name="Simba, Kathleen" userId="8b3243e7-c22d-400d-bd9f-5dfc752b4ef4" providerId="ADAL" clId="{725E1BDA-677A-449C-88B0-281FCECCBE72}" dt="2024-04-17T19:12:34.015" v="768" actId="478"/>
          <ac:grpSpMkLst>
            <pc:docMk/>
            <pc:sldMk cId="980298324" sldId="257"/>
            <ac:grpSpMk id="25" creationId="{58FA1ED3-3F68-3106-CD7F-69F94049C6E6}"/>
          </ac:grpSpMkLst>
        </pc:grpChg>
        <pc:grpChg chg="add mod">
          <ac:chgData name="Simba, Kathleen" userId="8b3243e7-c22d-400d-bd9f-5dfc752b4ef4" providerId="ADAL" clId="{725E1BDA-677A-449C-88B0-281FCECCBE72}" dt="2024-04-18T16:40:52.873" v="1359" actId="207"/>
          <ac:grpSpMkLst>
            <pc:docMk/>
            <pc:sldMk cId="980298324" sldId="257"/>
            <ac:grpSpMk id="28" creationId="{39DEC96D-F3AA-21A0-3BB4-430D6D8662F2}"/>
          </ac:grpSpMkLst>
        </pc:grpChg>
        <pc:grpChg chg="add mod">
          <ac:chgData name="Simba, Kathleen" userId="8b3243e7-c22d-400d-bd9f-5dfc752b4ef4" providerId="ADAL" clId="{725E1BDA-677A-449C-88B0-281FCECCBE72}" dt="2024-04-18T16:40:52.873" v="1359" actId="207"/>
          <ac:grpSpMkLst>
            <pc:docMk/>
            <pc:sldMk cId="980298324" sldId="257"/>
            <ac:grpSpMk id="64" creationId="{5363BE34-065A-FA68-D07D-CCA1ACD73124}"/>
          </ac:grpSpMkLst>
        </pc:grpChg>
        <pc:grpChg chg="add mod">
          <ac:chgData name="Simba, Kathleen" userId="8b3243e7-c22d-400d-bd9f-5dfc752b4ef4" providerId="ADAL" clId="{725E1BDA-677A-449C-88B0-281FCECCBE72}" dt="2024-04-18T16:41:28.978" v="1360" actId="207"/>
          <ac:grpSpMkLst>
            <pc:docMk/>
            <pc:sldMk cId="980298324" sldId="257"/>
            <ac:grpSpMk id="67" creationId="{7D5F97A1-B4F5-B4BA-045A-D638C6A1F1CC}"/>
          </ac:grpSpMkLst>
        </pc:grpChg>
        <pc:grpChg chg="add mod">
          <ac:chgData name="Simba, Kathleen" userId="8b3243e7-c22d-400d-bd9f-5dfc752b4ef4" providerId="ADAL" clId="{725E1BDA-677A-449C-88B0-281FCECCBE72}" dt="2024-04-18T16:41:28.978" v="1360" actId="207"/>
          <ac:grpSpMkLst>
            <pc:docMk/>
            <pc:sldMk cId="980298324" sldId="257"/>
            <ac:grpSpMk id="70" creationId="{F2A59806-2F41-10C6-9D51-ADBC911BEABC}"/>
          </ac:grpSpMkLst>
        </pc:grpChg>
        <pc:grpChg chg="add mod">
          <ac:chgData name="Simba, Kathleen" userId="8b3243e7-c22d-400d-bd9f-5dfc752b4ef4" providerId="ADAL" clId="{725E1BDA-677A-449C-88B0-281FCECCBE72}" dt="2024-04-18T16:41:34.186" v="1361" actId="207"/>
          <ac:grpSpMkLst>
            <pc:docMk/>
            <pc:sldMk cId="980298324" sldId="257"/>
            <ac:grpSpMk id="73" creationId="{93B3F9F8-5C2E-4682-B76E-1DBC355BBC67}"/>
          </ac:grpSpMkLst>
        </pc:grpChg>
        <pc:grpChg chg="add del mod">
          <ac:chgData name="Simba, Kathleen" userId="8b3243e7-c22d-400d-bd9f-5dfc752b4ef4" providerId="ADAL" clId="{725E1BDA-677A-449C-88B0-281FCECCBE72}" dt="2024-04-17T19:19:24.252" v="1118" actId="478"/>
          <ac:grpSpMkLst>
            <pc:docMk/>
            <pc:sldMk cId="980298324" sldId="257"/>
            <ac:grpSpMk id="76" creationId="{03EB3836-F68C-4550-0074-9FF7ED0D68EB}"/>
          </ac:grpSpMkLst>
        </pc:grpChg>
      </pc:sldChg>
    </pc:docChg>
  </pc:docChgLst>
  <pc:docChgLst>
    <pc:chgData name="Simba, Kathleen" userId="8b3243e7-c22d-400d-bd9f-5dfc752b4ef4" providerId="ADAL" clId="{2F27637E-2666-42B7-A5F8-0F516F5BCEE7}"/>
    <pc:docChg chg="custSel modSld">
      <pc:chgData name="Simba, Kathleen" userId="8b3243e7-c22d-400d-bd9f-5dfc752b4ef4" providerId="ADAL" clId="{2F27637E-2666-42B7-A5F8-0F516F5BCEE7}" dt="2024-05-02T15:55:47.848" v="238" actId="20577"/>
      <pc:docMkLst>
        <pc:docMk/>
      </pc:docMkLst>
      <pc:sldChg chg="addSp modSp mod modNotesTx">
        <pc:chgData name="Simba, Kathleen" userId="8b3243e7-c22d-400d-bd9f-5dfc752b4ef4" providerId="ADAL" clId="{2F27637E-2666-42B7-A5F8-0F516F5BCEE7}" dt="2024-05-02T15:55:47.848" v="238" actId="20577"/>
        <pc:sldMkLst>
          <pc:docMk/>
          <pc:sldMk cId="980298324" sldId="257"/>
        </pc:sldMkLst>
        <pc:spChg chg="mod">
          <ac:chgData name="Simba, Kathleen" userId="8b3243e7-c22d-400d-bd9f-5dfc752b4ef4" providerId="ADAL" clId="{2F27637E-2666-42B7-A5F8-0F516F5BCEE7}" dt="2024-05-02T15:45:50.723" v="25" actId="207"/>
          <ac:spMkLst>
            <pc:docMk/>
            <pc:sldMk cId="980298324" sldId="257"/>
            <ac:spMk id="32" creationId="{79A8BB4D-6565-B9B1-BD0F-115332ADFFCC}"/>
          </ac:spMkLst>
        </pc:spChg>
        <pc:spChg chg="add mod">
          <ac:chgData name="Simba, Kathleen" userId="8b3243e7-c22d-400d-bd9f-5dfc752b4ef4" providerId="ADAL" clId="{2F27637E-2666-42B7-A5F8-0F516F5BCEE7}" dt="2024-05-02T15:46:43.444" v="70" actId="14100"/>
          <ac:spMkLst>
            <pc:docMk/>
            <pc:sldMk cId="980298324" sldId="257"/>
            <ac:spMk id="33" creationId="{FAC8FD1A-A55D-66B6-505E-ABEA7BC04777}"/>
          </ac:spMkLst>
        </pc:spChg>
      </pc:sldChg>
    </pc:docChg>
  </pc:docChgLst>
  <pc:docChgLst>
    <pc:chgData name="Simba, Kathleen" userId="S::kathleen.simba@usbank.com::8b3243e7-c22d-400d-bd9f-5dfc752b4ef4" providerId="AD" clId="Web-{F4B5B777-9E0F-4AA3-A3FA-FE1D34E976C2}"/>
    <pc:docChg chg="modSld">
      <pc:chgData name="Simba, Kathleen" userId="S::kathleen.simba@usbank.com::8b3243e7-c22d-400d-bd9f-5dfc752b4ef4" providerId="AD" clId="Web-{F4B5B777-9E0F-4AA3-A3FA-FE1D34E976C2}" dt="2024-05-02T15:44:37.032" v="5" actId="1076"/>
      <pc:docMkLst>
        <pc:docMk/>
      </pc:docMkLst>
      <pc:sldChg chg="addSp modSp">
        <pc:chgData name="Simba, Kathleen" userId="S::kathleen.simba@usbank.com::8b3243e7-c22d-400d-bd9f-5dfc752b4ef4" providerId="AD" clId="Web-{F4B5B777-9E0F-4AA3-A3FA-FE1D34E976C2}" dt="2024-05-02T15:44:37.032" v="5" actId="1076"/>
        <pc:sldMkLst>
          <pc:docMk/>
          <pc:sldMk cId="980298324" sldId="257"/>
        </pc:sldMkLst>
        <pc:spChg chg="mod">
          <ac:chgData name="Simba, Kathleen" userId="S::kathleen.simba@usbank.com::8b3243e7-c22d-400d-bd9f-5dfc752b4ef4" providerId="AD" clId="Web-{F4B5B777-9E0F-4AA3-A3FA-FE1D34E976C2}" dt="2024-05-02T15:44:23.250" v="0"/>
          <ac:spMkLst>
            <pc:docMk/>
            <pc:sldMk cId="980298324" sldId="257"/>
            <ac:spMk id="2" creationId="{ABD84711-49FF-01FC-87E3-82F32B4446D3}"/>
          </ac:spMkLst>
        </pc:spChg>
        <pc:spChg chg="add mod">
          <ac:chgData name="Simba, Kathleen" userId="S::kathleen.simba@usbank.com::8b3243e7-c22d-400d-bd9f-5dfc752b4ef4" providerId="AD" clId="Web-{F4B5B777-9E0F-4AA3-A3FA-FE1D34E976C2}" dt="2024-05-02T15:44:37.032" v="5" actId="1076"/>
          <ac:spMkLst>
            <pc:docMk/>
            <pc:sldMk cId="980298324" sldId="257"/>
            <ac:spMk id="32" creationId="{79A8BB4D-6565-B9B1-BD0F-115332ADFFCC}"/>
          </ac:spMkLst>
        </pc:spChg>
        <pc:spChg chg="mod">
          <ac:chgData name="Simba, Kathleen" userId="S::kathleen.simba@usbank.com::8b3243e7-c22d-400d-bd9f-5dfc752b4ef4" providerId="AD" clId="Web-{F4B5B777-9E0F-4AA3-A3FA-FE1D34E976C2}" dt="2024-05-02T15:44:23.250" v="1"/>
          <ac:spMkLst>
            <pc:docMk/>
            <pc:sldMk cId="980298324" sldId="257"/>
            <ac:spMk id="82" creationId="{5B8BD656-DF0D-B654-CF02-BC4C6414F751}"/>
          </ac:spMkLst>
        </pc:spChg>
        <pc:spChg chg="mod">
          <ac:chgData name="Simba, Kathleen" userId="S::kathleen.simba@usbank.com::8b3243e7-c22d-400d-bd9f-5dfc752b4ef4" providerId="AD" clId="Web-{F4B5B777-9E0F-4AA3-A3FA-FE1D34E976C2}" dt="2024-05-02T15:44:23.250" v="2"/>
          <ac:spMkLst>
            <pc:docMk/>
            <pc:sldMk cId="980298324" sldId="257"/>
            <ac:spMk id="84" creationId="{E99E7387-2ECD-1D76-7F6E-757442760546}"/>
          </ac:spMkLst>
        </pc:spChg>
        <pc:spChg chg="mod">
          <ac:chgData name="Simba, Kathleen" userId="S::kathleen.simba@usbank.com::8b3243e7-c22d-400d-bd9f-5dfc752b4ef4" providerId="AD" clId="Web-{F4B5B777-9E0F-4AA3-A3FA-FE1D34E976C2}" dt="2024-05-02T15:44:23.469" v="3"/>
          <ac:spMkLst>
            <pc:docMk/>
            <pc:sldMk cId="980298324" sldId="257"/>
            <ac:spMk id="103" creationId="{DA9692EC-0325-47C4-A03F-51F1244E1271}"/>
          </ac:spMkLst>
        </pc:spChg>
      </pc:sldChg>
    </pc:docChg>
  </pc:docChgLst>
  <pc:docChgLst>
    <pc:chgData name="Kathleen Simba" userId="8b3243e7-c22d-400d-bd9f-5dfc752b4ef4" providerId="ADAL" clId="{73EB2C28-9861-43FA-BF56-7A473ACBBA28}"/>
    <pc:docChg chg="modSld">
      <pc:chgData name="Kathleen Simba" userId="8b3243e7-c22d-400d-bd9f-5dfc752b4ef4" providerId="ADAL" clId="{73EB2C28-9861-43FA-BF56-7A473ACBBA28}" dt="2024-04-04T15:15:39.602" v="115" actId="20577"/>
      <pc:docMkLst>
        <pc:docMk/>
      </pc:docMkLst>
      <pc:sldChg chg="addSp modSp mod">
        <pc:chgData name="Kathleen Simba" userId="8b3243e7-c22d-400d-bd9f-5dfc752b4ef4" providerId="ADAL" clId="{73EB2C28-9861-43FA-BF56-7A473ACBBA28}" dt="2024-04-04T15:15:39.602" v="115" actId="20577"/>
        <pc:sldMkLst>
          <pc:docMk/>
          <pc:sldMk cId="980298324" sldId="257"/>
        </pc:sldMkLst>
        <pc:spChg chg="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2" creationId="{EAA3C5AE-8307-F4A1-8859-E0FF6E0CBB7E}"/>
          </ac:spMkLst>
        </pc:spChg>
        <pc:spChg chg="mod">
          <ac:chgData name="Kathleen Simba" userId="8b3243e7-c22d-400d-bd9f-5dfc752b4ef4" providerId="ADAL" clId="{73EB2C28-9861-43FA-BF56-7A473ACBBA28}" dt="2024-04-04T15:12:54.847" v="11" actId="1076"/>
          <ac:spMkLst>
            <pc:docMk/>
            <pc:sldMk cId="980298324" sldId="257"/>
            <ac:spMk id="5" creationId="{B08728DF-FD44-2828-F3B9-3834CF7AB38A}"/>
          </ac:spMkLst>
        </pc:spChg>
        <pc:spChg chg="mod">
          <ac:chgData name="Kathleen Simba" userId="8b3243e7-c22d-400d-bd9f-5dfc752b4ef4" providerId="ADAL" clId="{73EB2C28-9861-43FA-BF56-7A473ACBBA28}" dt="2024-04-04T15:13:39.008" v="25" actId="1076"/>
          <ac:spMkLst>
            <pc:docMk/>
            <pc:sldMk cId="980298324" sldId="257"/>
            <ac:spMk id="10" creationId="{26AE13E2-5129-9D3A-1B81-76880F5FE265}"/>
          </ac:spMkLst>
        </pc:spChg>
        <pc:spChg chg="add mod">
          <ac:chgData name="Kathleen Simba" userId="8b3243e7-c22d-400d-bd9f-5dfc752b4ef4" providerId="ADAL" clId="{73EB2C28-9861-43FA-BF56-7A473ACBBA28}" dt="2024-04-04T15:12:25.504" v="7"/>
          <ac:spMkLst>
            <pc:docMk/>
            <pc:sldMk cId="980298324" sldId="257"/>
            <ac:spMk id="16" creationId="{13642E91-F0C3-025F-7272-981FB593B27C}"/>
          </ac:spMkLst>
        </pc:spChg>
        <pc:spChg chg="add mod">
          <ac:chgData name="Kathleen Simba" userId="8b3243e7-c22d-400d-bd9f-5dfc752b4ef4" providerId="ADAL" clId="{73EB2C28-9861-43FA-BF56-7A473ACBBA28}" dt="2024-04-04T15:15:39.602" v="115" actId="20577"/>
          <ac:spMkLst>
            <pc:docMk/>
            <pc:sldMk cId="980298324" sldId="257"/>
            <ac:spMk id="31" creationId="{89EFE438-41C9-FF9A-16D7-66BAAF273181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39" creationId="{85182725-AFD7-D85B-6CB0-0DA7D2B9C985}"/>
          </ac:spMkLst>
        </pc:spChg>
        <pc:spChg chg="add mod">
          <ac:chgData name="Kathleen Simba" userId="8b3243e7-c22d-400d-bd9f-5dfc752b4ef4" providerId="ADAL" clId="{73EB2C28-9861-43FA-BF56-7A473ACBBA28}" dt="2024-04-04T15:13:49.581" v="29" actId="1076"/>
          <ac:spMkLst>
            <pc:docMk/>
            <pc:sldMk cId="980298324" sldId="257"/>
            <ac:spMk id="46" creationId="{F217BCE4-AEC0-84AB-E91D-9EE099B1020D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53" creationId="{A00600B7-38EF-6CD6-1937-4327A3A7D4D0}"/>
          </ac:spMkLst>
        </pc:spChg>
        <pc:spChg chg="add mod">
          <ac:chgData name="Kathleen Simba" userId="8b3243e7-c22d-400d-bd9f-5dfc752b4ef4" providerId="ADAL" clId="{73EB2C28-9861-43FA-BF56-7A473ACBBA28}" dt="2024-04-04T15:14:00.300" v="32" actId="1076"/>
          <ac:spMkLst>
            <pc:docMk/>
            <pc:sldMk cId="980298324" sldId="257"/>
            <ac:spMk id="58" creationId="{9B1A0B38-2C3B-A2F0-8AB0-6783CF07303D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68" creationId="{ED8C3905-F854-9C62-889E-2F885AC77D8E}"/>
          </ac:spMkLst>
        </pc:spChg>
        <pc:spChg chg="add mod">
          <ac:chgData name="Kathleen Simba" userId="8b3243e7-c22d-400d-bd9f-5dfc752b4ef4" providerId="ADAL" clId="{73EB2C28-9861-43FA-BF56-7A473ACBBA28}" dt="2024-04-04T15:14:00.300" v="32" actId="1076"/>
          <ac:spMkLst>
            <pc:docMk/>
            <pc:sldMk cId="980298324" sldId="257"/>
            <ac:spMk id="78" creationId="{50C8C864-70DA-6A96-660F-05622613F14D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85" creationId="{6C3B5451-5385-2267-F7A6-3467A06C7178}"/>
          </ac:spMkLst>
        </pc:spChg>
        <pc:spChg chg="add mod">
          <ac:chgData name="Kathleen Simba" userId="8b3243e7-c22d-400d-bd9f-5dfc752b4ef4" providerId="ADAL" clId="{73EB2C28-9861-43FA-BF56-7A473ACBBA28}" dt="2024-04-04T15:14:08.761" v="34" actId="1076"/>
          <ac:spMkLst>
            <pc:docMk/>
            <pc:sldMk cId="980298324" sldId="257"/>
            <ac:spMk id="86" creationId="{242703F5-77BF-9757-0397-EFAF7160A522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87" creationId="{3C555AA8-A2E4-B64E-D718-39D1F78F6FFD}"/>
          </ac:spMkLst>
        </pc:spChg>
        <pc:spChg chg="add mod">
          <ac:chgData name="Kathleen Simba" userId="8b3243e7-c22d-400d-bd9f-5dfc752b4ef4" providerId="ADAL" clId="{73EB2C28-9861-43FA-BF56-7A473ACBBA28}" dt="2024-04-04T15:14:08.761" v="34" actId="1076"/>
          <ac:spMkLst>
            <pc:docMk/>
            <pc:sldMk cId="980298324" sldId="257"/>
            <ac:spMk id="88" creationId="{3CB0DF2F-17A5-8724-4245-86C908920B43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89" creationId="{B82770A4-DECB-DAC1-296E-1663EC39671C}"/>
          </ac:spMkLst>
        </pc:spChg>
        <pc:spChg chg="add mod">
          <ac:chgData name="Kathleen Simba" userId="8b3243e7-c22d-400d-bd9f-5dfc752b4ef4" providerId="ADAL" clId="{73EB2C28-9861-43FA-BF56-7A473ACBBA28}" dt="2024-04-04T15:14:16.240" v="36" actId="1076"/>
          <ac:spMkLst>
            <pc:docMk/>
            <pc:sldMk cId="980298324" sldId="257"/>
            <ac:spMk id="90" creationId="{67EB9B06-DB30-F53D-F233-DFE6523278BF}"/>
          </ac:spMkLst>
        </pc:spChg>
        <pc:spChg chg="mod">
          <ac:chgData name="Kathleen Simba" userId="8b3243e7-c22d-400d-bd9f-5dfc752b4ef4" providerId="ADAL" clId="{73EB2C28-9861-43FA-BF56-7A473ACBBA28}" dt="2024-04-04T15:13:21.672" v="20" actId="1076"/>
          <ac:spMkLst>
            <pc:docMk/>
            <pc:sldMk cId="980298324" sldId="257"/>
            <ac:spMk id="91" creationId="{FF7934FC-B034-DF89-BF86-8DD37BACFE34}"/>
          </ac:spMkLst>
        </pc:spChg>
        <pc:spChg chg="mod">
          <ac:chgData name="Kathleen Simba" userId="8b3243e7-c22d-400d-bd9f-5dfc752b4ef4" providerId="ADAL" clId="{73EB2C28-9861-43FA-BF56-7A473ACBBA28}" dt="2024-04-04T15:13:25.580" v="22" actId="1076"/>
          <ac:spMkLst>
            <pc:docMk/>
            <pc:sldMk cId="980298324" sldId="257"/>
            <ac:spMk id="92" creationId="{4A80A728-06FE-3309-36D1-6C2B9EB6AC1A}"/>
          </ac:spMkLst>
        </pc:spChg>
        <pc:spChg chg="mod">
          <ac:chgData name="Kathleen Simba" userId="8b3243e7-c22d-400d-bd9f-5dfc752b4ef4" providerId="ADAL" clId="{73EB2C28-9861-43FA-BF56-7A473ACBBA28}" dt="2024-04-04T15:13:27.606" v="23" actId="1076"/>
          <ac:spMkLst>
            <pc:docMk/>
            <pc:sldMk cId="980298324" sldId="257"/>
            <ac:spMk id="93" creationId="{BD4061FC-5E96-DE1B-0F4B-2C9081968A4A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94" creationId="{51324EEB-9658-E637-07F1-C01BF1F7C6BC}"/>
          </ac:spMkLst>
        </pc:spChg>
        <pc:spChg chg="add mod">
          <ac:chgData name="Kathleen Simba" userId="8b3243e7-c22d-400d-bd9f-5dfc752b4ef4" providerId="ADAL" clId="{73EB2C28-9861-43FA-BF56-7A473ACBBA28}" dt="2024-04-04T15:14:16.240" v="36" actId="1076"/>
          <ac:spMkLst>
            <pc:docMk/>
            <pc:sldMk cId="980298324" sldId="257"/>
            <ac:spMk id="95" creationId="{9CB1A58B-73D4-F413-3663-F0B7C41920E7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96" creationId="{6EA76E93-7C01-1530-9EF9-7DE3DE848846}"/>
          </ac:spMkLst>
        </pc:spChg>
        <pc:spChg chg="add mod">
          <ac:chgData name="Kathleen Simba" userId="8b3243e7-c22d-400d-bd9f-5dfc752b4ef4" providerId="ADAL" clId="{73EB2C28-9861-43FA-BF56-7A473ACBBA28}" dt="2024-04-04T15:14:21.027" v="38" actId="1076"/>
          <ac:spMkLst>
            <pc:docMk/>
            <pc:sldMk cId="980298324" sldId="257"/>
            <ac:spMk id="97" creationId="{AA1D6275-9F55-132D-4991-407B58109DDA}"/>
          </ac:spMkLst>
        </pc:spChg>
        <pc:spChg chg="add mod">
          <ac:chgData name="Kathleen Simba" userId="8b3243e7-c22d-400d-bd9f-5dfc752b4ef4" providerId="ADAL" clId="{73EB2C28-9861-43FA-BF56-7A473ACBBA28}" dt="2024-04-04T15:14:51.756" v="40" actId="14100"/>
          <ac:spMkLst>
            <pc:docMk/>
            <pc:sldMk cId="980298324" sldId="257"/>
            <ac:spMk id="98" creationId="{46E6B8E2-8378-65F6-60EF-CD4AD0F5B9E0}"/>
          </ac:spMkLst>
        </pc:spChg>
        <pc:spChg chg="add mod">
          <ac:chgData name="Kathleen Simba" userId="8b3243e7-c22d-400d-bd9f-5dfc752b4ef4" providerId="ADAL" clId="{73EB2C28-9861-43FA-BF56-7A473ACBBA28}" dt="2024-04-04T15:14:21.027" v="38" actId="1076"/>
          <ac:spMkLst>
            <pc:docMk/>
            <pc:sldMk cId="980298324" sldId="257"/>
            <ac:spMk id="99" creationId="{61ABEF08-88C4-C1D6-DE87-CCBBA1FEAE1A}"/>
          </ac:spMkLst>
        </pc:spChg>
      </pc:sldChg>
    </pc:docChg>
  </pc:docChgLst>
  <pc:docChgLst>
    <pc:chgData name="Taylor, Isiah" userId="S::isiah.taylor@usbank.com::8d5a19b8-66c6-4f1e-acc7-400f2c1fb015" providerId="AD" clId="Web-{54D50245-72B8-717B-FC3B-FBBB9C204399}"/>
    <pc:docChg chg="mod">
      <pc:chgData name="Taylor, Isiah" userId="S::isiah.taylor@usbank.com::8d5a19b8-66c6-4f1e-acc7-400f2c1fb015" providerId="AD" clId="Web-{54D50245-72B8-717B-FC3B-FBBB9C204399}" dt="2024-04-04T18:16:47.133" v="0" actId="33475"/>
      <pc:docMkLst>
        <pc:docMk/>
      </pc:docMkLst>
    </pc:docChg>
  </pc:docChgLst>
  <pc:docChgLst>
    <pc:chgData name="Simba, Kathleen" userId="S::kathleen.simba@usbank.com::8b3243e7-c22d-400d-bd9f-5dfc752b4ef4" providerId="AD" clId="Web-{091DAB34-FD7B-4CF0-A19E-ADFCFC7E69FF}"/>
    <pc:docChg chg="modSection">
      <pc:chgData name="Simba, Kathleen" userId="S::kathleen.simba@usbank.com::8b3243e7-c22d-400d-bd9f-5dfc752b4ef4" providerId="AD" clId="Web-{091DAB34-FD7B-4CF0-A19E-ADFCFC7E69FF}" dt="2024-05-07T15:05:53.135" v="0"/>
      <pc:docMkLst>
        <pc:docMk/>
      </pc:docMkLst>
    </pc:docChg>
  </pc:docChgLst>
  <pc:docChgLst>
    <pc:chgData name="Taylor, Isiah" userId="8d5a19b8-66c6-4f1e-acc7-400f2c1fb015" providerId="ADAL" clId="{72E25887-D900-4CC1-9AA6-E56EB70083E4}"/>
    <pc:docChg chg="undo custSel addSld delSld modSld sldOrd modMainMaster addSection modSection">
      <pc:chgData name="Taylor, Isiah" userId="8d5a19b8-66c6-4f1e-acc7-400f2c1fb015" providerId="ADAL" clId="{72E25887-D900-4CC1-9AA6-E56EB70083E4}" dt="2024-04-30T15:38:45.298" v="2182" actId="17846"/>
      <pc:docMkLst>
        <pc:docMk/>
      </pc:docMkLst>
      <pc:sldChg chg="addSp modSp mod modTransition">
        <pc:chgData name="Taylor, Isiah" userId="8d5a19b8-66c6-4f1e-acc7-400f2c1fb015" providerId="ADAL" clId="{72E25887-D900-4CC1-9AA6-E56EB70083E4}" dt="2024-04-18T18:07:27.721" v="1930"/>
        <pc:sldMkLst>
          <pc:docMk/>
          <pc:sldMk cId="980298324" sldId="257"/>
        </pc:sldMkLst>
        <pc:spChg chg="add mod">
          <ac:chgData name="Taylor, Isiah" userId="8d5a19b8-66c6-4f1e-acc7-400f2c1fb015" providerId="ADAL" clId="{72E25887-D900-4CC1-9AA6-E56EB70083E4}" dt="2024-04-08T18:13:40.786" v="485" actId="20577"/>
          <ac:spMkLst>
            <pc:docMk/>
            <pc:sldMk cId="980298324" sldId="257"/>
            <ac:spMk id="3" creationId="{BC847B6D-D2E5-7D3B-7F03-DF71A7E35E47}"/>
          </ac:spMkLst>
        </pc:spChg>
        <pc:spChg chg="add mod">
          <ac:chgData name="Taylor, Isiah" userId="8d5a19b8-66c6-4f1e-acc7-400f2c1fb015" providerId="ADAL" clId="{72E25887-D900-4CC1-9AA6-E56EB70083E4}" dt="2024-04-08T18:14:35.406" v="575" actId="20577"/>
          <ac:spMkLst>
            <pc:docMk/>
            <pc:sldMk cId="980298324" sldId="257"/>
            <ac:spMk id="6" creationId="{1F31FCAF-8ACC-621E-11C5-4EC852CEA274}"/>
          </ac:spMkLst>
        </pc:spChg>
        <pc:spChg chg="mod">
          <ac:chgData name="Taylor, Isiah" userId="8d5a19b8-66c6-4f1e-acc7-400f2c1fb015" providerId="ADAL" clId="{72E25887-D900-4CC1-9AA6-E56EB70083E4}" dt="2024-04-08T17:55:32.529" v="158" actId="20577"/>
          <ac:spMkLst>
            <pc:docMk/>
            <pc:sldMk cId="980298324" sldId="257"/>
            <ac:spMk id="89" creationId="{B82770A4-DECB-DAC1-296E-1663EC39671C}"/>
          </ac:spMkLst>
        </pc:spChg>
        <pc:spChg chg="mod">
          <ac:chgData name="Taylor, Isiah" userId="8d5a19b8-66c6-4f1e-acc7-400f2c1fb015" providerId="ADAL" clId="{72E25887-D900-4CC1-9AA6-E56EB70083E4}" dt="2024-04-08T17:54:04.619" v="127" actId="20577"/>
          <ac:spMkLst>
            <pc:docMk/>
            <pc:sldMk cId="980298324" sldId="257"/>
            <ac:spMk id="90" creationId="{67EB9B06-DB30-F53D-F233-DFE6523278BF}"/>
          </ac:spMkLst>
        </pc:spChg>
        <pc:spChg chg="mod">
          <ac:chgData name="Taylor, Isiah" userId="8d5a19b8-66c6-4f1e-acc7-400f2c1fb015" providerId="ADAL" clId="{72E25887-D900-4CC1-9AA6-E56EB70083E4}" dt="2024-04-08T17:51:41.317" v="75" actId="20577"/>
          <ac:spMkLst>
            <pc:docMk/>
            <pc:sldMk cId="980298324" sldId="257"/>
            <ac:spMk id="94" creationId="{51324EEB-9658-E637-07F1-C01BF1F7C6BC}"/>
          </ac:spMkLst>
        </pc:spChg>
        <pc:spChg chg="mod">
          <ac:chgData name="Taylor, Isiah" userId="8d5a19b8-66c6-4f1e-acc7-400f2c1fb015" providerId="ADAL" clId="{72E25887-D900-4CC1-9AA6-E56EB70083E4}" dt="2024-04-08T17:54:23.851" v="157" actId="20577"/>
          <ac:spMkLst>
            <pc:docMk/>
            <pc:sldMk cId="980298324" sldId="257"/>
            <ac:spMk id="95" creationId="{9CB1A58B-73D4-F413-3663-F0B7C41920E7}"/>
          </ac:spMkLst>
        </pc:spChg>
        <pc:spChg chg="mod">
          <ac:chgData name="Taylor, Isiah" userId="8d5a19b8-66c6-4f1e-acc7-400f2c1fb015" providerId="ADAL" clId="{72E25887-D900-4CC1-9AA6-E56EB70083E4}" dt="2024-04-08T18:10:09.540" v="231" actId="20577"/>
          <ac:spMkLst>
            <pc:docMk/>
            <pc:sldMk cId="980298324" sldId="257"/>
            <ac:spMk id="96" creationId="{6EA76E93-7C01-1530-9EF9-7DE3DE848846}"/>
          </ac:spMkLst>
        </pc:spChg>
        <pc:spChg chg="mod">
          <ac:chgData name="Taylor, Isiah" userId="8d5a19b8-66c6-4f1e-acc7-400f2c1fb015" providerId="ADAL" clId="{72E25887-D900-4CC1-9AA6-E56EB70083E4}" dt="2024-04-08T18:11:37.985" v="360" actId="20577"/>
          <ac:spMkLst>
            <pc:docMk/>
            <pc:sldMk cId="980298324" sldId="257"/>
            <ac:spMk id="97" creationId="{AA1D6275-9F55-132D-4991-407B58109DDA}"/>
          </ac:spMkLst>
        </pc:spChg>
        <pc:spChg chg="mod">
          <ac:chgData name="Taylor, Isiah" userId="8d5a19b8-66c6-4f1e-acc7-400f2c1fb015" providerId="ADAL" clId="{72E25887-D900-4CC1-9AA6-E56EB70083E4}" dt="2024-04-08T18:10:51.662" v="291" actId="5793"/>
          <ac:spMkLst>
            <pc:docMk/>
            <pc:sldMk cId="980298324" sldId="257"/>
            <ac:spMk id="98" creationId="{46E6B8E2-8378-65F6-60EF-CD4AD0F5B9E0}"/>
          </ac:spMkLst>
        </pc:spChg>
        <pc:spChg chg="mod">
          <ac:chgData name="Taylor, Isiah" userId="8d5a19b8-66c6-4f1e-acc7-400f2c1fb015" providerId="ADAL" clId="{72E25887-D900-4CC1-9AA6-E56EB70083E4}" dt="2024-04-08T18:12:08.114" v="407" actId="20577"/>
          <ac:spMkLst>
            <pc:docMk/>
            <pc:sldMk cId="980298324" sldId="257"/>
            <ac:spMk id="99" creationId="{61ABEF08-88C4-C1D6-DE87-CCBBA1FEAE1A}"/>
          </ac:spMkLst>
        </pc:spChg>
      </pc:sldChg>
      <pc:sldChg chg="addSp delSp modSp del mod">
        <pc:chgData name="Taylor, Isiah" userId="8d5a19b8-66c6-4f1e-acc7-400f2c1fb015" providerId="ADAL" clId="{72E25887-D900-4CC1-9AA6-E56EB70083E4}" dt="2024-04-18T17:59:38.452" v="1744" actId="2696"/>
        <pc:sldMkLst>
          <pc:docMk/>
          <pc:sldMk cId="1717320421" sldId="258"/>
        </pc:sldMkLst>
        <pc:picChg chg="add mod modCrop">
          <ac:chgData name="Taylor, Isiah" userId="8d5a19b8-66c6-4f1e-acc7-400f2c1fb015" providerId="ADAL" clId="{72E25887-D900-4CC1-9AA6-E56EB70083E4}" dt="2024-04-18T17:07:44.278" v="1633" actId="1076"/>
          <ac:picMkLst>
            <pc:docMk/>
            <pc:sldMk cId="1717320421" sldId="258"/>
            <ac:picMk id="2" creationId="{14FAA87D-BBB6-EF72-3325-DC72047D7E62}"/>
          </ac:picMkLst>
        </pc:picChg>
        <pc:picChg chg="add mod modCrop">
          <ac:chgData name="Taylor, Isiah" userId="8d5a19b8-66c6-4f1e-acc7-400f2c1fb015" providerId="ADAL" clId="{72E25887-D900-4CC1-9AA6-E56EB70083E4}" dt="2024-04-18T17:07:44.278" v="1633" actId="1076"/>
          <ac:picMkLst>
            <pc:docMk/>
            <pc:sldMk cId="1717320421" sldId="258"/>
            <ac:picMk id="3" creationId="{FDAC29C0-7458-4081-D318-0F8346A9EF21}"/>
          </ac:picMkLst>
        </pc:picChg>
        <pc:picChg chg="mod modCrop">
          <ac:chgData name="Taylor, Isiah" userId="8d5a19b8-66c6-4f1e-acc7-400f2c1fb015" providerId="ADAL" clId="{72E25887-D900-4CC1-9AA6-E56EB70083E4}" dt="2024-04-18T17:07:44.278" v="1633" actId="1076"/>
          <ac:picMkLst>
            <pc:docMk/>
            <pc:sldMk cId="1717320421" sldId="258"/>
            <ac:picMk id="5" creationId="{B0C4F1EE-6368-9F4D-F646-EF9A65041E2D}"/>
          </ac:picMkLst>
        </pc:picChg>
        <pc:picChg chg="del mod">
          <ac:chgData name="Taylor, Isiah" userId="8d5a19b8-66c6-4f1e-acc7-400f2c1fb015" providerId="ADAL" clId="{72E25887-D900-4CC1-9AA6-E56EB70083E4}" dt="2024-04-17T17:46:43.878" v="1345" actId="478"/>
          <ac:picMkLst>
            <pc:docMk/>
            <pc:sldMk cId="1717320421" sldId="258"/>
            <ac:picMk id="9" creationId="{DC9BE18F-5DA3-D1A1-FBEA-8126A1212EC1}"/>
          </ac:picMkLst>
        </pc:picChg>
        <pc:picChg chg="del mod">
          <ac:chgData name="Taylor, Isiah" userId="8d5a19b8-66c6-4f1e-acc7-400f2c1fb015" providerId="ADAL" clId="{72E25887-D900-4CC1-9AA6-E56EB70083E4}" dt="2024-04-17T17:46:44.608" v="1346" actId="478"/>
          <ac:picMkLst>
            <pc:docMk/>
            <pc:sldMk cId="1717320421" sldId="258"/>
            <ac:picMk id="11" creationId="{77CBA1A9-981E-FF6D-0D8B-8F189D8E208E}"/>
          </ac:picMkLst>
        </pc:picChg>
        <pc:picChg chg="del mod">
          <ac:chgData name="Taylor, Isiah" userId="8d5a19b8-66c6-4f1e-acc7-400f2c1fb015" providerId="ADAL" clId="{72E25887-D900-4CC1-9AA6-E56EB70083E4}" dt="2024-04-17T17:46:45.732" v="1347" actId="478"/>
          <ac:picMkLst>
            <pc:docMk/>
            <pc:sldMk cId="1717320421" sldId="258"/>
            <ac:picMk id="13" creationId="{60D8B6C0-3E09-A572-6AA9-53BE568182DD}"/>
          </ac:picMkLst>
        </pc:picChg>
        <pc:inkChg chg="add del">
          <ac:chgData name="Taylor, Isiah" userId="8d5a19b8-66c6-4f1e-acc7-400f2c1fb015" providerId="ADAL" clId="{72E25887-D900-4CC1-9AA6-E56EB70083E4}" dt="2024-04-18T16:13:34.100" v="1465"/>
          <ac:inkMkLst>
            <pc:docMk/>
            <pc:sldMk cId="1717320421" sldId="258"/>
            <ac:inkMk id="4" creationId="{E12144B1-1E71-C10A-4661-B5343E598BA2}"/>
          </ac:inkMkLst>
        </pc:inkChg>
        <pc:inkChg chg="add del">
          <ac:chgData name="Taylor, Isiah" userId="8d5a19b8-66c6-4f1e-acc7-400f2c1fb015" providerId="ADAL" clId="{72E25887-D900-4CC1-9AA6-E56EB70083E4}" dt="2024-04-18T16:13:34.554" v="1466"/>
          <ac:inkMkLst>
            <pc:docMk/>
            <pc:sldMk cId="1717320421" sldId="258"/>
            <ac:inkMk id="6" creationId="{A107660A-BDD4-283F-A312-94CB59C8A148}"/>
          </ac:inkMkLst>
        </pc:inkChg>
        <pc:inkChg chg="add del">
          <ac:chgData name="Taylor, Isiah" userId="8d5a19b8-66c6-4f1e-acc7-400f2c1fb015" providerId="ADAL" clId="{72E25887-D900-4CC1-9AA6-E56EB70083E4}" dt="2024-04-18T16:13:34.556" v="1467"/>
          <ac:inkMkLst>
            <pc:docMk/>
            <pc:sldMk cId="1717320421" sldId="258"/>
            <ac:inkMk id="7" creationId="{586F6ADE-A01C-7E46-FBBB-A4AAEA7AB34D}"/>
          </ac:inkMkLst>
        </pc:inkChg>
        <pc:inkChg chg="add del">
          <ac:chgData name="Taylor, Isiah" userId="8d5a19b8-66c6-4f1e-acc7-400f2c1fb015" providerId="ADAL" clId="{72E25887-D900-4CC1-9AA6-E56EB70083E4}" dt="2024-04-18T16:13:34.881" v="1468"/>
          <ac:inkMkLst>
            <pc:docMk/>
            <pc:sldMk cId="1717320421" sldId="258"/>
            <ac:inkMk id="8" creationId="{07C3363A-8111-2BF1-5484-DBD483743DC6}"/>
          </ac:inkMkLst>
        </pc:inkChg>
      </pc:sldChg>
      <pc:sldChg chg="ord">
        <pc:chgData name="Taylor, Isiah" userId="8d5a19b8-66c6-4f1e-acc7-400f2c1fb015" providerId="ADAL" clId="{72E25887-D900-4CC1-9AA6-E56EB70083E4}" dt="2024-04-30T15:38:08.986" v="2177"/>
        <pc:sldMkLst>
          <pc:docMk/>
          <pc:sldMk cId="2353449930" sldId="258"/>
        </pc:sldMkLst>
      </pc:sldChg>
      <pc:sldChg chg="addSp delSp modSp mod ord modTransition">
        <pc:chgData name="Taylor, Isiah" userId="8d5a19b8-66c6-4f1e-acc7-400f2c1fb015" providerId="ADAL" clId="{72E25887-D900-4CC1-9AA6-E56EB70083E4}" dt="2024-04-30T15:38:04.805" v="2171"/>
        <pc:sldMkLst>
          <pc:docMk/>
          <pc:sldMk cId="323839100" sldId="259"/>
        </pc:sldMkLst>
        <pc:spChg chg="mod">
          <ac:chgData name="Taylor, Isiah" userId="8d5a19b8-66c6-4f1e-acc7-400f2c1fb015" providerId="ADAL" clId="{72E25887-D900-4CC1-9AA6-E56EB70083E4}" dt="2024-04-18T18:00:15.695" v="1803" actId="20577"/>
          <ac:spMkLst>
            <pc:docMk/>
            <pc:sldMk cId="323839100" sldId="259"/>
            <ac:spMk id="2" creationId="{BA656FB8-E3B8-5775-E8AE-63F2832229F9}"/>
          </ac:spMkLst>
        </pc:spChg>
        <pc:spChg chg="add del mod">
          <ac:chgData name="Taylor, Isiah" userId="8d5a19b8-66c6-4f1e-acc7-400f2c1fb015" providerId="ADAL" clId="{72E25887-D900-4CC1-9AA6-E56EB70083E4}" dt="2024-04-18T18:00:21.696" v="1805" actId="478"/>
          <ac:spMkLst>
            <pc:docMk/>
            <pc:sldMk cId="323839100" sldId="259"/>
            <ac:spMk id="7" creationId="{5DBF36D3-0BC8-92C0-874B-FF9843C548B8}"/>
          </ac:spMkLst>
        </pc:spChg>
        <pc:picChg chg="del">
          <ac:chgData name="Taylor, Isiah" userId="8d5a19b8-66c6-4f1e-acc7-400f2c1fb015" providerId="ADAL" clId="{72E25887-D900-4CC1-9AA6-E56EB70083E4}" dt="2024-04-18T18:00:19.154" v="1804" actId="478"/>
          <ac:picMkLst>
            <pc:docMk/>
            <pc:sldMk cId="323839100" sldId="259"/>
            <ac:picMk id="5" creationId="{D9F0FF11-76F7-92F2-ED7B-AE34134AB479}"/>
          </ac:picMkLst>
        </pc:picChg>
        <pc:picChg chg="mod">
          <ac:chgData name="Taylor, Isiah" userId="8d5a19b8-66c6-4f1e-acc7-400f2c1fb015" providerId="ADAL" clId="{72E25887-D900-4CC1-9AA6-E56EB70083E4}" dt="2024-04-18T18:00:28.708" v="1808" actId="1076"/>
          <ac:picMkLst>
            <pc:docMk/>
            <pc:sldMk cId="323839100" sldId="259"/>
            <ac:picMk id="11" creationId="{AA7084F4-5A73-0200-AE97-9D39E9F62140}"/>
          </ac:picMkLst>
        </pc:picChg>
        <pc:picChg chg="mod">
          <ac:chgData name="Taylor, Isiah" userId="8d5a19b8-66c6-4f1e-acc7-400f2c1fb015" providerId="ADAL" clId="{72E25887-D900-4CC1-9AA6-E56EB70083E4}" dt="2024-04-18T18:00:31.963" v="1809" actId="1076"/>
          <ac:picMkLst>
            <pc:docMk/>
            <pc:sldMk cId="323839100" sldId="259"/>
            <ac:picMk id="15" creationId="{F5D3F19A-7599-DE28-F55D-166346EC75AB}"/>
          </ac:picMkLst>
        </pc:picChg>
        <pc:inkChg chg="add del">
          <ac:chgData name="Taylor, Isiah" userId="8d5a19b8-66c6-4f1e-acc7-400f2c1fb015" providerId="ADAL" clId="{72E25887-D900-4CC1-9AA6-E56EB70083E4}" dt="2024-04-18T16:13:41.718" v="1470"/>
          <ac:inkMkLst>
            <pc:docMk/>
            <pc:sldMk cId="323839100" sldId="259"/>
            <ac:inkMk id="3" creationId="{7125B153-BBA4-6A5F-8EE3-EEEDFD6EE75E}"/>
          </ac:inkMkLst>
        </pc:inkChg>
        <pc:inkChg chg="add del">
          <ac:chgData name="Taylor, Isiah" userId="8d5a19b8-66c6-4f1e-acc7-400f2c1fb015" providerId="ADAL" clId="{72E25887-D900-4CC1-9AA6-E56EB70083E4}" dt="2024-04-18T16:13:41.716" v="1469"/>
          <ac:inkMkLst>
            <pc:docMk/>
            <pc:sldMk cId="323839100" sldId="259"/>
            <ac:inkMk id="4" creationId="{C09EE156-A757-1071-9D27-8817824E6852}"/>
          </ac:inkMkLst>
        </pc:inkChg>
      </pc:sldChg>
      <pc:sldChg chg="addSp delSp modSp del mod">
        <pc:chgData name="Taylor, Isiah" userId="8d5a19b8-66c6-4f1e-acc7-400f2c1fb015" providerId="ADAL" clId="{72E25887-D900-4CC1-9AA6-E56EB70083E4}" dt="2024-04-18T16:25:44.887" v="1514" actId="2696"/>
        <pc:sldMkLst>
          <pc:docMk/>
          <pc:sldMk cId="2280009242" sldId="260"/>
        </pc:sldMkLst>
        <pc:spChg chg="mod ord">
          <ac:chgData name="Taylor, Isiah" userId="8d5a19b8-66c6-4f1e-acc7-400f2c1fb015" providerId="ADAL" clId="{72E25887-D900-4CC1-9AA6-E56EB70083E4}" dt="2024-04-18T16:09:31.271" v="1402" actId="34135"/>
          <ac:spMkLst>
            <pc:docMk/>
            <pc:sldMk cId="2280009242" sldId="260"/>
            <ac:spMk id="4" creationId="{0C7C5481-20BF-145F-8247-402F1B004AE9}"/>
          </ac:spMkLst>
        </pc:spChg>
        <pc:spChg chg="add del">
          <ac:chgData name="Taylor, Isiah" userId="8d5a19b8-66c6-4f1e-acc7-400f2c1fb015" providerId="ADAL" clId="{72E25887-D900-4CC1-9AA6-E56EB70083E4}" dt="2024-04-09T14:03:32.818" v="578" actId="26606"/>
          <ac:spMkLst>
            <pc:docMk/>
            <pc:sldMk cId="2280009242" sldId="260"/>
            <ac:spMk id="19" creationId="{1707FC24-6981-43D9-B525-C7832BA22463}"/>
          </ac:spMkLst>
        </pc:spChg>
        <pc:spChg chg="add del">
          <ac:chgData name="Taylor, Isiah" userId="8d5a19b8-66c6-4f1e-acc7-400f2c1fb015" providerId="ADAL" clId="{72E25887-D900-4CC1-9AA6-E56EB70083E4}" dt="2024-04-09T14:03:32.816" v="577" actId="26606"/>
          <ac:spMkLst>
            <pc:docMk/>
            <pc:sldMk cId="2280009242" sldId="260"/>
            <ac:spMk id="23" creationId="{56C64895-024D-1925-9B78-B91619E24B5B}"/>
          </ac:spMkLst>
        </pc:spChg>
        <pc:spChg chg="add">
          <ac:chgData name="Taylor, Isiah" userId="8d5a19b8-66c6-4f1e-acc7-400f2c1fb015" providerId="ADAL" clId="{72E25887-D900-4CC1-9AA6-E56EB70083E4}" dt="2024-04-09T14:03:32.818" v="578" actId="26606"/>
          <ac:spMkLst>
            <pc:docMk/>
            <pc:sldMk cId="2280009242" sldId="260"/>
            <ac:spMk id="24" creationId="{53F29798-D584-4792-9B62-3F5F5C36D619}"/>
          </ac:spMkLst>
        </pc:spChg>
        <pc:spChg chg="add del">
          <ac:chgData name="Taylor, Isiah" userId="8d5a19b8-66c6-4f1e-acc7-400f2c1fb015" providerId="ADAL" clId="{72E25887-D900-4CC1-9AA6-E56EB70083E4}" dt="2024-04-09T14:03:32.816" v="577" actId="26606"/>
          <ac:spMkLst>
            <pc:docMk/>
            <pc:sldMk cId="2280009242" sldId="260"/>
            <ac:spMk id="26" creationId="{AB902CB9-C7DC-4673-B7D5-F22DCF0EC54E}"/>
          </ac:spMkLst>
        </pc:spChg>
        <pc:spChg chg="add del mod">
          <ac:chgData name="Taylor, Isiah" userId="8d5a19b8-66c6-4f1e-acc7-400f2c1fb015" providerId="ADAL" clId="{72E25887-D900-4CC1-9AA6-E56EB70083E4}" dt="2024-04-18T16:11:42.089" v="1412" actId="478"/>
          <ac:spMkLst>
            <pc:docMk/>
            <pc:sldMk cId="2280009242" sldId="260"/>
            <ac:spMk id="29" creationId="{C30AC1ED-0683-2380-D5AE-8D98B41DE2F4}"/>
          </ac:spMkLst>
        </pc:spChg>
        <pc:spChg chg="add mod">
          <ac:chgData name="Taylor, Isiah" userId="8d5a19b8-66c6-4f1e-acc7-400f2c1fb015" providerId="ADAL" clId="{72E25887-D900-4CC1-9AA6-E56EB70083E4}" dt="2024-04-18T16:11:29.904" v="1409" actId="1035"/>
          <ac:spMkLst>
            <pc:docMk/>
            <pc:sldMk cId="2280009242" sldId="260"/>
            <ac:spMk id="30" creationId="{EC141997-EB97-CE29-CA96-65157CCE379A}"/>
          </ac:spMkLst>
        </pc:spChg>
        <pc:spChg chg="add mod">
          <ac:chgData name="Taylor, Isiah" userId="8d5a19b8-66c6-4f1e-acc7-400f2c1fb015" providerId="ADAL" clId="{72E25887-D900-4CC1-9AA6-E56EB70083E4}" dt="2024-04-18T16:12:21.215" v="1425" actId="1038"/>
          <ac:spMkLst>
            <pc:docMk/>
            <pc:sldMk cId="2280009242" sldId="260"/>
            <ac:spMk id="31" creationId="{CDEA51EB-53AE-5E8E-E1CF-CCA980CA0F64}"/>
          </ac:spMkLst>
        </pc:spChg>
        <pc:spChg chg="add mod">
          <ac:chgData name="Taylor, Isiah" userId="8d5a19b8-66c6-4f1e-acc7-400f2c1fb015" providerId="ADAL" clId="{72E25887-D900-4CC1-9AA6-E56EB70083E4}" dt="2024-04-18T16:12:38.615" v="1433" actId="20577"/>
          <ac:spMkLst>
            <pc:docMk/>
            <pc:sldMk cId="2280009242" sldId="260"/>
            <ac:spMk id="32" creationId="{925880BF-A2C8-A921-0103-313B19743FA9}"/>
          </ac:spMkLst>
        </pc:spChg>
        <pc:spChg chg="add mod">
          <ac:chgData name="Taylor, Isiah" userId="8d5a19b8-66c6-4f1e-acc7-400f2c1fb015" providerId="ADAL" clId="{72E25887-D900-4CC1-9AA6-E56EB70083E4}" dt="2024-04-18T16:12:48.795" v="1437" actId="1076"/>
          <ac:spMkLst>
            <pc:docMk/>
            <pc:sldMk cId="2280009242" sldId="260"/>
            <ac:spMk id="33" creationId="{C993A3CF-77B5-BF3B-C577-52B0158D0EE1}"/>
          </ac:spMkLst>
        </pc:spChg>
        <pc:spChg chg="add mod">
          <ac:chgData name="Taylor, Isiah" userId="8d5a19b8-66c6-4f1e-acc7-400f2c1fb015" providerId="ADAL" clId="{72E25887-D900-4CC1-9AA6-E56EB70083E4}" dt="2024-04-18T16:13:13.038" v="1453" actId="1036"/>
          <ac:spMkLst>
            <pc:docMk/>
            <pc:sldMk cId="2280009242" sldId="260"/>
            <ac:spMk id="34" creationId="{C156F41C-B98E-A3C0-6E32-18F31278FF40}"/>
          </ac:spMkLst>
        </pc:spChg>
        <pc:spChg chg="add mod">
          <ac:chgData name="Taylor, Isiah" userId="8d5a19b8-66c6-4f1e-acc7-400f2c1fb015" providerId="ADAL" clId="{72E25887-D900-4CC1-9AA6-E56EB70083E4}" dt="2024-04-18T16:13:49.384" v="1480" actId="1036"/>
          <ac:spMkLst>
            <pc:docMk/>
            <pc:sldMk cId="2280009242" sldId="260"/>
            <ac:spMk id="35" creationId="{788F5689-3E5C-19FE-4041-DFEB7A79E045}"/>
          </ac:spMkLst>
        </pc:spChg>
        <pc:picChg chg="add del mod modCrop">
          <ac:chgData name="Taylor, Isiah" userId="8d5a19b8-66c6-4f1e-acc7-400f2c1fb015" providerId="ADAL" clId="{72E25887-D900-4CC1-9AA6-E56EB70083E4}" dt="2024-04-18T16:08:26.758" v="1369" actId="478"/>
          <ac:picMkLst>
            <pc:docMk/>
            <pc:sldMk cId="2280009242" sldId="260"/>
            <ac:picMk id="2" creationId="{1E3C9945-A48B-DC21-8B09-977E2296C71A}"/>
          </ac:picMkLst>
        </pc:picChg>
        <pc:picChg chg="add del mod modCrop">
          <ac:chgData name="Taylor, Isiah" userId="8d5a19b8-66c6-4f1e-acc7-400f2c1fb015" providerId="ADAL" clId="{72E25887-D900-4CC1-9AA6-E56EB70083E4}" dt="2024-04-18T16:08:27.878" v="1370" actId="478"/>
          <ac:picMkLst>
            <pc:docMk/>
            <pc:sldMk cId="2280009242" sldId="260"/>
            <ac:picMk id="3" creationId="{38A1F79F-D0EC-F249-F9F4-0BC156B0260C}"/>
          </ac:picMkLst>
        </pc:picChg>
        <pc:picChg chg="mod modCrop">
          <ac:chgData name="Taylor, Isiah" userId="8d5a19b8-66c6-4f1e-acc7-400f2c1fb015" providerId="ADAL" clId="{72E25887-D900-4CC1-9AA6-E56EB70083E4}" dt="2024-04-18T16:09:09.861" v="1387" actId="34135"/>
          <ac:picMkLst>
            <pc:docMk/>
            <pc:sldMk cId="2280009242" sldId="260"/>
            <ac:picMk id="5" creationId="{A01ACA3E-E0A2-417C-0F7E-C47AC6554E76}"/>
          </ac:picMkLst>
        </pc:picChg>
        <pc:picChg chg="add del mod modCrop">
          <ac:chgData name="Taylor, Isiah" userId="8d5a19b8-66c6-4f1e-acc7-400f2c1fb015" providerId="ADAL" clId="{72E25887-D900-4CC1-9AA6-E56EB70083E4}" dt="2024-04-18T16:08:25.035" v="1368" actId="478"/>
          <ac:picMkLst>
            <pc:docMk/>
            <pc:sldMk cId="2280009242" sldId="260"/>
            <ac:picMk id="6" creationId="{EE9E40FB-1303-4763-1918-E9298CBF6584}"/>
          </ac:picMkLst>
        </pc:picChg>
        <pc:picChg chg="add del mod">
          <ac:chgData name="Taylor, Isiah" userId="8d5a19b8-66c6-4f1e-acc7-400f2c1fb015" providerId="ADAL" clId="{72E25887-D900-4CC1-9AA6-E56EB70083E4}" dt="2024-04-17T15:41:19.665" v="1067" actId="478"/>
          <ac:picMkLst>
            <pc:docMk/>
            <pc:sldMk cId="2280009242" sldId="260"/>
            <ac:picMk id="7" creationId="{34FA04F3-1AF4-A5F8-8F16-B6F29755514F}"/>
          </ac:picMkLst>
        </pc:picChg>
        <pc:picChg chg="add del mod modCrop">
          <ac:chgData name="Taylor, Isiah" userId="8d5a19b8-66c6-4f1e-acc7-400f2c1fb015" providerId="ADAL" clId="{72E25887-D900-4CC1-9AA6-E56EB70083E4}" dt="2024-04-18T16:09:35.812" v="1403" actId="478"/>
          <ac:picMkLst>
            <pc:docMk/>
            <pc:sldMk cId="2280009242" sldId="260"/>
            <ac:picMk id="8" creationId="{17F6E690-D6E5-943A-4EF9-D8F60838F200}"/>
          </ac:picMkLst>
        </pc:picChg>
        <pc:picChg chg="add del mod">
          <ac:chgData name="Taylor, Isiah" userId="8d5a19b8-66c6-4f1e-acc7-400f2c1fb015" providerId="ADAL" clId="{72E25887-D900-4CC1-9AA6-E56EB70083E4}" dt="2024-04-17T15:41:19.665" v="1067" actId="478"/>
          <ac:picMkLst>
            <pc:docMk/>
            <pc:sldMk cId="2280009242" sldId="260"/>
            <ac:picMk id="9" creationId="{F94559E7-F5B3-44BB-BC05-2B3385B6EE5F}"/>
          </ac:picMkLst>
        </pc:picChg>
        <pc:picChg chg="add del mod modCrop">
          <ac:chgData name="Taylor, Isiah" userId="8d5a19b8-66c6-4f1e-acc7-400f2c1fb015" providerId="ADAL" clId="{72E25887-D900-4CC1-9AA6-E56EB70083E4}" dt="2024-04-18T16:08:30.649" v="1371" actId="478"/>
          <ac:picMkLst>
            <pc:docMk/>
            <pc:sldMk cId="2280009242" sldId="260"/>
            <ac:picMk id="10" creationId="{8A53AA04-22DD-4FB2-5B21-9A6119E71ACA}"/>
          </ac:picMkLst>
        </pc:picChg>
        <pc:picChg chg="add del mod modCrop">
          <ac:chgData name="Taylor, Isiah" userId="8d5a19b8-66c6-4f1e-acc7-400f2c1fb015" providerId="ADAL" clId="{72E25887-D900-4CC1-9AA6-E56EB70083E4}" dt="2024-04-18T16:08:23.265" v="1367" actId="478"/>
          <ac:picMkLst>
            <pc:docMk/>
            <pc:sldMk cId="2280009242" sldId="260"/>
            <ac:picMk id="11" creationId="{229FBB03-32E2-644F-7645-EED63079D396}"/>
          </ac:picMkLst>
        </pc:picChg>
        <pc:picChg chg="add del mod ord">
          <ac:chgData name="Taylor, Isiah" userId="8d5a19b8-66c6-4f1e-acc7-400f2c1fb015" providerId="ADAL" clId="{72E25887-D900-4CC1-9AA6-E56EB70083E4}" dt="2024-04-17T15:41:19.665" v="1067" actId="478"/>
          <ac:picMkLst>
            <pc:docMk/>
            <pc:sldMk cId="2280009242" sldId="260"/>
            <ac:picMk id="13" creationId="{41112B54-1DCE-8B65-16FD-43159C5C0BB3}"/>
          </ac:picMkLst>
        </pc:picChg>
        <pc:picChg chg="add del mod ord">
          <ac:chgData name="Taylor, Isiah" userId="8d5a19b8-66c6-4f1e-acc7-400f2c1fb015" providerId="ADAL" clId="{72E25887-D900-4CC1-9AA6-E56EB70083E4}" dt="2024-04-17T15:41:19.665" v="1067" actId="478"/>
          <ac:picMkLst>
            <pc:docMk/>
            <pc:sldMk cId="2280009242" sldId="260"/>
            <ac:picMk id="15" creationId="{2F384825-6FE6-0AE5-803E-814CFBA8C38C}"/>
          </ac:picMkLst>
        </pc:picChg>
        <pc:picChg chg="add del mod ord">
          <ac:chgData name="Taylor, Isiah" userId="8d5a19b8-66c6-4f1e-acc7-400f2c1fb015" providerId="ADAL" clId="{72E25887-D900-4CC1-9AA6-E56EB70083E4}" dt="2024-04-17T15:41:19.665" v="1067" actId="478"/>
          <ac:picMkLst>
            <pc:docMk/>
            <pc:sldMk cId="2280009242" sldId="260"/>
            <ac:picMk id="17" creationId="{4DDB254B-D614-B6EB-8AEA-A90737621D7C}"/>
          </ac:picMkLst>
        </pc:picChg>
        <pc:inkChg chg="add del">
          <ac:chgData name="Taylor, Isiah" userId="8d5a19b8-66c6-4f1e-acc7-400f2c1fb015" providerId="ADAL" clId="{72E25887-D900-4CC1-9AA6-E56EB70083E4}" dt="2024-04-17T16:38:02.169" v="1244" actId="9405"/>
          <ac:inkMkLst>
            <pc:docMk/>
            <pc:sldMk cId="2280009242" sldId="260"/>
            <ac:inkMk id="12" creationId="{BF04A097-8210-ECC4-D87B-E498A47960B2}"/>
          </ac:inkMkLst>
        </pc:inkChg>
        <pc:inkChg chg="add del">
          <ac:chgData name="Taylor, Isiah" userId="8d5a19b8-66c6-4f1e-acc7-400f2c1fb015" providerId="ADAL" clId="{72E25887-D900-4CC1-9AA6-E56EB70083E4}" dt="2024-04-17T16:38:38.760" v="1256" actId="9405"/>
          <ac:inkMkLst>
            <pc:docMk/>
            <pc:sldMk cId="2280009242" sldId="260"/>
            <ac:inkMk id="14" creationId="{26285AB7-406F-5C7A-D551-FD1390AD7225}"/>
          </ac:inkMkLst>
        </pc:inkChg>
        <pc:inkChg chg="add del">
          <ac:chgData name="Taylor, Isiah" userId="8d5a19b8-66c6-4f1e-acc7-400f2c1fb015" providerId="ADAL" clId="{72E25887-D900-4CC1-9AA6-E56EB70083E4}" dt="2024-04-17T16:38:37.670" v="1255" actId="9405"/>
          <ac:inkMkLst>
            <pc:docMk/>
            <pc:sldMk cId="2280009242" sldId="260"/>
            <ac:inkMk id="16" creationId="{5DDBEA9E-5AF2-27D2-E101-CDF837515418}"/>
          </ac:inkMkLst>
        </pc:inkChg>
        <pc:inkChg chg="add del">
          <ac:chgData name="Taylor, Isiah" userId="8d5a19b8-66c6-4f1e-acc7-400f2c1fb015" providerId="ADAL" clId="{72E25887-D900-4CC1-9AA6-E56EB70083E4}" dt="2024-04-17T16:38:37.235" v="1254" actId="9405"/>
          <ac:inkMkLst>
            <pc:docMk/>
            <pc:sldMk cId="2280009242" sldId="260"/>
            <ac:inkMk id="18" creationId="{06C701DB-2EDC-B64D-239B-9553C16525B9}"/>
          </ac:inkMkLst>
        </pc:inkChg>
        <pc:inkChg chg="add del">
          <ac:chgData name="Taylor, Isiah" userId="8d5a19b8-66c6-4f1e-acc7-400f2c1fb015" providerId="ADAL" clId="{72E25887-D900-4CC1-9AA6-E56EB70083E4}" dt="2024-04-17T16:38:36.839" v="1253" actId="9405"/>
          <ac:inkMkLst>
            <pc:docMk/>
            <pc:sldMk cId="2280009242" sldId="260"/>
            <ac:inkMk id="19" creationId="{1B78059D-A6DD-1F92-6BDD-178F227817E0}"/>
          </ac:inkMkLst>
        </pc:inkChg>
        <pc:inkChg chg="add del">
          <ac:chgData name="Taylor, Isiah" userId="8d5a19b8-66c6-4f1e-acc7-400f2c1fb015" providerId="ADAL" clId="{72E25887-D900-4CC1-9AA6-E56EB70083E4}" dt="2024-04-17T16:38:36.634" v="1252" actId="9405"/>
          <ac:inkMkLst>
            <pc:docMk/>
            <pc:sldMk cId="2280009242" sldId="260"/>
            <ac:inkMk id="20" creationId="{D95B9E23-E93E-8BFF-DA5B-009C3DD81261}"/>
          </ac:inkMkLst>
        </pc:inkChg>
        <pc:inkChg chg="add del">
          <ac:chgData name="Taylor, Isiah" userId="8d5a19b8-66c6-4f1e-acc7-400f2c1fb015" providerId="ADAL" clId="{72E25887-D900-4CC1-9AA6-E56EB70083E4}" dt="2024-04-17T16:38:36.273" v="1251" actId="9405"/>
          <ac:inkMkLst>
            <pc:docMk/>
            <pc:sldMk cId="2280009242" sldId="260"/>
            <ac:inkMk id="21" creationId="{A58CEF66-7202-5C6B-7040-F45D68F50D05}"/>
          </ac:inkMkLst>
        </pc:inkChg>
        <pc:inkChg chg="add del">
          <ac:chgData name="Taylor, Isiah" userId="8d5a19b8-66c6-4f1e-acc7-400f2c1fb015" providerId="ADAL" clId="{72E25887-D900-4CC1-9AA6-E56EB70083E4}" dt="2024-04-18T16:08:38.435" v="1372"/>
          <ac:inkMkLst>
            <pc:docMk/>
            <pc:sldMk cId="2280009242" sldId="260"/>
            <ac:inkMk id="22" creationId="{B64C6C02-EEFA-9293-96BE-00DE6328272E}"/>
          </ac:inkMkLst>
        </pc:inkChg>
        <pc:inkChg chg="add del">
          <ac:chgData name="Taylor, Isiah" userId="8d5a19b8-66c6-4f1e-acc7-400f2c1fb015" providerId="ADAL" clId="{72E25887-D900-4CC1-9AA6-E56EB70083E4}" dt="2024-04-18T15:49:30.661" v="1354"/>
          <ac:inkMkLst>
            <pc:docMk/>
            <pc:sldMk cId="2280009242" sldId="260"/>
            <ac:inkMk id="23" creationId="{231A4036-230F-FBAA-D286-AD5CB59D870F}"/>
          </ac:inkMkLst>
        </pc:inkChg>
        <pc:inkChg chg="add del">
          <ac:chgData name="Taylor, Isiah" userId="8d5a19b8-66c6-4f1e-acc7-400f2c1fb015" providerId="ADAL" clId="{72E25887-D900-4CC1-9AA6-E56EB70083E4}" dt="2024-04-18T16:08:40.220" v="1374"/>
          <ac:inkMkLst>
            <pc:docMk/>
            <pc:sldMk cId="2280009242" sldId="260"/>
            <ac:inkMk id="25" creationId="{CDFADEEF-E049-FDFA-3267-456FA82D1F19}"/>
          </ac:inkMkLst>
        </pc:inkChg>
        <pc:inkChg chg="add del">
          <ac:chgData name="Taylor, Isiah" userId="8d5a19b8-66c6-4f1e-acc7-400f2c1fb015" providerId="ADAL" clId="{72E25887-D900-4CC1-9AA6-E56EB70083E4}" dt="2024-04-18T16:08:39.527" v="1373"/>
          <ac:inkMkLst>
            <pc:docMk/>
            <pc:sldMk cId="2280009242" sldId="260"/>
            <ac:inkMk id="26" creationId="{03D465B9-8456-9052-0C75-842BBD7E862C}"/>
          </ac:inkMkLst>
        </pc:inkChg>
        <pc:inkChg chg="add del">
          <ac:chgData name="Taylor, Isiah" userId="8d5a19b8-66c6-4f1e-acc7-400f2c1fb015" providerId="ADAL" clId="{72E25887-D900-4CC1-9AA6-E56EB70083E4}" dt="2024-04-18T16:08:40.698" v="1375"/>
          <ac:inkMkLst>
            <pc:docMk/>
            <pc:sldMk cId="2280009242" sldId="260"/>
            <ac:inkMk id="27" creationId="{4029D418-E54B-3D33-8EEE-5EF3595F4C3C}"/>
          </ac:inkMkLst>
        </pc:inkChg>
        <pc:inkChg chg="add del">
          <ac:chgData name="Taylor, Isiah" userId="8d5a19b8-66c6-4f1e-acc7-400f2c1fb015" providerId="ADAL" clId="{72E25887-D900-4CC1-9AA6-E56EB70083E4}" dt="2024-04-18T16:08:41.181" v="1376"/>
          <ac:inkMkLst>
            <pc:docMk/>
            <pc:sldMk cId="2280009242" sldId="260"/>
            <ac:inkMk id="28" creationId="{CA413811-7399-1E51-2CDE-E7307FF29980}"/>
          </ac:inkMkLst>
        </pc:inkChg>
      </pc:sldChg>
      <pc:sldChg chg="addSp delSp modSp add mod modTransition setBg delDesignElem">
        <pc:chgData name="Taylor, Isiah" userId="8d5a19b8-66c6-4f1e-acc7-400f2c1fb015" providerId="ADAL" clId="{72E25887-D900-4CC1-9AA6-E56EB70083E4}" dt="2024-04-29T16:53:39.582" v="2013" actId="13926"/>
        <pc:sldMkLst>
          <pc:docMk/>
          <pc:sldMk cId="2477345188" sldId="261"/>
        </pc:sldMkLst>
        <pc:spChg chg="add del mod">
          <ac:chgData name="Taylor, Isiah" userId="8d5a19b8-66c6-4f1e-acc7-400f2c1fb015" providerId="ADAL" clId="{72E25887-D900-4CC1-9AA6-E56EB70083E4}" dt="2024-04-18T16:23:04.724" v="1489" actId="478"/>
          <ac:spMkLst>
            <pc:docMk/>
            <pc:sldMk cId="2477345188" sldId="261"/>
            <ac:spMk id="3" creationId="{CCF2BA32-2419-8825-B5C6-A987440A63C9}"/>
          </ac:spMkLst>
        </pc:spChg>
        <pc:spChg chg="mod">
          <ac:chgData name="Taylor, Isiah" userId="8d5a19b8-66c6-4f1e-acc7-400f2c1fb015" providerId="ADAL" clId="{72E25887-D900-4CC1-9AA6-E56EB70083E4}" dt="2024-04-18T16:43:07.958" v="1567" actId="20577"/>
          <ac:spMkLst>
            <pc:docMk/>
            <pc:sldMk cId="2477345188" sldId="261"/>
            <ac:spMk id="4" creationId="{600B7D06-817C-2E03-2B7D-2B4C8312F0C2}"/>
          </ac:spMkLst>
        </pc:spChg>
        <pc:spChg chg="add mod">
          <ac:chgData name="Taylor, Isiah" userId="8d5a19b8-66c6-4f1e-acc7-400f2c1fb015" providerId="ADAL" clId="{72E25887-D900-4CC1-9AA6-E56EB70083E4}" dt="2024-04-18T16:25:12.756" v="1513"/>
          <ac:spMkLst>
            <pc:docMk/>
            <pc:sldMk cId="2477345188" sldId="261"/>
            <ac:spMk id="6" creationId="{5D860DEA-CEB7-FD4D-A6E0-701799201B62}"/>
          </ac:spMkLst>
        </pc:spChg>
        <pc:spChg chg="add del">
          <ac:chgData name="Taylor, Isiah" userId="8d5a19b8-66c6-4f1e-acc7-400f2c1fb015" providerId="ADAL" clId="{72E25887-D900-4CC1-9AA6-E56EB70083E4}" dt="2024-04-18T16:24:05.618" v="1500" actId="26606"/>
          <ac:spMkLst>
            <pc:docMk/>
            <pc:sldMk cId="2477345188" sldId="261"/>
            <ac:spMk id="7" creationId="{D12DDE76-C203-4047-9998-63900085B5E8}"/>
          </ac:spMkLst>
        </pc:spChg>
        <pc:spChg chg="add mod">
          <ac:chgData name="Taylor, Isiah" userId="8d5a19b8-66c6-4f1e-acc7-400f2c1fb015" providerId="ADAL" clId="{72E25887-D900-4CC1-9AA6-E56EB70083E4}" dt="2024-04-18T16:25:12.756" v="1513"/>
          <ac:spMkLst>
            <pc:docMk/>
            <pc:sldMk cId="2477345188" sldId="261"/>
            <ac:spMk id="8" creationId="{7902EC51-9542-4C99-E827-A7646696C05A}"/>
          </ac:spMkLst>
        </pc:spChg>
        <pc:spChg chg="add del">
          <ac:chgData name="Taylor, Isiah" userId="8d5a19b8-66c6-4f1e-acc7-400f2c1fb015" providerId="ADAL" clId="{72E25887-D900-4CC1-9AA6-E56EB70083E4}" dt="2024-04-18T16:24:10.287" v="1502" actId="26606"/>
          <ac:spMkLst>
            <pc:docMk/>
            <pc:sldMk cId="2477345188" sldId="261"/>
            <ac:spMk id="9" creationId="{A8384FB5-9ADC-4DDC-881B-597D56F5B15D}"/>
          </ac:spMkLst>
        </pc:spChg>
        <pc:spChg chg="add del">
          <ac:chgData name="Taylor, Isiah" userId="8d5a19b8-66c6-4f1e-acc7-400f2c1fb015" providerId="ADAL" clId="{72E25887-D900-4CC1-9AA6-E56EB70083E4}" dt="2024-04-18T16:24:01.839" v="1494" actId="26606"/>
          <ac:spMkLst>
            <pc:docMk/>
            <pc:sldMk cId="2477345188" sldId="261"/>
            <ac:spMk id="10" creationId="{A4AC5506-6312-4701-8D3C-40187889A947}"/>
          </ac:spMkLst>
        </pc:spChg>
        <pc:spChg chg="add del">
          <ac:chgData name="Taylor, Isiah" userId="8d5a19b8-66c6-4f1e-acc7-400f2c1fb015" providerId="ADAL" clId="{72E25887-D900-4CC1-9AA6-E56EB70083E4}" dt="2024-04-18T16:24:10.287" v="1502" actId="26606"/>
          <ac:spMkLst>
            <pc:docMk/>
            <pc:sldMk cId="2477345188" sldId="261"/>
            <ac:spMk id="11" creationId="{91E5A9A7-95C6-4F4F-B00E-C82E07FE62EF}"/>
          </ac:spMkLst>
        </pc:spChg>
        <pc:spChg chg="add del">
          <ac:chgData name="Taylor, Isiah" userId="8d5a19b8-66c6-4f1e-acc7-400f2c1fb015" providerId="ADAL" clId="{72E25887-D900-4CC1-9AA6-E56EB70083E4}" dt="2024-04-18T16:24:03.285" v="1496" actId="26606"/>
          <ac:spMkLst>
            <pc:docMk/>
            <pc:sldMk cId="2477345188" sldId="261"/>
            <ac:spMk id="12" creationId="{047C8CCB-F95D-4249-92DD-651249D3535A}"/>
          </ac:spMkLst>
        </pc:spChg>
        <pc:spChg chg="add del">
          <ac:chgData name="Taylor, Isiah" userId="8d5a19b8-66c6-4f1e-acc7-400f2c1fb015" providerId="ADAL" clId="{72E25887-D900-4CC1-9AA6-E56EB70083E4}" dt="2024-04-18T16:24:03.285" v="1496" actId="26606"/>
          <ac:spMkLst>
            <pc:docMk/>
            <pc:sldMk cId="2477345188" sldId="261"/>
            <ac:spMk id="13" creationId="{6753252F-4873-4F63-801D-CC719279A7D5}"/>
          </ac:spMkLst>
        </pc:spChg>
        <pc:spChg chg="add del">
          <ac:chgData name="Taylor, Isiah" userId="8d5a19b8-66c6-4f1e-acc7-400f2c1fb015" providerId="ADAL" clId="{72E25887-D900-4CC1-9AA6-E56EB70083E4}" dt="2024-04-18T16:24:10.287" v="1502" actId="26606"/>
          <ac:spMkLst>
            <pc:docMk/>
            <pc:sldMk cId="2477345188" sldId="261"/>
            <ac:spMk id="14" creationId="{D07DD2DE-F619-49DD-B5E7-03A290FF4ED1}"/>
          </ac:spMkLst>
        </pc:spChg>
        <pc:spChg chg="add mod">
          <ac:chgData name="Taylor, Isiah" userId="8d5a19b8-66c6-4f1e-acc7-400f2c1fb015" providerId="ADAL" clId="{72E25887-D900-4CC1-9AA6-E56EB70083E4}" dt="2024-04-18T16:25:12.756" v="1513"/>
          <ac:spMkLst>
            <pc:docMk/>
            <pc:sldMk cId="2477345188" sldId="261"/>
            <ac:spMk id="15" creationId="{1FE2B9CC-A3C0-6879-938D-77F284143EC7}"/>
          </ac:spMkLst>
        </pc:spChg>
        <pc:spChg chg="add del">
          <ac:chgData name="Taylor, Isiah" userId="8d5a19b8-66c6-4f1e-acc7-400f2c1fb015" providerId="ADAL" clId="{72E25887-D900-4CC1-9AA6-E56EB70083E4}" dt="2024-04-18T16:24:10.287" v="1502" actId="26606"/>
          <ac:spMkLst>
            <pc:docMk/>
            <pc:sldMk cId="2477345188" sldId="261"/>
            <ac:spMk id="16" creationId="{85149191-5F60-4A28-AAFF-039F96B0F3EC}"/>
          </ac:spMkLst>
        </pc:spChg>
        <pc:spChg chg="add mod">
          <ac:chgData name="Taylor, Isiah" userId="8d5a19b8-66c6-4f1e-acc7-400f2c1fb015" providerId="ADAL" clId="{72E25887-D900-4CC1-9AA6-E56EB70083E4}" dt="2024-04-18T16:25:12.756" v="1513"/>
          <ac:spMkLst>
            <pc:docMk/>
            <pc:sldMk cId="2477345188" sldId="261"/>
            <ac:spMk id="17" creationId="{5427A8F6-C9AD-4A9D-3C7D-7729374BD565}"/>
          </ac:spMkLst>
        </pc:spChg>
        <pc:spChg chg="add del">
          <ac:chgData name="Taylor, Isiah" userId="8d5a19b8-66c6-4f1e-acc7-400f2c1fb015" providerId="ADAL" clId="{72E25887-D900-4CC1-9AA6-E56EB70083E4}" dt="2024-04-18T16:24:10.287" v="1502" actId="26606"/>
          <ac:spMkLst>
            <pc:docMk/>
            <pc:sldMk cId="2477345188" sldId="261"/>
            <ac:spMk id="18" creationId="{F8260ED5-17F7-4158-B241-D51DD4CF1B7E}"/>
          </ac:spMkLst>
        </pc:spChg>
        <pc:spChg chg="add mod">
          <ac:chgData name="Taylor, Isiah" userId="8d5a19b8-66c6-4f1e-acc7-400f2c1fb015" providerId="ADAL" clId="{72E25887-D900-4CC1-9AA6-E56EB70083E4}" dt="2024-04-18T16:25:12.756" v="1513"/>
          <ac:spMkLst>
            <pc:docMk/>
            <pc:sldMk cId="2477345188" sldId="261"/>
            <ac:spMk id="19" creationId="{347CB72A-664F-2368-6E37-09938190C6EE}"/>
          </ac:spMkLst>
        </pc:spChg>
        <pc:spChg chg="add mod">
          <ac:chgData name="Taylor, Isiah" userId="8d5a19b8-66c6-4f1e-acc7-400f2c1fb015" providerId="ADAL" clId="{72E25887-D900-4CC1-9AA6-E56EB70083E4}" dt="2024-04-18T16:25:12.756" v="1513"/>
          <ac:spMkLst>
            <pc:docMk/>
            <pc:sldMk cId="2477345188" sldId="261"/>
            <ac:spMk id="20" creationId="{0AFCF72D-E5F2-6E85-96B9-DEA63C5876DB}"/>
          </ac:spMkLst>
        </pc:spChg>
        <pc:spChg chg="add mod">
          <ac:chgData name="Taylor, Isiah" userId="8d5a19b8-66c6-4f1e-acc7-400f2c1fb015" providerId="ADAL" clId="{72E25887-D900-4CC1-9AA6-E56EB70083E4}" dt="2024-04-29T16:53:39.582" v="2013" actId="13926"/>
          <ac:spMkLst>
            <pc:docMk/>
            <pc:sldMk cId="2477345188" sldId="261"/>
            <ac:spMk id="21" creationId="{8DAB8FCE-3D33-27A6-0FE1-27A99FE7C15D}"/>
          </ac:spMkLst>
        </pc:spChg>
        <pc:spChg chg="add mod">
          <ac:chgData name="Taylor, Isiah" userId="8d5a19b8-66c6-4f1e-acc7-400f2c1fb015" providerId="ADAL" clId="{72E25887-D900-4CC1-9AA6-E56EB70083E4}" dt="2024-04-29T15:17:59.098" v="1933" actId="34135"/>
          <ac:spMkLst>
            <pc:docMk/>
            <pc:sldMk cId="2477345188" sldId="261"/>
            <ac:spMk id="22" creationId="{7541E5D0-792B-D929-C56A-FD6910CE7137}"/>
          </ac:spMkLst>
        </pc:spChg>
        <pc:spChg chg="add mod">
          <ac:chgData name="Taylor, Isiah" userId="8d5a19b8-66c6-4f1e-acc7-400f2c1fb015" providerId="ADAL" clId="{72E25887-D900-4CC1-9AA6-E56EB70083E4}" dt="2024-04-29T15:17:56.476" v="1932" actId="34135"/>
          <ac:spMkLst>
            <pc:docMk/>
            <pc:sldMk cId="2477345188" sldId="261"/>
            <ac:spMk id="23" creationId="{7FDC7267-60F0-CEDD-3A07-B257356E3DAC}"/>
          </ac:spMkLst>
        </pc:spChg>
        <pc:spChg chg="del">
          <ac:chgData name="Taylor, Isiah" userId="8d5a19b8-66c6-4f1e-acc7-400f2c1fb015" providerId="ADAL" clId="{72E25887-D900-4CC1-9AA6-E56EB70083E4}" dt="2024-04-18T16:14:11.396" v="1482"/>
          <ac:spMkLst>
            <pc:docMk/>
            <pc:sldMk cId="2477345188" sldId="261"/>
            <ac:spMk id="24" creationId="{308B6B22-4EB5-B3AF-86A0-475BFEED455B}"/>
          </ac:spMkLst>
        </pc:spChg>
        <pc:spChg chg="add mod">
          <ac:chgData name="Taylor, Isiah" userId="8d5a19b8-66c6-4f1e-acc7-400f2c1fb015" providerId="ADAL" clId="{72E25887-D900-4CC1-9AA6-E56EB70083E4}" dt="2024-04-29T15:18:07.570" v="1934" actId="34135"/>
          <ac:spMkLst>
            <pc:docMk/>
            <pc:sldMk cId="2477345188" sldId="261"/>
            <ac:spMk id="25" creationId="{506A22C0-0963-D10A-E609-67CA48D21296}"/>
          </ac:spMkLst>
        </pc:spChg>
        <pc:spChg chg="add mod">
          <ac:chgData name="Taylor, Isiah" userId="8d5a19b8-66c6-4f1e-acc7-400f2c1fb015" providerId="ADAL" clId="{72E25887-D900-4CC1-9AA6-E56EB70083E4}" dt="2024-04-29T16:02:15.300" v="1950" actId="34135"/>
          <ac:spMkLst>
            <pc:docMk/>
            <pc:sldMk cId="2477345188" sldId="261"/>
            <ac:spMk id="26" creationId="{482651FE-EAD8-666B-7C91-31ACB12A7D31}"/>
          </ac:spMkLst>
        </pc:spChg>
        <pc:spChg chg="add mod">
          <ac:chgData name="Taylor, Isiah" userId="8d5a19b8-66c6-4f1e-acc7-400f2c1fb015" providerId="ADAL" clId="{72E25887-D900-4CC1-9AA6-E56EB70083E4}" dt="2024-04-29T15:18:11.023" v="1935" actId="34135"/>
          <ac:spMkLst>
            <pc:docMk/>
            <pc:sldMk cId="2477345188" sldId="261"/>
            <ac:spMk id="27" creationId="{FF860DD7-2442-6C7D-EB50-FE889CB11333}"/>
          </ac:spMkLst>
        </pc:spChg>
        <pc:spChg chg="del">
          <ac:chgData name="Taylor, Isiah" userId="8d5a19b8-66c6-4f1e-acc7-400f2c1fb015" providerId="ADAL" clId="{72E25887-D900-4CC1-9AA6-E56EB70083E4}" dt="2024-04-18T16:22:54.949" v="1483" actId="478"/>
          <ac:spMkLst>
            <pc:docMk/>
            <pc:sldMk cId="2477345188" sldId="261"/>
            <ac:spMk id="30" creationId="{2FCFAF17-FBF1-E79C-3231-BA40070DA805}"/>
          </ac:spMkLst>
        </pc:spChg>
        <pc:spChg chg="del">
          <ac:chgData name="Taylor, Isiah" userId="8d5a19b8-66c6-4f1e-acc7-400f2c1fb015" providerId="ADAL" clId="{72E25887-D900-4CC1-9AA6-E56EB70083E4}" dt="2024-04-18T16:22:59.026" v="1486" actId="478"/>
          <ac:spMkLst>
            <pc:docMk/>
            <pc:sldMk cId="2477345188" sldId="261"/>
            <ac:spMk id="31" creationId="{1A10F1D0-3314-0FE7-D6DA-9528DCFC3889}"/>
          </ac:spMkLst>
        </pc:spChg>
        <pc:spChg chg="del mod">
          <ac:chgData name="Taylor, Isiah" userId="8d5a19b8-66c6-4f1e-acc7-400f2c1fb015" providerId="ADAL" clId="{72E25887-D900-4CC1-9AA6-E56EB70083E4}" dt="2024-04-18T16:22:57.603" v="1485" actId="478"/>
          <ac:spMkLst>
            <pc:docMk/>
            <pc:sldMk cId="2477345188" sldId="261"/>
            <ac:spMk id="32" creationId="{352FD8DC-E7C7-022F-C8ED-8934B104E5F1}"/>
          </ac:spMkLst>
        </pc:spChg>
        <pc:spChg chg="del">
          <ac:chgData name="Taylor, Isiah" userId="8d5a19b8-66c6-4f1e-acc7-400f2c1fb015" providerId="ADAL" clId="{72E25887-D900-4CC1-9AA6-E56EB70083E4}" dt="2024-04-18T16:23:00.668" v="1487" actId="478"/>
          <ac:spMkLst>
            <pc:docMk/>
            <pc:sldMk cId="2477345188" sldId="261"/>
            <ac:spMk id="33" creationId="{F7FB530A-CD68-8143-953A-9A0EFC0037C1}"/>
          </ac:spMkLst>
        </pc:spChg>
        <pc:spChg chg="add del">
          <ac:chgData name="Taylor, Isiah" userId="8d5a19b8-66c6-4f1e-acc7-400f2c1fb015" providerId="ADAL" clId="{72E25887-D900-4CC1-9AA6-E56EB70083E4}" dt="2024-04-18T16:24:17.835" v="1506" actId="478"/>
          <ac:spMkLst>
            <pc:docMk/>
            <pc:sldMk cId="2477345188" sldId="261"/>
            <ac:spMk id="34" creationId="{4E153B9F-CC86-8381-572D-21B8D5F881EA}"/>
          </ac:spMkLst>
        </pc:spChg>
        <pc:spChg chg="add del mod">
          <ac:chgData name="Taylor, Isiah" userId="8d5a19b8-66c6-4f1e-acc7-400f2c1fb015" providerId="ADAL" clId="{72E25887-D900-4CC1-9AA6-E56EB70083E4}" dt="2024-04-18T16:24:14.380" v="1505" actId="478"/>
          <ac:spMkLst>
            <pc:docMk/>
            <pc:sldMk cId="2477345188" sldId="261"/>
            <ac:spMk id="35" creationId="{1726C6B5-08BE-5D8A-C9AF-E97A9055524A}"/>
          </ac:spMkLst>
        </pc:spChg>
        <pc:picChg chg="add del mod ord">
          <ac:chgData name="Taylor, Isiah" userId="8d5a19b8-66c6-4f1e-acc7-400f2c1fb015" providerId="ADAL" clId="{72E25887-D900-4CC1-9AA6-E56EB70083E4}" dt="2024-04-29T15:17:10.136" v="1931" actId="34135"/>
          <ac:picMkLst>
            <pc:docMk/>
            <pc:sldMk cId="2477345188" sldId="261"/>
            <ac:picMk id="5" creationId="{5FFB3E11-EADF-B195-66C6-5FE5DAA6C170}"/>
          </ac:picMkLst>
        </pc:picChg>
      </pc:sldChg>
      <pc:sldChg chg="addSp delSp modSp add mod ord modTransition">
        <pc:chgData name="Taylor, Isiah" userId="8d5a19b8-66c6-4f1e-acc7-400f2c1fb015" providerId="ADAL" clId="{72E25887-D900-4CC1-9AA6-E56EB70083E4}" dt="2024-04-30T15:38:01.406" v="2169"/>
        <pc:sldMkLst>
          <pc:docMk/>
          <pc:sldMk cId="3522237197" sldId="262"/>
        </pc:sldMkLst>
        <pc:spChg chg="add mod">
          <ac:chgData name="Taylor, Isiah" userId="8d5a19b8-66c6-4f1e-acc7-400f2c1fb015" providerId="ADAL" clId="{72E25887-D900-4CC1-9AA6-E56EB70083E4}" dt="2024-04-29T17:10:28.033" v="2086" actId="34135"/>
          <ac:spMkLst>
            <pc:docMk/>
            <pc:sldMk cId="3522237197" sldId="262"/>
            <ac:spMk id="2" creationId="{2A84842B-F522-B292-ED5D-39426556AFC6}"/>
          </ac:spMkLst>
        </pc:spChg>
        <pc:spChg chg="add del mod">
          <ac:chgData name="Taylor, Isiah" userId="8d5a19b8-66c6-4f1e-acc7-400f2c1fb015" providerId="ADAL" clId="{72E25887-D900-4CC1-9AA6-E56EB70083E4}" dt="2024-04-29T16:08:15.955" v="1964" actId="478"/>
          <ac:spMkLst>
            <pc:docMk/>
            <pc:sldMk cId="3522237197" sldId="262"/>
            <ac:spMk id="3" creationId="{80604EE9-57A8-3D05-9780-FF9496362CF7}"/>
          </ac:spMkLst>
        </pc:spChg>
        <pc:spChg chg="mod">
          <ac:chgData name="Taylor, Isiah" userId="8d5a19b8-66c6-4f1e-acc7-400f2c1fb015" providerId="ADAL" clId="{72E25887-D900-4CC1-9AA6-E56EB70083E4}" dt="2024-04-18T16:43:19.659" v="1573" actId="20577"/>
          <ac:spMkLst>
            <pc:docMk/>
            <pc:sldMk cId="3522237197" sldId="262"/>
            <ac:spMk id="4" creationId="{E413B04D-3193-4389-0F59-44090E58B27F}"/>
          </ac:spMkLst>
        </pc:spChg>
        <pc:spChg chg="add del mod">
          <ac:chgData name="Taylor, Isiah" userId="8d5a19b8-66c6-4f1e-acc7-400f2c1fb015" providerId="ADAL" clId="{72E25887-D900-4CC1-9AA6-E56EB70083E4}" dt="2024-04-29T18:17:51.186" v="2102" actId="478"/>
          <ac:spMkLst>
            <pc:docMk/>
            <pc:sldMk cId="3522237197" sldId="262"/>
            <ac:spMk id="6" creationId="{600193AD-A6C3-E4CC-A855-CE1C9686115E}"/>
          </ac:spMkLst>
        </pc:spChg>
        <pc:spChg chg="add del mod">
          <ac:chgData name="Taylor, Isiah" userId="8d5a19b8-66c6-4f1e-acc7-400f2c1fb015" providerId="ADAL" clId="{72E25887-D900-4CC1-9AA6-E56EB70083E4}" dt="2024-04-29T18:21:05.287" v="2132" actId="478"/>
          <ac:spMkLst>
            <pc:docMk/>
            <pc:sldMk cId="3522237197" sldId="262"/>
            <ac:spMk id="7" creationId="{CA574F60-F620-4F2D-F3ED-0B3533C7263F}"/>
          </ac:spMkLst>
        </pc:spChg>
        <pc:spChg chg="add del mod">
          <ac:chgData name="Taylor, Isiah" userId="8d5a19b8-66c6-4f1e-acc7-400f2c1fb015" providerId="ADAL" clId="{72E25887-D900-4CC1-9AA6-E56EB70083E4}" dt="2024-04-29T16:55:18.181" v="2020" actId="478"/>
          <ac:spMkLst>
            <pc:docMk/>
            <pc:sldMk cId="3522237197" sldId="262"/>
            <ac:spMk id="8" creationId="{DFF23DD3-0EC9-F320-9FB4-D0D383B75AA8}"/>
          </ac:spMkLst>
        </pc:spChg>
        <pc:spChg chg="add del mod">
          <ac:chgData name="Taylor, Isiah" userId="8d5a19b8-66c6-4f1e-acc7-400f2c1fb015" providerId="ADAL" clId="{72E25887-D900-4CC1-9AA6-E56EB70083E4}" dt="2024-04-29T18:21:03.809" v="2131" actId="478"/>
          <ac:spMkLst>
            <pc:docMk/>
            <pc:sldMk cId="3522237197" sldId="262"/>
            <ac:spMk id="9" creationId="{ECCFA951-55A3-0CB0-3212-05867B5E5130}"/>
          </ac:spMkLst>
        </pc:spChg>
        <pc:spChg chg="add del mod">
          <ac:chgData name="Taylor, Isiah" userId="8d5a19b8-66c6-4f1e-acc7-400f2c1fb015" providerId="ADAL" clId="{72E25887-D900-4CC1-9AA6-E56EB70083E4}" dt="2024-04-29T18:21:06.357" v="2133" actId="478"/>
          <ac:spMkLst>
            <pc:docMk/>
            <pc:sldMk cId="3522237197" sldId="262"/>
            <ac:spMk id="10" creationId="{D1E53B90-A7C9-1D5E-9A5E-AFD72B04DBED}"/>
          </ac:spMkLst>
        </pc:spChg>
        <pc:spChg chg="add mod">
          <ac:chgData name="Taylor, Isiah" userId="8d5a19b8-66c6-4f1e-acc7-400f2c1fb015" providerId="ADAL" clId="{72E25887-D900-4CC1-9AA6-E56EB70083E4}" dt="2024-04-29T17:00:44.231" v="2053"/>
          <ac:spMkLst>
            <pc:docMk/>
            <pc:sldMk cId="3522237197" sldId="262"/>
            <ac:spMk id="11" creationId="{A70C1FFC-BC20-2FCB-5DAE-F9D5D3D98673}"/>
          </ac:spMkLst>
        </pc:spChg>
        <pc:spChg chg="add del mod">
          <ac:chgData name="Taylor, Isiah" userId="8d5a19b8-66c6-4f1e-acc7-400f2c1fb015" providerId="ADAL" clId="{72E25887-D900-4CC1-9AA6-E56EB70083E4}" dt="2024-04-29T18:21:07.127" v="2134" actId="478"/>
          <ac:spMkLst>
            <pc:docMk/>
            <pc:sldMk cId="3522237197" sldId="262"/>
            <ac:spMk id="12" creationId="{9FAACC90-F6C0-7D7A-EF22-475805E6EB5B}"/>
          </ac:spMkLst>
        </pc:spChg>
        <pc:spChg chg="add del mod">
          <ac:chgData name="Taylor, Isiah" userId="8d5a19b8-66c6-4f1e-acc7-400f2c1fb015" providerId="ADAL" clId="{72E25887-D900-4CC1-9AA6-E56EB70083E4}" dt="2024-04-29T18:21:08.123" v="2135" actId="478"/>
          <ac:spMkLst>
            <pc:docMk/>
            <pc:sldMk cId="3522237197" sldId="262"/>
            <ac:spMk id="13" creationId="{EA9108BD-DA33-7833-A34C-CD87397A651F}"/>
          </ac:spMkLst>
        </pc:spChg>
        <pc:spChg chg="add del mod">
          <ac:chgData name="Taylor, Isiah" userId="8d5a19b8-66c6-4f1e-acc7-400f2c1fb015" providerId="ADAL" clId="{72E25887-D900-4CC1-9AA6-E56EB70083E4}" dt="2024-04-29T18:21:00.567" v="2130" actId="478"/>
          <ac:spMkLst>
            <pc:docMk/>
            <pc:sldMk cId="3522237197" sldId="262"/>
            <ac:spMk id="14" creationId="{312711F5-D613-A062-1587-4938B1A560F5}"/>
          </ac:spMkLst>
        </pc:spChg>
        <pc:spChg chg="add mod">
          <ac:chgData name="Taylor, Isiah" userId="8d5a19b8-66c6-4f1e-acc7-400f2c1fb015" providerId="ADAL" clId="{72E25887-D900-4CC1-9AA6-E56EB70083E4}" dt="2024-04-29T18:21:09.154" v="2136"/>
          <ac:spMkLst>
            <pc:docMk/>
            <pc:sldMk cId="3522237197" sldId="262"/>
            <ac:spMk id="15" creationId="{96FA6156-9A85-AA1A-5577-0AAEA3816DC3}"/>
          </ac:spMkLst>
        </pc:spChg>
        <pc:spChg chg="add mod">
          <ac:chgData name="Taylor, Isiah" userId="8d5a19b8-66c6-4f1e-acc7-400f2c1fb015" providerId="ADAL" clId="{72E25887-D900-4CC1-9AA6-E56EB70083E4}" dt="2024-04-29T18:21:09.154" v="2136"/>
          <ac:spMkLst>
            <pc:docMk/>
            <pc:sldMk cId="3522237197" sldId="262"/>
            <ac:spMk id="16" creationId="{C51316AC-BF22-4F34-FA4A-CF65D0CF6049}"/>
          </ac:spMkLst>
        </pc:spChg>
        <pc:spChg chg="add mod">
          <ac:chgData name="Taylor, Isiah" userId="8d5a19b8-66c6-4f1e-acc7-400f2c1fb015" providerId="ADAL" clId="{72E25887-D900-4CC1-9AA6-E56EB70083E4}" dt="2024-04-29T18:21:13.107" v="2137" actId="34135"/>
          <ac:spMkLst>
            <pc:docMk/>
            <pc:sldMk cId="3522237197" sldId="262"/>
            <ac:spMk id="17" creationId="{D052A4E7-2AEA-FE6C-0812-4DABF75CD153}"/>
          </ac:spMkLst>
        </pc:spChg>
        <pc:spChg chg="add mod">
          <ac:chgData name="Taylor, Isiah" userId="8d5a19b8-66c6-4f1e-acc7-400f2c1fb015" providerId="ADAL" clId="{72E25887-D900-4CC1-9AA6-E56EB70083E4}" dt="2024-04-29T18:21:09.154" v="2136"/>
          <ac:spMkLst>
            <pc:docMk/>
            <pc:sldMk cId="3522237197" sldId="262"/>
            <ac:spMk id="18" creationId="{B936650F-0439-DDE2-9D19-B00272CFFD30}"/>
          </ac:spMkLst>
        </pc:spChg>
        <pc:spChg chg="add mod">
          <ac:chgData name="Taylor, Isiah" userId="8d5a19b8-66c6-4f1e-acc7-400f2c1fb015" providerId="ADAL" clId="{72E25887-D900-4CC1-9AA6-E56EB70083E4}" dt="2024-04-29T18:21:09.154" v="2136"/>
          <ac:spMkLst>
            <pc:docMk/>
            <pc:sldMk cId="3522237197" sldId="262"/>
            <ac:spMk id="19" creationId="{18A1F9FF-4CE1-87B2-A376-9DC9E04F0374}"/>
          </ac:spMkLst>
        </pc:spChg>
        <pc:spChg chg="add mod">
          <ac:chgData name="Taylor, Isiah" userId="8d5a19b8-66c6-4f1e-acc7-400f2c1fb015" providerId="ADAL" clId="{72E25887-D900-4CC1-9AA6-E56EB70083E4}" dt="2024-04-29T18:21:09.154" v="2136"/>
          <ac:spMkLst>
            <pc:docMk/>
            <pc:sldMk cId="3522237197" sldId="262"/>
            <ac:spMk id="20" creationId="{FF30AE22-B67C-8605-696D-9073EB6D3C64}"/>
          </ac:spMkLst>
        </pc:spChg>
        <pc:spChg chg="del">
          <ac:chgData name="Taylor, Isiah" userId="8d5a19b8-66c6-4f1e-acc7-400f2c1fb015" providerId="ADAL" clId="{72E25887-D900-4CC1-9AA6-E56EB70083E4}" dt="2024-04-29T16:01:33.656" v="1940" actId="478"/>
          <ac:spMkLst>
            <pc:docMk/>
            <pc:sldMk cId="3522237197" sldId="262"/>
            <ac:spMk id="21" creationId="{E85EF94A-A5B8-C2DB-67AB-25C0247AE092}"/>
          </ac:spMkLst>
        </pc:spChg>
        <pc:spChg chg="del">
          <ac:chgData name="Taylor, Isiah" userId="8d5a19b8-66c6-4f1e-acc7-400f2c1fb015" providerId="ADAL" clId="{72E25887-D900-4CC1-9AA6-E56EB70083E4}" dt="2024-04-29T16:48:41.584" v="1988" actId="478"/>
          <ac:spMkLst>
            <pc:docMk/>
            <pc:sldMk cId="3522237197" sldId="262"/>
            <ac:spMk id="22" creationId="{0D2339FA-0CC2-912C-86BF-530B3CA5666D}"/>
          </ac:spMkLst>
        </pc:spChg>
        <pc:spChg chg="del">
          <ac:chgData name="Taylor, Isiah" userId="8d5a19b8-66c6-4f1e-acc7-400f2c1fb015" providerId="ADAL" clId="{72E25887-D900-4CC1-9AA6-E56EB70083E4}" dt="2024-04-29T16:50:17.785" v="2003" actId="478"/>
          <ac:spMkLst>
            <pc:docMk/>
            <pc:sldMk cId="3522237197" sldId="262"/>
            <ac:spMk id="23" creationId="{05DBCDDC-F15A-0783-1E3D-AC72D8D40EEC}"/>
          </ac:spMkLst>
        </pc:spChg>
        <pc:spChg chg="del">
          <ac:chgData name="Taylor, Isiah" userId="8d5a19b8-66c6-4f1e-acc7-400f2c1fb015" providerId="ADAL" clId="{72E25887-D900-4CC1-9AA6-E56EB70083E4}" dt="2024-04-29T16:57:55.178" v="2035" actId="478"/>
          <ac:spMkLst>
            <pc:docMk/>
            <pc:sldMk cId="3522237197" sldId="262"/>
            <ac:spMk id="25" creationId="{4D657100-45DA-8912-8138-30DFCF9FA959}"/>
          </ac:spMkLst>
        </pc:spChg>
        <pc:spChg chg="del">
          <ac:chgData name="Taylor, Isiah" userId="8d5a19b8-66c6-4f1e-acc7-400f2c1fb015" providerId="ADAL" clId="{72E25887-D900-4CC1-9AA6-E56EB70083E4}" dt="2024-04-29T17:05:24.598" v="2072" actId="478"/>
          <ac:spMkLst>
            <pc:docMk/>
            <pc:sldMk cId="3522237197" sldId="262"/>
            <ac:spMk id="26" creationId="{485AF98E-0C0A-9C07-39B6-5E20195B47DA}"/>
          </ac:spMkLst>
        </pc:spChg>
        <pc:spChg chg="del">
          <ac:chgData name="Taylor, Isiah" userId="8d5a19b8-66c6-4f1e-acc7-400f2c1fb015" providerId="ADAL" clId="{72E25887-D900-4CC1-9AA6-E56EB70083E4}" dt="2024-04-29T17:00:46.770" v="2054" actId="478"/>
          <ac:spMkLst>
            <pc:docMk/>
            <pc:sldMk cId="3522237197" sldId="262"/>
            <ac:spMk id="27" creationId="{4DA49692-11B8-6CED-F577-0999A6DACAB0}"/>
          </ac:spMkLst>
        </pc:spChg>
      </pc:sldChg>
      <pc:sldChg chg="add del">
        <pc:chgData name="Taylor, Isiah" userId="8d5a19b8-66c6-4f1e-acc7-400f2c1fb015" providerId="ADAL" clId="{72E25887-D900-4CC1-9AA6-E56EB70083E4}" dt="2024-04-18T16:26:44.681" v="1522" actId="47"/>
        <pc:sldMkLst>
          <pc:docMk/>
          <pc:sldMk cId="3641112863" sldId="262"/>
        </pc:sldMkLst>
      </pc:sldChg>
      <pc:sldChg chg="addSp delSp modSp add mod ord modTransition">
        <pc:chgData name="Taylor, Isiah" userId="8d5a19b8-66c6-4f1e-acc7-400f2c1fb015" providerId="ADAL" clId="{72E25887-D900-4CC1-9AA6-E56EB70083E4}" dt="2024-04-30T15:38:01.406" v="2169"/>
        <pc:sldMkLst>
          <pc:docMk/>
          <pc:sldMk cId="2264123557" sldId="263"/>
        </pc:sldMkLst>
        <pc:spChg chg="add mod">
          <ac:chgData name="Taylor, Isiah" userId="8d5a19b8-66c6-4f1e-acc7-400f2c1fb015" providerId="ADAL" clId="{72E25887-D900-4CC1-9AA6-E56EB70083E4}" dt="2024-04-29T17:09:49.363" v="2084" actId="34135"/>
          <ac:spMkLst>
            <pc:docMk/>
            <pc:sldMk cId="2264123557" sldId="263"/>
            <ac:spMk id="2" creationId="{71558AA1-F0D6-3206-49EB-E77FA1BB00E2}"/>
          </ac:spMkLst>
        </pc:spChg>
        <pc:spChg chg="add del mod">
          <ac:chgData name="Taylor, Isiah" userId="8d5a19b8-66c6-4f1e-acc7-400f2c1fb015" providerId="ADAL" clId="{72E25887-D900-4CC1-9AA6-E56EB70083E4}" dt="2024-04-29T16:08:10.858" v="1961" actId="478"/>
          <ac:spMkLst>
            <pc:docMk/>
            <pc:sldMk cId="2264123557" sldId="263"/>
            <ac:spMk id="3" creationId="{B792BD74-E611-A21E-DCCD-0139A2FA895D}"/>
          </ac:spMkLst>
        </pc:spChg>
        <pc:spChg chg="mod">
          <ac:chgData name="Taylor, Isiah" userId="8d5a19b8-66c6-4f1e-acc7-400f2c1fb015" providerId="ADAL" clId="{72E25887-D900-4CC1-9AA6-E56EB70083E4}" dt="2024-04-18T16:43:16.042" v="1571" actId="20577"/>
          <ac:spMkLst>
            <pc:docMk/>
            <pc:sldMk cId="2264123557" sldId="263"/>
            <ac:spMk id="4" creationId="{D8530397-0B86-B30F-BEF5-7AFD1B9C1F55}"/>
          </ac:spMkLst>
        </pc:spChg>
        <pc:spChg chg="add del mod">
          <ac:chgData name="Taylor, Isiah" userId="8d5a19b8-66c6-4f1e-acc7-400f2c1fb015" providerId="ADAL" clId="{72E25887-D900-4CC1-9AA6-E56EB70083E4}" dt="2024-04-29T18:17:44.773" v="2099" actId="478"/>
          <ac:spMkLst>
            <pc:docMk/>
            <pc:sldMk cId="2264123557" sldId="263"/>
            <ac:spMk id="6" creationId="{BA7C9E6F-F2CB-B2D3-4BDB-8073B509EFF2}"/>
          </ac:spMkLst>
        </pc:spChg>
        <pc:spChg chg="add del mod">
          <ac:chgData name="Taylor, Isiah" userId="8d5a19b8-66c6-4f1e-acc7-400f2c1fb015" providerId="ADAL" clId="{72E25887-D900-4CC1-9AA6-E56EB70083E4}" dt="2024-04-29T18:20:47.885" v="2124" actId="478"/>
          <ac:spMkLst>
            <pc:docMk/>
            <pc:sldMk cId="2264123557" sldId="263"/>
            <ac:spMk id="7" creationId="{5F1BB2FC-5DE8-F592-EEC7-D417D3DD535D}"/>
          </ac:spMkLst>
        </pc:spChg>
        <pc:spChg chg="add del mod">
          <ac:chgData name="Taylor, Isiah" userId="8d5a19b8-66c6-4f1e-acc7-400f2c1fb015" providerId="ADAL" clId="{72E25887-D900-4CC1-9AA6-E56EB70083E4}" dt="2024-04-29T16:55:09.288" v="2017" actId="478"/>
          <ac:spMkLst>
            <pc:docMk/>
            <pc:sldMk cId="2264123557" sldId="263"/>
            <ac:spMk id="8" creationId="{F31E2C27-11E6-DBFB-17EB-EFE31AF244C0}"/>
          </ac:spMkLst>
        </pc:spChg>
        <pc:spChg chg="add del mod">
          <ac:chgData name="Taylor, Isiah" userId="8d5a19b8-66c6-4f1e-acc7-400f2c1fb015" providerId="ADAL" clId="{72E25887-D900-4CC1-9AA6-E56EB70083E4}" dt="2024-04-29T18:20:46.842" v="2123" actId="478"/>
          <ac:spMkLst>
            <pc:docMk/>
            <pc:sldMk cId="2264123557" sldId="263"/>
            <ac:spMk id="9" creationId="{248904DB-17C4-9BB7-BCF3-E873CB38E401}"/>
          </ac:spMkLst>
        </pc:spChg>
        <pc:spChg chg="add del mod">
          <ac:chgData name="Taylor, Isiah" userId="8d5a19b8-66c6-4f1e-acc7-400f2c1fb015" providerId="ADAL" clId="{72E25887-D900-4CC1-9AA6-E56EB70083E4}" dt="2024-04-29T18:20:49.682" v="2125" actId="478"/>
          <ac:spMkLst>
            <pc:docMk/>
            <pc:sldMk cId="2264123557" sldId="263"/>
            <ac:spMk id="10" creationId="{66AA72EC-167F-F2E3-0E4F-072C731E43ED}"/>
          </ac:spMkLst>
        </pc:spChg>
        <pc:spChg chg="add del mod">
          <ac:chgData name="Taylor, Isiah" userId="8d5a19b8-66c6-4f1e-acc7-400f2c1fb015" providerId="ADAL" clId="{72E25887-D900-4CC1-9AA6-E56EB70083E4}" dt="2024-04-29T18:20:50.458" v="2126" actId="478"/>
          <ac:spMkLst>
            <pc:docMk/>
            <pc:sldMk cId="2264123557" sldId="263"/>
            <ac:spMk id="11" creationId="{5D6A0AC3-EC8F-29E2-0821-E9B19C94226D}"/>
          </ac:spMkLst>
        </pc:spChg>
        <pc:spChg chg="add del mod">
          <ac:chgData name="Taylor, Isiah" userId="8d5a19b8-66c6-4f1e-acc7-400f2c1fb015" providerId="ADAL" clId="{72E25887-D900-4CC1-9AA6-E56EB70083E4}" dt="2024-04-29T18:20:51.693" v="2127" actId="478"/>
          <ac:spMkLst>
            <pc:docMk/>
            <pc:sldMk cId="2264123557" sldId="263"/>
            <ac:spMk id="12" creationId="{4FA2DC20-A263-85A2-F580-BDB4DD2E610A}"/>
          </ac:spMkLst>
        </pc:spChg>
        <pc:spChg chg="add del mod">
          <ac:chgData name="Taylor, Isiah" userId="8d5a19b8-66c6-4f1e-acc7-400f2c1fb015" providerId="ADAL" clId="{72E25887-D900-4CC1-9AA6-E56EB70083E4}" dt="2024-04-29T18:20:46.094" v="2122" actId="478"/>
          <ac:spMkLst>
            <pc:docMk/>
            <pc:sldMk cId="2264123557" sldId="263"/>
            <ac:spMk id="13" creationId="{C066874E-F940-A81D-F3D8-7A14BBF883F7}"/>
          </ac:spMkLst>
        </pc:spChg>
        <pc:spChg chg="add mod">
          <ac:chgData name="Taylor, Isiah" userId="8d5a19b8-66c6-4f1e-acc7-400f2c1fb015" providerId="ADAL" clId="{72E25887-D900-4CC1-9AA6-E56EB70083E4}" dt="2024-04-29T18:20:56.527" v="2129" actId="34135"/>
          <ac:spMkLst>
            <pc:docMk/>
            <pc:sldMk cId="2264123557" sldId="263"/>
            <ac:spMk id="14" creationId="{E3C68B22-B42D-7ABB-C116-26F9E297E74D}"/>
          </ac:spMkLst>
        </pc:spChg>
        <pc:spChg chg="add mod">
          <ac:chgData name="Taylor, Isiah" userId="8d5a19b8-66c6-4f1e-acc7-400f2c1fb015" providerId="ADAL" clId="{72E25887-D900-4CC1-9AA6-E56EB70083E4}" dt="2024-04-29T18:20:56.527" v="2129" actId="34135"/>
          <ac:spMkLst>
            <pc:docMk/>
            <pc:sldMk cId="2264123557" sldId="263"/>
            <ac:spMk id="15" creationId="{557B8789-30FA-E5F4-B1DA-DE5B64ACD2C7}"/>
          </ac:spMkLst>
        </pc:spChg>
        <pc:spChg chg="add mod">
          <ac:chgData name="Taylor, Isiah" userId="8d5a19b8-66c6-4f1e-acc7-400f2c1fb015" providerId="ADAL" clId="{72E25887-D900-4CC1-9AA6-E56EB70083E4}" dt="2024-04-29T18:20:56.527" v="2129" actId="34135"/>
          <ac:spMkLst>
            <pc:docMk/>
            <pc:sldMk cId="2264123557" sldId="263"/>
            <ac:spMk id="16" creationId="{E3999AF4-04F7-1745-5FD4-50F6FF2EDE23}"/>
          </ac:spMkLst>
        </pc:spChg>
        <pc:spChg chg="add mod">
          <ac:chgData name="Taylor, Isiah" userId="8d5a19b8-66c6-4f1e-acc7-400f2c1fb015" providerId="ADAL" clId="{72E25887-D900-4CC1-9AA6-E56EB70083E4}" dt="2024-04-29T18:20:56.527" v="2129" actId="34135"/>
          <ac:spMkLst>
            <pc:docMk/>
            <pc:sldMk cId="2264123557" sldId="263"/>
            <ac:spMk id="17" creationId="{D3F7EEF7-3513-C4D7-50BC-D786BEC63923}"/>
          </ac:spMkLst>
        </pc:spChg>
        <pc:spChg chg="add mod">
          <ac:chgData name="Taylor, Isiah" userId="8d5a19b8-66c6-4f1e-acc7-400f2c1fb015" providerId="ADAL" clId="{72E25887-D900-4CC1-9AA6-E56EB70083E4}" dt="2024-04-29T18:20:56.527" v="2129" actId="34135"/>
          <ac:spMkLst>
            <pc:docMk/>
            <pc:sldMk cId="2264123557" sldId="263"/>
            <ac:spMk id="18" creationId="{B65F273B-C9AB-87D5-9C95-D003D6C40D97}"/>
          </ac:spMkLst>
        </pc:spChg>
        <pc:spChg chg="add mod">
          <ac:chgData name="Taylor, Isiah" userId="8d5a19b8-66c6-4f1e-acc7-400f2c1fb015" providerId="ADAL" clId="{72E25887-D900-4CC1-9AA6-E56EB70083E4}" dt="2024-04-29T18:20:56.527" v="2129" actId="34135"/>
          <ac:spMkLst>
            <pc:docMk/>
            <pc:sldMk cId="2264123557" sldId="263"/>
            <ac:spMk id="19" creationId="{1A5E9A7F-3A13-9DEC-F2C9-B2C915FF2756}"/>
          </ac:spMkLst>
        </pc:spChg>
        <pc:spChg chg="del">
          <ac:chgData name="Taylor, Isiah" userId="8d5a19b8-66c6-4f1e-acc7-400f2c1fb015" providerId="ADAL" clId="{72E25887-D900-4CC1-9AA6-E56EB70083E4}" dt="2024-04-29T16:01:30.979" v="1938" actId="478"/>
          <ac:spMkLst>
            <pc:docMk/>
            <pc:sldMk cId="2264123557" sldId="263"/>
            <ac:spMk id="21" creationId="{331C536F-B378-20E6-C58D-52A69C9358DB}"/>
          </ac:spMkLst>
        </pc:spChg>
        <pc:spChg chg="del">
          <ac:chgData name="Taylor, Isiah" userId="8d5a19b8-66c6-4f1e-acc7-400f2c1fb015" providerId="ADAL" clId="{72E25887-D900-4CC1-9AA6-E56EB70083E4}" dt="2024-04-29T16:48:33.716" v="1985" actId="478"/>
          <ac:spMkLst>
            <pc:docMk/>
            <pc:sldMk cId="2264123557" sldId="263"/>
            <ac:spMk id="22" creationId="{06422F1C-6CA6-9478-9078-C55EA5442C41}"/>
          </ac:spMkLst>
        </pc:spChg>
        <pc:spChg chg="del">
          <ac:chgData name="Taylor, Isiah" userId="8d5a19b8-66c6-4f1e-acc7-400f2c1fb015" providerId="ADAL" clId="{72E25887-D900-4CC1-9AA6-E56EB70083E4}" dt="2024-04-29T16:50:10.729" v="2000" actId="478"/>
          <ac:spMkLst>
            <pc:docMk/>
            <pc:sldMk cId="2264123557" sldId="263"/>
            <ac:spMk id="23" creationId="{B2930A5A-A30F-08D9-0D90-D7A0BE86ADAB}"/>
          </ac:spMkLst>
        </pc:spChg>
        <pc:spChg chg="del">
          <ac:chgData name="Taylor, Isiah" userId="8d5a19b8-66c6-4f1e-acc7-400f2c1fb015" providerId="ADAL" clId="{72E25887-D900-4CC1-9AA6-E56EB70083E4}" dt="2024-04-29T16:57:49.382" v="2032" actId="478"/>
          <ac:spMkLst>
            <pc:docMk/>
            <pc:sldMk cId="2264123557" sldId="263"/>
            <ac:spMk id="25" creationId="{E03BDFE0-2ECE-857D-A7E9-7E2BB6744A78}"/>
          </ac:spMkLst>
        </pc:spChg>
        <pc:spChg chg="del">
          <ac:chgData name="Taylor, Isiah" userId="8d5a19b8-66c6-4f1e-acc7-400f2c1fb015" providerId="ADAL" clId="{72E25887-D900-4CC1-9AA6-E56EB70083E4}" dt="2024-04-29T17:05:18.094" v="2069" actId="478"/>
          <ac:spMkLst>
            <pc:docMk/>
            <pc:sldMk cId="2264123557" sldId="263"/>
            <ac:spMk id="26" creationId="{ABA8A516-A1BE-16AA-355B-F40B63D78531}"/>
          </ac:spMkLst>
        </pc:spChg>
        <pc:spChg chg="del">
          <ac:chgData name="Taylor, Isiah" userId="8d5a19b8-66c6-4f1e-acc7-400f2c1fb015" providerId="ADAL" clId="{72E25887-D900-4CC1-9AA6-E56EB70083E4}" dt="2024-04-29T17:00:38.132" v="2050" actId="478"/>
          <ac:spMkLst>
            <pc:docMk/>
            <pc:sldMk cId="2264123557" sldId="263"/>
            <ac:spMk id="27" creationId="{EF18305C-F17A-D7A6-381F-B0340F397708}"/>
          </ac:spMkLst>
        </pc:spChg>
        <pc:picChg chg="mod">
          <ac:chgData name="Taylor, Isiah" userId="8d5a19b8-66c6-4f1e-acc7-400f2c1fb015" providerId="ADAL" clId="{72E25887-D900-4CC1-9AA6-E56EB70083E4}" dt="2024-04-18T16:33:51.600" v="1552"/>
          <ac:picMkLst>
            <pc:docMk/>
            <pc:sldMk cId="2264123557" sldId="263"/>
            <ac:picMk id="5" creationId="{7977C319-D5AE-F379-6E29-6415334D123A}"/>
          </ac:picMkLst>
        </pc:picChg>
      </pc:sldChg>
      <pc:sldChg chg="add del">
        <pc:chgData name="Taylor, Isiah" userId="8d5a19b8-66c6-4f1e-acc7-400f2c1fb015" providerId="ADAL" clId="{72E25887-D900-4CC1-9AA6-E56EB70083E4}" dt="2024-04-18T16:26:44.681" v="1522" actId="47"/>
        <pc:sldMkLst>
          <pc:docMk/>
          <pc:sldMk cId="3897125223" sldId="263"/>
        </pc:sldMkLst>
      </pc:sldChg>
      <pc:sldChg chg="add del">
        <pc:chgData name="Taylor, Isiah" userId="8d5a19b8-66c6-4f1e-acc7-400f2c1fb015" providerId="ADAL" clId="{72E25887-D900-4CC1-9AA6-E56EB70083E4}" dt="2024-04-18T16:26:44.681" v="1522" actId="47"/>
        <pc:sldMkLst>
          <pc:docMk/>
          <pc:sldMk cId="2176094815" sldId="264"/>
        </pc:sldMkLst>
      </pc:sldChg>
      <pc:sldChg chg="addSp delSp modSp add mod ord modTransition">
        <pc:chgData name="Taylor, Isiah" userId="8d5a19b8-66c6-4f1e-acc7-400f2c1fb015" providerId="ADAL" clId="{72E25887-D900-4CC1-9AA6-E56EB70083E4}" dt="2024-04-30T15:38:01.406" v="2169"/>
        <pc:sldMkLst>
          <pc:docMk/>
          <pc:sldMk cId="3305751199" sldId="264"/>
        </pc:sldMkLst>
        <pc:spChg chg="add mod">
          <ac:chgData name="Taylor, Isiah" userId="8d5a19b8-66c6-4f1e-acc7-400f2c1fb015" providerId="ADAL" clId="{72E25887-D900-4CC1-9AA6-E56EB70083E4}" dt="2024-04-29T17:10:42.486" v="2087" actId="34135"/>
          <ac:spMkLst>
            <pc:docMk/>
            <pc:sldMk cId="3305751199" sldId="264"/>
            <ac:spMk id="2" creationId="{962220D1-D4B6-4068-DF76-E919C97E4743}"/>
          </ac:spMkLst>
        </pc:spChg>
        <pc:spChg chg="add mod">
          <ac:chgData name="Taylor, Isiah" userId="8d5a19b8-66c6-4f1e-acc7-400f2c1fb015" providerId="ADAL" clId="{72E25887-D900-4CC1-9AA6-E56EB70083E4}" dt="2024-04-29T16:01:37.057" v="1943"/>
          <ac:spMkLst>
            <pc:docMk/>
            <pc:sldMk cId="3305751199" sldId="264"/>
            <ac:spMk id="3" creationId="{D7A99420-B366-3AB8-1CA3-5739140AA5F5}"/>
          </ac:spMkLst>
        </pc:spChg>
        <pc:spChg chg="mod">
          <ac:chgData name="Taylor, Isiah" userId="8d5a19b8-66c6-4f1e-acc7-400f2c1fb015" providerId="ADAL" clId="{72E25887-D900-4CC1-9AA6-E56EB70083E4}" dt="2024-04-18T16:43:23.292" v="1575" actId="20577"/>
          <ac:spMkLst>
            <pc:docMk/>
            <pc:sldMk cId="3305751199" sldId="264"/>
            <ac:spMk id="4" creationId="{320A2FE4-628D-95A8-7FA2-4D0F0B35D255}"/>
          </ac:spMkLst>
        </pc:spChg>
        <pc:spChg chg="add del mod">
          <ac:chgData name="Taylor, Isiah" userId="8d5a19b8-66c6-4f1e-acc7-400f2c1fb015" providerId="ADAL" clId="{72E25887-D900-4CC1-9AA6-E56EB70083E4}" dt="2024-04-29T16:14:58.930" v="1967" actId="478"/>
          <ac:spMkLst>
            <pc:docMk/>
            <pc:sldMk cId="3305751199" sldId="264"/>
            <ac:spMk id="7" creationId="{905D9E96-4FC9-0F2A-F1F8-D32D5E5C0916}"/>
          </ac:spMkLst>
        </pc:spChg>
        <pc:spChg chg="add del">
          <ac:chgData name="Taylor, Isiah" userId="8d5a19b8-66c6-4f1e-acc7-400f2c1fb015" providerId="ADAL" clId="{72E25887-D900-4CC1-9AA6-E56EB70083E4}" dt="2024-04-29T16:15:00.845" v="1969" actId="22"/>
          <ac:spMkLst>
            <pc:docMk/>
            <pc:sldMk cId="3305751199" sldId="264"/>
            <ac:spMk id="9" creationId="{0A7E0BBD-6C6F-4092-83CC-99175A046CC6}"/>
          </ac:spMkLst>
        </pc:spChg>
        <pc:spChg chg="add del mod">
          <ac:chgData name="Taylor, Isiah" userId="8d5a19b8-66c6-4f1e-acc7-400f2c1fb015" providerId="ADAL" clId="{72E25887-D900-4CC1-9AA6-E56EB70083E4}" dt="2024-04-29T18:17:57.226" v="2105" actId="478"/>
          <ac:spMkLst>
            <pc:docMk/>
            <pc:sldMk cId="3305751199" sldId="264"/>
            <ac:spMk id="10" creationId="{9379CBA1-3989-241A-B32E-855DCF69B572}"/>
          </ac:spMkLst>
        </pc:spChg>
        <pc:spChg chg="add del mod">
          <ac:chgData name="Taylor, Isiah" userId="8d5a19b8-66c6-4f1e-acc7-400f2c1fb015" providerId="ADAL" clId="{72E25887-D900-4CC1-9AA6-E56EB70083E4}" dt="2024-04-29T18:21:19.343" v="2139" actId="478"/>
          <ac:spMkLst>
            <pc:docMk/>
            <pc:sldMk cId="3305751199" sldId="264"/>
            <ac:spMk id="11" creationId="{EBF9AEED-D979-F243-235A-C61DC2705C8D}"/>
          </ac:spMkLst>
        </pc:spChg>
        <pc:spChg chg="add del mod">
          <ac:chgData name="Taylor, Isiah" userId="8d5a19b8-66c6-4f1e-acc7-400f2c1fb015" providerId="ADAL" clId="{72E25887-D900-4CC1-9AA6-E56EB70083E4}" dt="2024-04-29T18:21:23.934" v="2140" actId="478"/>
          <ac:spMkLst>
            <pc:docMk/>
            <pc:sldMk cId="3305751199" sldId="264"/>
            <ac:spMk id="12" creationId="{E976A16B-42B9-B586-8AD8-2536C4986F53}"/>
          </ac:spMkLst>
        </pc:spChg>
        <pc:spChg chg="add del mod">
          <ac:chgData name="Taylor, Isiah" userId="8d5a19b8-66c6-4f1e-acc7-400f2c1fb015" providerId="ADAL" clId="{72E25887-D900-4CC1-9AA6-E56EB70083E4}" dt="2024-04-29T18:21:25.016" v="2141" actId="478"/>
          <ac:spMkLst>
            <pc:docMk/>
            <pc:sldMk cId="3305751199" sldId="264"/>
            <ac:spMk id="13" creationId="{78AC489D-F676-3541-0D06-045FFA44306E}"/>
          </ac:spMkLst>
        </pc:spChg>
        <pc:spChg chg="add del mod">
          <ac:chgData name="Taylor, Isiah" userId="8d5a19b8-66c6-4f1e-acc7-400f2c1fb015" providerId="ADAL" clId="{72E25887-D900-4CC1-9AA6-E56EB70083E4}" dt="2024-04-29T18:21:18.286" v="2138" actId="478"/>
          <ac:spMkLst>
            <pc:docMk/>
            <pc:sldMk cId="3305751199" sldId="264"/>
            <ac:spMk id="14" creationId="{518F00B1-2C32-9428-B723-E27314A72E47}"/>
          </ac:spMkLst>
        </pc:spChg>
        <pc:spChg chg="add del mod">
          <ac:chgData name="Taylor, Isiah" userId="8d5a19b8-66c6-4f1e-acc7-400f2c1fb015" providerId="ADAL" clId="{72E25887-D900-4CC1-9AA6-E56EB70083E4}" dt="2024-04-29T18:21:32.401" v="2145" actId="478"/>
          <ac:spMkLst>
            <pc:docMk/>
            <pc:sldMk cId="3305751199" sldId="264"/>
            <ac:spMk id="15" creationId="{6D2BEF1D-8438-7B51-DFF2-A548718E7FEC}"/>
          </ac:spMkLst>
        </pc:spChg>
        <pc:spChg chg="add del mod">
          <ac:chgData name="Taylor, Isiah" userId="8d5a19b8-66c6-4f1e-acc7-400f2c1fb015" providerId="ADAL" clId="{72E25887-D900-4CC1-9AA6-E56EB70083E4}" dt="2024-04-29T18:21:38.488" v="2147" actId="478"/>
          <ac:spMkLst>
            <pc:docMk/>
            <pc:sldMk cId="3305751199" sldId="264"/>
            <ac:spMk id="16" creationId="{4E83FF6A-27C2-AD07-B439-FA3D11F72B56}"/>
          </ac:spMkLst>
        </pc:spChg>
        <pc:spChg chg="add del mod">
          <ac:chgData name="Taylor, Isiah" userId="8d5a19b8-66c6-4f1e-acc7-400f2c1fb015" providerId="ADAL" clId="{72E25887-D900-4CC1-9AA6-E56EB70083E4}" dt="2024-04-29T18:21:35.279" v="2146" actId="478"/>
          <ac:spMkLst>
            <pc:docMk/>
            <pc:sldMk cId="3305751199" sldId="264"/>
            <ac:spMk id="17" creationId="{C9958795-B137-1CF1-2923-E492840254C3}"/>
          </ac:spMkLst>
        </pc:spChg>
        <pc:spChg chg="add del mod">
          <ac:chgData name="Taylor, Isiah" userId="8d5a19b8-66c6-4f1e-acc7-400f2c1fb015" providerId="ADAL" clId="{72E25887-D900-4CC1-9AA6-E56EB70083E4}" dt="2024-04-29T18:21:32.401" v="2145" actId="478"/>
          <ac:spMkLst>
            <pc:docMk/>
            <pc:sldMk cId="3305751199" sldId="264"/>
            <ac:spMk id="18" creationId="{DF17C45D-B4E8-4694-EA13-B4E678173D88}"/>
          </ac:spMkLst>
        </pc:spChg>
        <pc:spChg chg="add del mod">
          <ac:chgData name="Taylor, Isiah" userId="8d5a19b8-66c6-4f1e-acc7-400f2c1fb015" providerId="ADAL" clId="{72E25887-D900-4CC1-9AA6-E56EB70083E4}" dt="2024-04-29T18:21:32.401" v="2145" actId="478"/>
          <ac:spMkLst>
            <pc:docMk/>
            <pc:sldMk cId="3305751199" sldId="264"/>
            <ac:spMk id="19" creationId="{717A0C3D-3E0F-B5AE-E7AB-35830394FC3C}"/>
          </ac:spMkLst>
        </pc:spChg>
        <pc:spChg chg="add del mod">
          <ac:chgData name="Taylor, Isiah" userId="8d5a19b8-66c6-4f1e-acc7-400f2c1fb015" providerId="ADAL" clId="{72E25887-D900-4CC1-9AA6-E56EB70083E4}" dt="2024-04-29T18:21:32.401" v="2145" actId="478"/>
          <ac:spMkLst>
            <pc:docMk/>
            <pc:sldMk cId="3305751199" sldId="264"/>
            <ac:spMk id="20" creationId="{2B074841-8B9F-5364-0C2E-B3D237B70C17}"/>
          </ac:spMkLst>
        </pc:spChg>
        <pc:spChg chg="del mod">
          <ac:chgData name="Taylor, Isiah" userId="8d5a19b8-66c6-4f1e-acc7-400f2c1fb015" providerId="ADAL" clId="{72E25887-D900-4CC1-9AA6-E56EB70083E4}" dt="2024-04-29T16:01:40.164" v="1944" actId="478"/>
          <ac:spMkLst>
            <pc:docMk/>
            <pc:sldMk cId="3305751199" sldId="264"/>
            <ac:spMk id="21" creationId="{47C0C8CC-0CDD-B888-A31E-1FEC97C94E05}"/>
          </ac:spMkLst>
        </pc:spChg>
        <pc:spChg chg="del">
          <ac:chgData name="Taylor, Isiah" userId="8d5a19b8-66c6-4f1e-acc7-400f2c1fb015" providerId="ADAL" clId="{72E25887-D900-4CC1-9AA6-E56EB70083E4}" dt="2024-04-29T16:58:00.799" v="2038" actId="478"/>
          <ac:spMkLst>
            <pc:docMk/>
            <pc:sldMk cId="3305751199" sldId="264"/>
            <ac:spMk id="25" creationId="{41EA4292-12BA-E03C-454B-11F3434611B4}"/>
          </ac:spMkLst>
        </pc:spChg>
        <pc:spChg chg="del">
          <ac:chgData name="Taylor, Isiah" userId="8d5a19b8-66c6-4f1e-acc7-400f2c1fb015" providerId="ADAL" clId="{72E25887-D900-4CC1-9AA6-E56EB70083E4}" dt="2024-04-29T17:05:31.083" v="2075" actId="478"/>
          <ac:spMkLst>
            <pc:docMk/>
            <pc:sldMk cId="3305751199" sldId="264"/>
            <ac:spMk id="26" creationId="{2C848E65-5F2C-F02C-6113-DEAE1639749E}"/>
          </ac:spMkLst>
        </pc:spChg>
        <pc:spChg chg="del">
          <ac:chgData name="Taylor, Isiah" userId="8d5a19b8-66c6-4f1e-acc7-400f2c1fb015" providerId="ADAL" clId="{72E25887-D900-4CC1-9AA6-E56EB70083E4}" dt="2024-04-29T17:00:53.225" v="2057" actId="478"/>
          <ac:spMkLst>
            <pc:docMk/>
            <pc:sldMk cId="3305751199" sldId="264"/>
            <ac:spMk id="27" creationId="{CD8FA6A6-047A-0AAE-64A1-164DFE5FD445}"/>
          </ac:spMkLst>
        </pc:spChg>
        <pc:picChg chg="add mod">
          <ac:chgData name="Taylor, Isiah" userId="8d5a19b8-66c6-4f1e-acc7-400f2c1fb015" providerId="ADAL" clId="{72E25887-D900-4CC1-9AA6-E56EB70083E4}" dt="2024-04-18T18:04:02.778" v="1899" actId="1076"/>
          <ac:picMkLst>
            <pc:docMk/>
            <pc:sldMk cId="3305751199" sldId="264"/>
            <ac:picMk id="6" creationId="{40581BCF-3905-1279-374E-0E955F1B03B7}"/>
          </ac:picMkLst>
        </pc:picChg>
      </pc:sldChg>
      <pc:sldChg chg="addSp delSp modSp add mod ord modTransition">
        <pc:chgData name="Taylor, Isiah" userId="8d5a19b8-66c6-4f1e-acc7-400f2c1fb015" providerId="ADAL" clId="{72E25887-D900-4CC1-9AA6-E56EB70083E4}" dt="2024-04-30T15:38:01.406" v="2169"/>
        <pc:sldMkLst>
          <pc:docMk/>
          <pc:sldMk cId="1506896058" sldId="265"/>
        </pc:sldMkLst>
        <pc:spChg chg="add del mod">
          <ac:chgData name="Taylor, Isiah" userId="8d5a19b8-66c6-4f1e-acc7-400f2c1fb015" providerId="ADAL" clId="{72E25887-D900-4CC1-9AA6-E56EB70083E4}" dt="2024-04-29T16:05:29.496" v="1951" actId="478"/>
          <ac:spMkLst>
            <pc:docMk/>
            <pc:sldMk cId="1506896058" sldId="265"/>
            <ac:spMk id="3" creationId="{08C77977-BFA9-575F-8178-7DBEC0513E42}"/>
          </ac:spMkLst>
        </pc:spChg>
        <pc:spChg chg="mod">
          <ac:chgData name="Taylor, Isiah" userId="8d5a19b8-66c6-4f1e-acc7-400f2c1fb015" providerId="ADAL" clId="{72E25887-D900-4CC1-9AA6-E56EB70083E4}" dt="2024-04-18T16:43:12.022" v="1569" actId="20577"/>
          <ac:spMkLst>
            <pc:docMk/>
            <pc:sldMk cId="1506896058" sldId="265"/>
            <ac:spMk id="4" creationId="{B8E6BA6D-7399-CBB6-28D7-3B7E1B742B14}"/>
          </ac:spMkLst>
        </pc:spChg>
        <pc:spChg chg="add del mod">
          <ac:chgData name="Taylor, Isiah" userId="8d5a19b8-66c6-4f1e-acc7-400f2c1fb015" providerId="ADAL" clId="{72E25887-D900-4CC1-9AA6-E56EB70083E4}" dt="2024-04-29T16:05:44.549" v="1955" actId="478"/>
          <ac:spMkLst>
            <pc:docMk/>
            <pc:sldMk cId="1506896058" sldId="265"/>
            <ac:spMk id="6" creationId="{DC976D0E-1686-C105-9ACB-5CD71DA36CB1}"/>
          </ac:spMkLst>
        </pc:spChg>
        <pc:spChg chg="add mod">
          <ac:chgData name="Taylor, Isiah" userId="8d5a19b8-66c6-4f1e-acc7-400f2c1fb015" providerId="ADAL" clId="{72E25887-D900-4CC1-9AA6-E56EB70083E4}" dt="2024-04-29T16:05:41.015" v="1954"/>
          <ac:spMkLst>
            <pc:docMk/>
            <pc:sldMk cId="1506896058" sldId="265"/>
            <ac:spMk id="7" creationId="{0DD8DD88-635F-25D7-43DA-70440ED90BEA}"/>
          </ac:spMkLst>
        </pc:spChg>
        <pc:spChg chg="add del mod">
          <ac:chgData name="Taylor, Isiah" userId="8d5a19b8-66c6-4f1e-acc7-400f2c1fb015" providerId="ADAL" clId="{72E25887-D900-4CC1-9AA6-E56EB70083E4}" dt="2024-04-29T16:08:03.688" v="1958" actId="478"/>
          <ac:spMkLst>
            <pc:docMk/>
            <pc:sldMk cId="1506896058" sldId="265"/>
            <ac:spMk id="8" creationId="{FF2C356B-312E-E99B-B9EB-944DF2702811}"/>
          </ac:spMkLst>
        </pc:spChg>
        <pc:spChg chg="add del mod">
          <ac:chgData name="Taylor, Isiah" userId="8d5a19b8-66c6-4f1e-acc7-400f2c1fb015" providerId="ADAL" clId="{72E25887-D900-4CC1-9AA6-E56EB70083E4}" dt="2024-04-29T18:16:52.798" v="2091" actId="478"/>
          <ac:spMkLst>
            <pc:docMk/>
            <pc:sldMk cId="1506896058" sldId="265"/>
            <ac:spMk id="9" creationId="{88EC3620-C201-BA92-A3CB-10F338477151}"/>
          </ac:spMkLst>
        </pc:spChg>
        <pc:spChg chg="add del mod">
          <ac:chgData name="Taylor, Isiah" userId="8d5a19b8-66c6-4f1e-acc7-400f2c1fb015" providerId="ADAL" clId="{72E25887-D900-4CC1-9AA6-E56EB70083E4}" dt="2024-04-29T16:38:38.304" v="1981" actId="478"/>
          <ac:spMkLst>
            <pc:docMk/>
            <pc:sldMk cId="1506896058" sldId="265"/>
            <ac:spMk id="11" creationId="{C49A0A8A-F6A8-FEE9-2E75-9E2B5F4F825E}"/>
          </ac:spMkLst>
        </pc:spChg>
        <pc:spChg chg="add del mod">
          <ac:chgData name="Taylor, Isiah" userId="8d5a19b8-66c6-4f1e-acc7-400f2c1fb015" providerId="ADAL" clId="{72E25887-D900-4CC1-9AA6-E56EB70083E4}" dt="2024-04-29T18:20:26.622" v="2116" actId="478"/>
          <ac:spMkLst>
            <pc:docMk/>
            <pc:sldMk cId="1506896058" sldId="265"/>
            <ac:spMk id="13" creationId="{C0EF7716-5D78-AD31-301D-B58A41815D38}"/>
          </ac:spMkLst>
        </pc:spChg>
        <pc:spChg chg="add del mod">
          <ac:chgData name="Taylor, Isiah" userId="8d5a19b8-66c6-4f1e-acc7-400f2c1fb015" providerId="ADAL" clId="{72E25887-D900-4CC1-9AA6-E56EB70083E4}" dt="2024-04-29T16:54:59.298" v="2014" actId="478"/>
          <ac:spMkLst>
            <pc:docMk/>
            <pc:sldMk cId="1506896058" sldId="265"/>
            <ac:spMk id="14" creationId="{9BFB65E8-B31A-5A38-1F2D-68159B3C0AFF}"/>
          </ac:spMkLst>
        </pc:spChg>
        <pc:spChg chg="add del mod">
          <ac:chgData name="Taylor, Isiah" userId="8d5a19b8-66c6-4f1e-acc7-400f2c1fb015" providerId="ADAL" clId="{72E25887-D900-4CC1-9AA6-E56EB70083E4}" dt="2024-04-29T18:20:25.777" v="2115" actId="478"/>
          <ac:spMkLst>
            <pc:docMk/>
            <pc:sldMk cId="1506896058" sldId="265"/>
            <ac:spMk id="15" creationId="{77F5BE75-5937-77BD-2F17-CFB6AED71430}"/>
          </ac:spMkLst>
        </pc:spChg>
        <pc:spChg chg="add del mod">
          <ac:chgData name="Taylor, Isiah" userId="8d5a19b8-66c6-4f1e-acc7-400f2c1fb015" providerId="ADAL" clId="{72E25887-D900-4CC1-9AA6-E56EB70083E4}" dt="2024-04-29T18:20:27.435" v="2117" actId="478"/>
          <ac:spMkLst>
            <pc:docMk/>
            <pc:sldMk cId="1506896058" sldId="265"/>
            <ac:spMk id="16" creationId="{D52A1C69-27D1-A210-1503-5B3D7B006775}"/>
          </ac:spMkLst>
        </pc:spChg>
        <pc:spChg chg="add del mod">
          <ac:chgData name="Taylor, Isiah" userId="8d5a19b8-66c6-4f1e-acc7-400f2c1fb015" providerId="ADAL" clId="{72E25887-D900-4CC1-9AA6-E56EB70083E4}" dt="2024-04-29T18:20:28.126" v="2118" actId="478"/>
          <ac:spMkLst>
            <pc:docMk/>
            <pc:sldMk cId="1506896058" sldId="265"/>
            <ac:spMk id="17" creationId="{BF4A120A-6BC6-D467-AA5F-36B5A8FF6239}"/>
          </ac:spMkLst>
        </pc:spChg>
        <pc:spChg chg="add del mod">
          <ac:chgData name="Taylor, Isiah" userId="8d5a19b8-66c6-4f1e-acc7-400f2c1fb015" providerId="ADAL" clId="{72E25887-D900-4CC1-9AA6-E56EB70083E4}" dt="2024-04-29T18:20:29.199" v="2119" actId="478"/>
          <ac:spMkLst>
            <pc:docMk/>
            <pc:sldMk cId="1506896058" sldId="265"/>
            <ac:spMk id="18" creationId="{9D6F1FC5-3936-3216-8EC8-861B09319518}"/>
          </ac:spMkLst>
        </pc:spChg>
        <pc:spChg chg="add del mod">
          <ac:chgData name="Taylor, Isiah" userId="8d5a19b8-66c6-4f1e-acc7-400f2c1fb015" providerId="ADAL" clId="{72E25887-D900-4CC1-9AA6-E56EB70083E4}" dt="2024-04-29T18:17:35.677" v="2096" actId="478"/>
          <ac:spMkLst>
            <pc:docMk/>
            <pc:sldMk cId="1506896058" sldId="265"/>
            <ac:spMk id="19" creationId="{FF5C3995-0BD5-88DF-3A3A-93C7279AF99F}"/>
          </ac:spMkLst>
        </pc:spChg>
        <pc:spChg chg="add del mod">
          <ac:chgData name="Taylor, Isiah" userId="8d5a19b8-66c6-4f1e-acc7-400f2c1fb015" providerId="ADAL" clId="{72E25887-D900-4CC1-9AA6-E56EB70083E4}" dt="2024-04-29T18:20:23.760" v="2114" actId="478"/>
          <ac:spMkLst>
            <pc:docMk/>
            <pc:sldMk cId="1506896058" sldId="265"/>
            <ac:spMk id="20" creationId="{7E92639C-AB58-5E74-37AB-1D41FCEEE963}"/>
          </ac:spMkLst>
        </pc:spChg>
        <pc:spChg chg="del">
          <ac:chgData name="Taylor, Isiah" userId="8d5a19b8-66c6-4f1e-acc7-400f2c1fb015" providerId="ADAL" clId="{72E25887-D900-4CC1-9AA6-E56EB70083E4}" dt="2024-04-29T16:01:27.397" v="1936" actId="478"/>
          <ac:spMkLst>
            <pc:docMk/>
            <pc:sldMk cId="1506896058" sldId="265"/>
            <ac:spMk id="21" creationId="{CE79A58A-0399-FC75-4733-6D0B1F1345D3}"/>
          </ac:spMkLst>
        </pc:spChg>
        <pc:spChg chg="del">
          <ac:chgData name="Taylor, Isiah" userId="8d5a19b8-66c6-4f1e-acc7-400f2c1fb015" providerId="ADAL" clId="{72E25887-D900-4CC1-9AA6-E56EB70083E4}" dt="2024-04-29T16:48:28.380" v="1982" actId="478"/>
          <ac:spMkLst>
            <pc:docMk/>
            <pc:sldMk cId="1506896058" sldId="265"/>
            <ac:spMk id="22" creationId="{56A0454A-111C-DD6F-5B2B-F326F1B9F5CB}"/>
          </ac:spMkLst>
        </pc:spChg>
        <pc:spChg chg="del">
          <ac:chgData name="Taylor, Isiah" userId="8d5a19b8-66c6-4f1e-acc7-400f2c1fb015" providerId="ADAL" clId="{72E25887-D900-4CC1-9AA6-E56EB70083E4}" dt="2024-04-29T16:50:04.568" v="1997" actId="478"/>
          <ac:spMkLst>
            <pc:docMk/>
            <pc:sldMk cId="1506896058" sldId="265"/>
            <ac:spMk id="23" creationId="{0AA8C3F4-544B-AC05-34FB-0B40440DD399}"/>
          </ac:spMkLst>
        </pc:spChg>
        <pc:spChg chg="add mod">
          <ac:chgData name="Taylor, Isiah" userId="8d5a19b8-66c6-4f1e-acc7-400f2c1fb015" providerId="ADAL" clId="{72E25887-D900-4CC1-9AA6-E56EB70083E4}" dt="2024-04-29T18:20:33.688" v="2121" actId="34135"/>
          <ac:spMkLst>
            <pc:docMk/>
            <pc:sldMk cId="1506896058" sldId="265"/>
            <ac:spMk id="24" creationId="{E5CAC005-C52E-E155-D62A-C6FFE1CA962E}"/>
          </ac:spMkLst>
        </pc:spChg>
        <pc:spChg chg="del">
          <ac:chgData name="Taylor, Isiah" userId="8d5a19b8-66c6-4f1e-acc7-400f2c1fb015" providerId="ADAL" clId="{72E25887-D900-4CC1-9AA6-E56EB70083E4}" dt="2024-04-29T16:57:36.135" v="2029" actId="478"/>
          <ac:spMkLst>
            <pc:docMk/>
            <pc:sldMk cId="1506896058" sldId="265"/>
            <ac:spMk id="25" creationId="{F38EA007-0244-FA18-825B-A222BE600272}"/>
          </ac:spMkLst>
        </pc:spChg>
        <pc:spChg chg="del">
          <ac:chgData name="Taylor, Isiah" userId="8d5a19b8-66c6-4f1e-acc7-400f2c1fb015" providerId="ADAL" clId="{72E25887-D900-4CC1-9AA6-E56EB70083E4}" dt="2024-04-29T17:05:09.100" v="2066" actId="478"/>
          <ac:spMkLst>
            <pc:docMk/>
            <pc:sldMk cId="1506896058" sldId="265"/>
            <ac:spMk id="26" creationId="{53213E2B-17E8-37DE-0BAE-D970168D6799}"/>
          </ac:spMkLst>
        </pc:spChg>
        <pc:spChg chg="del">
          <ac:chgData name="Taylor, Isiah" userId="8d5a19b8-66c6-4f1e-acc7-400f2c1fb015" providerId="ADAL" clId="{72E25887-D900-4CC1-9AA6-E56EB70083E4}" dt="2024-04-29T17:00:32.333" v="2047" actId="478"/>
          <ac:spMkLst>
            <pc:docMk/>
            <pc:sldMk cId="1506896058" sldId="265"/>
            <ac:spMk id="27" creationId="{AD8133E5-D5FC-A5B2-F630-DA0D81CD52B8}"/>
          </ac:spMkLst>
        </pc:spChg>
        <pc:spChg chg="add mod">
          <ac:chgData name="Taylor, Isiah" userId="8d5a19b8-66c6-4f1e-acc7-400f2c1fb015" providerId="ADAL" clId="{72E25887-D900-4CC1-9AA6-E56EB70083E4}" dt="2024-04-29T18:20:33.688" v="2121" actId="34135"/>
          <ac:spMkLst>
            <pc:docMk/>
            <pc:sldMk cId="1506896058" sldId="265"/>
            <ac:spMk id="28" creationId="{BC0297AC-70FE-15E3-2887-A94C158E3B73}"/>
          </ac:spMkLst>
        </pc:spChg>
        <pc:spChg chg="add mod">
          <ac:chgData name="Taylor, Isiah" userId="8d5a19b8-66c6-4f1e-acc7-400f2c1fb015" providerId="ADAL" clId="{72E25887-D900-4CC1-9AA6-E56EB70083E4}" dt="2024-04-29T18:20:33.688" v="2121" actId="34135"/>
          <ac:spMkLst>
            <pc:docMk/>
            <pc:sldMk cId="1506896058" sldId="265"/>
            <ac:spMk id="29" creationId="{E03165FC-7691-CB7A-7D70-12D56B194571}"/>
          </ac:spMkLst>
        </pc:spChg>
        <pc:spChg chg="add mod">
          <ac:chgData name="Taylor, Isiah" userId="8d5a19b8-66c6-4f1e-acc7-400f2c1fb015" providerId="ADAL" clId="{72E25887-D900-4CC1-9AA6-E56EB70083E4}" dt="2024-04-29T18:20:33.688" v="2121" actId="34135"/>
          <ac:spMkLst>
            <pc:docMk/>
            <pc:sldMk cId="1506896058" sldId="265"/>
            <ac:spMk id="30" creationId="{1437D488-3E76-4A1B-A754-B7AB7A94A97A}"/>
          </ac:spMkLst>
        </pc:spChg>
        <pc:spChg chg="add mod">
          <ac:chgData name="Taylor, Isiah" userId="8d5a19b8-66c6-4f1e-acc7-400f2c1fb015" providerId="ADAL" clId="{72E25887-D900-4CC1-9AA6-E56EB70083E4}" dt="2024-04-29T18:20:33.688" v="2121" actId="34135"/>
          <ac:spMkLst>
            <pc:docMk/>
            <pc:sldMk cId="1506896058" sldId="265"/>
            <ac:spMk id="31" creationId="{017DBB0E-669C-2DDF-1ECE-4FDA8D1CBC8D}"/>
          </ac:spMkLst>
        </pc:spChg>
        <pc:spChg chg="add mod">
          <ac:chgData name="Taylor, Isiah" userId="8d5a19b8-66c6-4f1e-acc7-400f2c1fb015" providerId="ADAL" clId="{72E25887-D900-4CC1-9AA6-E56EB70083E4}" dt="2024-04-29T18:20:33.688" v="2121" actId="34135"/>
          <ac:spMkLst>
            <pc:docMk/>
            <pc:sldMk cId="1506896058" sldId="265"/>
            <ac:spMk id="32" creationId="{B0769F69-D536-D622-BAAE-8EFFDE9A001E}"/>
          </ac:spMkLst>
        </pc:spChg>
        <pc:picChg chg="add mod ord modCrop">
          <ac:chgData name="Taylor, Isiah" userId="8d5a19b8-66c6-4f1e-acc7-400f2c1fb015" providerId="ADAL" clId="{72E25887-D900-4CC1-9AA6-E56EB70083E4}" dt="2024-04-29T17:09:56.947" v="2085" actId="34135"/>
          <ac:picMkLst>
            <pc:docMk/>
            <pc:sldMk cId="1506896058" sldId="265"/>
            <ac:picMk id="2" creationId="{C96B0DCC-638E-B6B3-FF92-7A1A06A98941}"/>
          </ac:picMkLst>
        </pc:picChg>
        <pc:picChg chg="add del ord">
          <ac:chgData name="Taylor, Isiah" userId="8d5a19b8-66c6-4f1e-acc7-400f2c1fb015" providerId="ADAL" clId="{72E25887-D900-4CC1-9AA6-E56EB70083E4}" dt="2024-04-29T16:38:38.304" v="1981" actId="478"/>
          <ac:picMkLst>
            <pc:docMk/>
            <pc:sldMk cId="1506896058" sldId="265"/>
            <ac:picMk id="5" creationId="{4EC81544-B5D7-19B7-2E6D-3529963BD589}"/>
          </ac:picMkLst>
        </pc:picChg>
        <pc:picChg chg="add mod">
          <ac:chgData name="Taylor, Isiah" userId="8d5a19b8-66c6-4f1e-acc7-400f2c1fb015" providerId="ADAL" clId="{72E25887-D900-4CC1-9AA6-E56EB70083E4}" dt="2024-04-29T16:38:37.868" v="1980"/>
          <ac:picMkLst>
            <pc:docMk/>
            <pc:sldMk cId="1506896058" sldId="265"/>
            <ac:picMk id="12" creationId="{4F14166B-F24A-69D1-11CF-60064B75649A}"/>
          </ac:picMkLst>
        </pc:picChg>
      </pc:sldChg>
      <pc:sldChg chg="add del">
        <pc:chgData name="Taylor, Isiah" userId="8d5a19b8-66c6-4f1e-acc7-400f2c1fb015" providerId="ADAL" clId="{72E25887-D900-4CC1-9AA6-E56EB70083E4}" dt="2024-04-18T16:26:44.681" v="1522" actId="47"/>
        <pc:sldMkLst>
          <pc:docMk/>
          <pc:sldMk cId="3456792629" sldId="265"/>
        </pc:sldMkLst>
      </pc:sldChg>
      <pc:sldChg chg="addSp delSp modSp add mod ord modTransition">
        <pc:chgData name="Taylor, Isiah" userId="8d5a19b8-66c6-4f1e-acc7-400f2c1fb015" providerId="ADAL" clId="{72E25887-D900-4CC1-9AA6-E56EB70083E4}" dt="2024-04-30T15:38:01.406" v="2169"/>
        <pc:sldMkLst>
          <pc:docMk/>
          <pc:sldMk cId="274458244" sldId="266"/>
        </pc:sldMkLst>
        <pc:spChg chg="add mod">
          <ac:chgData name="Taylor, Isiah" userId="8d5a19b8-66c6-4f1e-acc7-400f2c1fb015" providerId="ADAL" clId="{72E25887-D900-4CC1-9AA6-E56EB70083E4}" dt="2024-04-29T17:10:57.142" v="2088" actId="34135"/>
          <ac:spMkLst>
            <pc:docMk/>
            <pc:sldMk cId="274458244" sldId="266"/>
            <ac:spMk id="2" creationId="{20BAF7E9-B93D-6EFB-E7FF-C2B1DB912EDC}"/>
          </ac:spMkLst>
        </pc:spChg>
        <pc:spChg chg="add del mod">
          <ac:chgData name="Taylor, Isiah" userId="8d5a19b8-66c6-4f1e-acc7-400f2c1fb015" providerId="ADAL" clId="{72E25887-D900-4CC1-9AA6-E56EB70083E4}" dt="2024-04-29T16:15:07.835" v="1970" actId="478"/>
          <ac:spMkLst>
            <pc:docMk/>
            <pc:sldMk cId="274458244" sldId="266"/>
            <ac:spMk id="3" creationId="{73A98A1B-89B1-95EE-5806-0CED7493663F}"/>
          </ac:spMkLst>
        </pc:spChg>
        <pc:spChg chg="mod">
          <ac:chgData name="Taylor, Isiah" userId="8d5a19b8-66c6-4f1e-acc7-400f2c1fb015" providerId="ADAL" clId="{72E25887-D900-4CC1-9AA6-E56EB70083E4}" dt="2024-04-18T16:43:27.768" v="1577" actId="20577"/>
          <ac:spMkLst>
            <pc:docMk/>
            <pc:sldMk cId="274458244" sldId="266"/>
            <ac:spMk id="4" creationId="{53C022BE-8C45-BD5F-EDEE-67A3BCC9638C}"/>
          </ac:spMkLst>
        </pc:spChg>
        <pc:spChg chg="add del mod">
          <ac:chgData name="Taylor, Isiah" userId="8d5a19b8-66c6-4f1e-acc7-400f2c1fb015" providerId="ADAL" clId="{72E25887-D900-4CC1-9AA6-E56EB70083E4}" dt="2024-04-29T18:18:12.599" v="2108" actId="478"/>
          <ac:spMkLst>
            <pc:docMk/>
            <pc:sldMk cId="274458244" sldId="266"/>
            <ac:spMk id="6" creationId="{BFBAD35A-F541-57CD-D2C1-E31D51BD49D1}"/>
          </ac:spMkLst>
        </pc:spChg>
        <pc:spChg chg="add del mod">
          <ac:chgData name="Taylor, Isiah" userId="8d5a19b8-66c6-4f1e-acc7-400f2c1fb015" providerId="ADAL" clId="{72E25887-D900-4CC1-9AA6-E56EB70083E4}" dt="2024-04-29T18:22:09.054" v="2150" actId="478"/>
          <ac:spMkLst>
            <pc:docMk/>
            <pc:sldMk cId="274458244" sldId="266"/>
            <ac:spMk id="7" creationId="{6E33C09E-B934-D049-C558-8E838C0B4DCC}"/>
          </ac:spMkLst>
        </pc:spChg>
        <pc:spChg chg="add del mod">
          <ac:chgData name="Taylor, Isiah" userId="8d5a19b8-66c6-4f1e-acc7-400f2c1fb015" providerId="ADAL" clId="{72E25887-D900-4CC1-9AA6-E56EB70083E4}" dt="2024-04-29T16:55:30.133" v="2023" actId="478"/>
          <ac:spMkLst>
            <pc:docMk/>
            <pc:sldMk cId="274458244" sldId="266"/>
            <ac:spMk id="8" creationId="{BB7E1CA2-94EB-1179-6FDD-DCF15C01D1E1}"/>
          </ac:spMkLst>
        </pc:spChg>
        <pc:spChg chg="add del mod">
          <ac:chgData name="Taylor, Isiah" userId="8d5a19b8-66c6-4f1e-acc7-400f2c1fb015" providerId="ADAL" clId="{72E25887-D900-4CC1-9AA6-E56EB70083E4}" dt="2024-04-29T18:22:01.491" v="2149" actId="478"/>
          <ac:spMkLst>
            <pc:docMk/>
            <pc:sldMk cId="274458244" sldId="266"/>
            <ac:spMk id="9" creationId="{F7F343E1-6458-487C-D3D3-7470C906AE58}"/>
          </ac:spMkLst>
        </pc:spChg>
        <pc:spChg chg="add del mod">
          <ac:chgData name="Taylor, Isiah" userId="8d5a19b8-66c6-4f1e-acc7-400f2c1fb015" providerId="ADAL" clId="{72E25887-D900-4CC1-9AA6-E56EB70083E4}" dt="2024-04-29T18:22:10.379" v="2151" actId="478"/>
          <ac:spMkLst>
            <pc:docMk/>
            <pc:sldMk cId="274458244" sldId="266"/>
            <ac:spMk id="10" creationId="{F5A81A7F-EE51-97AF-E54F-E66423383070}"/>
          </ac:spMkLst>
        </pc:spChg>
        <pc:spChg chg="add del mod">
          <ac:chgData name="Taylor, Isiah" userId="8d5a19b8-66c6-4f1e-acc7-400f2c1fb015" providerId="ADAL" clId="{72E25887-D900-4CC1-9AA6-E56EB70083E4}" dt="2024-04-29T18:22:11.384" v="2152" actId="478"/>
          <ac:spMkLst>
            <pc:docMk/>
            <pc:sldMk cId="274458244" sldId="266"/>
            <ac:spMk id="11" creationId="{D4261AC3-E7E2-28EA-C1D9-6C7B6B39D553}"/>
          </ac:spMkLst>
        </pc:spChg>
        <pc:spChg chg="add del mod">
          <ac:chgData name="Taylor, Isiah" userId="8d5a19b8-66c6-4f1e-acc7-400f2c1fb015" providerId="ADAL" clId="{72E25887-D900-4CC1-9AA6-E56EB70083E4}" dt="2024-04-29T18:22:12.223" v="2153" actId="478"/>
          <ac:spMkLst>
            <pc:docMk/>
            <pc:sldMk cId="274458244" sldId="266"/>
            <ac:spMk id="12" creationId="{E1D8B025-D382-7BB7-CF69-E833DAD96F47}"/>
          </ac:spMkLst>
        </pc:spChg>
        <pc:spChg chg="add del mod">
          <ac:chgData name="Taylor, Isiah" userId="8d5a19b8-66c6-4f1e-acc7-400f2c1fb015" providerId="ADAL" clId="{72E25887-D900-4CC1-9AA6-E56EB70083E4}" dt="2024-04-29T18:22:00.137" v="2148" actId="478"/>
          <ac:spMkLst>
            <pc:docMk/>
            <pc:sldMk cId="274458244" sldId="266"/>
            <ac:spMk id="13" creationId="{24B38702-614B-417D-0D77-E1EC3E9F45BB}"/>
          </ac:spMkLst>
        </pc:spChg>
        <pc:spChg chg="add mod">
          <ac:chgData name="Taylor, Isiah" userId="8d5a19b8-66c6-4f1e-acc7-400f2c1fb015" providerId="ADAL" clId="{72E25887-D900-4CC1-9AA6-E56EB70083E4}" dt="2024-04-29T18:22:26.833" v="2155" actId="34135"/>
          <ac:spMkLst>
            <pc:docMk/>
            <pc:sldMk cId="274458244" sldId="266"/>
            <ac:spMk id="14" creationId="{E396017D-49DA-C764-F845-5FA5DB6AA1EF}"/>
          </ac:spMkLst>
        </pc:spChg>
        <pc:spChg chg="add mod">
          <ac:chgData name="Taylor, Isiah" userId="8d5a19b8-66c6-4f1e-acc7-400f2c1fb015" providerId="ADAL" clId="{72E25887-D900-4CC1-9AA6-E56EB70083E4}" dt="2024-04-29T18:22:26.833" v="2155" actId="34135"/>
          <ac:spMkLst>
            <pc:docMk/>
            <pc:sldMk cId="274458244" sldId="266"/>
            <ac:spMk id="15" creationId="{A50A9A53-F67C-4ADF-C5C2-7870E499C2B6}"/>
          </ac:spMkLst>
        </pc:spChg>
        <pc:spChg chg="add mod">
          <ac:chgData name="Taylor, Isiah" userId="8d5a19b8-66c6-4f1e-acc7-400f2c1fb015" providerId="ADAL" clId="{72E25887-D900-4CC1-9AA6-E56EB70083E4}" dt="2024-04-29T18:22:26.833" v="2155" actId="34135"/>
          <ac:spMkLst>
            <pc:docMk/>
            <pc:sldMk cId="274458244" sldId="266"/>
            <ac:spMk id="16" creationId="{FE8FC5E6-DF14-3C21-11B1-D36834E79D04}"/>
          </ac:spMkLst>
        </pc:spChg>
        <pc:spChg chg="add mod">
          <ac:chgData name="Taylor, Isiah" userId="8d5a19b8-66c6-4f1e-acc7-400f2c1fb015" providerId="ADAL" clId="{72E25887-D900-4CC1-9AA6-E56EB70083E4}" dt="2024-04-29T18:22:26.833" v="2155" actId="34135"/>
          <ac:spMkLst>
            <pc:docMk/>
            <pc:sldMk cId="274458244" sldId="266"/>
            <ac:spMk id="17" creationId="{9B8BD058-3D76-2EB7-DBE6-4791A46E340E}"/>
          </ac:spMkLst>
        </pc:spChg>
        <pc:spChg chg="add mod">
          <ac:chgData name="Taylor, Isiah" userId="8d5a19b8-66c6-4f1e-acc7-400f2c1fb015" providerId="ADAL" clId="{72E25887-D900-4CC1-9AA6-E56EB70083E4}" dt="2024-04-29T18:22:26.833" v="2155" actId="34135"/>
          <ac:spMkLst>
            <pc:docMk/>
            <pc:sldMk cId="274458244" sldId="266"/>
            <ac:spMk id="18" creationId="{850451EE-B4FA-E272-802E-7BC173A64FDF}"/>
          </ac:spMkLst>
        </pc:spChg>
        <pc:spChg chg="add mod">
          <ac:chgData name="Taylor, Isiah" userId="8d5a19b8-66c6-4f1e-acc7-400f2c1fb015" providerId="ADAL" clId="{72E25887-D900-4CC1-9AA6-E56EB70083E4}" dt="2024-04-29T18:22:26.833" v="2155" actId="34135"/>
          <ac:spMkLst>
            <pc:docMk/>
            <pc:sldMk cId="274458244" sldId="266"/>
            <ac:spMk id="19" creationId="{79ADA608-58A4-B942-20DA-5B1B62ABE25B}"/>
          </ac:spMkLst>
        </pc:spChg>
        <pc:spChg chg="del">
          <ac:chgData name="Taylor, Isiah" userId="8d5a19b8-66c6-4f1e-acc7-400f2c1fb015" providerId="ADAL" clId="{72E25887-D900-4CC1-9AA6-E56EB70083E4}" dt="2024-04-29T16:01:43.731" v="1946" actId="478"/>
          <ac:spMkLst>
            <pc:docMk/>
            <pc:sldMk cId="274458244" sldId="266"/>
            <ac:spMk id="21" creationId="{8A5CFF3F-377B-1F36-7BFE-8DCFF4335DB2}"/>
          </ac:spMkLst>
        </pc:spChg>
        <pc:spChg chg="del">
          <ac:chgData name="Taylor, Isiah" userId="8d5a19b8-66c6-4f1e-acc7-400f2c1fb015" providerId="ADAL" clId="{72E25887-D900-4CC1-9AA6-E56EB70083E4}" dt="2024-04-29T16:49:19.055" v="1991" actId="478"/>
          <ac:spMkLst>
            <pc:docMk/>
            <pc:sldMk cId="274458244" sldId="266"/>
            <ac:spMk id="22" creationId="{846F53EE-8846-93AD-CC1A-8A6F8A27BFF7}"/>
          </ac:spMkLst>
        </pc:spChg>
        <pc:spChg chg="del">
          <ac:chgData name="Taylor, Isiah" userId="8d5a19b8-66c6-4f1e-acc7-400f2c1fb015" providerId="ADAL" clId="{72E25887-D900-4CC1-9AA6-E56EB70083E4}" dt="2024-04-29T16:50:24.791" v="2006" actId="478"/>
          <ac:spMkLst>
            <pc:docMk/>
            <pc:sldMk cId="274458244" sldId="266"/>
            <ac:spMk id="23" creationId="{1DE701DE-DBF7-79DC-9F0A-1A57EAC214ED}"/>
          </ac:spMkLst>
        </pc:spChg>
        <pc:spChg chg="del">
          <ac:chgData name="Taylor, Isiah" userId="8d5a19b8-66c6-4f1e-acc7-400f2c1fb015" providerId="ADAL" clId="{72E25887-D900-4CC1-9AA6-E56EB70083E4}" dt="2024-04-29T16:58:05.969" v="2041" actId="478"/>
          <ac:spMkLst>
            <pc:docMk/>
            <pc:sldMk cId="274458244" sldId="266"/>
            <ac:spMk id="25" creationId="{FFB291D6-6049-C41A-DB73-00C52C3C7025}"/>
          </ac:spMkLst>
        </pc:spChg>
        <pc:spChg chg="del">
          <ac:chgData name="Taylor, Isiah" userId="8d5a19b8-66c6-4f1e-acc7-400f2c1fb015" providerId="ADAL" clId="{72E25887-D900-4CC1-9AA6-E56EB70083E4}" dt="2024-04-29T17:05:44.350" v="2081" actId="478"/>
          <ac:spMkLst>
            <pc:docMk/>
            <pc:sldMk cId="274458244" sldId="266"/>
            <ac:spMk id="26" creationId="{0295DF2D-EE3B-68AC-3017-213A3A04E63B}"/>
          </ac:spMkLst>
        </pc:spChg>
        <pc:spChg chg="del">
          <ac:chgData name="Taylor, Isiah" userId="8d5a19b8-66c6-4f1e-acc7-400f2c1fb015" providerId="ADAL" clId="{72E25887-D900-4CC1-9AA6-E56EB70083E4}" dt="2024-04-29T17:00:58.746" v="2060" actId="478"/>
          <ac:spMkLst>
            <pc:docMk/>
            <pc:sldMk cId="274458244" sldId="266"/>
            <ac:spMk id="27" creationId="{5C0B7D60-360F-83D7-5F84-C07298D30A70}"/>
          </ac:spMkLst>
        </pc:spChg>
      </pc:sldChg>
      <pc:sldChg chg="add del">
        <pc:chgData name="Taylor, Isiah" userId="8d5a19b8-66c6-4f1e-acc7-400f2c1fb015" providerId="ADAL" clId="{72E25887-D900-4CC1-9AA6-E56EB70083E4}" dt="2024-04-18T16:26:44.681" v="1522" actId="47"/>
        <pc:sldMkLst>
          <pc:docMk/>
          <pc:sldMk cId="1169580969" sldId="266"/>
        </pc:sldMkLst>
      </pc:sldChg>
      <pc:sldChg chg="add del">
        <pc:chgData name="Taylor, Isiah" userId="8d5a19b8-66c6-4f1e-acc7-400f2c1fb015" providerId="ADAL" clId="{72E25887-D900-4CC1-9AA6-E56EB70083E4}" dt="2024-04-18T16:26:44.681" v="1522" actId="47"/>
        <pc:sldMkLst>
          <pc:docMk/>
          <pc:sldMk cId="247286742" sldId="267"/>
        </pc:sldMkLst>
      </pc:sldChg>
      <pc:sldChg chg="addSp delSp modSp add mod ord modTransition">
        <pc:chgData name="Taylor, Isiah" userId="8d5a19b8-66c6-4f1e-acc7-400f2c1fb015" providerId="ADAL" clId="{72E25887-D900-4CC1-9AA6-E56EB70083E4}" dt="2024-04-30T15:38:01.406" v="2169"/>
        <pc:sldMkLst>
          <pc:docMk/>
          <pc:sldMk cId="2473344012" sldId="267"/>
        </pc:sldMkLst>
        <pc:spChg chg="add mod">
          <ac:chgData name="Taylor, Isiah" userId="8d5a19b8-66c6-4f1e-acc7-400f2c1fb015" providerId="ADAL" clId="{72E25887-D900-4CC1-9AA6-E56EB70083E4}" dt="2024-04-29T17:11:16.785" v="2090"/>
          <ac:spMkLst>
            <pc:docMk/>
            <pc:sldMk cId="2473344012" sldId="267"/>
            <ac:spMk id="2" creationId="{00FC985A-FC1C-7FFD-E467-BA98F90B5EDB}"/>
          </ac:spMkLst>
        </pc:spChg>
        <pc:spChg chg="add del mod">
          <ac:chgData name="Taylor, Isiah" userId="8d5a19b8-66c6-4f1e-acc7-400f2c1fb015" providerId="ADAL" clId="{72E25887-D900-4CC1-9AA6-E56EB70083E4}" dt="2024-04-29T16:15:16.074" v="1973" actId="478"/>
          <ac:spMkLst>
            <pc:docMk/>
            <pc:sldMk cId="2473344012" sldId="267"/>
            <ac:spMk id="3" creationId="{B89C905D-F94A-BD2C-EF70-F6CFE5CAFBAE}"/>
          </ac:spMkLst>
        </pc:spChg>
        <pc:spChg chg="mod">
          <ac:chgData name="Taylor, Isiah" userId="8d5a19b8-66c6-4f1e-acc7-400f2c1fb015" providerId="ADAL" clId="{72E25887-D900-4CC1-9AA6-E56EB70083E4}" dt="2024-04-18T16:43:30.170" v="1579" actId="20577"/>
          <ac:spMkLst>
            <pc:docMk/>
            <pc:sldMk cId="2473344012" sldId="267"/>
            <ac:spMk id="4" creationId="{98C44A85-CE05-81DC-06E4-CBA16C39BD03}"/>
          </ac:spMkLst>
        </pc:spChg>
        <pc:spChg chg="add del mod">
          <ac:chgData name="Taylor, Isiah" userId="8d5a19b8-66c6-4f1e-acc7-400f2c1fb015" providerId="ADAL" clId="{72E25887-D900-4CC1-9AA6-E56EB70083E4}" dt="2024-04-29T18:18:19.234" v="2111" actId="478"/>
          <ac:spMkLst>
            <pc:docMk/>
            <pc:sldMk cId="2473344012" sldId="267"/>
            <ac:spMk id="6" creationId="{389A6760-5A79-E24E-0121-4F445DD9D550}"/>
          </ac:spMkLst>
        </pc:spChg>
        <pc:spChg chg="add del mod">
          <ac:chgData name="Taylor, Isiah" userId="8d5a19b8-66c6-4f1e-acc7-400f2c1fb015" providerId="ADAL" clId="{72E25887-D900-4CC1-9AA6-E56EB70083E4}" dt="2024-04-29T18:22:34.435" v="2159" actId="478"/>
          <ac:spMkLst>
            <pc:docMk/>
            <pc:sldMk cId="2473344012" sldId="267"/>
            <ac:spMk id="7" creationId="{339F02F1-3927-B98A-1214-5E0C69BDFA77}"/>
          </ac:spMkLst>
        </pc:spChg>
        <pc:spChg chg="add del mod">
          <ac:chgData name="Taylor, Isiah" userId="8d5a19b8-66c6-4f1e-acc7-400f2c1fb015" providerId="ADAL" clId="{72E25887-D900-4CC1-9AA6-E56EB70083E4}" dt="2024-04-29T16:55:36.049" v="2026" actId="478"/>
          <ac:spMkLst>
            <pc:docMk/>
            <pc:sldMk cId="2473344012" sldId="267"/>
            <ac:spMk id="8" creationId="{56281B7A-9CA0-9F4B-2770-FD6AE54E58BF}"/>
          </ac:spMkLst>
        </pc:spChg>
        <pc:spChg chg="add del mod">
          <ac:chgData name="Taylor, Isiah" userId="8d5a19b8-66c6-4f1e-acc7-400f2c1fb015" providerId="ADAL" clId="{72E25887-D900-4CC1-9AA6-E56EB70083E4}" dt="2024-04-29T18:22:31.755" v="2157" actId="478"/>
          <ac:spMkLst>
            <pc:docMk/>
            <pc:sldMk cId="2473344012" sldId="267"/>
            <ac:spMk id="9" creationId="{2F3195BD-7B24-60CB-B759-7F4FF4B92C67}"/>
          </ac:spMkLst>
        </pc:spChg>
        <pc:spChg chg="add del mod">
          <ac:chgData name="Taylor, Isiah" userId="8d5a19b8-66c6-4f1e-acc7-400f2c1fb015" providerId="ADAL" clId="{72E25887-D900-4CC1-9AA6-E56EB70083E4}" dt="2024-04-29T18:22:33.344" v="2158" actId="478"/>
          <ac:spMkLst>
            <pc:docMk/>
            <pc:sldMk cId="2473344012" sldId="267"/>
            <ac:spMk id="10" creationId="{2D8571D9-0F99-EDAA-9C03-5EF4724CE41C}"/>
          </ac:spMkLst>
        </pc:spChg>
        <pc:spChg chg="add del mod">
          <ac:chgData name="Taylor, Isiah" userId="8d5a19b8-66c6-4f1e-acc7-400f2c1fb015" providerId="ADAL" clId="{72E25887-D900-4CC1-9AA6-E56EB70083E4}" dt="2024-04-29T18:22:35.545" v="2160" actId="478"/>
          <ac:spMkLst>
            <pc:docMk/>
            <pc:sldMk cId="2473344012" sldId="267"/>
            <ac:spMk id="11" creationId="{B2F576AD-6036-C832-6BE7-2A81568AADC9}"/>
          </ac:spMkLst>
        </pc:spChg>
        <pc:spChg chg="add del mod">
          <ac:chgData name="Taylor, Isiah" userId="8d5a19b8-66c6-4f1e-acc7-400f2c1fb015" providerId="ADAL" clId="{72E25887-D900-4CC1-9AA6-E56EB70083E4}" dt="2024-04-29T18:22:36.776" v="2161" actId="478"/>
          <ac:spMkLst>
            <pc:docMk/>
            <pc:sldMk cId="2473344012" sldId="267"/>
            <ac:spMk id="12" creationId="{8EF87CD2-82F8-7A80-E4C8-259C7C1C54A1}"/>
          </ac:spMkLst>
        </pc:spChg>
        <pc:spChg chg="add del mod">
          <ac:chgData name="Taylor, Isiah" userId="8d5a19b8-66c6-4f1e-acc7-400f2c1fb015" providerId="ADAL" clId="{72E25887-D900-4CC1-9AA6-E56EB70083E4}" dt="2024-04-29T18:22:31.088" v="2156" actId="478"/>
          <ac:spMkLst>
            <pc:docMk/>
            <pc:sldMk cId="2473344012" sldId="267"/>
            <ac:spMk id="13" creationId="{00EF935B-CF87-C68C-3F80-7688582734F4}"/>
          </ac:spMkLst>
        </pc:spChg>
        <pc:spChg chg="add mod">
          <ac:chgData name="Taylor, Isiah" userId="8d5a19b8-66c6-4f1e-acc7-400f2c1fb015" providerId="ADAL" clId="{72E25887-D900-4CC1-9AA6-E56EB70083E4}" dt="2024-04-29T18:22:49.907" v="2164" actId="34135"/>
          <ac:spMkLst>
            <pc:docMk/>
            <pc:sldMk cId="2473344012" sldId="267"/>
            <ac:spMk id="14" creationId="{48A791E2-AC66-2EFA-858D-8E79DC9BAECD}"/>
          </ac:spMkLst>
        </pc:spChg>
        <pc:spChg chg="add mod">
          <ac:chgData name="Taylor, Isiah" userId="8d5a19b8-66c6-4f1e-acc7-400f2c1fb015" providerId="ADAL" clId="{72E25887-D900-4CC1-9AA6-E56EB70083E4}" dt="2024-04-29T18:22:49.907" v="2164" actId="34135"/>
          <ac:spMkLst>
            <pc:docMk/>
            <pc:sldMk cId="2473344012" sldId="267"/>
            <ac:spMk id="15" creationId="{8A37B55F-64F3-485D-D2D5-1CF79EE12D98}"/>
          </ac:spMkLst>
        </pc:spChg>
        <pc:spChg chg="add mod">
          <ac:chgData name="Taylor, Isiah" userId="8d5a19b8-66c6-4f1e-acc7-400f2c1fb015" providerId="ADAL" clId="{72E25887-D900-4CC1-9AA6-E56EB70083E4}" dt="2024-04-29T18:22:49.907" v="2164" actId="34135"/>
          <ac:spMkLst>
            <pc:docMk/>
            <pc:sldMk cId="2473344012" sldId="267"/>
            <ac:spMk id="16" creationId="{66AAC0F8-DA4C-6DF2-4ADA-191D565145FE}"/>
          </ac:spMkLst>
        </pc:spChg>
        <pc:spChg chg="add mod">
          <ac:chgData name="Taylor, Isiah" userId="8d5a19b8-66c6-4f1e-acc7-400f2c1fb015" providerId="ADAL" clId="{72E25887-D900-4CC1-9AA6-E56EB70083E4}" dt="2024-04-29T18:22:49.907" v="2164" actId="34135"/>
          <ac:spMkLst>
            <pc:docMk/>
            <pc:sldMk cId="2473344012" sldId="267"/>
            <ac:spMk id="17" creationId="{A4D9F3E4-C867-6BED-9EDE-13945986E777}"/>
          </ac:spMkLst>
        </pc:spChg>
        <pc:spChg chg="add mod">
          <ac:chgData name="Taylor, Isiah" userId="8d5a19b8-66c6-4f1e-acc7-400f2c1fb015" providerId="ADAL" clId="{72E25887-D900-4CC1-9AA6-E56EB70083E4}" dt="2024-04-29T18:22:49.907" v="2164" actId="34135"/>
          <ac:spMkLst>
            <pc:docMk/>
            <pc:sldMk cId="2473344012" sldId="267"/>
            <ac:spMk id="18" creationId="{5FE0F7D2-C925-754B-0675-B2AF63CDF9AB}"/>
          </ac:spMkLst>
        </pc:spChg>
        <pc:spChg chg="add mod">
          <ac:chgData name="Taylor, Isiah" userId="8d5a19b8-66c6-4f1e-acc7-400f2c1fb015" providerId="ADAL" clId="{72E25887-D900-4CC1-9AA6-E56EB70083E4}" dt="2024-04-29T18:22:49.907" v="2164" actId="34135"/>
          <ac:spMkLst>
            <pc:docMk/>
            <pc:sldMk cId="2473344012" sldId="267"/>
            <ac:spMk id="19" creationId="{D0574EEE-CC4D-3AC7-6B4F-6BA37329EE59}"/>
          </ac:spMkLst>
        </pc:spChg>
        <pc:spChg chg="del">
          <ac:chgData name="Taylor, Isiah" userId="8d5a19b8-66c6-4f1e-acc7-400f2c1fb015" providerId="ADAL" clId="{72E25887-D900-4CC1-9AA6-E56EB70083E4}" dt="2024-04-29T16:01:47.375" v="1948" actId="478"/>
          <ac:spMkLst>
            <pc:docMk/>
            <pc:sldMk cId="2473344012" sldId="267"/>
            <ac:spMk id="21" creationId="{23463B9A-E901-4589-429B-955BFA479896}"/>
          </ac:spMkLst>
        </pc:spChg>
        <pc:spChg chg="del">
          <ac:chgData name="Taylor, Isiah" userId="8d5a19b8-66c6-4f1e-acc7-400f2c1fb015" providerId="ADAL" clId="{72E25887-D900-4CC1-9AA6-E56EB70083E4}" dt="2024-04-29T16:49:25.838" v="1994" actId="478"/>
          <ac:spMkLst>
            <pc:docMk/>
            <pc:sldMk cId="2473344012" sldId="267"/>
            <ac:spMk id="22" creationId="{E49323F5-1883-BF82-9F34-16E796ACD1FA}"/>
          </ac:spMkLst>
        </pc:spChg>
        <pc:spChg chg="del">
          <ac:chgData name="Taylor, Isiah" userId="8d5a19b8-66c6-4f1e-acc7-400f2c1fb015" providerId="ADAL" clId="{72E25887-D900-4CC1-9AA6-E56EB70083E4}" dt="2024-04-29T16:50:30.119" v="2009" actId="478"/>
          <ac:spMkLst>
            <pc:docMk/>
            <pc:sldMk cId="2473344012" sldId="267"/>
            <ac:spMk id="23" creationId="{C90535C2-4050-DBC7-5635-B32D3AB77E47}"/>
          </ac:spMkLst>
        </pc:spChg>
        <pc:spChg chg="del">
          <ac:chgData name="Taylor, Isiah" userId="8d5a19b8-66c6-4f1e-acc7-400f2c1fb015" providerId="ADAL" clId="{72E25887-D900-4CC1-9AA6-E56EB70083E4}" dt="2024-04-29T16:58:11.732" v="2044" actId="478"/>
          <ac:spMkLst>
            <pc:docMk/>
            <pc:sldMk cId="2473344012" sldId="267"/>
            <ac:spMk id="25" creationId="{A185D9EE-CF32-7146-278B-2D14101724E9}"/>
          </ac:spMkLst>
        </pc:spChg>
        <pc:spChg chg="del">
          <ac:chgData name="Taylor, Isiah" userId="8d5a19b8-66c6-4f1e-acc7-400f2c1fb015" providerId="ADAL" clId="{72E25887-D900-4CC1-9AA6-E56EB70083E4}" dt="2024-04-29T17:05:36.530" v="2078" actId="478"/>
          <ac:spMkLst>
            <pc:docMk/>
            <pc:sldMk cId="2473344012" sldId="267"/>
            <ac:spMk id="26" creationId="{E0396F47-6EA6-9805-583B-BFA8CFD4CCAB}"/>
          </ac:spMkLst>
        </pc:spChg>
        <pc:spChg chg="del">
          <ac:chgData name="Taylor, Isiah" userId="8d5a19b8-66c6-4f1e-acc7-400f2c1fb015" providerId="ADAL" clId="{72E25887-D900-4CC1-9AA6-E56EB70083E4}" dt="2024-04-29T17:01:05.455" v="2063" actId="478"/>
          <ac:spMkLst>
            <pc:docMk/>
            <pc:sldMk cId="2473344012" sldId="267"/>
            <ac:spMk id="27" creationId="{5E3E1D41-6D2C-4351-0EC8-60EDAEEE0DA2}"/>
          </ac:spMkLst>
        </pc:spChg>
      </pc:sldChg>
      <pc:sldChg chg="ord">
        <pc:chgData name="Taylor, Isiah" userId="8d5a19b8-66c6-4f1e-acc7-400f2c1fb015" providerId="ADAL" clId="{72E25887-D900-4CC1-9AA6-E56EB70083E4}" dt="2024-04-30T15:38:06.091" v="2173"/>
        <pc:sldMkLst>
          <pc:docMk/>
          <pc:sldMk cId="1828555792" sldId="2134804866"/>
        </pc:sldMkLst>
      </pc:sldChg>
      <pc:sldChg chg="ord">
        <pc:chgData name="Taylor, Isiah" userId="8d5a19b8-66c6-4f1e-acc7-400f2c1fb015" providerId="ADAL" clId="{72E25887-D900-4CC1-9AA6-E56EB70083E4}" dt="2024-04-30T15:38:07.981" v="2175"/>
        <pc:sldMkLst>
          <pc:docMk/>
          <pc:sldMk cId="3734531772" sldId="2134804867"/>
        </pc:sldMkLst>
      </pc:sldChg>
      <pc:sldChg chg="ord">
        <pc:chgData name="Taylor, Isiah" userId="8d5a19b8-66c6-4f1e-acc7-400f2c1fb015" providerId="ADAL" clId="{72E25887-D900-4CC1-9AA6-E56EB70083E4}" dt="2024-04-30T15:38:11.117" v="2181"/>
        <pc:sldMkLst>
          <pc:docMk/>
          <pc:sldMk cId="4005923005" sldId="2134804868"/>
        </pc:sldMkLst>
      </pc:sldChg>
      <pc:sldMasterChg chg="modTransition modSldLayout">
        <pc:chgData name="Taylor, Isiah" userId="8d5a19b8-66c6-4f1e-acc7-400f2c1fb015" providerId="ADAL" clId="{72E25887-D900-4CC1-9AA6-E56EB70083E4}" dt="2024-04-18T18:07:27.721" v="1930"/>
        <pc:sldMasterMkLst>
          <pc:docMk/>
          <pc:sldMasterMk cId="2847516721" sldId="2147483648"/>
        </pc:sldMasterMkLst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2027907288" sldId="2147483649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1181473857" sldId="2147483650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1052732856" sldId="2147483651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120221795" sldId="2147483652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3558045090" sldId="2147483653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2073239695" sldId="2147483654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2634557346" sldId="2147483655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736925565" sldId="2147483656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524733823" sldId="2147483657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690678238" sldId="2147483658"/>
          </pc:sldLayoutMkLst>
        </pc:sldLayoutChg>
        <pc:sldLayoutChg chg="modTransition">
          <pc:chgData name="Taylor, Isiah" userId="8d5a19b8-66c6-4f1e-acc7-400f2c1fb015" providerId="ADAL" clId="{72E25887-D900-4CC1-9AA6-E56EB70083E4}" dt="2024-04-18T18:07:27.721" v="1930"/>
          <pc:sldLayoutMkLst>
            <pc:docMk/>
            <pc:sldMasterMk cId="2847516721" sldId="2147483648"/>
            <pc:sldLayoutMk cId="2769526061" sldId="2147483659"/>
          </pc:sldLayoutMkLst>
        </pc:sldLayoutChg>
      </pc:sldMasterChg>
    </pc:docChg>
  </pc:docChgLst>
  <pc:docChgLst>
    <pc:chgData name="Taylor, Isiah" userId="8d5a19b8-66c6-4f1e-acc7-400f2c1fb015" providerId="ADAL" clId="{B158AE7E-88E5-4701-9B9B-BE94A287088F}"/>
    <pc:docChg chg="undo redo custSel addSld modSld sldOrd modSection">
      <pc:chgData name="Taylor, Isiah" userId="8d5a19b8-66c6-4f1e-acc7-400f2c1fb015" providerId="ADAL" clId="{B158AE7E-88E5-4701-9B9B-BE94A287088F}" dt="2024-05-08T15:35:36.200" v="541" actId="1076"/>
      <pc:docMkLst>
        <pc:docMk/>
      </pc:docMkLst>
      <pc:sldChg chg="modSp mod">
        <pc:chgData name="Taylor, Isiah" userId="8d5a19b8-66c6-4f1e-acc7-400f2c1fb015" providerId="ADAL" clId="{B158AE7E-88E5-4701-9B9B-BE94A287088F}" dt="2024-05-02T16:42:32.530" v="86" actId="1076"/>
        <pc:sldMkLst>
          <pc:docMk/>
          <pc:sldMk cId="323839100" sldId="259"/>
        </pc:sldMkLst>
        <pc:picChg chg="mod">
          <ac:chgData name="Taylor, Isiah" userId="8d5a19b8-66c6-4f1e-acc7-400f2c1fb015" providerId="ADAL" clId="{B158AE7E-88E5-4701-9B9B-BE94A287088F}" dt="2024-05-02T16:42:32.530" v="86" actId="1076"/>
          <ac:picMkLst>
            <pc:docMk/>
            <pc:sldMk cId="323839100" sldId="259"/>
            <ac:picMk id="9" creationId="{85B27E9F-6F8C-C816-7161-745A4A6AE1A9}"/>
          </ac:picMkLst>
        </pc:picChg>
      </pc:sldChg>
      <pc:sldChg chg="addSp modSp mod modTransition">
        <pc:chgData name="Taylor, Isiah" userId="8d5a19b8-66c6-4f1e-acc7-400f2c1fb015" providerId="ADAL" clId="{B158AE7E-88E5-4701-9B9B-BE94A287088F}" dt="2024-05-02T16:55:51.112" v="385"/>
        <pc:sldMkLst>
          <pc:docMk/>
          <pc:sldMk cId="2477345188" sldId="261"/>
        </pc:sldMkLst>
        <pc:spChg chg="add mod ord">
          <ac:chgData name="Taylor, Isiah" userId="8d5a19b8-66c6-4f1e-acc7-400f2c1fb015" providerId="ADAL" clId="{B158AE7E-88E5-4701-9B9B-BE94A287088F}" dt="2024-05-02T16:19:01.255" v="2" actId="207"/>
          <ac:spMkLst>
            <pc:docMk/>
            <pc:sldMk cId="2477345188" sldId="261"/>
            <ac:spMk id="2" creationId="{7F6A81D2-C773-8C87-114F-9A56C9CE78B0}"/>
          </ac:spMkLst>
        </pc:spChg>
        <pc:spChg chg="add mod">
          <ac:chgData name="Taylor, Isiah" userId="8d5a19b8-66c6-4f1e-acc7-400f2c1fb015" providerId="ADAL" clId="{B158AE7E-88E5-4701-9B9B-BE94A287088F}" dt="2024-05-02T16:27:44.516" v="26" actId="34135"/>
          <ac:spMkLst>
            <pc:docMk/>
            <pc:sldMk cId="2477345188" sldId="261"/>
            <ac:spMk id="3" creationId="{2BA3E041-0897-F8DD-91B7-8EF2F7413819}"/>
          </ac:spMkLst>
        </pc:spChg>
      </pc:sldChg>
      <pc:sldChg chg="addSp modSp mod modTransition">
        <pc:chgData name="Taylor, Isiah" userId="8d5a19b8-66c6-4f1e-acc7-400f2c1fb015" providerId="ADAL" clId="{B158AE7E-88E5-4701-9B9B-BE94A287088F}" dt="2024-05-02T16:55:43.741" v="384"/>
        <pc:sldMkLst>
          <pc:docMk/>
          <pc:sldMk cId="3522237197" sldId="262"/>
        </pc:sldMkLst>
        <pc:spChg chg="add mod ord">
          <ac:chgData name="Taylor, Isiah" userId="8d5a19b8-66c6-4f1e-acc7-400f2c1fb015" providerId="ADAL" clId="{B158AE7E-88E5-4701-9B9B-BE94A287088F}" dt="2024-05-02T16:21:30.495" v="8" actId="167"/>
          <ac:spMkLst>
            <pc:docMk/>
            <pc:sldMk cId="3522237197" sldId="262"/>
            <ac:spMk id="3" creationId="{5039036C-6465-162C-7C47-EAF79A21D629}"/>
          </ac:spMkLst>
        </pc:spChg>
        <pc:spChg chg="mod">
          <ac:chgData name="Taylor, Isiah" userId="8d5a19b8-66c6-4f1e-acc7-400f2c1fb015" providerId="ADAL" clId="{B158AE7E-88E5-4701-9B9B-BE94A287088F}" dt="2024-05-02T16:50:50.929" v="374" actId="20577"/>
          <ac:spMkLst>
            <pc:docMk/>
            <pc:sldMk cId="3522237197" sldId="262"/>
            <ac:spMk id="4" creationId="{E413B04D-3193-4389-0F59-44090E58B27F}"/>
          </ac:spMkLst>
        </pc:spChg>
        <pc:spChg chg="add mod">
          <ac:chgData name="Taylor, Isiah" userId="8d5a19b8-66c6-4f1e-acc7-400f2c1fb015" providerId="ADAL" clId="{B158AE7E-88E5-4701-9B9B-BE94A287088F}" dt="2024-05-02T16:29:05.605" v="32" actId="34135"/>
          <ac:spMkLst>
            <pc:docMk/>
            <pc:sldMk cId="3522237197" sldId="262"/>
            <ac:spMk id="6" creationId="{25965BBE-CB60-ED25-0448-6637BFFAD14E}"/>
          </ac:spMkLst>
        </pc:spChg>
      </pc:sldChg>
      <pc:sldChg chg="addSp modSp mod modTransition">
        <pc:chgData name="Taylor, Isiah" userId="8d5a19b8-66c6-4f1e-acc7-400f2c1fb015" providerId="ADAL" clId="{B158AE7E-88E5-4701-9B9B-BE94A287088F}" dt="2024-05-02T16:55:43.741" v="384"/>
        <pc:sldMkLst>
          <pc:docMk/>
          <pc:sldMk cId="2264123557" sldId="263"/>
        </pc:sldMkLst>
        <pc:spChg chg="add mod ord">
          <ac:chgData name="Taylor, Isiah" userId="8d5a19b8-66c6-4f1e-acc7-400f2c1fb015" providerId="ADAL" clId="{B158AE7E-88E5-4701-9B9B-BE94A287088F}" dt="2024-05-02T16:21:08.487" v="6" actId="167"/>
          <ac:spMkLst>
            <pc:docMk/>
            <pc:sldMk cId="2264123557" sldId="263"/>
            <ac:spMk id="3" creationId="{70A38B25-7E5D-B41D-5C26-1CC56C1EA616}"/>
          </ac:spMkLst>
        </pc:spChg>
        <pc:spChg chg="mod">
          <ac:chgData name="Taylor, Isiah" userId="8d5a19b8-66c6-4f1e-acc7-400f2c1fb015" providerId="ADAL" clId="{B158AE7E-88E5-4701-9B9B-BE94A287088F}" dt="2024-05-02T16:50:47.174" v="372" actId="20577"/>
          <ac:spMkLst>
            <pc:docMk/>
            <pc:sldMk cId="2264123557" sldId="263"/>
            <ac:spMk id="4" creationId="{D8530397-0B86-B30F-BEF5-7AFD1B9C1F55}"/>
          </ac:spMkLst>
        </pc:spChg>
        <pc:spChg chg="add mod">
          <ac:chgData name="Taylor, Isiah" userId="8d5a19b8-66c6-4f1e-acc7-400f2c1fb015" providerId="ADAL" clId="{B158AE7E-88E5-4701-9B9B-BE94A287088F}" dt="2024-05-02T16:29:00.754" v="30" actId="34135"/>
          <ac:spMkLst>
            <pc:docMk/>
            <pc:sldMk cId="2264123557" sldId="263"/>
            <ac:spMk id="6" creationId="{DBA26C69-F500-3E14-D893-EBE233113684}"/>
          </ac:spMkLst>
        </pc:spChg>
      </pc:sldChg>
      <pc:sldChg chg="addSp delSp modSp mod modTransition">
        <pc:chgData name="Taylor, Isiah" userId="8d5a19b8-66c6-4f1e-acc7-400f2c1fb015" providerId="ADAL" clId="{B158AE7E-88E5-4701-9B9B-BE94A287088F}" dt="2024-05-02T16:55:43.741" v="384"/>
        <pc:sldMkLst>
          <pc:docMk/>
          <pc:sldMk cId="3305751199" sldId="264"/>
        </pc:sldMkLst>
        <pc:spChg chg="mod">
          <ac:chgData name="Taylor, Isiah" userId="8d5a19b8-66c6-4f1e-acc7-400f2c1fb015" providerId="ADAL" clId="{B158AE7E-88E5-4701-9B9B-BE94A287088F}" dt="2024-05-02T16:50:28.964" v="368" actId="34135"/>
          <ac:spMkLst>
            <pc:docMk/>
            <pc:sldMk cId="3305751199" sldId="264"/>
            <ac:spMk id="2" creationId="{962220D1-D4B6-4068-DF76-E919C97E4743}"/>
          </ac:spMkLst>
        </pc:spChg>
        <pc:spChg chg="add mod ord">
          <ac:chgData name="Taylor, Isiah" userId="8d5a19b8-66c6-4f1e-acc7-400f2c1fb015" providerId="ADAL" clId="{B158AE7E-88E5-4701-9B9B-BE94A287088F}" dt="2024-05-02T16:21:40.550" v="10" actId="167"/>
          <ac:spMkLst>
            <pc:docMk/>
            <pc:sldMk cId="3305751199" sldId="264"/>
            <ac:spMk id="3" creationId="{703B7AEC-1065-5710-D19D-5A61FAD3D6DF}"/>
          </ac:spMkLst>
        </pc:spChg>
        <pc:spChg chg="mod">
          <ac:chgData name="Taylor, Isiah" userId="8d5a19b8-66c6-4f1e-acc7-400f2c1fb015" providerId="ADAL" clId="{B158AE7E-88E5-4701-9B9B-BE94A287088F}" dt="2024-05-02T16:50:53.720" v="376" actId="20577"/>
          <ac:spMkLst>
            <pc:docMk/>
            <pc:sldMk cId="3305751199" sldId="264"/>
            <ac:spMk id="4" creationId="{320A2FE4-628D-95A8-7FA2-4D0F0B35D255}"/>
          </ac:spMkLst>
        </pc:spChg>
        <pc:spChg chg="add mod">
          <ac:chgData name="Taylor, Isiah" userId="8d5a19b8-66c6-4f1e-acc7-400f2c1fb015" providerId="ADAL" clId="{B158AE7E-88E5-4701-9B9B-BE94A287088F}" dt="2024-05-02T16:29:12.266" v="34" actId="34135"/>
          <ac:spMkLst>
            <pc:docMk/>
            <pc:sldMk cId="3305751199" sldId="264"/>
            <ac:spMk id="7" creationId="{EE534BF1-6E7B-D2C7-9D5E-7F6F6C287B01}"/>
          </ac:spMkLst>
        </pc:spChg>
        <pc:spChg chg="del">
          <ac:chgData name="Taylor, Isiah" userId="8d5a19b8-66c6-4f1e-acc7-400f2c1fb015" providerId="ADAL" clId="{B158AE7E-88E5-4701-9B9B-BE94A287088F}" dt="2024-05-02T16:50:19.321" v="364" actId="478"/>
          <ac:spMkLst>
            <pc:docMk/>
            <pc:sldMk cId="3305751199" sldId="264"/>
            <ac:spMk id="22" creationId="{BABB44FA-3D7B-7A11-DCCF-08F9FE209BE0}"/>
          </ac:spMkLst>
        </pc:spChg>
        <pc:picChg chg="mod modCrop">
          <ac:chgData name="Taylor, Isiah" userId="8d5a19b8-66c6-4f1e-acc7-400f2c1fb015" providerId="ADAL" clId="{B158AE7E-88E5-4701-9B9B-BE94A287088F}" dt="2024-05-02T16:50:26.328" v="367" actId="1076"/>
          <ac:picMkLst>
            <pc:docMk/>
            <pc:sldMk cId="3305751199" sldId="264"/>
            <ac:picMk id="6" creationId="{40581BCF-3905-1279-374E-0E955F1B03B7}"/>
          </ac:picMkLst>
        </pc:picChg>
      </pc:sldChg>
      <pc:sldChg chg="addSp modSp mod modTransition">
        <pc:chgData name="Taylor, Isiah" userId="8d5a19b8-66c6-4f1e-acc7-400f2c1fb015" providerId="ADAL" clId="{B158AE7E-88E5-4701-9B9B-BE94A287088F}" dt="2024-05-02T16:55:43.741" v="384"/>
        <pc:sldMkLst>
          <pc:docMk/>
          <pc:sldMk cId="1506896058" sldId="265"/>
        </pc:sldMkLst>
        <pc:spChg chg="add mod ord">
          <ac:chgData name="Taylor, Isiah" userId="8d5a19b8-66c6-4f1e-acc7-400f2c1fb015" providerId="ADAL" clId="{B158AE7E-88E5-4701-9B9B-BE94A287088F}" dt="2024-05-02T16:20:50.982" v="4" actId="167"/>
          <ac:spMkLst>
            <pc:docMk/>
            <pc:sldMk cId="1506896058" sldId="265"/>
            <ac:spMk id="3" creationId="{DADCA51B-8E24-EF5C-0E60-5782A8F1F646}"/>
          </ac:spMkLst>
        </pc:spChg>
        <pc:spChg chg="mod">
          <ac:chgData name="Taylor, Isiah" userId="8d5a19b8-66c6-4f1e-acc7-400f2c1fb015" providerId="ADAL" clId="{B158AE7E-88E5-4701-9B9B-BE94A287088F}" dt="2024-05-02T16:50:44.683" v="370" actId="20577"/>
          <ac:spMkLst>
            <pc:docMk/>
            <pc:sldMk cId="1506896058" sldId="265"/>
            <ac:spMk id="4" creationId="{B8E6BA6D-7399-CBB6-28D7-3B7E1B742B14}"/>
          </ac:spMkLst>
        </pc:spChg>
        <pc:spChg chg="add mod">
          <ac:chgData name="Taylor, Isiah" userId="8d5a19b8-66c6-4f1e-acc7-400f2c1fb015" providerId="ADAL" clId="{B158AE7E-88E5-4701-9B9B-BE94A287088F}" dt="2024-05-02T16:28:54.993" v="28" actId="34135"/>
          <ac:spMkLst>
            <pc:docMk/>
            <pc:sldMk cId="1506896058" sldId="265"/>
            <ac:spMk id="6" creationId="{710608E5-D686-D484-DDFA-9E1E061CEE39}"/>
          </ac:spMkLst>
        </pc:spChg>
      </pc:sldChg>
      <pc:sldChg chg="addSp modSp mod modTransition">
        <pc:chgData name="Taylor, Isiah" userId="8d5a19b8-66c6-4f1e-acc7-400f2c1fb015" providerId="ADAL" clId="{B158AE7E-88E5-4701-9B9B-BE94A287088F}" dt="2024-05-02T16:55:43.741" v="384"/>
        <pc:sldMkLst>
          <pc:docMk/>
          <pc:sldMk cId="274458244" sldId="266"/>
        </pc:sldMkLst>
        <pc:spChg chg="add mod ord">
          <ac:chgData name="Taylor, Isiah" userId="8d5a19b8-66c6-4f1e-acc7-400f2c1fb015" providerId="ADAL" clId="{B158AE7E-88E5-4701-9B9B-BE94A287088F}" dt="2024-05-02T16:21:47.020" v="12" actId="167"/>
          <ac:spMkLst>
            <pc:docMk/>
            <pc:sldMk cId="274458244" sldId="266"/>
            <ac:spMk id="3" creationId="{E0B88939-3C04-CE98-1631-0ED7179F3661}"/>
          </ac:spMkLst>
        </pc:spChg>
        <pc:spChg chg="mod">
          <ac:chgData name="Taylor, Isiah" userId="8d5a19b8-66c6-4f1e-acc7-400f2c1fb015" providerId="ADAL" clId="{B158AE7E-88E5-4701-9B9B-BE94A287088F}" dt="2024-05-02T16:51:15.548" v="378" actId="20577"/>
          <ac:spMkLst>
            <pc:docMk/>
            <pc:sldMk cId="274458244" sldId="266"/>
            <ac:spMk id="4" creationId="{53C022BE-8C45-BD5F-EDEE-67A3BCC9638C}"/>
          </ac:spMkLst>
        </pc:spChg>
        <pc:spChg chg="add mod">
          <ac:chgData name="Taylor, Isiah" userId="8d5a19b8-66c6-4f1e-acc7-400f2c1fb015" providerId="ADAL" clId="{B158AE7E-88E5-4701-9B9B-BE94A287088F}" dt="2024-05-02T16:29:17.327" v="36" actId="34135"/>
          <ac:spMkLst>
            <pc:docMk/>
            <pc:sldMk cId="274458244" sldId="266"/>
            <ac:spMk id="6" creationId="{B2854CCB-EC9E-8E20-8444-CB79417A51C0}"/>
          </ac:spMkLst>
        </pc:spChg>
      </pc:sldChg>
      <pc:sldChg chg="addSp modSp mod modTransition">
        <pc:chgData name="Taylor, Isiah" userId="8d5a19b8-66c6-4f1e-acc7-400f2c1fb015" providerId="ADAL" clId="{B158AE7E-88E5-4701-9B9B-BE94A287088F}" dt="2024-05-02T16:55:43.741" v="384"/>
        <pc:sldMkLst>
          <pc:docMk/>
          <pc:sldMk cId="2473344012" sldId="267"/>
        </pc:sldMkLst>
        <pc:spChg chg="add mod ord">
          <ac:chgData name="Taylor, Isiah" userId="8d5a19b8-66c6-4f1e-acc7-400f2c1fb015" providerId="ADAL" clId="{B158AE7E-88E5-4701-9B9B-BE94A287088F}" dt="2024-05-02T16:22:14.107" v="14" actId="167"/>
          <ac:spMkLst>
            <pc:docMk/>
            <pc:sldMk cId="2473344012" sldId="267"/>
            <ac:spMk id="3" creationId="{3B98912D-8A77-1745-785D-37C613A5E908}"/>
          </ac:spMkLst>
        </pc:spChg>
        <pc:spChg chg="mod">
          <ac:chgData name="Taylor, Isiah" userId="8d5a19b8-66c6-4f1e-acc7-400f2c1fb015" providerId="ADAL" clId="{B158AE7E-88E5-4701-9B9B-BE94A287088F}" dt="2024-05-02T16:51:19.123" v="380" actId="20577"/>
          <ac:spMkLst>
            <pc:docMk/>
            <pc:sldMk cId="2473344012" sldId="267"/>
            <ac:spMk id="4" creationId="{98C44A85-CE05-81DC-06E4-CBA16C39BD03}"/>
          </ac:spMkLst>
        </pc:spChg>
        <pc:spChg chg="add mod">
          <ac:chgData name="Taylor, Isiah" userId="8d5a19b8-66c6-4f1e-acc7-400f2c1fb015" providerId="ADAL" clId="{B158AE7E-88E5-4701-9B9B-BE94A287088F}" dt="2024-05-02T16:29:21.598" v="38" actId="34135"/>
          <ac:spMkLst>
            <pc:docMk/>
            <pc:sldMk cId="2473344012" sldId="267"/>
            <ac:spMk id="6" creationId="{BFD75A31-2E8B-8378-ABC3-EE8D29B7E495}"/>
          </ac:spMkLst>
        </pc:spChg>
      </pc:sldChg>
      <pc:sldChg chg="addSp delSp modSp add mod modTransition">
        <pc:chgData name="Taylor, Isiah" userId="8d5a19b8-66c6-4f1e-acc7-400f2c1fb015" providerId="ADAL" clId="{B158AE7E-88E5-4701-9B9B-BE94A287088F}" dt="2024-05-02T16:55:43.741" v="384"/>
        <pc:sldMkLst>
          <pc:docMk/>
          <pc:sldMk cId="1786421506" sldId="2134804874"/>
        </pc:sldMkLst>
        <pc:spChg chg="del">
          <ac:chgData name="Taylor, Isiah" userId="8d5a19b8-66c6-4f1e-acc7-400f2c1fb015" providerId="ADAL" clId="{B158AE7E-88E5-4701-9B9B-BE94A287088F}" dt="2024-05-02T16:30:20.842" v="41" actId="478"/>
          <ac:spMkLst>
            <pc:docMk/>
            <pc:sldMk cId="1786421506" sldId="2134804874"/>
            <ac:spMk id="2" creationId="{00FC985A-FC1C-7FFD-E467-BA98F90B5EDB}"/>
          </ac:spMkLst>
        </pc:spChg>
        <pc:spChg chg="mod">
          <ac:chgData name="Taylor, Isiah" userId="8d5a19b8-66c6-4f1e-acc7-400f2c1fb015" providerId="ADAL" clId="{B158AE7E-88E5-4701-9B9B-BE94A287088F}" dt="2024-05-02T16:51:22.227" v="382" actId="20577"/>
          <ac:spMkLst>
            <pc:docMk/>
            <pc:sldMk cId="1786421506" sldId="2134804874"/>
            <ac:spMk id="4" creationId="{98C44A85-CE05-81DC-06E4-CBA16C39BD03}"/>
          </ac:spMkLst>
        </pc:spChg>
        <pc:spChg chg="add mod">
          <ac:chgData name="Taylor, Isiah" userId="8d5a19b8-66c6-4f1e-acc7-400f2c1fb015" providerId="ADAL" clId="{B158AE7E-88E5-4701-9B9B-BE94A287088F}" dt="2024-05-02T16:29:27.213" v="40" actId="34135"/>
          <ac:spMkLst>
            <pc:docMk/>
            <pc:sldMk cId="1786421506" sldId="2134804874"/>
            <ac:spMk id="6" creationId="{17861633-F39B-C2CB-8BE4-A53AFF1FFDE8}"/>
          </ac:spMkLst>
        </pc:spChg>
        <pc:spChg chg="add mod">
          <ac:chgData name="Taylor, Isiah" userId="8d5a19b8-66c6-4f1e-acc7-400f2c1fb015" providerId="ADAL" clId="{B158AE7E-88E5-4701-9B9B-BE94A287088F}" dt="2024-05-02T16:48:41.216" v="315" actId="1076"/>
          <ac:spMkLst>
            <pc:docMk/>
            <pc:sldMk cId="1786421506" sldId="2134804874"/>
            <ac:spMk id="7" creationId="{9D938BC2-EA0F-B2D3-88E2-85B8A73B37D0}"/>
          </ac:spMkLst>
        </pc:spChg>
        <pc:picChg chg="add mod modCrop">
          <ac:chgData name="Taylor, Isiah" userId="8d5a19b8-66c6-4f1e-acc7-400f2c1fb015" providerId="ADAL" clId="{B158AE7E-88E5-4701-9B9B-BE94A287088F}" dt="2024-05-02T16:48:41.216" v="315" actId="1076"/>
          <ac:picMkLst>
            <pc:docMk/>
            <pc:sldMk cId="1786421506" sldId="2134804874"/>
            <ac:picMk id="8" creationId="{4F791591-F2B6-58FF-A10F-EE00364961CD}"/>
          </ac:picMkLst>
        </pc:picChg>
        <pc:picChg chg="add del mod">
          <ac:chgData name="Taylor, Isiah" userId="8d5a19b8-66c6-4f1e-acc7-400f2c1fb015" providerId="ADAL" clId="{B158AE7E-88E5-4701-9B9B-BE94A287088F}" dt="2024-05-02T16:51:29.218" v="383" actId="478"/>
          <ac:picMkLst>
            <pc:docMk/>
            <pc:sldMk cId="1786421506" sldId="2134804874"/>
            <ac:picMk id="9" creationId="{2BFA89AE-2F7B-7D7C-1257-022EAE33A00E}"/>
          </ac:picMkLst>
        </pc:picChg>
      </pc:sldChg>
      <pc:sldChg chg="addSp delSp modSp new mod setBg modClrScheme delDesignElem chgLayout">
        <pc:chgData name="Taylor, Isiah" userId="8d5a19b8-66c6-4f1e-acc7-400f2c1fb015" providerId="ADAL" clId="{B158AE7E-88E5-4701-9B9B-BE94A287088F}" dt="2024-05-08T15:05:27.791" v="534" actId="14100"/>
        <pc:sldMkLst>
          <pc:docMk/>
          <pc:sldMk cId="472246606" sldId="2134804886"/>
        </pc:sldMkLst>
        <pc:spChg chg="mod ord">
          <ac:chgData name="Taylor, Isiah" userId="8d5a19b8-66c6-4f1e-acc7-400f2c1fb015" providerId="ADAL" clId="{B158AE7E-88E5-4701-9B9B-BE94A287088F}" dt="2024-05-08T15:05:17.207" v="521" actId="26606"/>
          <ac:spMkLst>
            <pc:docMk/>
            <pc:sldMk cId="472246606" sldId="2134804886"/>
            <ac:spMk id="2" creationId="{EBFFCBF8-F814-2EA6-EFF1-53F0DEA0BAB8}"/>
          </ac:spMkLst>
        </pc:spChg>
        <pc:spChg chg="add del mod">
          <ac:chgData name="Taylor, Isiah" userId="8d5a19b8-66c6-4f1e-acc7-400f2c1fb015" providerId="ADAL" clId="{B158AE7E-88E5-4701-9B9B-BE94A287088F}" dt="2024-05-08T15:05:17.207" v="521" actId="26606"/>
          <ac:spMkLst>
            <pc:docMk/>
            <pc:sldMk cId="472246606" sldId="2134804886"/>
            <ac:spMk id="3" creationId="{BC659679-B770-22A2-B338-F695AC984EB8}"/>
          </ac:spMkLst>
        </pc:spChg>
        <pc:spChg chg="add del mod">
          <ac:chgData name="Taylor, Isiah" userId="8d5a19b8-66c6-4f1e-acc7-400f2c1fb015" providerId="ADAL" clId="{B158AE7E-88E5-4701-9B9B-BE94A287088F}" dt="2024-05-08T15:05:15.470" v="512" actId="6264"/>
          <ac:spMkLst>
            <pc:docMk/>
            <pc:sldMk cId="472246606" sldId="2134804886"/>
            <ac:spMk id="6" creationId="{A8D55F46-6F34-85EA-26AD-2DE5BFCC7601}"/>
          </ac:spMkLst>
        </pc:spChg>
        <pc:spChg chg="add del mod ord">
          <ac:chgData name="Taylor, Isiah" userId="8d5a19b8-66c6-4f1e-acc7-400f2c1fb015" providerId="ADAL" clId="{B158AE7E-88E5-4701-9B9B-BE94A287088F}" dt="2024-05-08T15:05:15.470" v="512" actId="6264"/>
          <ac:spMkLst>
            <pc:docMk/>
            <pc:sldMk cId="472246606" sldId="2134804886"/>
            <ac:spMk id="7" creationId="{7C7EE817-CFCC-616B-5EB3-42A68388C600}"/>
          </ac:spMkLst>
        </pc:spChg>
        <pc:spChg chg="add del mod">
          <ac:chgData name="Taylor, Isiah" userId="8d5a19b8-66c6-4f1e-acc7-400f2c1fb015" providerId="ADAL" clId="{B158AE7E-88E5-4701-9B9B-BE94A287088F}" dt="2024-05-08T15:05:15.213" v="511" actId="6264"/>
          <ac:spMkLst>
            <pc:docMk/>
            <pc:sldMk cId="472246606" sldId="2134804886"/>
            <ac:spMk id="8" creationId="{B14BD048-3FFC-6E39-5E95-4D45FA268491}"/>
          </ac:spMkLst>
        </pc:spChg>
        <pc:spChg chg="add del mod ord">
          <ac:chgData name="Taylor, Isiah" userId="8d5a19b8-66c6-4f1e-acc7-400f2c1fb015" providerId="ADAL" clId="{B158AE7E-88E5-4701-9B9B-BE94A287088F}" dt="2024-05-08T15:05:15.213" v="511" actId="6264"/>
          <ac:spMkLst>
            <pc:docMk/>
            <pc:sldMk cId="472246606" sldId="2134804886"/>
            <ac:spMk id="9" creationId="{90FDF395-6E96-2193-EC96-864C3E8DC7CE}"/>
          </ac:spMkLst>
        </pc:spChg>
        <pc:spChg chg="add del">
          <ac:chgData name="Taylor, Isiah" userId="8d5a19b8-66c6-4f1e-acc7-400f2c1fb015" providerId="ADAL" clId="{B158AE7E-88E5-4701-9B9B-BE94A287088F}" dt="2024-05-08T15:05:17.207" v="521" actId="26606"/>
          <ac:spMkLst>
            <pc:docMk/>
            <pc:sldMk cId="472246606" sldId="2134804886"/>
            <ac:spMk id="10" creationId="{4D4677D2-D5AC-4CF9-9EED-2B89D0A1C212}"/>
          </ac:spMkLst>
        </pc:spChg>
        <pc:spChg chg="add del">
          <ac:chgData name="Taylor, Isiah" userId="8d5a19b8-66c6-4f1e-acc7-400f2c1fb015" providerId="ADAL" clId="{B158AE7E-88E5-4701-9B9B-BE94A287088F}" dt="2024-05-08T15:05:17.207" v="521" actId="26606"/>
          <ac:spMkLst>
            <pc:docMk/>
            <pc:sldMk cId="472246606" sldId="2134804886"/>
            <ac:spMk id="12" creationId="{C6D54F7E-825A-4BBA-815F-35CCA8B97786}"/>
          </ac:spMkLst>
        </pc:spChg>
        <pc:picChg chg="add del mod ord">
          <ac:chgData name="Taylor, Isiah" userId="8d5a19b8-66c6-4f1e-acc7-400f2c1fb015" providerId="ADAL" clId="{B158AE7E-88E5-4701-9B9B-BE94A287088F}" dt="2024-05-08T15:05:27.791" v="534" actId="14100"/>
          <ac:picMkLst>
            <pc:docMk/>
            <pc:sldMk cId="472246606" sldId="2134804886"/>
            <ac:picMk id="5" creationId="{A7EF12B8-E8B4-AE1A-74B8-1D142675619D}"/>
          </ac:picMkLst>
        </pc:picChg>
      </pc:sldChg>
      <pc:sldChg chg="addSp delSp modSp new mod ord setBg">
        <pc:chgData name="Taylor, Isiah" userId="8d5a19b8-66c6-4f1e-acc7-400f2c1fb015" providerId="ADAL" clId="{B158AE7E-88E5-4701-9B9B-BE94A287088F}" dt="2024-05-08T15:35:36.200" v="541" actId="1076"/>
        <pc:sldMkLst>
          <pc:docMk/>
          <pc:sldMk cId="2923377950" sldId="2134804887"/>
        </pc:sldMkLst>
        <pc:spChg chg="mod">
          <ac:chgData name="Taylor, Isiah" userId="8d5a19b8-66c6-4f1e-acc7-400f2c1fb015" providerId="ADAL" clId="{B158AE7E-88E5-4701-9B9B-BE94A287088F}" dt="2024-05-08T15:05:20.276" v="531" actId="26606"/>
          <ac:spMkLst>
            <pc:docMk/>
            <pc:sldMk cId="2923377950" sldId="2134804887"/>
            <ac:spMk id="2" creationId="{A8EF002E-7FC9-D439-6BB5-E29455FEE35C}"/>
          </ac:spMkLst>
        </pc:spChg>
        <pc:spChg chg="mod ord">
          <ac:chgData name="Taylor, Isiah" userId="8d5a19b8-66c6-4f1e-acc7-400f2c1fb015" providerId="ADAL" clId="{B158AE7E-88E5-4701-9B9B-BE94A287088F}" dt="2024-05-08T15:05:20.276" v="531" actId="26606"/>
          <ac:spMkLst>
            <pc:docMk/>
            <pc:sldMk cId="2923377950" sldId="2134804887"/>
            <ac:spMk id="3" creationId="{0755CC15-8BD2-D953-9416-9CA8FFFE972C}"/>
          </ac:spMkLst>
        </pc:spChg>
        <pc:spChg chg="add del">
          <ac:chgData name="Taylor, Isiah" userId="8d5a19b8-66c6-4f1e-acc7-400f2c1fb015" providerId="ADAL" clId="{B158AE7E-88E5-4701-9B9B-BE94A287088F}" dt="2024-05-07T15:07:53.759" v="390" actId="26606"/>
          <ac:spMkLst>
            <pc:docMk/>
            <pc:sldMk cId="2923377950" sldId="2134804887"/>
            <ac:spMk id="10" creationId="{7B1AB9FE-36F5-4FD1-9850-DB5C5AD4828F}"/>
          </ac:spMkLst>
        </pc:spChg>
        <pc:spChg chg="add del">
          <ac:chgData name="Taylor, Isiah" userId="8d5a19b8-66c6-4f1e-acc7-400f2c1fb015" providerId="ADAL" clId="{B158AE7E-88E5-4701-9B9B-BE94A287088F}" dt="2024-05-07T15:07:53.759" v="390" actId="26606"/>
          <ac:spMkLst>
            <pc:docMk/>
            <pc:sldMk cId="2923377950" sldId="2134804887"/>
            <ac:spMk id="12" creationId="{F489C2E0-4895-4B72-85EA-7EE9FAFFDC7E}"/>
          </ac:spMkLst>
        </pc:spChg>
        <pc:spChg chg="add del">
          <ac:chgData name="Taylor, Isiah" userId="8d5a19b8-66c6-4f1e-acc7-400f2c1fb015" providerId="ADAL" clId="{B158AE7E-88E5-4701-9B9B-BE94A287088F}" dt="2024-05-07T15:09:03.714" v="451" actId="26606"/>
          <ac:spMkLst>
            <pc:docMk/>
            <pc:sldMk cId="2923377950" sldId="2134804887"/>
            <ac:spMk id="19" creationId="{4D4677D2-D5AC-4CF9-9EED-2B89D0A1C212}"/>
          </ac:spMkLst>
        </pc:spChg>
        <pc:spChg chg="add del">
          <ac:chgData name="Taylor, Isiah" userId="8d5a19b8-66c6-4f1e-acc7-400f2c1fb015" providerId="ADAL" clId="{B158AE7E-88E5-4701-9B9B-BE94A287088F}" dt="2024-05-07T15:09:03.714" v="451" actId="26606"/>
          <ac:spMkLst>
            <pc:docMk/>
            <pc:sldMk cId="2923377950" sldId="2134804887"/>
            <ac:spMk id="21" creationId="{C6D54F7E-825A-4BBA-815F-35CCA8B97786}"/>
          </ac:spMkLst>
        </pc:spChg>
        <pc:spChg chg="add del">
          <ac:chgData name="Taylor, Isiah" userId="8d5a19b8-66c6-4f1e-acc7-400f2c1fb015" providerId="ADAL" clId="{B158AE7E-88E5-4701-9B9B-BE94A287088F}" dt="2024-05-07T15:09:04.162" v="453" actId="26606"/>
          <ac:spMkLst>
            <pc:docMk/>
            <pc:sldMk cId="2923377950" sldId="2134804887"/>
            <ac:spMk id="23" creationId="{04357C93-F0CB-4A1C-8F77-4E9063789819}"/>
          </ac:spMkLst>
        </pc:spChg>
        <pc:spChg chg="add del">
          <ac:chgData name="Taylor, Isiah" userId="8d5a19b8-66c6-4f1e-acc7-400f2c1fb015" providerId="ADAL" clId="{B158AE7E-88E5-4701-9B9B-BE94A287088F}" dt="2024-05-07T15:09:04.162" v="453" actId="26606"/>
          <ac:spMkLst>
            <pc:docMk/>
            <pc:sldMk cId="2923377950" sldId="2134804887"/>
            <ac:spMk id="24" creationId="{E45B1D5C-0827-4AF0-8186-11FC5A8B8B92}"/>
          </ac:spMkLst>
        </pc:spChg>
        <pc:spChg chg="add del">
          <ac:chgData name="Taylor, Isiah" userId="8d5a19b8-66c6-4f1e-acc7-400f2c1fb015" providerId="ADAL" clId="{B158AE7E-88E5-4701-9B9B-BE94A287088F}" dt="2024-05-07T15:09:04.162" v="453" actId="26606"/>
          <ac:spMkLst>
            <pc:docMk/>
            <pc:sldMk cId="2923377950" sldId="2134804887"/>
            <ac:spMk id="25" creationId="{90F533E9-6690-41A8-A372-4C6C622D028D}"/>
          </ac:spMkLst>
        </pc:spChg>
        <pc:spChg chg="add del">
          <ac:chgData name="Taylor, Isiah" userId="8d5a19b8-66c6-4f1e-acc7-400f2c1fb015" providerId="ADAL" clId="{B158AE7E-88E5-4701-9B9B-BE94A287088F}" dt="2024-05-07T15:09:04.162" v="453" actId="26606"/>
          <ac:spMkLst>
            <pc:docMk/>
            <pc:sldMk cId="2923377950" sldId="2134804887"/>
            <ac:spMk id="26" creationId="{99413ED5-9ED4-4772-BCE4-2BCAE6B12E35}"/>
          </ac:spMkLst>
        </pc:spChg>
        <pc:spChg chg="add del">
          <ac:chgData name="Taylor, Isiah" userId="8d5a19b8-66c6-4f1e-acc7-400f2c1fb015" providerId="ADAL" clId="{B158AE7E-88E5-4701-9B9B-BE94A287088F}" dt="2024-05-07T15:09:05.129" v="455" actId="26606"/>
          <ac:spMkLst>
            <pc:docMk/>
            <pc:sldMk cId="2923377950" sldId="2134804887"/>
            <ac:spMk id="28" creationId="{0E91F5CA-B392-444C-88E3-BF5BAAEBDEB0}"/>
          </ac:spMkLst>
        </pc:spChg>
        <pc:spChg chg="add del">
          <ac:chgData name="Taylor, Isiah" userId="8d5a19b8-66c6-4f1e-acc7-400f2c1fb015" providerId="ADAL" clId="{B158AE7E-88E5-4701-9B9B-BE94A287088F}" dt="2024-05-07T15:09:05.129" v="455" actId="26606"/>
          <ac:spMkLst>
            <pc:docMk/>
            <pc:sldMk cId="2923377950" sldId="2134804887"/>
            <ac:spMk id="29" creationId="{0459807F-B6FA-44D3-9A53-C55B6B56884A}"/>
          </ac:spMkLst>
        </pc:spChg>
        <pc:spChg chg="add del">
          <ac:chgData name="Taylor, Isiah" userId="8d5a19b8-66c6-4f1e-acc7-400f2c1fb015" providerId="ADAL" clId="{B158AE7E-88E5-4701-9B9B-BE94A287088F}" dt="2024-05-07T15:09:07.265" v="457" actId="26606"/>
          <ac:spMkLst>
            <pc:docMk/>
            <pc:sldMk cId="2923377950" sldId="2134804887"/>
            <ac:spMk id="31" creationId="{E45B1D5C-0827-4AF0-8186-11FC5A8B8B92}"/>
          </ac:spMkLst>
        </pc:spChg>
        <pc:spChg chg="add del">
          <ac:chgData name="Taylor, Isiah" userId="8d5a19b8-66c6-4f1e-acc7-400f2c1fb015" providerId="ADAL" clId="{B158AE7E-88E5-4701-9B9B-BE94A287088F}" dt="2024-05-07T15:09:07.265" v="457" actId="26606"/>
          <ac:spMkLst>
            <pc:docMk/>
            <pc:sldMk cId="2923377950" sldId="2134804887"/>
            <ac:spMk id="32" creationId="{99413ED5-9ED4-4772-BCE4-2BCAE6B12E35}"/>
          </ac:spMkLst>
        </pc:spChg>
        <pc:spChg chg="add del">
          <ac:chgData name="Taylor, Isiah" userId="8d5a19b8-66c6-4f1e-acc7-400f2c1fb015" providerId="ADAL" clId="{B158AE7E-88E5-4701-9B9B-BE94A287088F}" dt="2024-05-07T15:09:07.265" v="457" actId="26606"/>
          <ac:spMkLst>
            <pc:docMk/>
            <pc:sldMk cId="2923377950" sldId="2134804887"/>
            <ac:spMk id="33" creationId="{04357C93-F0CB-4A1C-8F77-4E9063789819}"/>
          </ac:spMkLst>
        </pc:spChg>
        <pc:spChg chg="add del">
          <ac:chgData name="Taylor, Isiah" userId="8d5a19b8-66c6-4f1e-acc7-400f2c1fb015" providerId="ADAL" clId="{B158AE7E-88E5-4701-9B9B-BE94A287088F}" dt="2024-05-07T15:09:07.265" v="457" actId="26606"/>
          <ac:spMkLst>
            <pc:docMk/>
            <pc:sldMk cId="2923377950" sldId="2134804887"/>
            <ac:spMk id="34" creationId="{90F533E9-6690-41A8-A372-4C6C622D028D}"/>
          </ac:spMkLst>
        </pc:spChg>
        <pc:spChg chg="add del">
          <ac:chgData name="Taylor, Isiah" userId="8d5a19b8-66c6-4f1e-acc7-400f2c1fb015" providerId="ADAL" clId="{B158AE7E-88E5-4701-9B9B-BE94A287088F}" dt="2024-05-07T15:09:10.369" v="461" actId="26606"/>
          <ac:spMkLst>
            <pc:docMk/>
            <pc:sldMk cId="2923377950" sldId="2134804887"/>
            <ac:spMk id="38" creationId="{C1DD1A8A-57D5-4A81-AD04-532B043C5611}"/>
          </ac:spMkLst>
        </pc:spChg>
        <pc:spChg chg="add del">
          <ac:chgData name="Taylor, Isiah" userId="8d5a19b8-66c6-4f1e-acc7-400f2c1fb015" providerId="ADAL" clId="{B158AE7E-88E5-4701-9B9B-BE94A287088F}" dt="2024-05-07T15:09:10.369" v="461" actId="26606"/>
          <ac:spMkLst>
            <pc:docMk/>
            <pc:sldMk cId="2923377950" sldId="2134804887"/>
            <ac:spMk id="39" creationId="{007891EC-4501-44ED-A8C8-B11B6DB767AB}"/>
          </ac:spMkLst>
        </pc:spChg>
        <pc:spChg chg="add del">
          <ac:chgData name="Taylor, Isiah" userId="8d5a19b8-66c6-4f1e-acc7-400f2c1fb015" providerId="ADAL" clId="{B158AE7E-88E5-4701-9B9B-BE94A287088F}" dt="2024-05-07T15:09:11.727" v="463" actId="26606"/>
          <ac:spMkLst>
            <pc:docMk/>
            <pc:sldMk cId="2923377950" sldId="2134804887"/>
            <ac:spMk id="41" creationId="{A8384FB5-9ADC-4DDC-881B-597D56F5B15D}"/>
          </ac:spMkLst>
        </pc:spChg>
        <pc:spChg chg="add del">
          <ac:chgData name="Taylor, Isiah" userId="8d5a19b8-66c6-4f1e-acc7-400f2c1fb015" providerId="ADAL" clId="{B158AE7E-88E5-4701-9B9B-BE94A287088F}" dt="2024-05-07T15:09:11.727" v="463" actId="26606"/>
          <ac:spMkLst>
            <pc:docMk/>
            <pc:sldMk cId="2923377950" sldId="2134804887"/>
            <ac:spMk id="42" creationId="{1199E1B1-A8C0-4FE8-A5A8-1CB41D69F857}"/>
          </ac:spMkLst>
        </pc:spChg>
        <pc:spChg chg="add del">
          <ac:chgData name="Taylor, Isiah" userId="8d5a19b8-66c6-4f1e-acc7-400f2c1fb015" providerId="ADAL" clId="{B158AE7E-88E5-4701-9B9B-BE94A287088F}" dt="2024-05-07T15:09:11.727" v="463" actId="26606"/>
          <ac:spMkLst>
            <pc:docMk/>
            <pc:sldMk cId="2923377950" sldId="2134804887"/>
            <ac:spMk id="43" creationId="{84A8DE83-DE75-4B41-9DB4-A7EC0B0DEC0B}"/>
          </ac:spMkLst>
        </pc:spChg>
        <pc:spChg chg="add del">
          <ac:chgData name="Taylor, Isiah" userId="8d5a19b8-66c6-4f1e-acc7-400f2c1fb015" providerId="ADAL" clId="{B158AE7E-88E5-4701-9B9B-BE94A287088F}" dt="2024-05-07T15:09:11.727" v="463" actId="26606"/>
          <ac:spMkLst>
            <pc:docMk/>
            <pc:sldMk cId="2923377950" sldId="2134804887"/>
            <ac:spMk id="44" creationId="{A7009A0A-BEF5-4EAC-AF15-E4F9F002E239}"/>
          </ac:spMkLst>
        </pc:spChg>
        <pc:spChg chg="add del">
          <ac:chgData name="Taylor, Isiah" userId="8d5a19b8-66c6-4f1e-acc7-400f2c1fb015" providerId="ADAL" clId="{B158AE7E-88E5-4701-9B9B-BE94A287088F}" dt="2024-05-07T15:09:14.071" v="465" actId="26606"/>
          <ac:spMkLst>
            <pc:docMk/>
            <pc:sldMk cId="2923377950" sldId="2134804887"/>
            <ac:spMk id="46" creationId="{870A1295-61BC-4214-AA3E-D396673024D0}"/>
          </ac:spMkLst>
        </pc:spChg>
        <pc:spChg chg="add del">
          <ac:chgData name="Taylor, Isiah" userId="8d5a19b8-66c6-4f1e-acc7-400f2c1fb015" providerId="ADAL" clId="{B158AE7E-88E5-4701-9B9B-BE94A287088F}" dt="2024-05-08T15:05:20.276" v="531" actId="26606"/>
          <ac:spMkLst>
            <pc:docMk/>
            <pc:sldMk cId="2923377950" sldId="2134804887"/>
            <ac:spMk id="52" creationId="{4D4677D2-D5AC-4CF9-9EED-2B89D0A1C212}"/>
          </ac:spMkLst>
        </pc:spChg>
        <pc:spChg chg="add del">
          <ac:chgData name="Taylor, Isiah" userId="8d5a19b8-66c6-4f1e-acc7-400f2c1fb015" providerId="ADAL" clId="{B158AE7E-88E5-4701-9B9B-BE94A287088F}" dt="2024-05-08T15:05:20.276" v="531" actId="26606"/>
          <ac:spMkLst>
            <pc:docMk/>
            <pc:sldMk cId="2923377950" sldId="2134804887"/>
            <ac:spMk id="53" creationId="{C6D54F7E-825A-4BBA-815F-35CCA8B97786}"/>
          </ac:spMkLst>
        </pc:spChg>
        <pc:grpChg chg="add del">
          <ac:chgData name="Taylor, Isiah" userId="8d5a19b8-66c6-4f1e-acc7-400f2c1fb015" providerId="ADAL" clId="{B158AE7E-88E5-4701-9B9B-BE94A287088F}" dt="2024-05-07T15:09:14.071" v="465" actId="26606"/>
          <ac:grpSpMkLst>
            <pc:docMk/>
            <pc:sldMk cId="2923377950" sldId="2134804887"/>
            <ac:grpSpMk id="47" creationId="{0B139475-2B26-4CA9-9413-DE741E49F7BB}"/>
          </ac:grpSpMkLst>
        </pc:grpChg>
        <pc:picChg chg="add del mod ord modCrop">
          <ac:chgData name="Taylor, Isiah" userId="8d5a19b8-66c6-4f1e-acc7-400f2c1fb015" providerId="ADAL" clId="{B158AE7E-88E5-4701-9B9B-BE94A287088F}" dt="2024-05-08T15:35:17.483" v="537" actId="478"/>
          <ac:picMkLst>
            <pc:docMk/>
            <pc:sldMk cId="2923377950" sldId="2134804887"/>
            <ac:picMk id="5" creationId="{3E0141A8-63F6-964C-EFA9-546052A0601E}"/>
          </ac:picMkLst>
        </pc:picChg>
        <pc:picChg chg="add mod">
          <ac:chgData name="Taylor, Isiah" userId="8d5a19b8-66c6-4f1e-acc7-400f2c1fb015" providerId="ADAL" clId="{B158AE7E-88E5-4701-9B9B-BE94A287088F}" dt="2024-05-08T15:35:36.200" v="541" actId="1076"/>
          <ac:picMkLst>
            <pc:docMk/>
            <pc:sldMk cId="2923377950" sldId="2134804887"/>
            <ac:picMk id="7" creationId="{352CE0D8-C1AD-52CE-7792-C359511A552B}"/>
          </ac:picMkLst>
        </pc:picChg>
        <pc:cxnChg chg="add del">
          <ac:chgData name="Taylor, Isiah" userId="8d5a19b8-66c6-4f1e-acc7-400f2c1fb015" providerId="ADAL" clId="{B158AE7E-88E5-4701-9B9B-BE94A287088F}" dt="2024-05-08T15:05:20.276" v="531" actId="26606"/>
          <ac:cxnSpMkLst>
            <pc:docMk/>
            <pc:sldMk cId="2923377950" sldId="2134804887"/>
            <ac:cxnSpMk id="14" creationId="{7667AA61-5C27-F30F-D229-06CBE5709F33}"/>
          </ac:cxnSpMkLst>
        </pc:cxnChg>
        <pc:cxnChg chg="add del">
          <ac:chgData name="Taylor, Isiah" userId="8d5a19b8-66c6-4f1e-acc7-400f2c1fb015" providerId="ADAL" clId="{B158AE7E-88E5-4701-9B9B-BE94A287088F}" dt="2024-05-07T15:09:08.189" v="459" actId="26606"/>
          <ac:cxnSpMkLst>
            <pc:docMk/>
            <pc:sldMk cId="2923377950" sldId="2134804887"/>
            <ac:cxnSpMk id="36" creationId="{7667AA61-5C27-F30F-D229-06CBE5709F33}"/>
          </ac:cxnSpMkLst>
        </pc:cxnChg>
      </pc:sldChg>
    </pc:docChg>
  </pc:docChgLst>
  <pc:docChgLst>
    <pc:chgData name="Simba, Kathleen" userId="S::kathleen.simba@usbank.com::8b3243e7-c22d-400d-bd9f-5dfc752b4ef4" providerId="AD" clId="Web-{8CFA5965-35CC-494A-8549-99CC1683EE69}"/>
    <pc:docChg chg="modSld">
      <pc:chgData name="Simba, Kathleen" userId="S::kathleen.simba@usbank.com::8b3243e7-c22d-400d-bd9f-5dfc752b4ef4" providerId="AD" clId="Web-{8CFA5965-35CC-494A-8549-99CC1683EE69}" dt="2024-04-29T15:47:30.068" v="14"/>
      <pc:docMkLst>
        <pc:docMk/>
      </pc:docMkLst>
      <pc:sldChg chg="modNotes">
        <pc:chgData name="Simba, Kathleen" userId="S::kathleen.simba@usbank.com::8b3243e7-c22d-400d-bd9f-5dfc752b4ef4" providerId="AD" clId="Web-{8CFA5965-35CC-494A-8549-99CC1683EE69}" dt="2024-04-29T15:47:30.068" v="14"/>
        <pc:sldMkLst>
          <pc:docMk/>
          <pc:sldMk cId="980298324" sldId="257"/>
        </pc:sldMkLst>
      </pc:sldChg>
    </pc:docChg>
  </pc:docChgLst>
  <pc:docChgLst>
    <pc:chgData name="Kathleen Simba" userId="8b3243e7-c22d-400d-bd9f-5dfc752b4ef4" providerId="ADAL" clId="{725E1BDA-677A-449C-88B0-281FCECCBE72}"/>
    <pc:docChg chg="undo custSel modSld">
      <pc:chgData name="Kathleen Simba" userId="8b3243e7-c22d-400d-bd9f-5dfc752b4ef4" providerId="ADAL" clId="{725E1BDA-677A-449C-88B0-281FCECCBE72}" dt="2024-04-10T17:14:29.175" v="1627" actId="20577"/>
      <pc:docMkLst>
        <pc:docMk/>
      </pc:docMkLst>
      <pc:sldChg chg="addSp delSp modSp mod">
        <pc:chgData name="Kathleen Simba" userId="8b3243e7-c22d-400d-bd9f-5dfc752b4ef4" providerId="ADAL" clId="{725E1BDA-677A-449C-88B0-281FCECCBE72}" dt="2024-04-10T17:14:29.175" v="1627" actId="20577"/>
        <pc:sldMkLst>
          <pc:docMk/>
          <pc:sldMk cId="980298324" sldId="257"/>
        </pc:sldMkLst>
        <pc:spChg chg="add mod">
          <ac:chgData name="Kathleen Simba" userId="8b3243e7-c22d-400d-bd9f-5dfc752b4ef4" providerId="ADAL" clId="{725E1BDA-677A-449C-88B0-281FCECCBE72}" dt="2024-04-10T16:36:31.457" v="1529" actId="14100"/>
          <ac:spMkLst>
            <pc:docMk/>
            <pc:sldMk cId="980298324" sldId="257"/>
            <ac:spMk id="2" creationId="{ABD84711-49FF-01FC-87E3-82F32B4446D3}"/>
          </ac:spMkLst>
        </pc:spChg>
        <pc:spChg chg="del mod">
          <ac:chgData name="Kathleen Simba" userId="8b3243e7-c22d-400d-bd9f-5dfc752b4ef4" providerId="ADAL" clId="{725E1BDA-677A-449C-88B0-281FCECCBE72}" dt="2024-04-09T14:22:16.090" v="553" actId="478"/>
          <ac:spMkLst>
            <pc:docMk/>
            <pc:sldMk cId="980298324" sldId="257"/>
            <ac:spMk id="3" creationId="{BC847B6D-D2E5-7D3B-7F03-DF71A7E35E47}"/>
          </ac:spMkLst>
        </pc:spChg>
        <pc:spChg chg="mod">
          <ac:chgData name="Kathleen Simba" userId="8b3243e7-c22d-400d-bd9f-5dfc752b4ef4" providerId="ADAL" clId="{725E1BDA-677A-449C-88B0-281FCECCBE72}" dt="2024-04-09T13:54:04.806" v="12" actId="20577"/>
          <ac:spMkLst>
            <pc:docMk/>
            <pc:sldMk cId="980298324" sldId="257"/>
            <ac:spMk id="4" creationId="{EF80C317-7A09-4B5F-55DF-CC56D32AA663}"/>
          </ac:spMkLst>
        </pc:spChg>
        <pc:spChg chg="mod">
          <ac:chgData name="Kathleen Simba" userId="8b3243e7-c22d-400d-bd9f-5dfc752b4ef4" providerId="ADAL" clId="{725E1BDA-677A-449C-88B0-281FCECCBE72}" dt="2024-04-09T15:09:41.257" v="669" actId="14100"/>
          <ac:spMkLst>
            <pc:docMk/>
            <pc:sldMk cId="980298324" sldId="257"/>
            <ac:spMk id="5" creationId="{B08728DF-FD44-2828-F3B9-3834CF7AB38A}"/>
          </ac:spMkLst>
        </pc:spChg>
        <pc:spChg chg="del mod">
          <ac:chgData name="Kathleen Simba" userId="8b3243e7-c22d-400d-bd9f-5dfc752b4ef4" providerId="ADAL" clId="{725E1BDA-677A-449C-88B0-281FCECCBE72}" dt="2024-04-09T14:19:08.932" v="403" actId="478"/>
          <ac:spMkLst>
            <pc:docMk/>
            <pc:sldMk cId="980298324" sldId="257"/>
            <ac:spMk id="6" creationId="{1F31FCAF-8ACC-621E-11C5-4EC852CEA274}"/>
          </ac:spMkLst>
        </pc:spChg>
        <pc:spChg chg="add del mod">
          <ac:chgData name="Kathleen Simba" userId="8b3243e7-c22d-400d-bd9f-5dfc752b4ef4" providerId="ADAL" clId="{725E1BDA-677A-449C-88B0-281FCECCBE72}" dt="2024-04-10T14:51:56.297" v="707" actId="478"/>
          <ac:spMkLst>
            <pc:docMk/>
            <pc:sldMk cId="980298324" sldId="257"/>
            <ac:spMk id="7" creationId="{C1DD5B1B-1E8C-1B82-194B-06E3DC251135}"/>
          </ac:spMkLst>
        </pc:spChg>
        <pc:spChg chg="add del mod">
          <ac:chgData name="Kathleen Simba" userId="8b3243e7-c22d-400d-bd9f-5dfc752b4ef4" providerId="ADAL" clId="{725E1BDA-677A-449C-88B0-281FCECCBE72}" dt="2024-04-10T15:01:42.693" v="767" actId="478"/>
          <ac:spMkLst>
            <pc:docMk/>
            <pc:sldMk cId="980298324" sldId="257"/>
            <ac:spMk id="8" creationId="{6A0A4398-2DE0-5E2D-472F-1190BF7B49F9}"/>
          </ac:spMkLst>
        </pc:spChg>
        <pc:spChg chg="add del mod">
          <ac:chgData name="Kathleen Simba" userId="8b3243e7-c22d-400d-bd9f-5dfc752b4ef4" providerId="ADAL" clId="{725E1BDA-677A-449C-88B0-281FCECCBE72}" dt="2024-04-10T15:01:42.693" v="767" actId="478"/>
          <ac:spMkLst>
            <pc:docMk/>
            <pc:sldMk cId="980298324" sldId="257"/>
            <ac:spMk id="9" creationId="{E598C14E-7AD2-CAA3-9115-7C4AEB7B504A}"/>
          </ac:spMkLst>
        </pc:spChg>
        <pc:spChg chg="add del mod">
          <ac:chgData name="Kathleen Simba" userId="8b3243e7-c22d-400d-bd9f-5dfc752b4ef4" providerId="ADAL" clId="{725E1BDA-677A-449C-88B0-281FCECCBE72}" dt="2024-04-10T15:02:32.173" v="854" actId="478"/>
          <ac:spMkLst>
            <pc:docMk/>
            <pc:sldMk cId="980298324" sldId="257"/>
            <ac:spMk id="10" creationId="{41189105-4213-F496-D9D0-D162ED1D0A2D}"/>
          </ac:spMkLst>
        </pc:spChg>
        <pc:spChg chg="add del mod">
          <ac:chgData name="Kathleen Simba" userId="8b3243e7-c22d-400d-bd9f-5dfc752b4ef4" providerId="ADAL" clId="{725E1BDA-677A-449C-88B0-281FCECCBE72}" dt="2024-04-10T15:02:32.173" v="854" actId="478"/>
          <ac:spMkLst>
            <pc:docMk/>
            <pc:sldMk cId="980298324" sldId="257"/>
            <ac:spMk id="11" creationId="{20DC66CF-4C3D-19C3-F666-2DC74A1177CB}"/>
          </ac:spMkLst>
        </pc:spChg>
        <pc:spChg chg="add mod">
          <ac:chgData name="Kathleen Simba" userId="8b3243e7-c22d-400d-bd9f-5dfc752b4ef4" providerId="ADAL" clId="{725E1BDA-677A-449C-88B0-281FCECCBE72}" dt="2024-04-10T15:25:32.644" v="1228" actId="20577"/>
          <ac:spMkLst>
            <pc:docMk/>
            <pc:sldMk cId="980298324" sldId="257"/>
            <ac:spMk id="12" creationId="{355C391F-6327-5542-45FF-134307AC59D0}"/>
          </ac:spMkLst>
        </pc:spChg>
        <pc:spChg chg="add mod">
          <ac:chgData name="Kathleen Simba" userId="8b3243e7-c22d-400d-bd9f-5dfc752b4ef4" providerId="ADAL" clId="{725E1BDA-677A-449C-88B0-281FCECCBE72}" dt="2024-04-10T15:05:44.085" v="1144" actId="20577"/>
          <ac:spMkLst>
            <pc:docMk/>
            <pc:sldMk cId="980298324" sldId="257"/>
            <ac:spMk id="13" creationId="{215A7165-FD72-7944-C522-58A7D8BEC125}"/>
          </ac:spMkLst>
        </pc:spChg>
        <pc:spChg chg="add mod">
          <ac:chgData name="Kathleen Simba" userId="8b3243e7-c22d-400d-bd9f-5dfc752b4ef4" providerId="ADAL" clId="{725E1BDA-677A-449C-88B0-281FCECCBE72}" dt="2024-04-10T15:05:47.525" v="1148" actId="20577"/>
          <ac:spMkLst>
            <pc:docMk/>
            <pc:sldMk cId="980298324" sldId="257"/>
            <ac:spMk id="14" creationId="{08383D72-B1FF-282A-BA5B-94E9D16368AA}"/>
          </ac:spMkLst>
        </pc:spChg>
        <pc:spChg chg="add del mod">
          <ac:chgData name="Kathleen Simba" userId="8b3243e7-c22d-400d-bd9f-5dfc752b4ef4" providerId="ADAL" clId="{725E1BDA-677A-449C-88B0-281FCECCBE72}" dt="2024-04-10T15:02:32.173" v="854" actId="478"/>
          <ac:spMkLst>
            <pc:docMk/>
            <pc:sldMk cId="980298324" sldId="257"/>
            <ac:spMk id="15" creationId="{9364684B-C7A2-65E2-9D26-B32E5EB20EFE}"/>
          </ac:spMkLst>
        </pc:spChg>
        <pc:spChg chg="add del mod">
          <ac:chgData name="Kathleen Simba" userId="8b3243e7-c22d-400d-bd9f-5dfc752b4ef4" providerId="ADAL" clId="{725E1BDA-677A-449C-88B0-281FCECCBE72}" dt="2024-04-10T15:03:28.684" v="946" actId="478"/>
          <ac:spMkLst>
            <pc:docMk/>
            <pc:sldMk cId="980298324" sldId="257"/>
            <ac:spMk id="16" creationId="{1A2F1330-8629-2EF5-9C2B-F7E52F39636B}"/>
          </ac:spMkLst>
        </pc:spChg>
        <pc:spChg chg="add del mod">
          <ac:chgData name="Kathleen Simba" userId="8b3243e7-c22d-400d-bd9f-5dfc752b4ef4" providerId="ADAL" clId="{725E1BDA-677A-449C-88B0-281FCECCBE72}" dt="2024-04-10T15:03:28.684" v="946" actId="478"/>
          <ac:spMkLst>
            <pc:docMk/>
            <pc:sldMk cId="980298324" sldId="257"/>
            <ac:spMk id="17" creationId="{928C7ADB-E573-B392-3706-53EC122E7D33}"/>
          </ac:spMkLst>
        </pc:spChg>
        <pc:spChg chg="add del mod">
          <ac:chgData name="Kathleen Simba" userId="8b3243e7-c22d-400d-bd9f-5dfc752b4ef4" providerId="ADAL" clId="{725E1BDA-677A-449C-88B0-281FCECCBE72}" dt="2024-04-10T15:03:28.684" v="946" actId="478"/>
          <ac:spMkLst>
            <pc:docMk/>
            <pc:sldMk cId="980298324" sldId="257"/>
            <ac:spMk id="18" creationId="{ED3BA434-3054-4A30-00E5-9A3224B308E8}"/>
          </ac:spMkLst>
        </pc:spChg>
        <pc:spChg chg="add del mod">
          <ac:chgData name="Kathleen Simba" userId="8b3243e7-c22d-400d-bd9f-5dfc752b4ef4" providerId="ADAL" clId="{725E1BDA-677A-449C-88B0-281FCECCBE72}" dt="2024-04-10T15:03:28.684" v="946" actId="478"/>
          <ac:spMkLst>
            <pc:docMk/>
            <pc:sldMk cId="980298324" sldId="257"/>
            <ac:spMk id="19" creationId="{9A6DA6B7-1755-CAFB-DC4F-CC0F26160128}"/>
          </ac:spMkLst>
        </pc:spChg>
        <pc:spChg chg="add del mod">
          <ac:chgData name="Kathleen Simba" userId="8b3243e7-c22d-400d-bd9f-5dfc752b4ef4" providerId="ADAL" clId="{725E1BDA-677A-449C-88B0-281FCECCBE72}" dt="2024-04-10T15:03:28.684" v="946" actId="478"/>
          <ac:spMkLst>
            <pc:docMk/>
            <pc:sldMk cId="980298324" sldId="257"/>
            <ac:spMk id="20" creationId="{827824F6-F6A5-B12E-D8F3-ABDD5E421780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1" creationId="{C52A6EB1-B91C-6E8F-A4F5-2B507BDC5BEA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2" creationId="{4E39211F-5CDA-11EA-189E-42A6B2DC1F54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3" creationId="{517DC263-FA20-2D4A-A3FA-40F49CBBE878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4" creationId="{0F09B18D-4B87-1414-E67A-9D07523B9FDC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5" creationId="{7B60024F-6BEC-F972-0DB1-B09F175F19B0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6" creationId="{D5F841A9-2897-A0DB-52D1-EE7CE107B632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7" creationId="{47779B4B-9D6D-09E2-E6AB-9D85596DB0D1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8" creationId="{E329C2D2-16C7-D661-E328-B2DA2823C677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29" creationId="{11703F8B-AAC1-CCB3-C44F-09A8C31805A3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30" creationId="{1704B067-E4F7-9EAB-17B8-8175A93D33FF}"/>
          </ac:spMkLst>
        </pc:spChg>
        <pc:spChg chg="mod">
          <ac:chgData name="Kathleen Simba" userId="8b3243e7-c22d-400d-bd9f-5dfc752b4ef4" providerId="ADAL" clId="{725E1BDA-677A-449C-88B0-281FCECCBE72}" dt="2024-04-09T15:10:10.655" v="675" actId="408"/>
          <ac:spMkLst>
            <pc:docMk/>
            <pc:sldMk cId="980298324" sldId="257"/>
            <ac:spMk id="31" creationId="{89EFE438-41C9-FF9A-16D7-66BAAF273181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64" creationId="{E7C0CA35-77D5-6726-390B-6236A3D32D59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65" creationId="{1999078A-CB84-61DF-F1CD-8703F1364A58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66" creationId="{BBCAEAB5-E306-5193-06A5-21492198A2A5}"/>
          </ac:spMkLst>
        </pc:spChg>
        <pc:spChg chg="add mod">
          <ac:chgData name="Kathleen Simba" userId="8b3243e7-c22d-400d-bd9f-5dfc752b4ef4" providerId="ADAL" clId="{725E1BDA-677A-449C-88B0-281FCECCBE72}" dt="2024-04-09T14:05:25.579" v="204" actId="571"/>
          <ac:spMkLst>
            <pc:docMk/>
            <pc:sldMk cId="980298324" sldId="257"/>
            <ac:spMk id="67" creationId="{9F2EA22A-C853-754A-053C-66A225752634}"/>
          </ac:spMkLst>
        </pc:spChg>
        <pc:spChg chg="add del mod">
          <ac:chgData name="Kathleen Simba" userId="8b3243e7-c22d-400d-bd9f-5dfc752b4ef4" providerId="ADAL" clId="{725E1BDA-677A-449C-88B0-281FCECCBE72}" dt="2024-04-09T15:08:25.546" v="649" actId="478"/>
          <ac:spMkLst>
            <pc:docMk/>
            <pc:sldMk cId="980298324" sldId="257"/>
            <ac:spMk id="68" creationId="{F9D197FC-8569-BD0B-84F1-D0DA98062338}"/>
          </ac:spMkLst>
        </pc:spChg>
        <pc:spChg chg="add del mod">
          <ac:chgData name="Kathleen Simba" userId="8b3243e7-c22d-400d-bd9f-5dfc752b4ef4" providerId="ADAL" clId="{725E1BDA-677A-449C-88B0-281FCECCBE72}" dt="2024-04-09T15:08:25.546" v="649" actId="478"/>
          <ac:spMkLst>
            <pc:docMk/>
            <pc:sldMk cId="980298324" sldId="257"/>
            <ac:spMk id="69" creationId="{ECF471B3-4590-E2DC-97C1-701BCB8EE3D1}"/>
          </ac:spMkLst>
        </pc:spChg>
        <pc:spChg chg="add del mod">
          <ac:chgData name="Kathleen Simba" userId="8b3243e7-c22d-400d-bd9f-5dfc752b4ef4" providerId="ADAL" clId="{725E1BDA-677A-449C-88B0-281FCECCBE72}" dt="2024-04-09T15:08:25.546" v="649" actId="478"/>
          <ac:spMkLst>
            <pc:docMk/>
            <pc:sldMk cId="980298324" sldId="257"/>
            <ac:spMk id="70" creationId="{B8A1B0E6-649C-1ADF-003C-6563A2E7CADD}"/>
          </ac:spMkLst>
        </pc:spChg>
        <pc:spChg chg="add del mod">
          <ac:chgData name="Kathleen Simba" userId="8b3243e7-c22d-400d-bd9f-5dfc752b4ef4" providerId="ADAL" clId="{725E1BDA-677A-449C-88B0-281FCECCBE72}" dt="2024-04-09T15:08:25.546" v="649" actId="478"/>
          <ac:spMkLst>
            <pc:docMk/>
            <pc:sldMk cId="980298324" sldId="257"/>
            <ac:spMk id="71" creationId="{4AFA6D18-FA5F-FA5A-AE8A-339A9E50523D}"/>
          </ac:spMkLst>
        </pc:spChg>
        <pc:spChg chg="add del mod">
          <ac:chgData name="Kathleen Simba" userId="8b3243e7-c22d-400d-bd9f-5dfc752b4ef4" providerId="ADAL" clId="{725E1BDA-677A-449C-88B0-281FCECCBE72}" dt="2024-04-09T15:08:25.546" v="649" actId="478"/>
          <ac:spMkLst>
            <pc:docMk/>
            <pc:sldMk cId="980298324" sldId="257"/>
            <ac:spMk id="72" creationId="{108FDDE0-5F59-6694-377C-31FBEA688C69}"/>
          </ac:spMkLst>
        </pc:spChg>
        <pc:spChg chg="add del mod">
          <ac:chgData name="Kathleen Simba" userId="8b3243e7-c22d-400d-bd9f-5dfc752b4ef4" providerId="ADAL" clId="{725E1BDA-677A-449C-88B0-281FCECCBE72}" dt="2024-04-10T15:04:39.732" v="1115" actId="478"/>
          <ac:spMkLst>
            <pc:docMk/>
            <pc:sldMk cId="980298324" sldId="257"/>
            <ac:spMk id="73" creationId="{69820642-9092-F150-813D-2D0FA21A5105}"/>
          </ac:spMkLst>
        </pc:spChg>
        <pc:spChg chg="add del mod">
          <ac:chgData name="Kathleen Simba" userId="8b3243e7-c22d-400d-bd9f-5dfc752b4ef4" providerId="ADAL" clId="{725E1BDA-677A-449C-88B0-281FCECCBE72}" dt="2024-04-10T15:04:39.732" v="1115" actId="478"/>
          <ac:spMkLst>
            <pc:docMk/>
            <pc:sldMk cId="980298324" sldId="257"/>
            <ac:spMk id="74" creationId="{AAA50DE6-5538-2B22-8006-5152A2F38C0B}"/>
          </ac:spMkLst>
        </pc:spChg>
        <pc:spChg chg="add del mod">
          <ac:chgData name="Kathleen Simba" userId="8b3243e7-c22d-400d-bd9f-5dfc752b4ef4" providerId="ADAL" clId="{725E1BDA-677A-449C-88B0-281FCECCBE72}" dt="2024-04-10T15:04:39.732" v="1115" actId="478"/>
          <ac:spMkLst>
            <pc:docMk/>
            <pc:sldMk cId="980298324" sldId="257"/>
            <ac:spMk id="75" creationId="{6AFBBB39-5B00-3C75-2DFD-B65893424712}"/>
          </ac:spMkLst>
        </pc:spChg>
        <pc:spChg chg="add del mod">
          <ac:chgData name="Kathleen Simba" userId="8b3243e7-c22d-400d-bd9f-5dfc752b4ef4" providerId="ADAL" clId="{725E1BDA-677A-449C-88B0-281FCECCBE72}" dt="2024-04-10T15:04:39.732" v="1115" actId="478"/>
          <ac:spMkLst>
            <pc:docMk/>
            <pc:sldMk cId="980298324" sldId="257"/>
            <ac:spMk id="76" creationId="{8A323402-BFC9-3765-4EF3-9C03C3BE6006}"/>
          </ac:spMkLst>
        </pc:spChg>
        <pc:spChg chg="add del mod">
          <ac:chgData name="Kathleen Simba" userId="8b3243e7-c22d-400d-bd9f-5dfc752b4ef4" providerId="ADAL" clId="{725E1BDA-677A-449C-88B0-281FCECCBE72}" dt="2024-04-10T15:04:45.974" v="1126" actId="478"/>
          <ac:spMkLst>
            <pc:docMk/>
            <pc:sldMk cId="980298324" sldId="257"/>
            <ac:spMk id="77" creationId="{D229D130-3D14-CFB1-51E6-9909E9AEE1E3}"/>
          </ac:spMkLst>
        </pc:spChg>
        <pc:spChg chg="add mod">
          <ac:chgData name="Kathleen Simba" userId="8b3243e7-c22d-400d-bd9f-5dfc752b4ef4" providerId="ADAL" clId="{725E1BDA-677A-449C-88B0-281FCECCBE72}" dt="2024-04-10T16:36:52.908" v="1531" actId="1076"/>
          <ac:spMkLst>
            <pc:docMk/>
            <pc:sldMk cId="980298324" sldId="257"/>
            <ac:spMk id="78" creationId="{ED9EB70D-2EEB-2A8A-3B55-3F02E4EE7065}"/>
          </ac:spMkLst>
        </pc:spChg>
        <pc:spChg chg="add mod">
          <ac:chgData name="Kathleen Simba" userId="8b3243e7-c22d-400d-bd9f-5dfc752b4ef4" providerId="ADAL" clId="{725E1BDA-677A-449C-88B0-281FCECCBE72}" dt="2024-04-10T15:25:36.209" v="1233" actId="20577"/>
          <ac:spMkLst>
            <pc:docMk/>
            <pc:sldMk cId="980298324" sldId="257"/>
            <ac:spMk id="79" creationId="{6A661F97-D155-D964-5515-61E7E87FA503}"/>
          </ac:spMkLst>
        </pc:spChg>
        <pc:spChg chg="add mod">
          <ac:chgData name="Kathleen Simba" userId="8b3243e7-c22d-400d-bd9f-5dfc752b4ef4" providerId="ADAL" clId="{725E1BDA-677A-449C-88B0-281FCECCBE72}" dt="2024-04-10T15:01:37.772" v="762" actId="1076"/>
          <ac:spMkLst>
            <pc:docMk/>
            <pc:sldMk cId="980298324" sldId="257"/>
            <ac:spMk id="80" creationId="{481B798B-C028-4BCA-E9B0-D638E3459119}"/>
          </ac:spMkLst>
        </pc:spChg>
        <pc:spChg chg="add mod">
          <ac:chgData name="Kathleen Simba" userId="8b3243e7-c22d-400d-bd9f-5dfc752b4ef4" providerId="ADAL" clId="{725E1BDA-677A-449C-88B0-281FCECCBE72}" dt="2024-04-10T15:01:37.772" v="762" actId="1076"/>
          <ac:spMkLst>
            <pc:docMk/>
            <pc:sldMk cId="980298324" sldId="257"/>
            <ac:spMk id="81" creationId="{8C0FD378-DF56-7756-9987-FD5F39C8E673}"/>
          </ac:spMkLst>
        </pc:spChg>
        <pc:spChg chg="add mod">
          <ac:chgData name="Kathleen Simba" userId="8b3243e7-c22d-400d-bd9f-5dfc752b4ef4" providerId="ADAL" clId="{725E1BDA-677A-449C-88B0-281FCECCBE72}" dt="2024-04-10T15:05:50.368" v="1152" actId="20577"/>
          <ac:spMkLst>
            <pc:docMk/>
            <pc:sldMk cId="980298324" sldId="257"/>
            <ac:spMk id="82" creationId="{5B8BD656-DF0D-B654-CF02-BC4C6414F751}"/>
          </ac:spMkLst>
        </pc:spChg>
        <pc:spChg chg="add mod">
          <ac:chgData name="Kathleen Simba" userId="8b3243e7-c22d-400d-bd9f-5dfc752b4ef4" providerId="ADAL" clId="{725E1BDA-677A-449C-88B0-281FCECCBE72}" dt="2024-04-10T15:40:30.926" v="1342" actId="20577"/>
          <ac:spMkLst>
            <pc:docMk/>
            <pc:sldMk cId="980298324" sldId="257"/>
            <ac:spMk id="83" creationId="{F35CD434-CA4B-78BF-7627-2814A059DC9F}"/>
          </ac:spMkLst>
        </pc:spChg>
        <pc:spChg chg="add mod">
          <ac:chgData name="Kathleen Simba" userId="8b3243e7-c22d-400d-bd9f-5dfc752b4ef4" providerId="ADAL" clId="{725E1BDA-677A-449C-88B0-281FCECCBE72}" dt="2024-04-10T15:05:57.660" v="1162" actId="20577"/>
          <ac:spMkLst>
            <pc:docMk/>
            <pc:sldMk cId="980298324" sldId="257"/>
            <ac:spMk id="84" creationId="{E99E7387-2ECD-1D76-7F6E-757442760546}"/>
          </ac:spMkLst>
        </pc:spChg>
        <pc:spChg chg="add mod">
          <ac:chgData name="Kathleen Simba" userId="8b3243e7-c22d-400d-bd9f-5dfc752b4ef4" providerId="ADAL" clId="{725E1BDA-677A-449C-88B0-281FCECCBE72}" dt="2024-04-10T17:13:50.095" v="1593" actId="20577"/>
          <ac:spMkLst>
            <pc:docMk/>
            <pc:sldMk cId="980298324" sldId="257"/>
            <ac:spMk id="85" creationId="{02ADC4BE-C6C3-539A-9C8A-5361665D63ED}"/>
          </ac:spMkLst>
        </pc:spChg>
        <pc:spChg chg="add mod">
          <ac:chgData name="Kathleen Simba" userId="8b3243e7-c22d-400d-bd9f-5dfc752b4ef4" providerId="ADAL" clId="{725E1BDA-677A-449C-88B0-281FCECCBE72}" dt="2024-04-10T17:12:38.314" v="1545" actId="20577"/>
          <ac:spMkLst>
            <pc:docMk/>
            <pc:sldMk cId="980298324" sldId="257"/>
            <ac:spMk id="86" creationId="{439EA921-DE54-7673-F9F0-F5BDEBC051F1}"/>
          </ac:spMkLst>
        </pc:spChg>
        <pc:spChg chg="add mod">
          <ac:chgData name="Kathleen Simba" userId="8b3243e7-c22d-400d-bd9f-5dfc752b4ef4" providerId="ADAL" clId="{725E1BDA-677A-449C-88B0-281FCECCBE72}" dt="2024-04-10T15:02:45.372" v="856"/>
          <ac:spMkLst>
            <pc:docMk/>
            <pc:sldMk cId="980298324" sldId="257"/>
            <ac:spMk id="87" creationId="{386E6248-435C-BFB8-2FF5-EE2837081A3F}"/>
          </ac:spMkLst>
        </pc:spChg>
        <pc:spChg chg="add mod">
          <ac:chgData name="Kathleen Simba" userId="8b3243e7-c22d-400d-bd9f-5dfc752b4ef4" providerId="ADAL" clId="{725E1BDA-677A-449C-88B0-281FCECCBE72}" dt="2024-04-10T15:02:45.372" v="856"/>
          <ac:spMkLst>
            <pc:docMk/>
            <pc:sldMk cId="980298324" sldId="257"/>
            <ac:spMk id="88" creationId="{8FD6AC51-D7F6-A5E6-7086-196172C147CC}"/>
          </ac:spMkLst>
        </pc:spChg>
        <pc:spChg chg="del mod">
          <ac:chgData name="Kathleen Simba" userId="8b3243e7-c22d-400d-bd9f-5dfc752b4ef4" providerId="ADAL" clId="{725E1BDA-677A-449C-88B0-281FCECCBE72}" dt="2024-04-09T13:59:56.584" v="88" actId="478"/>
          <ac:spMkLst>
            <pc:docMk/>
            <pc:sldMk cId="980298324" sldId="257"/>
            <ac:spMk id="89" creationId="{B82770A4-DECB-DAC1-296E-1663EC39671C}"/>
          </ac:spMkLst>
        </pc:spChg>
        <pc:spChg chg="del mod">
          <ac:chgData name="Kathleen Simba" userId="8b3243e7-c22d-400d-bd9f-5dfc752b4ef4" providerId="ADAL" clId="{725E1BDA-677A-449C-88B0-281FCECCBE72}" dt="2024-04-09T14:04:11.940" v="175" actId="478"/>
          <ac:spMkLst>
            <pc:docMk/>
            <pc:sldMk cId="980298324" sldId="257"/>
            <ac:spMk id="90" creationId="{67EB9B06-DB30-F53D-F233-DFE6523278BF}"/>
          </ac:spMkLst>
        </pc:spChg>
        <pc:spChg chg="mod">
          <ac:chgData name="Kathleen Simba" userId="8b3243e7-c22d-400d-bd9f-5dfc752b4ef4" providerId="ADAL" clId="{725E1BDA-677A-449C-88B0-281FCECCBE72}" dt="2024-04-09T15:10:10.655" v="675" actId="408"/>
          <ac:spMkLst>
            <pc:docMk/>
            <pc:sldMk cId="980298324" sldId="257"/>
            <ac:spMk id="91" creationId="{FF7934FC-B034-DF89-BF86-8DD37BACFE34}"/>
          </ac:spMkLst>
        </pc:spChg>
        <pc:spChg chg="mod">
          <ac:chgData name="Kathleen Simba" userId="8b3243e7-c22d-400d-bd9f-5dfc752b4ef4" providerId="ADAL" clId="{725E1BDA-677A-449C-88B0-281FCECCBE72}" dt="2024-04-09T15:10:10.655" v="675" actId="408"/>
          <ac:spMkLst>
            <pc:docMk/>
            <pc:sldMk cId="980298324" sldId="257"/>
            <ac:spMk id="92" creationId="{4A80A728-06FE-3309-36D1-6C2B9EB6AC1A}"/>
          </ac:spMkLst>
        </pc:spChg>
        <pc:spChg chg="mod">
          <ac:chgData name="Kathleen Simba" userId="8b3243e7-c22d-400d-bd9f-5dfc752b4ef4" providerId="ADAL" clId="{725E1BDA-677A-449C-88B0-281FCECCBE72}" dt="2024-04-09T15:10:01.288" v="674" actId="14100"/>
          <ac:spMkLst>
            <pc:docMk/>
            <pc:sldMk cId="980298324" sldId="257"/>
            <ac:spMk id="93" creationId="{BD4061FC-5E96-DE1B-0F4B-2C9081968A4A}"/>
          </ac:spMkLst>
        </pc:spChg>
        <pc:spChg chg="del mod">
          <ac:chgData name="Kathleen Simba" userId="8b3243e7-c22d-400d-bd9f-5dfc752b4ef4" providerId="ADAL" clId="{725E1BDA-677A-449C-88B0-281FCECCBE72}" dt="2024-04-09T14:03:48.099" v="136" actId="478"/>
          <ac:spMkLst>
            <pc:docMk/>
            <pc:sldMk cId="980298324" sldId="257"/>
            <ac:spMk id="94" creationId="{51324EEB-9658-E637-07F1-C01BF1F7C6BC}"/>
          </ac:spMkLst>
        </pc:spChg>
        <pc:spChg chg="del mod">
          <ac:chgData name="Kathleen Simba" userId="8b3243e7-c22d-400d-bd9f-5dfc752b4ef4" providerId="ADAL" clId="{725E1BDA-677A-449C-88B0-281FCECCBE72}" dt="2024-04-09T14:04:12.803" v="176" actId="478"/>
          <ac:spMkLst>
            <pc:docMk/>
            <pc:sldMk cId="980298324" sldId="257"/>
            <ac:spMk id="95" creationId="{9CB1A58B-73D4-F413-3663-F0B7C41920E7}"/>
          </ac:spMkLst>
        </pc:spChg>
        <pc:spChg chg="del mod">
          <ac:chgData name="Kathleen Simba" userId="8b3243e7-c22d-400d-bd9f-5dfc752b4ef4" providerId="ADAL" clId="{725E1BDA-677A-449C-88B0-281FCECCBE72}" dt="2024-04-09T14:17:37.776" v="294" actId="478"/>
          <ac:spMkLst>
            <pc:docMk/>
            <pc:sldMk cId="980298324" sldId="257"/>
            <ac:spMk id="96" creationId="{6EA76E93-7C01-1530-9EF9-7DE3DE848846}"/>
          </ac:spMkLst>
        </pc:spChg>
        <pc:spChg chg="del mod">
          <ac:chgData name="Kathleen Simba" userId="8b3243e7-c22d-400d-bd9f-5dfc752b4ef4" providerId="ADAL" clId="{725E1BDA-677A-449C-88B0-281FCECCBE72}" dt="2024-04-09T14:21:19.360" v="481" actId="478"/>
          <ac:spMkLst>
            <pc:docMk/>
            <pc:sldMk cId="980298324" sldId="257"/>
            <ac:spMk id="97" creationId="{AA1D6275-9F55-132D-4991-407B58109DDA}"/>
          </ac:spMkLst>
        </pc:spChg>
        <pc:spChg chg="del mod">
          <ac:chgData name="Kathleen Simba" userId="8b3243e7-c22d-400d-bd9f-5dfc752b4ef4" providerId="ADAL" clId="{725E1BDA-677A-449C-88B0-281FCECCBE72}" dt="2024-04-09T14:18:21" v="331" actId="478"/>
          <ac:spMkLst>
            <pc:docMk/>
            <pc:sldMk cId="980298324" sldId="257"/>
            <ac:spMk id="98" creationId="{46E6B8E2-8378-65F6-60EF-CD4AD0F5B9E0}"/>
          </ac:spMkLst>
        </pc:spChg>
        <pc:spChg chg="del mod">
          <ac:chgData name="Kathleen Simba" userId="8b3243e7-c22d-400d-bd9f-5dfc752b4ef4" providerId="ADAL" clId="{725E1BDA-677A-449C-88B0-281FCECCBE72}" dt="2024-04-09T14:21:43.408" v="508" actId="478"/>
          <ac:spMkLst>
            <pc:docMk/>
            <pc:sldMk cId="980298324" sldId="257"/>
            <ac:spMk id="99" creationId="{61ABEF08-88C4-C1D6-DE87-CCBBA1FEAE1A}"/>
          </ac:spMkLst>
        </pc:spChg>
        <pc:spChg chg="add mod">
          <ac:chgData name="Kathleen Simba" userId="8b3243e7-c22d-400d-bd9f-5dfc752b4ef4" providerId="ADAL" clId="{725E1BDA-677A-449C-88B0-281FCECCBE72}" dt="2024-04-10T15:02:45.372" v="856"/>
          <ac:spMkLst>
            <pc:docMk/>
            <pc:sldMk cId="980298324" sldId="257"/>
            <ac:spMk id="100" creationId="{CE0A9B4A-688A-6F68-4F7A-9D5ADC7FB52A}"/>
          </ac:spMkLst>
        </pc:spChg>
        <pc:spChg chg="add mod">
          <ac:chgData name="Kathleen Simba" userId="8b3243e7-c22d-400d-bd9f-5dfc752b4ef4" providerId="ADAL" clId="{725E1BDA-677A-449C-88B0-281FCECCBE72}" dt="2024-04-10T15:02:45.372" v="856"/>
          <ac:spMkLst>
            <pc:docMk/>
            <pc:sldMk cId="980298324" sldId="257"/>
            <ac:spMk id="101" creationId="{C66EC316-84F8-7627-6911-0662B82BF34C}"/>
          </ac:spMkLst>
        </pc:spChg>
        <pc:spChg chg="add mod">
          <ac:chgData name="Kathleen Simba" userId="8b3243e7-c22d-400d-bd9f-5dfc752b4ef4" providerId="ADAL" clId="{725E1BDA-677A-449C-88B0-281FCECCBE72}" dt="2024-04-10T15:02:45.372" v="856"/>
          <ac:spMkLst>
            <pc:docMk/>
            <pc:sldMk cId="980298324" sldId="257"/>
            <ac:spMk id="102" creationId="{3F085BB2-0873-DE3D-2993-ED2C9D8E4F29}"/>
          </ac:spMkLst>
        </pc:spChg>
        <pc:spChg chg="add mod">
          <ac:chgData name="Kathleen Simba" userId="8b3243e7-c22d-400d-bd9f-5dfc752b4ef4" providerId="ADAL" clId="{725E1BDA-677A-449C-88B0-281FCECCBE72}" dt="2024-04-10T15:06:00.398" v="1170" actId="20577"/>
          <ac:spMkLst>
            <pc:docMk/>
            <pc:sldMk cId="980298324" sldId="257"/>
            <ac:spMk id="103" creationId="{DA9692EC-0325-47C4-A03F-51F1244E1271}"/>
          </ac:spMkLst>
        </pc:spChg>
        <pc:spChg chg="add mod">
          <ac:chgData name="Kathleen Simba" userId="8b3243e7-c22d-400d-bd9f-5dfc752b4ef4" providerId="ADAL" clId="{725E1BDA-677A-449C-88B0-281FCECCBE72}" dt="2024-04-10T15:06:01.955" v="1174" actId="20577"/>
          <ac:spMkLst>
            <pc:docMk/>
            <pc:sldMk cId="980298324" sldId="257"/>
            <ac:spMk id="104" creationId="{1B5F9D0C-C4B4-C617-836A-FADF71CD03F6}"/>
          </ac:spMkLst>
        </pc:spChg>
        <pc:spChg chg="add mod">
          <ac:chgData name="Kathleen Simba" userId="8b3243e7-c22d-400d-bd9f-5dfc752b4ef4" providerId="ADAL" clId="{725E1BDA-677A-449C-88B0-281FCECCBE72}" dt="2024-04-10T15:06:03.197" v="1178" actId="20577"/>
          <ac:spMkLst>
            <pc:docMk/>
            <pc:sldMk cId="980298324" sldId="257"/>
            <ac:spMk id="105" creationId="{359CA094-0362-9528-A6BA-ABA654A7BA62}"/>
          </ac:spMkLst>
        </pc:spChg>
        <pc:spChg chg="add mod">
          <ac:chgData name="Kathleen Simba" userId="8b3243e7-c22d-400d-bd9f-5dfc752b4ef4" providerId="ADAL" clId="{725E1BDA-677A-449C-88B0-281FCECCBE72}" dt="2024-04-10T15:06:06.493" v="1186" actId="20577"/>
          <ac:spMkLst>
            <pc:docMk/>
            <pc:sldMk cId="980298324" sldId="257"/>
            <ac:spMk id="106" creationId="{198BD416-1C72-6E12-4583-B8503582D554}"/>
          </ac:spMkLst>
        </pc:spChg>
        <pc:spChg chg="add mod">
          <ac:chgData name="Kathleen Simba" userId="8b3243e7-c22d-400d-bd9f-5dfc752b4ef4" providerId="ADAL" clId="{725E1BDA-677A-449C-88B0-281FCECCBE72}" dt="2024-04-10T15:06:04.725" v="1182" actId="20577"/>
          <ac:spMkLst>
            <pc:docMk/>
            <pc:sldMk cId="980298324" sldId="257"/>
            <ac:spMk id="107" creationId="{967AB515-DFE5-C96A-1A6D-685338AA065C}"/>
          </ac:spMkLst>
        </pc:spChg>
        <pc:spChg chg="add mod">
          <ac:chgData name="Kathleen Simba" userId="8b3243e7-c22d-400d-bd9f-5dfc752b4ef4" providerId="ADAL" clId="{725E1BDA-677A-449C-88B0-281FCECCBE72}" dt="2024-04-10T15:06:08.236" v="1190" actId="20577"/>
          <ac:spMkLst>
            <pc:docMk/>
            <pc:sldMk cId="980298324" sldId="257"/>
            <ac:spMk id="108" creationId="{B766498B-5907-A4AA-4E37-1A0008605FF6}"/>
          </ac:spMkLst>
        </pc:spChg>
        <pc:spChg chg="add mod">
          <ac:chgData name="Kathleen Simba" userId="8b3243e7-c22d-400d-bd9f-5dfc752b4ef4" providerId="ADAL" clId="{725E1BDA-677A-449C-88B0-281FCECCBE72}" dt="2024-04-10T15:06:13.195" v="1202" actId="20577"/>
          <ac:spMkLst>
            <pc:docMk/>
            <pc:sldMk cId="980298324" sldId="257"/>
            <ac:spMk id="109" creationId="{9FAC22DC-2D01-0BC6-F6C6-6F383E87C3A1}"/>
          </ac:spMkLst>
        </pc:spChg>
        <pc:spChg chg="add mod">
          <ac:chgData name="Kathleen Simba" userId="8b3243e7-c22d-400d-bd9f-5dfc752b4ef4" providerId="ADAL" clId="{725E1BDA-677A-449C-88B0-281FCECCBE72}" dt="2024-04-10T15:06:14.502" v="1206" actId="20577"/>
          <ac:spMkLst>
            <pc:docMk/>
            <pc:sldMk cId="980298324" sldId="257"/>
            <ac:spMk id="110" creationId="{FF6EF4E0-2F2B-4C92-3F4A-DE5B6F65A093}"/>
          </ac:spMkLst>
        </pc:spChg>
        <pc:spChg chg="add mod">
          <ac:chgData name="Kathleen Simba" userId="8b3243e7-c22d-400d-bd9f-5dfc752b4ef4" providerId="ADAL" clId="{725E1BDA-677A-449C-88B0-281FCECCBE72}" dt="2024-04-10T15:06:09.697" v="1194" actId="20577"/>
          <ac:spMkLst>
            <pc:docMk/>
            <pc:sldMk cId="980298324" sldId="257"/>
            <ac:spMk id="111" creationId="{C343BA2A-3BA5-C2DB-3DF0-81A196883D0C}"/>
          </ac:spMkLst>
        </pc:spChg>
        <pc:spChg chg="add mod">
          <ac:chgData name="Kathleen Simba" userId="8b3243e7-c22d-400d-bd9f-5dfc752b4ef4" providerId="ADAL" clId="{725E1BDA-677A-449C-88B0-281FCECCBE72}" dt="2024-04-10T15:06:11.573" v="1198" actId="20577"/>
          <ac:spMkLst>
            <pc:docMk/>
            <pc:sldMk cId="980298324" sldId="257"/>
            <ac:spMk id="112" creationId="{8548F9CA-D4D5-2E1A-4C3A-C5BC3FB7DCB7}"/>
          </ac:spMkLst>
        </pc:spChg>
        <pc:spChg chg="add mod">
          <ac:chgData name="Kathleen Simba" userId="8b3243e7-c22d-400d-bd9f-5dfc752b4ef4" providerId="ADAL" clId="{725E1BDA-677A-449C-88B0-281FCECCBE72}" dt="2024-04-10T15:40:33.821" v="1348" actId="20577"/>
          <ac:spMkLst>
            <pc:docMk/>
            <pc:sldMk cId="980298324" sldId="257"/>
            <ac:spMk id="113" creationId="{7E15F4D0-137A-F663-6EEA-78565FA5A16B}"/>
          </ac:spMkLst>
        </pc:spChg>
        <pc:spChg chg="add mod">
          <ac:chgData name="Kathleen Simba" userId="8b3243e7-c22d-400d-bd9f-5dfc752b4ef4" providerId="ADAL" clId="{725E1BDA-677A-449C-88B0-281FCECCBE72}" dt="2024-04-10T15:40:38.714" v="1366" actId="20577"/>
          <ac:spMkLst>
            <pc:docMk/>
            <pc:sldMk cId="980298324" sldId="257"/>
            <ac:spMk id="114" creationId="{7C615B58-A335-B8CA-51A7-B87DCC82BFD4}"/>
          </ac:spMkLst>
        </pc:spChg>
        <pc:spChg chg="add mod">
          <ac:chgData name="Kathleen Simba" userId="8b3243e7-c22d-400d-bd9f-5dfc752b4ef4" providerId="ADAL" clId="{725E1BDA-677A-449C-88B0-281FCECCBE72}" dt="2024-04-10T15:40:42.055" v="1376" actId="20577"/>
          <ac:spMkLst>
            <pc:docMk/>
            <pc:sldMk cId="980298324" sldId="257"/>
            <ac:spMk id="115" creationId="{FC4AF31E-E58E-B907-CDD9-24A3B389D648}"/>
          </ac:spMkLst>
        </pc:spChg>
        <pc:spChg chg="add del mod">
          <ac:chgData name="Kathleen Simba" userId="8b3243e7-c22d-400d-bd9f-5dfc752b4ef4" providerId="ADAL" clId="{725E1BDA-677A-449C-88B0-281FCECCBE72}" dt="2024-04-10T15:40:43.567" v="1377" actId="478"/>
          <ac:spMkLst>
            <pc:docMk/>
            <pc:sldMk cId="980298324" sldId="257"/>
            <ac:spMk id="116" creationId="{305C56A9-983B-572F-9429-F23944746BB1}"/>
          </ac:spMkLst>
        </pc:spChg>
        <pc:spChg chg="add mod">
          <ac:chgData name="Kathleen Simba" userId="8b3243e7-c22d-400d-bd9f-5dfc752b4ef4" providerId="ADAL" clId="{725E1BDA-677A-449C-88B0-281FCECCBE72}" dt="2024-04-10T17:13:27.235" v="1556"/>
          <ac:spMkLst>
            <pc:docMk/>
            <pc:sldMk cId="980298324" sldId="257"/>
            <ac:spMk id="117" creationId="{6BE05FE4-6497-DF48-FF35-279479A351D2}"/>
          </ac:spMkLst>
        </pc:spChg>
        <pc:spChg chg="add mod">
          <ac:chgData name="Kathleen Simba" userId="8b3243e7-c22d-400d-bd9f-5dfc752b4ef4" providerId="ADAL" clId="{725E1BDA-677A-449C-88B0-281FCECCBE72}" dt="2024-04-10T17:14:29.175" v="1627" actId="20577"/>
          <ac:spMkLst>
            <pc:docMk/>
            <pc:sldMk cId="980298324" sldId="257"/>
            <ac:spMk id="118" creationId="{856E0606-237D-0E1B-8798-01DCE1B4710F}"/>
          </ac:spMkLst>
        </pc:spChg>
      </pc:sldChg>
    </pc:docChg>
  </pc:docChgLst>
  <pc:docChgLst>
    <pc:chgData name="Taylor, Isiah" userId="8d5a19b8-66c6-4f1e-acc7-400f2c1fb015" providerId="ADAL" clId="{52DFDDAC-A9E7-4E6C-B584-1B50F5A0025D}"/>
    <pc:docChg chg="undo redo custSel addSld delSld modSld">
      <pc:chgData name="Taylor, Isiah" userId="8d5a19b8-66c6-4f1e-acc7-400f2c1fb015" providerId="ADAL" clId="{52DFDDAC-A9E7-4E6C-B584-1B50F5A0025D}" dt="2024-04-04T18:18:13.853" v="19" actId="26606"/>
      <pc:docMkLst>
        <pc:docMk/>
      </pc:docMkLst>
      <pc:sldChg chg="add del">
        <pc:chgData name="Taylor, Isiah" userId="8d5a19b8-66c6-4f1e-acc7-400f2c1fb015" providerId="ADAL" clId="{52DFDDAC-A9E7-4E6C-B584-1B50F5A0025D}" dt="2024-04-04T18:17:49.725" v="13"/>
        <pc:sldMkLst>
          <pc:docMk/>
          <pc:sldMk cId="1717320421" sldId="258"/>
        </pc:sldMkLst>
      </pc:sldChg>
      <pc:sldChg chg="add del">
        <pc:chgData name="Taylor, Isiah" userId="8d5a19b8-66c6-4f1e-acc7-400f2c1fb015" providerId="ADAL" clId="{52DFDDAC-A9E7-4E6C-B584-1B50F5A0025D}" dt="2024-04-04T18:17:49.725" v="13"/>
        <pc:sldMkLst>
          <pc:docMk/>
          <pc:sldMk cId="323839100" sldId="259"/>
        </pc:sldMkLst>
      </pc:sldChg>
      <pc:sldChg chg="addSp delSp modSp add del mod setBg delDesignElem">
        <pc:chgData name="Taylor, Isiah" userId="8d5a19b8-66c6-4f1e-acc7-400f2c1fb015" providerId="ADAL" clId="{52DFDDAC-A9E7-4E6C-B584-1B50F5A0025D}" dt="2024-04-04T18:18:13.853" v="19" actId="26606"/>
        <pc:sldMkLst>
          <pc:docMk/>
          <pc:sldMk cId="2280009242" sldId="260"/>
        </pc:sldMkLst>
        <pc:spChg chg="add del">
          <ac:chgData name="Taylor, Isiah" userId="8d5a19b8-66c6-4f1e-acc7-400f2c1fb015" providerId="ADAL" clId="{52DFDDAC-A9E7-4E6C-B584-1B50F5A0025D}" dt="2024-04-04T18:17:50.283" v="14" actId="478"/>
          <ac:spMkLst>
            <pc:docMk/>
            <pc:sldMk cId="2280009242" sldId="260"/>
            <ac:spMk id="2" creationId="{7395FFBF-8D7E-A7D1-6E41-9F231A19FF80}"/>
          </ac:spMkLst>
        </pc:spChg>
        <pc:spChg chg="add del mod">
          <ac:chgData name="Taylor, Isiah" userId="8d5a19b8-66c6-4f1e-acc7-400f2c1fb015" providerId="ADAL" clId="{52DFDDAC-A9E7-4E6C-B584-1B50F5A0025D}" dt="2024-04-04T18:18:13.853" v="19" actId="26606"/>
          <ac:spMkLst>
            <pc:docMk/>
            <pc:sldMk cId="2280009242" sldId="260"/>
            <ac:spMk id="4" creationId="{0C7C5481-20BF-145F-8247-402F1B004AE9}"/>
          </ac:spMkLst>
        </pc:spChg>
        <pc:spChg chg="add del mod">
          <ac:chgData name="Taylor, Isiah" userId="8d5a19b8-66c6-4f1e-acc7-400f2c1fb015" providerId="ADAL" clId="{52DFDDAC-A9E7-4E6C-B584-1B50F5A0025D}" dt="2024-04-04T18:17:55.377" v="17" actId="478"/>
          <ac:spMkLst>
            <pc:docMk/>
            <pc:sldMk cId="2280009242" sldId="260"/>
            <ac:spMk id="6" creationId="{5AC7496F-B71A-439E-5F87-8B9EF5B14E2A}"/>
          </ac:spMkLst>
        </pc:spChg>
        <pc:spChg chg="add">
          <ac:chgData name="Taylor, Isiah" userId="8d5a19b8-66c6-4f1e-acc7-400f2c1fb015" providerId="ADAL" clId="{52DFDDAC-A9E7-4E6C-B584-1B50F5A0025D}" dt="2024-04-04T18:18:13.853" v="19" actId="26606"/>
          <ac:spMkLst>
            <pc:docMk/>
            <pc:sldMk cId="2280009242" sldId="260"/>
            <ac:spMk id="19" creationId="{1707FC24-6981-43D9-B525-C7832BA22463}"/>
          </ac:spMkLst>
        </pc:spChg>
        <pc:spChg chg="add del">
          <ac:chgData name="Taylor, Isiah" userId="8d5a19b8-66c6-4f1e-acc7-400f2c1fb015" providerId="ADAL" clId="{52DFDDAC-A9E7-4E6C-B584-1B50F5A0025D}" dt="2024-04-04T18:17:49.725" v="13"/>
          <ac:spMkLst>
            <pc:docMk/>
            <pc:sldMk cId="2280009242" sldId="260"/>
            <ac:spMk id="22" creationId="{1707FC24-6981-43D9-B525-C7832BA22463}"/>
          </ac:spMkLst>
        </pc:spChg>
        <pc:picChg chg="mod">
          <ac:chgData name="Taylor, Isiah" userId="8d5a19b8-66c6-4f1e-acc7-400f2c1fb015" providerId="ADAL" clId="{52DFDDAC-A9E7-4E6C-B584-1B50F5A0025D}" dt="2024-04-04T18:18:13.853" v="19" actId="26606"/>
          <ac:picMkLst>
            <pc:docMk/>
            <pc:sldMk cId="2280009242" sldId="260"/>
            <ac:picMk id="5" creationId="{A01ACA3E-E0A2-417C-0F7E-C47AC6554E76}"/>
          </ac:picMkLst>
        </pc:picChg>
        <pc:picChg chg="mod">
          <ac:chgData name="Taylor, Isiah" userId="8d5a19b8-66c6-4f1e-acc7-400f2c1fb015" providerId="ADAL" clId="{52DFDDAC-A9E7-4E6C-B584-1B50F5A0025D}" dt="2024-04-04T18:18:13.853" v="19" actId="26606"/>
          <ac:picMkLst>
            <pc:docMk/>
            <pc:sldMk cId="2280009242" sldId="260"/>
            <ac:picMk id="7" creationId="{34FA04F3-1AF4-A5F8-8F16-B6F29755514F}"/>
          </ac:picMkLst>
        </pc:picChg>
        <pc:picChg chg="mod">
          <ac:chgData name="Taylor, Isiah" userId="8d5a19b8-66c6-4f1e-acc7-400f2c1fb015" providerId="ADAL" clId="{52DFDDAC-A9E7-4E6C-B584-1B50F5A0025D}" dt="2024-04-04T18:18:13.853" v="19" actId="26606"/>
          <ac:picMkLst>
            <pc:docMk/>
            <pc:sldMk cId="2280009242" sldId="260"/>
            <ac:picMk id="9" creationId="{F94559E7-F5B3-44BB-BC05-2B3385B6EE5F}"/>
          </ac:picMkLst>
        </pc:picChg>
        <pc:picChg chg="mod">
          <ac:chgData name="Taylor, Isiah" userId="8d5a19b8-66c6-4f1e-acc7-400f2c1fb015" providerId="ADAL" clId="{52DFDDAC-A9E7-4E6C-B584-1B50F5A0025D}" dt="2024-04-04T18:18:13.853" v="19" actId="26606"/>
          <ac:picMkLst>
            <pc:docMk/>
            <pc:sldMk cId="2280009242" sldId="260"/>
            <ac:picMk id="13" creationId="{41112B54-1DCE-8B65-16FD-43159C5C0BB3}"/>
          </ac:picMkLst>
        </pc:picChg>
        <pc:picChg chg="mod">
          <ac:chgData name="Taylor, Isiah" userId="8d5a19b8-66c6-4f1e-acc7-400f2c1fb015" providerId="ADAL" clId="{52DFDDAC-A9E7-4E6C-B584-1B50F5A0025D}" dt="2024-04-04T18:18:13.853" v="19" actId="26606"/>
          <ac:picMkLst>
            <pc:docMk/>
            <pc:sldMk cId="2280009242" sldId="260"/>
            <ac:picMk id="15" creationId="{2F384825-6FE6-0AE5-803E-814CFBA8C38C}"/>
          </ac:picMkLst>
        </pc:picChg>
        <pc:picChg chg="mod">
          <ac:chgData name="Taylor, Isiah" userId="8d5a19b8-66c6-4f1e-acc7-400f2c1fb015" providerId="ADAL" clId="{52DFDDAC-A9E7-4E6C-B584-1B50F5A0025D}" dt="2024-04-04T18:18:13.853" v="19" actId="26606"/>
          <ac:picMkLst>
            <pc:docMk/>
            <pc:sldMk cId="2280009242" sldId="260"/>
            <ac:picMk id="17" creationId="{4DDB254B-D614-B6EB-8AEA-A90737621D7C}"/>
          </ac:picMkLst>
        </pc:picChg>
      </pc:sldChg>
    </pc:docChg>
  </pc:docChgLst>
  <pc:docChgLst>
    <pc:chgData name="Ramaswamy, Arun Prakash" userId="96ed5b28-6df6-410d-bed4-0758bb9eae04" providerId="ADAL" clId="{64822C2E-E3BF-4870-B5B1-EF6A3CF67362}"/>
    <pc:docChg chg="undo custSel addSld delSld modSld modSection">
      <pc:chgData name="Ramaswamy, Arun Prakash" userId="96ed5b28-6df6-410d-bed4-0758bb9eae04" providerId="ADAL" clId="{64822C2E-E3BF-4870-B5B1-EF6A3CF67362}" dt="2024-05-03T05:53:08.320" v="189" actId="1076"/>
      <pc:docMkLst>
        <pc:docMk/>
      </pc:docMkLst>
      <pc:sldChg chg="addSp modSp mod">
        <pc:chgData name="Ramaswamy, Arun Prakash" userId="96ed5b28-6df6-410d-bed4-0758bb9eae04" providerId="ADAL" clId="{64822C2E-E3BF-4870-B5B1-EF6A3CF67362}" dt="2024-05-03T04:23:45.747" v="9" actId="108"/>
        <pc:sldMkLst>
          <pc:docMk/>
          <pc:sldMk cId="2353449930" sldId="258"/>
        </pc:sldMkLst>
        <pc:spChg chg="add mod">
          <ac:chgData name="Ramaswamy, Arun Prakash" userId="96ed5b28-6df6-410d-bed4-0758bb9eae04" providerId="ADAL" clId="{64822C2E-E3BF-4870-B5B1-EF6A3CF67362}" dt="2024-05-03T04:23:39.033" v="8" actId="108"/>
          <ac:spMkLst>
            <pc:docMk/>
            <pc:sldMk cId="2353449930" sldId="258"/>
            <ac:spMk id="3" creationId="{0A53D090-FEA7-D442-3AF3-37052A60AF3B}"/>
          </ac:spMkLst>
        </pc:spChg>
        <pc:spChg chg="add mod">
          <ac:chgData name="Ramaswamy, Arun Prakash" userId="96ed5b28-6df6-410d-bed4-0758bb9eae04" providerId="ADAL" clId="{64822C2E-E3BF-4870-B5B1-EF6A3CF67362}" dt="2024-05-03T04:23:45.747" v="9" actId="108"/>
          <ac:spMkLst>
            <pc:docMk/>
            <pc:sldMk cId="2353449930" sldId="258"/>
            <ac:spMk id="11" creationId="{CA087EF0-F552-719C-6C12-EFC311A070F4}"/>
          </ac:spMkLst>
        </pc:spChg>
        <pc:spChg chg="mod">
          <ac:chgData name="Ramaswamy, Arun Prakash" userId="96ed5b28-6df6-410d-bed4-0758bb9eae04" providerId="ADAL" clId="{64822C2E-E3BF-4870-B5B1-EF6A3CF67362}" dt="2024-05-03T04:23:21.684" v="7" actId="208"/>
          <ac:spMkLst>
            <pc:docMk/>
            <pc:sldMk cId="2353449930" sldId="258"/>
            <ac:spMk id="23" creationId="{EC89AB48-F8BD-0AF1-F545-F5C6299A538D}"/>
          </ac:spMkLst>
        </pc:spChg>
        <pc:spChg chg="mod">
          <ac:chgData name="Ramaswamy, Arun Prakash" userId="96ed5b28-6df6-410d-bed4-0758bb9eae04" providerId="ADAL" clId="{64822C2E-E3BF-4870-B5B1-EF6A3CF67362}" dt="2024-05-03T04:23:21.684" v="7" actId="208"/>
          <ac:spMkLst>
            <pc:docMk/>
            <pc:sldMk cId="2353449930" sldId="258"/>
            <ac:spMk id="24" creationId="{24229E93-8270-BDFE-1BDC-4EDA9F6CAC30}"/>
          </ac:spMkLst>
        </pc:spChg>
        <pc:cxnChg chg="add mod">
          <ac:chgData name="Ramaswamy, Arun Prakash" userId="96ed5b28-6df6-410d-bed4-0758bb9eae04" providerId="ADAL" clId="{64822C2E-E3BF-4870-B5B1-EF6A3CF67362}" dt="2024-05-03T04:22:19.838" v="4" actId="1076"/>
          <ac:cxnSpMkLst>
            <pc:docMk/>
            <pc:sldMk cId="2353449930" sldId="258"/>
            <ac:cxnSpMk id="12" creationId="{8E3371F3-E91B-D408-C240-97DDAC5E9830}"/>
          </ac:cxnSpMkLst>
        </pc:cxnChg>
      </pc:sldChg>
      <pc:sldChg chg="modSp mod">
        <pc:chgData name="Ramaswamy, Arun Prakash" userId="96ed5b28-6df6-410d-bed4-0758bb9eae04" providerId="ADAL" clId="{64822C2E-E3BF-4870-B5B1-EF6A3CF67362}" dt="2024-05-03T04:40:24.282" v="117"/>
        <pc:sldMkLst>
          <pc:docMk/>
          <pc:sldMk cId="2182811354" sldId="270"/>
        </pc:sldMkLst>
        <pc:spChg chg="mod">
          <ac:chgData name="Ramaswamy, Arun Prakash" userId="96ed5b28-6df6-410d-bed4-0758bb9eae04" providerId="ADAL" clId="{64822C2E-E3BF-4870-B5B1-EF6A3CF67362}" dt="2024-05-03T04:34:43.257" v="87"/>
          <ac:spMkLst>
            <pc:docMk/>
            <pc:sldMk cId="2182811354" sldId="270"/>
            <ac:spMk id="5" creationId="{A42A1EC3-5D15-C356-CE80-F7338F43638B}"/>
          </ac:spMkLst>
        </pc:spChg>
        <pc:spChg chg="mod">
          <ac:chgData name="Ramaswamy, Arun Prakash" userId="96ed5b28-6df6-410d-bed4-0758bb9eae04" providerId="ADAL" clId="{64822C2E-E3BF-4870-B5B1-EF6A3CF67362}" dt="2024-05-03T04:37:00.965" v="101"/>
          <ac:spMkLst>
            <pc:docMk/>
            <pc:sldMk cId="2182811354" sldId="270"/>
            <ac:spMk id="19" creationId="{E80EB229-B923-60D3-55E8-8CE9B8A78ED8}"/>
          </ac:spMkLst>
        </pc:spChg>
        <pc:spChg chg="mod">
          <ac:chgData name="Ramaswamy, Arun Prakash" userId="96ed5b28-6df6-410d-bed4-0758bb9eae04" providerId="ADAL" clId="{64822C2E-E3BF-4870-B5B1-EF6A3CF67362}" dt="2024-05-03T04:38:03.190" v="108"/>
          <ac:spMkLst>
            <pc:docMk/>
            <pc:sldMk cId="2182811354" sldId="270"/>
            <ac:spMk id="20" creationId="{DA24FB6B-68D5-D728-3A22-69F21128EE55}"/>
          </ac:spMkLst>
        </pc:spChg>
        <pc:spChg chg="mod">
          <ac:chgData name="Ramaswamy, Arun Prakash" userId="96ed5b28-6df6-410d-bed4-0758bb9eae04" providerId="ADAL" clId="{64822C2E-E3BF-4870-B5B1-EF6A3CF67362}" dt="2024-05-03T04:39:12.689" v="113"/>
          <ac:spMkLst>
            <pc:docMk/>
            <pc:sldMk cId="2182811354" sldId="270"/>
            <ac:spMk id="21" creationId="{FC3182D9-D3AF-C337-2139-BAED788C6B61}"/>
          </ac:spMkLst>
        </pc:spChg>
        <pc:spChg chg="mod">
          <ac:chgData name="Ramaswamy, Arun Prakash" userId="96ed5b28-6df6-410d-bed4-0758bb9eae04" providerId="ADAL" clId="{64822C2E-E3BF-4870-B5B1-EF6A3CF67362}" dt="2024-05-03T04:39:36.999" v="114"/>
          <ac:spMkLst>
            <pc:docMk/>
            <pc:sldMk cId="2182811354" sldId="270"/>
            <ac:spMk id="22" creationId="{7F9BF2CD-49DC-2D92-0BFB-0E9982B822FC}"/>
          </ac:spMkLst>
        </pc:spChg>
        <pc:spChg chg="mod">
          <ac:chgData name="Ramaswamy, Arun Prakash" userId="96ed5b28-6df6-410d-bed4-0758bb9eae04" providerId="ADAL" clId="{64822C2E-E3BF-4870-B5B1-EF6A3CF67362}" dt="2024-05-03T04:40:24.282" v="117"/>
          <ac:spMkLst>
            <pc:docMk/>
            <pc:sldMk cId="2182811354" sldId="270"/>
            <ac:spMk id="23" creationId="{4B22B9A2-0226-8383-EC42-42CD2ECFF2F5}"/>
          </ac:spMkLst>
        </pc:spChg>
        <pc:spChg chg="mod">
          <ac:chgData name="Ramaswamy, Arun Prakash" userId="96ed5b28-6df6-410d-bed4-0758bb9eae04" providerId="ADAL" clId="{64822C2E-E3BF-4870-B5B1-EF6A3CF67362}" dt="2024-05-03T04:30:47.935" v="61" actId="1038"/>
          <ac:spMkLst>
            <pc:docMk/>
            <pc:sldMk cId="2182811354" sldId="270"/>
            <ac:spMk id="39" creationId="{D1EB786B-734D-1F87-37D3-CAD067BB2DA4}"/>
          </ac:spMkLst>
        </pc:spChg>
      </pc:sldChg>
      <pc:sldChg chg="modSp mod">
        <pc:chgData name="Ramaswamy, Arun Prakash" userId="96ed5b28-6df6-410d-bed4-0758bb9eae04" providerId="ADAL" clId="{64822C2E-E3BF-4870-B5B1-EF6A3CF67362}" dt="2024-05-03T04:44:28.940" v="166"/>
        <pc:sldMkLst>
          <pc:docMk/>
          <pc:sldMk cId="3056639210" sldId="274"/>
        </pc:sldMkLst>
        <pc:spChg chg="mod">
          <ac:chgData name="Ramaswamy, Arun Prakash" userId="96ed5b28-6df6-410d-bed4-0758bb9eae04" providerId="ADAL" clId="{64822C2E-E3BF-4870-B5B1-EF6A3CF67362}" dt="2024-05-03T04:41:41.890" v="125"/>
          <ac:spMkLst>
            <pc:docMk/>
            <pc:sldMk cId="3056639210" sldId="274"/>
            <ac:spMk id="3" creationId="{CCBEC080-C7BB-5B15-E83E-4AE7C711EF39}"/>
          </ac:spMkLst>
        </pc:spChg>
        <pc:spChg chg="mod">
          <ac:chgData name="Ramaswamy, Arun Prakash" userId="96ed5b28-6df6-410d-bed4-0758bb9eae04" providerId="ADAL" clId="{64822C2E-E3BF-4870-B5B1-EF6A3CF67362}" dt="2024-05-03T04:31:05.524" v="63" actId="121"/>
          <ac:spMkLst>
            <pc:docMk/>
            <pc:sldMk cId="3056639210" sldId="274"/>
            <ac:spMk id="5" creationId="{CFA2A585-24EC-90EB-FD99-D88616295354}"/>
          </ac:spMkLst>
        </pc:spChg>
        <pc:spChg chg="mod">
          <ac:chgData name="Ramaswamy, Arun Prakash" userId="96ed5b28-6df6-410d-bed4-0758bb9eae04" providerId="ADAL" clId="{64822C2E-E3BF-4870-B5B1-EF6A3CF67362}" dt="2024-05-03T04:44:28.940" v="166"/>
          <ac:spMkLst>
            <pc:docMk/>
            <pc:sldMk cId="3056639210" sldId="274"/>
            <ac:spMk id="12" creationId="{15C27BFF-1C22-EB7E-3808-37E9C72699C4}"/>
          </ac:spMkLst>
        </pc:spChg>
        <pc:spChg chg="mod">
          <ac:chgData name="Ramaswamy, Arun Prakash" userId="96ed5b28-6df6-410d-bed4-0758bb9eae04" providerId="ADAL" clId="{64822C2E-E3BF-4870-B5B1-EF6A3CF67362}" dt="2024-05-03T04:43:13.394" v="147"/>
          <ac:spMkLst>
            <pc:docMk/>
            <pc:sldMk cId="3056639210" sldId="274"/>
            <ac:spMk id="21" creationId="{9C7B691B-F903-D27E-76E3-C3501980326B}"/>
          </ac:spMkLst>
        </pc:spChg>
      </pc:sldChg>
      <pc:sldChg chg="modSp mod">
        <pc:chgData name="Ramaswamy, Arun Prakash" userId="96ed5b28-6df6-410d-bed4-0758bb9eae04" providerId="ADAL" clId="{64822C2E-E3BF-4870-B5B1-EF6A3CF67362}" dt="2024-05-03T05:51:54.350" v="187" actId="1035"/>
        <pc:sldMkLst>
          <pc:docMk/>
          <pc:sldMk cId="2852009832" sldId="282"/>
        </pc:sldMkLst>
        <pc:picChg chg="mod">
          <ac:chgData name="Ramaswamy, Arun Prakash" userId="96ed5b28-6df6-410d-bed4-0758bb9eae04" providerId="ADAL" clId="{64822C2E-E3BF-4870-B5B1-EF6A3CF67362}" dt="2024-05-03T05:51:54.350" v="187" actId="1035"/>
          <ac:picMkLst>
            <pc:docMk/>
            <pc:sldMk cId="2852009832" sldId="282"/>
            <ac:picMk id="14" creationId="{E3EC03AA-723E-CBD4-07F4-7A3DC77CFD35}"/>
          </ac:picMkLst>
        </pc:picChg>
      </pc:sldChg>
      <pc:sldChg chg="modSp mod">
        <pc:chgData name="Ramaswamy, Arun Prakash" userId="96ed5b28-6df6-410d-bed4-0758bb9eae04" providerId="ADAL" clId="{64822C2E-E3BF-4870-B5B1-EF6A3CF67362}" dt="2024-05-03T05:52:49.542" v="188" actId="1076"/>
        <pc:sldMkLst>
          <pc:docMk/>
          <pc:sldMk cId="3494631361" sldId="283"/>
        </pc:sldMkLst>
        <pc:picChg chg="mod">
          <ac:chgData name="Ramaswamy, Arun Prakash" userId="96ed5b28-6df6-410d-bed4-0758bb9eae04" providerId="ADAL" clId="{64822C2E-E3BF-4870-B5B1-EF6A3CF67362}" dt="2024-05-03T05:52:49.542" v="188" actId="1076"/>
          <ac:picMkLst>
            <pc:docMk/>
            <pc:sldMk cId="3494631361" sldId="283"/>
            <ac:picMk id="8" creationId="{B3EFD22D-1C6C-4AF9-ED53-44C704167A05}"/>
          </ac:picMkLst>
        </pc:picChg>
      </pc:sldChg>
      <pc:sldChg chg="modSp mod">
        <pc:chgData name="Ramaswamy, Arun Prakash" userId="96ed5b28-6df6-410d-bed4-0758bb9eae04" providerId="ADAL" clId="{64822C2E-E3BF-4870-B5B1-EF6A3CF67362}" dt="2024-05-03T05:53:08.320" v="189" actId="1076"/>
        <pc:sldMkLst>
          <pc:docMk/>
          <pc:sldMk cId="2943999785" sldId="2134804875"/>
        </pc:sldMkLst>
        <pc:picChg chg="mod">
          <ac:chgData name="Ramaswamy, Arun Prakash" userId="96ed5b28-6df6-410d-bed4-0758bb9eae04" providerId="ADAL" clId="{64822C2E-E3BF-4870-B5B1-EF6A3CF67362}" dt="2024-05-03T05:53:08.320" v="189" actId="1076"/>
          <ac:picMkLst>
            <pc:docMk/>
            <pc:sldMk cId="2943999785" sldId="2134804875"/>
            <ac:picMk id="7" creationId="{251790E5-AD39-E095-E62E-F41C074F5AA5}"/>
          </ac:picMkLst>
        </pc:picChg>
      </pc:sldChg>
      <pc:sldChg chg="modSp add mod">
        <pc:chgData name="Ramaswamy, Arun Prakash" userId="96ed5b28-6df6-410d-bed4-0758bb9eae04" providerId="ADAL" clId="{64822C2E-E3BF-4870-B5B1-EF6A3CF67362}" dt="2024-05-03T05:02:41.844" v="173" actId="3626"/>
        <pc:sldMkLst>
          <pc:docMk/>
          <pc:sldMk cId="225855429" sldId="2134804876"/>
        </pc:sldMkLst>
        <pc:spChg chg="mod">
          <ac:chgData name="Ramaswamy, Arun Prakash" userId="96ed5b28-6df6-410d-bed4-0758bb9eae04" providerId="ADAL" clId="{64822C2E-E3BF-4870-B5B1-EF6A3CF67362}" dt="2024-05-03T05:02:41.844" v="173" actId="3626"/>
          <ac:spMkLst>
            <pc:docMk/>
            <pc:sldMk cId="225855429" sldId="2134804876"/>
            <ac:spMk id="5" creationId="{A42A1EC3-5D15-C356-CE80-F7338F43638B}"/>
          </ac:spMkLst>
        </pc:spChg>
      </pc:sldChg>
      <pc:sldChg chg="addSp delSp modSp add del mo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1440001754" sldId="2134804876"/>
        </pc:sldMkLst>
        <pc:spChg chg="add mod">
          <ac:chgData name="Ramaswamy, Arun Prakash" userId="96ed5b28-6df6-410d-bed4-0758bb9eae04" providerId="ADAL" clId="{64822C2E-E3BF-4870-B5B1-EF6A3CF67362}" dt="2024-05-03T04:35:00.798" v="92" actId="404"/>
          <ac:spMkLst>
            <pc:docMk/>
            <pc:sldMk cId="1440001754" sldId="2134804876"/>
            <ac:spMk id="12" creationId="{FDBA7AF9-D2A4-9849-2A13-BD1B69FAC107}"/>
          </ac:spMkLst>
        </pc:spChg>
        <pc:spChg chg="add del mod">
          <ac:chgData name="Ramaswamy, Arun Prakash" userId="96ed5b28-6df6-410d-bed4-0758bb9eae04" providerId="ADAL" clId="{64822C2E-E3BF-4870-B5B1-EF6A3CF67362}" dt="2024-05-03T04:36:11.272" v="100" actId="478"/>
          <ac:spMkLst>
            <pc:docMk/>
            <pc:sldMk cId="1440001754" sldId="2134804876"/>
            <ac:spMk id="24" creationId="{9FADC507-319F-560E-D798-13F2A413F6EC}"/>
          </ac:spMkLst>
        </pc:spChg>
      </pc:sldChg>
      <pc:sldChg chg="add">
        <pc:chgData name="Ramaswamy, Arun Prakash" userId="96ed5b28-6df6-410d-bed4-0758bb9eae04" providerId="ADAL" clId="{64822C2E-E3BF-4870-B5B1-EF6A3CF67362}" dt="2024-05-03T04:44:47.220" v="168"/>
        <pc:sldMkLst>
          <pc:docMk/>
          <pc:sldMk cId="2150667368" sldId="2134804877"/>
        </pc:sldMkLst>
      </pc:sldChg>
      <pc:sldChg chg="addSp modSp add del mod replI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3153351380" sldId="2134804877"/>
        </pc:sldMkLst>
        <pc:spChg chg="add mod">
          <ac:chgData name="Ramaswamy, Arun Prakash" userId="96ed5b28-6df6-410d-bed4-0758bb9eae04" providerId="ADAL" clId="{64822C2E-E3BF-4870-B5B1-EF6A3CF67362}" dt="2024-05-03T04:33:30.470" v="80"/>
          <ac:spMkLst>
            <pc:docMk/>
            <pc:sldMk cId="3153351380" sldId="2134804877"/>
            <ac:spMk id="30" creationId="{FB1C5190-0D49-19BE-3B41-0F4B7E845CF9}"/>
          </ac:spMkLst>
        </pc:spChg>
        <pc:spChg chg="add mod">
          <ac:chgData name="Ramaswamy, Arun Prakash" userId="96ed5b28-6df6-410d-bed4-0758bb9eae04" providerId="ADAL" clId="{64822C2E-E3BF-4870-B5B1-EF6A3CF67362}" dt="2024-05-03T04:42:00.496" v="131" actId="404"/>
          <ac:spMkLst>
            <pc:docMk/>
            <pc:sldMk cId="3153351380" sldId="2134804877"/>
            <ac:spMk id="31" creationId="{217591B5-F71A-DA7A-297F-140AED439A51}"/>
          </ac:spMkLst>
        </pc:spChg>
      </pc:sldChg>
      <pc:sldChg chg="add">
        <pc:chgData name="Ramaswamy, Arun Prakash" userId="96ed5b28-6df6-410d-bed4-0758bb9eae04" providerId="ADAL" clId="{64822C2E-E3BF-4870-B5B1-EF6A3CF67362}" dt="2024-05-03T04:44:47.220" v="168"/>
        <pc:sldMkLst>
          <pc:docMk/>
          <pc:sldMk cId="965322090" sldId="2134804878"/>
        </pc:sldMkLst>
      </pc:sldChg>
      <pc:sldChg chg="modSp add del mo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2632063282" sldId="2134804878"/>
        </pc:sldMkLst>
        <pc:spChg chg="mod">
          <ac:chgData name="Ramaswamy, Arun Prakash" userId="96ed5b28-6df6-410d-bed4-0758bb9eae04" providerId="ADAL" clId="{64822C2E-E3BF-4870-B5B1-EF6A3CF67362}" dt="2024-05-03T04:37:22.873" v="107" actId="255"/>
          <ac:spMkLst>
            <pc:docMk/>
            <pc:sldMk cId="2632063282" sldId="2134804878"/>
            <ac:spMk id="12" creationId="{FDBA7AF9-D2A4-9849-2A13-BD1B69FAC107}"/>
          </ac:spMkLst>
        </pc:spChg>
      </pc:sldChg>
      <pc:sldChg chg="add">
        <pc:chgData name="Ramaswamy, Arun Prakash" userId="96ed5b28-6df6-410d-bed4-0758bb9eae04" providerId="ADAL" clId="{64822C2E-E3BF-4870-B5B1-EF6A3CF67362}" dt="2024-05-03T04:44:47.220" v="168"/>
        <pc:sldMkLst>
          <pc:docMk/>
          <pc:sldMk cId="2409287842" sldId="2134804879"/>
        </pc:sldMkLst>
      </pc:sldChg>
      <pc:sldChg chg="modSp add del mo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3191453557" sldId="2134804879"/>
        </pc:sldMkLst>
        <pc:spChg chg="mod">
          <ac:chgData name="Ramaswamy, Arun Prakash" userId="96ed5b28-6df6-410d-bed4-0758bb9eae04" providerId="ADAL" clId="{64822C2E-E3BF-4870-B5B1-EF6A3CF67362}" dt="2024-05-03T04:38:17.572" v="110" actId="255"/>
          <ac:spMkLst>
            <pc:docMk/>
            <pc:sldMk cId="3191453557" sldId="2134804879"/>
            <ac:spMk id="12" creationId="{FDBA7AF9-D2A4-9849-2A13-BD1B69FAC107}"/>
          </ac:spMkLst>
        </pc:spChg>
      </pc:sldChg>
      <pc:sldChg chg="add">
        <pc:chgData name="Ramaswamy, Arun Prakash" userId="96ed5b28-6df6-410d-bed4-0758bb9eae04" providerId="ADAL" clId="{64822C2E-E3BF-4870-B5B1-EF6A3CF67362}" dt="2024-05-03T04:44:47.220" v="168"/>
        <pc:sldMkLst>
          <pc:docMk/>
          <pc:sldMk cId="2117179995" sldId="2134804880"/>
        </pc:sldMkLst>
      </pc:sldChg>
      <pc:sldChg chg="modSp add del mo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2303366529" sldId="2134804880"/>
        </pc:sldMkLst>
        <pc:spChg chg="mod">
          <ac:chgData name="Ramaswamy, Arun Prakash" userId="96ed5b28-6df6-410d-bed4-0758bb9eae04" providerId="ADAL" clId="{64822C2E-E3BF-4870-B5B1-EF6A3CF67362}" dt="2024-05-03T04:38:58.464" v="112" actId="255"/>
          <ac:spMkLst>
            <pc:docMk/>
            <pc:sldMk cId="2303366529" sldId="2134804880"/>
            <ac:spMk id="12" creationId="{FDBA7AF9-D2A4-9849-2A13-BD1B69FAC107}"/>
          </ac:spMkLst>
        </pc:spChg>
      </pc:sldChg>
      <pc:sldChg chg="add">
        <pc:chgData name="Ramaswamy, Arun Prakash" userId="96ed5b28-6df6-410d-bed4-0758bb9eae04" providerId="ADAL" clId="{64822C2E-E3BF-4870-B5B1-EF6A3CF67362}" dt="2024-05-03T04:44:47.220" v="168"/>
        <pc:sldMkLst>
          <pc:docMk/>
          <pc:sldMk cId="1268756230" sldId="2134804881"/>
        </pc:sldMkLst>
      </pc:sldChg>
      <pc:sldChg chg="modSp add del mo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3438361075" sldId="2134804881"/>
        </pc:sldMkLst>
        <pc:spChg chg="mod">
          <ac:chgData name="Ramaswamy, Arun Prakash" userId="96ed5b28-6df6-410d-bed4-0758bb9eae04" providerId="ADAL" clId="{64822C2E-E3BF-4870-B5B1-EF6A3CF67362}" dt="2024-05-03T04:39:53.247" v="116" actId="255"/>
          <ac:spMkLst>
            <pc:docMk/>
            <pc:sldMk cId="3438361075" sldId="2134804881"/>
            <ac:spMk id="12" creationId="{FDBA7AF9-D2A4-9849-2A13-BD1B69FAC107}"/>
          </ac:spMkLst>
        </pc:spChg>
      </pc:sldChg>
      <pc:sldChg chg="modSp add del mo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1504137403" sldId="2134804882"/>
        </pc:sldMkLst>
        <pc:spChg chg="mod">
          <ac:chgData name="Ramaswamy, Arun Prakash" userId="96ed5b28-6df6-410d-bed4-0758bb9eae04" providerId="ADAL" clId="{64822C2E-E3BF-4870-B5B1-EF6A3CF67362}" dt="2024-05-03T04:40:43.170" v="124" actId="404"/>
          <ac:spMkLst>
            <pc:docMk/>
            <pc:sldMk cId="1504137403" sldId="2134804882"/>
            <ac:spMk id="12" creationId="{FDBA7AF9-D2A4-9849-2A13-BD1B69FAC107}"/>
          </ac:spMkLst>
        </pc:spChg>
      </pc:sldChg>
      <pc:sldChg chg="add">
        <pc:chgData name="Ramaswamy, Arun Prakash" userId="96ed5b28-6df6-410d-bed4-0758bb9eae04" providerId="ADAL" clId="{64822C2E-E3BF-4870-B5B1-EF6A3CF67362}" dt="2024-05-03T04:44:47.220" v="168"/>
        <pc:sldMkLst>
          <pc:docMk/>
          <pc:sldMk cId="3814364214" sldId="2134804882"/>
        </pc:sldMkLst>
      </pc:sldChg>
      <pc:sldChg chg="modSp add del mo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457860039" sldId="2134804883"/>
        </pc:sldMkLst>
        <pc:spChg chg="mod">
          <ac:chgData name="Ramaswamy, Arun Prakash" userId="96ed5b28-6df6-410d-bed4-0758bb9eae04" providerId="ADAL" clId="{64822C2E-E3BF-4870-B5B1-EF6A3CF67362}" dt="2024-05-03T04:44:06.675" v="165" actId="33524"/>
          <ac:spMkLst>
            <pc:docMk/>
            <pc:sldMk cId="457860039" sldId="2134804883"/>
            <ac:spMk id="31" creationId="{217591B5-F71A-DA7A-297F-140AED439A51}"/>
          </ac:spMkLst>
        </pc:spChg>
      </pc:sldChg>
      <pc:sldChg chg="add">
        <pc:chgData name="Ramaswamy, Arun Prakash" userId="96ed5b28-6df6-410d-bed4-0758bb9eae04" providerId="ADAL" clId="{64822C2E-E3BF-4870-B5B1-EF6A3CF67362}" dt="2024-05-03T04:44:47.220" v="168"/>
        <pc:sldMkLst>
          <pc:docMk/>
          <pc:sldMk cId="1783175886" sldId="2134804883"/>
        </pc:sldMkLst>
      </pc:sldChg>
      <pc:sldChg chg="add">
        <pc:chgData name="Ramaswamy, Arun Prakash" userId="96ed5b28-6df6-410d-bed4-0758bb9eae04" providerId="ADAL" clId="{64822C2E-E3BF-4870-B5B1-EF6A3CF67362}" dt="2024-05-03T04:44:47.220" v="168"/>
        <pc:sldMkLst>
          <pc:docMk/>
          <pc:sldMk cId="32114165" sldId="2134804884"/>
        </pc:sldMkLst>
      </pc:sldChg>
      <pc:sldChg chg="modSp add del mod">
        <pc:chgData name="Ramaswamy, Arun Prakash" userId="96ed5b28-6df6-410d-bed4-0758bb9eae04" providerId="ADAL" clId="{64822C2E-E3BF-4870-B5B1-EF6A3CF67362}" dt="2024-05-03T04:44:42.920" v="167" actId="2696"/>
        <pc:sldMkLst>
          <pc:docMk/>
          <pc:sldMk cId="961234055" sldId="2134804884"/>
        </pc:sldMkLst>
        <pc:spChg chg="mod">
          <ac:chgData name="Ramaswamy, Arun Prakash" userId="96ed5b28-6df6-410d-bed4-0758bb9eae04" providerId="ADAL" clId="{64822C2E-E3BF-4870-B5B1-EF6A3CF67362}" dt="2024-05-03T04:42:57.444" v="146" actId="20577"/>
          <ac:spMkLst>
            <pc:docMk/>
            <pc:sldMk cId="961234055" sldId="2134804884"/>
            <ac:spMk id="31" creationId="{217591B5-F71A-DA7A-297F-140AED439A51}"/>
          </ac:spMkLst>
        </pc:spChg>
      </pc:sldChg>
      <pc:sldChg chg="modSp del mod">
        <pc:chgData name="Ramaswamy, Arun Prakash" userId="96ed5b28-6df6-410d-bed4-0758bb9eae04" providerId="ADAL" clId="{64822C2E-E3BF-4870-B5B1-EF6A3CF67362}" dt="2024-05-03T05:03:28.027" v="174" actId="47"/>
        <pc:sldMkLst>
          <pc:docMk/>
          <pc:sldMk cId="1905430769" sldId="2134804885"/>
        </pc:sldMkLst>
        <pc:spChg chg="mod">
          <ac:chgData name="Ramaswamy, Arun Prakash" userId="96ed5b28-6df6-410d-bed4-0758bb9eae04" providerId="ADAL" clId="{64822C2E-E3BF-4870-B5B1-EF6A3CF67362}" dt="2024-05-03T04:55:47.944" v="172" actId="3626"/>
          <ac:spMkLst>
            <pc:docMk/>
            <pc:sldMk cId="1905430769" sldId="2134804885"/>
            <ac:spMk id="5" creationId="{A42A1EC3-5D15-C356-CE80-F7338F43638B}"/>
          </ac:spMkLst>
        </pc:spChg>
        <pc:spChg chg="mod">
          <ac:chgData name="Ramaswamy, Arun Prakash" userId="96ed5b28-6df6-410d-bed4-0758bb9eae04" providerId="ADAL" clId="{64822C2E-E3BF-4870-B5B1-EF6A3CF67362}" dt="2024-05-03T04:52:49.905" v="171" actId="20577"/>
          <ac:spMkLst>
            <pc:docMk/>
            <pc:sldMk cId="1905430769" sldId="2134804885"/>
            <ac:spMk id="39" creationId="{D1EB786B-734D-1F87-37D3-CAD067BB2DA4}"/>
          </ac:spMkLst>
        </pc:spChg>
      </pc:sldChg>
      <pc:sldChg chg="del">
        <pc:chgData name="Ramaswamy, Arun Prakash" userId="96ed5b28-6df6-410d-bed4-0758bb9eae04" providerId="ADAL" clId="{64822C2E-E3BF-4870-B5B1-EF6A3CF67362}" dt="2024-05-03T05:03:28.027" v="174" actId="47"/>
        <pc:sldMkLst>
          <pc:docMk/>
          <pc:sldMk cId="284304900" sldId="2134804886"/>
        </pc:sldMkLst>
      </pc:sldChg>
    </pc:docChg>
  </pc:docChgLst>
  <pc:docChgLst>
    <pc:chgData name="Simba, Kathleen" userId="S::kathleen.simba@usbank.com::8b3243e7-c22d-400d-bd9f-5dfc752b4ef4" providerId="AD" clId="Web-{AE1B3CC2-31D6-4A66-B818-EC77C5C4C7C1}"/>
    <pc:docChg chg="delSld">
      <pc:chgData name="Simba, Kathleen" userId="S::kathleen.simba@usbank.com::8b3243e7-c22d-400d-bd9f-5dfc752b4ef4" providerId="AD" clId="Web-{AE1B3CC2-31D6-4A66-B818-EC77C5C4C7C1}" dt="2024-04-05T15:18:10.851" v="0"/>
      <pc:docMkLst>
        <pc:docMk/>
      </pc:docMkLst>
      <pc:sldChg chg="del">
        <pc:chgData name="Simba, Kathleen" userId="S::kathleen.simba@usbank.com::8b3243e7-c22d-400d-bd9f-5dfc752b4ef4" providerId="AD" clId="Web-{AE1B3CC2-31D6-4A66-B818-EC77C5C4C7C1}" dt="2024-04-05T15:18:10.851" v="0"/>
        <pc:sldMkLst>
          <pc:docMk/>
          <pc:sldMk cId="2868387651" sldId="256"/>
        </pc:sldMkLst>
      </pc:sldChg>
    </pc:docChg>
  </pc:docChgLst>
  <pc:docChgLst>
    <pc:chgData name="Simba, Kathleen" userId="S::kathleen.simba@usbank.com::8b3243e7-c22d-400d-bd9f-5dfc752b4ef4" providerId="AD" clId="Web-{3DD80C67-C1A7-46AC-BA17-2A575034DFC6}"/>
    <pc:docChg chg="modSld">
      <pc:chgData name="Simba, Kathleen" userId="S::kathleen.simba@usbank.com::8b3243e7-c22d-400d-bd9f-5dfc752b4ef4" providerId="AD" clId="Web-{3DD80C67-C1A7-46AC-BA17-2A575034DFC6}" dt="2024-04-17T14:39:44.706" v="242" actId="20577"/>
      <pc:docMkLst>
        <pc:docMk/>
      </pc:docMkLst>
      <pc:sldChg chg="addSp delSp modSp">
        <pc:chgData name="Simba, Kathleen" userId="S::kathleen.simba@usbank.com::8b3243e7-c22d-400d-bd9f-5dfc752b4ef4" providerId="AD" clId="Web-{3DD80C67-C1A7-46AC-BA17-2A575034DFC6}" dt="2024-04-17T14:39:44.706" v="242" actId="20577"/>
        <pc:sldMkLst>
          <pc:docMk/>
          <pc:sldMk cId="980298324" sldId="257"/>
        </pc:sldMkLst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2" creationId="{ABD84711-49FF-01FC-87E3-82F32B4446D3}"/>
          </ac:spMkLst>
        </pc:spChg>
        <pc:spChg chg="del mod">
          <ac:chgData name="Simba, Kathleen" userId="S::kathleen.simba@usbank.com::8b3243e7-c22d-400d-bd9f-5dfc752b4ef4" providerId="AD" clId="Web-{3DD80C67-C1A7-46AC-BA17-2A575034DFC6}" dt="2024-04-17T14:38:30.294" v="227"/>
          <ac:spMkLst>
            <pc:docMk/>
            <pc:sldMk cId="980298324" sldId="257"/>
            <ac:spMk id="3" creationId="{280F6828-BB43-9BD7-9B18-9301B73314A9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5" creationId="{B08728DF-FD44-2828-F3B9-3834CF7AB38A}"/>
          </ac:spMkLst>
        </pc:spChg>
        <pc:spChg chg="del mod">
          <ac:chgData name="Simba, Kathleen" userId="S::kathleen.simba@usbank.com::8b3243e7-c22d-400d-bd9f-5dfc752b4ef4" providerId="AD" clId="Web-{3DD80C67-C1A7-46AC-BA17-2A575034DFC6}" dt="2024-04-17T14:38:30.294" v="226"/>
          <ac:spMkLst>
            <pc:docMk/>
            <pc:sldMk cId="980298324" sldId="257"/>
            <ac:spMk id="6" creationId="{24E0A2FC-0351-2CC1-320C-3FA36CFBC83C}"/>
          </ac:spMkLst>
        </pc:spChg>
        <pc:spChg chg="del mod">
          <ac:chgData name="Simba, Kathleen" userId="S::kathleen.simba@usbank.com::8b3243e7-c22d-400d-bd9f-5dfc752b4ef4" providerId="AD" clId="Web-{3DD80C67-C1A7-46AC-BA17-2A575034DFC6}" dt="2024-04-17T14:38:30.294" v="225"/>
          <ac:spMkLst>
            <pc:docMk/>
            <pc:sldMk cId="980298324" sldId="257"/>
            <ac:spMk id="7" creationId="{5E641D7E-B8EB-9639-28A6-CA6A578DB884}"/>
          </ac:spMkLst>
        </pc:spChg>
        <pc:spChg chg="del mod">
          <ac:chgData name="Simba, Kathleen" userId="S::kathleen.simba@usbank.com::8b3243e7-c22d-400d-bd9f-5dfc752b4ef4" providerId="AD" clId="Web-{3DD80C67-C1A7-46AC-BA17-2A575034DFC6}" dt="2024-04-17T14:38:30.294" v="224"/>
          <ac:spMkLst>
            <pc:docMk/>
            <pc:sldMk cId="980298324" sldId="257"/>
            <ac:spMk id="8" creationId="{5E0702D8-858A-810E-D02D-F60F6D869CA4}"/>
          </ac:spMkLst>
        </pc:spChg>
        <pc:spChg chg="add mod">
          <ac:chgData name="Simba, Kathleen" userId="S::kathleen.simba@usbank.com::8b3243e7-c22d-400d-bd9f-5dfc752b4ef4" providerId="AD" clId="Web-{3DD80C67-C1A7-46AC-BA17-2A575034DFC6}" dt="2024-04-17T14:37:23.399" v="208" actId="20577"/>
          <ac:spMkLst>
            <pc:docMk/>
            <pc:sldMk cId="980298324" sldId="257"/>
            <ac:spMk id="9" creationId="{D96EA9BA-6D98-3C2E-C395-5F704B9095F0}"/>
          </ac:spMkLst>
        </pc:spChg>
        <pc:spChg chg="add mod">
          <ac:chgData name="Simba, Kathleen" userId="S::kathleen.simba@usbank.com::8b3243e7-c22d-400d-bd9f-5dfc752b4ef4" providerId="AD" clId="Web-{3DD80C67-C1A7-46AC-BA17-2A575034DFC6}" dt="2024-04-17T14:38:58.046" v="238" actId="20577"/>
          <ac:spMkLst>
            <pc:docMk/>
            <pc:sldMk cId="980298324" sldId="257"/>
            <ac:spMk id="10" creationId="{082A83BC-3546-BD51-0EA1-9084B32A22F5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6:43.989" v="189"/>
          <ac:spMkLst>
            <pc:docMk/>
            <pc:sldMk cId="980298324" sldId="257"/>
            <ac:spMk id="12" creationId="{355C391F-6327-5542-45FF-134307AC59D0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6:43.989" v="189"/>
          <ac:spMkLst>
            <pc:docMk/>
            <pc:sldMk cId="980298324" sldId="257"/>
            <ac:spMk id="13" creationId="{215A7165-FD72-7944-C522-58A7D8BEC125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6:39.770" v="188" actId="14100"/>
          <ac:spMkLst>
            <pc:docMk/>
            <pc:sldMk cId="980298324" sldId="257"/>
            <ac:spMk id="14" creationId="{08383D72-B1FF-282A-BA5B-94E9D16368AA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8:53.218" v="235" actId="20577"/>
          <ac:spMkLst>
            <pc:docMk/>
            <pc:sldMk cId="980298324" sldId="257"/>
            <ac:spMk id="16" creationId="{BDD1EDE5-A6A4-39DF-BF6D-758D406DC7D2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9:44.706" v="242" actId="20577"/>
          <ac:spMkLst>
            <pc:docMk/>
            <pc:sldMk cId="980298324" sldId="257"/>
            <ac:spMk id="17" creationId="{CF128935-AAB0-BF8D-DDDF-80E99793B903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6:43.989" v="189"/>
          <ac:spMkLst>
            <pc:docMk/>
            <pc:sldMk cId="980298324" sldId="257"/>
            <ac:spMk id="78" creationId="{ED9EB70D-2EEB-2A8A-3B55-3F02E4EE7065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6:43.989" v="189"/>
          <ac:spMkLst>
            <pc:docMk/>
            <pc:sldMk cId="980298324" sldId="257"/>
            <ac:spMk id="79" creationId="{6A661F97-D155-D964-5515-61E7E87FA503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82" creationId="{5B8BD656-DF0D-B654-CF02-BC4C6414F751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83" creationId="{F35CD434-CA4B-78BF-7627-2814A059DC9F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84" creationId="{E99E7387-2ECD-1D76-7F6E-757442760546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7:25.024" v="210" actId="20577"/>
          <ac:spMkLst>
            <pc:docMk/>
            <pc:sldMk cId="980298324" sldId="257"/>
            <ac:spMk id="85" creationId="{02ADC4BE-C6C3-539A-9C8A-5361665D63ED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7:26.633" v="212" actId="20577"/>
          <ac:spMkLst>
            <pc:docMk/>
            <pc:sldMk cId="980298324" sldId="257"/>
            <ac:spMk id="86" creationId="{439EA921-DE54-7673-F9F0-F5BDEBC051F1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91" creationId="{FF7934FC-B034-DF89-BF86-8DD37BACFE34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92" creationId="{4A80A728-06FE-3309-36D1-6C2B9EB6AC1A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93" creationId="{BD4061FC-5E96-DE1B-0F4B-2C9081968A4A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103" creationId="{DA9692EC-0325-47C4-A03F-51F1244E1271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7:35.353" v="213"/>
          <ac:spMkLst>
            <pc:docMk/>
            <pc:sldMk cId="980298324" sldId="257"/>
            <ac:spMk id="104" creationId="{1B5F9D0C-C4B4-C617-836A-FADF71CD03F6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105" creationId="{359CA094-0362-9528-A6BA-ABA654A7BA62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106" creationId="{198BD416-1C72-6E12-4583-B8503582D554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7:35.353" v="213"/>
          <ac:spMkLst>
            <pc:docMk/>
            <pc:sldMk cId="980298324" sldId="257"/>
            <ac:spMk id="107" creationId="{967AB515-DFE5-C96A-1A6D-685338AA065C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8:09.261" v="219" actId="1076"/>
          <ac:spMkLst>
            <pc:docMk/>
            <pc:sldMk cId="980298324" sldId="257"/>
            <ac:spMk id="108" creationId="{B766498B-5907-A4AA-4E37-1A0008605FF6}"/>
          </ac:spMkLst>
        </pc:spChg>
        <pc:spChg chg="del mod">
          <ac:chgData name="Simba, Kathleen" userId="S::kathleen.simba@usbank.com::8b3243e7-c22d-400d-bd9f-5dfc752b4ef4" providerId="AD" clId="Web-{3DD80C67-C1A7-46AC-BA17-2A575034DFC6}" dt="2024-04-17T14:38:12.027" v="221"/>
          <ac:spMkLst>
            <pc:docMk/>
            <pc:sldMk cId="980298324" sldId="257"/>
            <ac:spMk id="109" creationId="{9FAC22DC-2D01-0BC6-F6C6-6F383E87C3A1}"/>
          </ac:spMkLst>
        </pc:spChg>
        <pc:spChg chg="del mod">
          <ac:chgData name="Simba, Kathleen" userId="S::kathleen.simba@usbank.com::8b3243e7-c22d-400d-bd9f-5dfc752b4ef4" providerId="AD" clId="Web-{3DD80C67-C1A7-46AC-BA17-2A575034DFC6}" dt="2024-04-17T14:38:30.294" v="230"/>
          <ac:spMkLst>
            <pc:docMk/>
            <pc:sldMk cId="980298324" sldId="257"/>
            <ac:spMk id="110" creationId="{FF6EF4E0-2F2B-4C92-3F4A-DE5B6F65A093}"/>
          </ac:spMkLst>
        </pc:spChg>
        <pc:spChg chg="del mod">
          <ac:chgData name="Simba, Kathleen" userId="S::kathleen.simba@usbank.com::8b3243e7-c22d-400d-bd9f-5dfc752b4ef4" providerId="AD" clId="Web-{3DD80C67-C1A7-46AC-BA17-2A575034DFC6}" dt="2024-04-17T14:38:30.294" v="229"/>
          <ac:spMkLst>
            <pc:docMk/>
            <pc:sldMk cId="980298324" sldId="257"/>
            <ac:spMk id="111" creationId="{C343BA2A-3BA5-C2DB-3DF0-81A196883D0C}"/>
          </ac:spMkLst>
        </pc:spChg>
        <pc:spChg chg="del mod">
          <ac:chgData name="Simba, Kathleen" userId="S::kathleen.simba@usbank.com::8b3243e7-c22d-400d-bd9f-5dfc752b4ef4" providerId="AD" clId="Web-{3DD80C67-C1A7-46AC-BA17-2A575034DFC6}" dt="2024-04-17T14:38:30.294" v="228"/>
          <ac:spMkLst>
            <pc:docMk/>
            <pc:sldMk cId="980298324" sldId="257"/>
            <ac:spMk id="112" creationId="{8548F9CA-D4D5-2E1A-4C3A-C5BC3FB7DCB7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6:51.943" v="190"/>
          <ac:spMkLst>
            <pc:docMk/>
            <pc:sldMk cId="980298324" sldId="257"/>
            <ac:spMk id="113" creationId="{7E15F4D0-137A-F663-6EEA-78565FA5A16B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6:51.943" v="190"/>
          <ac:spMkLst>
            <pc:docMk/>
            <pc:sldMk cId="980298324" sldId="257"/>
            <ac:spMk id="114" creationId="{7C615B58-A335-B8CA-51A7-B87DCC82BFD4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115" creationId="{FC4AF31E-E58E-B907-CDD9-24A3B389D648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5:43.078" v="180"/>
          <ac:spMkLst>
            <pc:docMk/>
            <pc:sldMk cId="980298324" sldId="257"/>
            <ac:spMk id="117" creationId="{6BE05FE4-6497-DF48-FF35-279479A351D2}"/>
          </ac:spMkLst>
        </pc:spChg>
        <pc:spChg chg="mod">
          <ac:chgData name="Simba, Kathleen" userId="S::kathleen.simba@usbank.com::8b3243e7-c22d-400d-bd9f-5dfc752b4ef4" providerId="AD" clId="Web-{3DD80C67-C1A7-46AC-BA17-2A575034DFC6}" dt="2024-04-17T14:37:24.117" v="209" actId="20577"/>
          <ac:spMkLst>
            <pc:docMk/>
            <pc:sldMk cId="980298324" sldId="257"/>
            <ac:spMk id="118" creationId="{856E0606-237D-0E1B-8798-01DCE1B4710F}"/>
          </ac:spMkLst>
        </pc:spChg>
        <pc:grpChg chg="add mod">
          <ac:chgData name="Simba, Kathleen" userId="S::kathleen.simba@usbank.com::8b3243e7-c22d-400d-bd9f-5dfc752b4ef4" providerId="AD" clId="Web-{3DD80C67-C1A7-46AC-BA17-2A575034DFC6}" dt="2024-04-17T14:38:26.091" v="223" actId="1076"/>
          <ac:grpSpMkLst>
            <pc:docMk/>
            <pc:sldMk cId="980298324" sldId="257"/>
            <ac:grpSpMk id="11" creationId="{D946D93B-DEB2-C00C-D496-1BFBF2C5D5D6}"/>
          </ac:grpSpMkLst>
        </pc:grpChg>
        <pc:grpChg chg="add mod">
          <ac:chgData name="Simba, Kathleen" userId="S::kathleen.simba@usbank.com::8b3243e7-c22d-400d-bd9f-5dfc752b4ef4" providerId="AD" clId="Web-{3DD80C67-C1A7-46AC-BA17-2A575034DFC6}" dt="2024-04-17T14:38:42.967" v="232" actId="1076"/>
          <ac:grpSpMkLst>
            <pc:docMk/>
            <pc:sldMk cId="980298324" sldId="257"/>
            <ac:grpSpMk id="15" creationId="{EC1E257E-34F0-281A-F7D5-609C938FCC98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20A11-84E6-4F3B-BE55-8BB7709E286E}" type="datetimeFigureOut">
              <a:rPr lang="en-US" smtClean="0"/>
              <a:t>5/9/24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EB0EC-A1C9-485E-8FE2-D47817CE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9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005EB-22FB-4FDC-8C6B-5A1CCF96C6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26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Future state is to make all these workflows and screens accessible from one Unified Servicing Portal. </a:t>
            </a:r>
          </a:p>
          <a:p>
            <a:r>
              <a:rPr lang="en-US">
                <a:cs typeface="Calibri"/>
              </a:rPr>
              <a:t>Our first focus is creating the shared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EB0EC-A1C9-485E-8FE2-D47817CE431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79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48DA-CB2F-49C9-B0EF-89940680E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6E227-8886-4F28-CE42-E61F134F0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2C9B9-9C82-658C-18A0-6F843E02D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BAA12-8C83-B8E8-0705-1E454817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4CDA3-EA8A-B3C9-85BF-238EFCC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07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57A4-27D4-7649-FC45-4606DCB5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DBCCD-5C42-3DE6-C2DD-7D2FA07C7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5C69-050A-F398-F14A-06283EE8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31DD4-A64F-0522-B440-B21C3B97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8D1DD-7559-06BC-DDA7-9878094A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73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87D7-4558-1703-DA50-39D7597E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002A8-380D-04F4-B588-680F1BF6E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904BE-D365-24C8-BE7D-F32ECB03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D9EC4-8149-B6A1-80FD-C6200BB0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38691-3F98-8913-886E-BDA647FB7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32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3C3-CFC7-8500-753F-6C97AF66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BD14-B5FA-A154-EE33-B38EDECFF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99442-E0E4-B48B-DAE4-17163087C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ED603-FC98-C707-9B1E-361783C3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A40D6-1A39-703C-E0E3-570481C5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2A0A6-215B-DEB9-4C82-A012F2EB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1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05F7-21DC-99B0-541F-E472BE58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27486-4D34-2852-1E8C-891931175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7AF47-3F3A-20B5-C2F0-A033625E5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55E153-91C3-8C7F-099E-19CA6A132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55772E-6189-CE96-1A14-B59E30985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416DD-1EB6-3538-F667-FB0B20DC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73C83-877A-F77F-EE55-7820957D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05D33-7235-6ABA-836E-2EA64EEB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45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D1F0-85D4-CB71-04E3-41749EA6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E2EE3-B82E-4C5A-39F5-F6E1781F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991CA-592A-1FA1-168C-C3C57742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2BB5F-A53F-532F-0281-63692BE8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39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0971D-09A4-CE0C-538F-20EC0568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2865C-3D70-DCAC-2309-F1069314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5943-BB1C-72E9-C91E-3116558B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57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3756-DDD9-8CE7-7A0C-3D5EB8A7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87101-7A1F-AC6B-7917-6028DFDB8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D1AEF-A53B-7EC9-DC9B-6FB3D5BBF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A304C-0463-B975-D25A-0B3E0B02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DE06-01E7-61D5-C578-942EBFFC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5A766-D164-C879-C384-4D027083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25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5838-2833-4A9E-14EE-C3A80725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3574C-87F0-E46C-1451-B4E8EDCD4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C1980-0056-7AD7-01C8-505C7D3D8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CAD71-B1CE-BE5E-E58F-43F37268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B8BCE-2E9B-8C43-4997-16D3F8C9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F8A9B-A544-89AE-EE11-B54D6BC9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3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F1CA-B077-6492-6CE0-565B0172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FAEB-AE80-E50D-ACD3-FBA875B5D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99576-1D32-BA23-C6C2-23C08720D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595CF-30E8-FA18-2961-9E741617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7CA4B-6943-56B8-99A0-41F7B175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78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BFAC3-27DC-8019-C4C4-71BAF66A1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A7F12-AE6C-B707-AD37-073B73B69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EB4D0-7577-F62B-3E9D-1548855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F5FBA-C2D4-6011-9A9E-2E5E3FE5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9C32F-1731-F82D-34EE-6E43135B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26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8C1836-A014-5856-D876-ED4A908A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154B9-A9EB-D144-E989-46682C6E9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6255A-E77D-4ADE-E0F7-5AC0EA6D1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9C089-E7B6-4439-A7C0-172D9CCAB435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DE343-8E9E-D24E-99F5-7D1DE6564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4BA36-F608-A824-A267-0128633CD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AD477-387A-4AF6-99ED-CCF1D552D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1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us.bank-dns.com/BPMWEBAPPS/onboarding/" TargetMode="External"/><Relationship Id="rId2" Type="http://schemas.openxmlformats.org/officeDocument/2006/relationships/hyperlink" Target="https://gitlab.us.bank-dns.com/axsult1/unified-servicing-portal/-/tree/main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19.emf"/><Relationship Id="rId7" Type="http://schemas.openxmlformats.org/officeDocument/2006/relationships/slide" Target="slide3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10" Type="http://schemas.openxmlformats.org/officeDocument/2006/relationships/slide" Target="slide35.xml"/><Relationship Id="rId4" Type="http://schemas.openxmlformats.org/officeDocument/2006/relationships/slide" Target="slide29.xml"/><Relationship Id="rId9" Type="http://schemas.openxmlformats.org/officeDocument/2006/relationships/slide" Target="slide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slide" Target="slide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1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image" Target="../media/image19.emf"/><Relationship Id="rId7" Type="http://schemas.openxmlformats.org/officeDocument/2006/relationships/slide" Target="slide31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11" Type="http://schemas.openxmlformats.org/officeDocument/2006/relationships/slide" Target="slide35.xml"/><Relationship Id="rId5" Type="http://schemas.openxmlformats.org/officeDocument/2006/relationships/slide" Target="slide29.xml"/><Relationship Id="rId10" Type="http://schemas.openxmlformats.org/officeDocument/2006/relationships/slide" Target="slide33.xml"/><Relationship Id="rId4" Type="http://schemas.openxmlformats.org/officeDocument/2006/relationships/image" Target="../media/image33.emf"/><Relationship Id="rId9" Type="http://schemas.openxmlformats.org/officeDocument/2006/relationships/slide" Target="slide3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19.emf"/><Relationship Id="rId7" Type="http://schemas.openxmlformats.org/officeDocument/2006/relationships/slide" Target="slide3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10" Type="http://schemas.openxmlformats.org/officeDocument/2006/relationships/slide" Target="slide35.xml"/><Relationship Id="rId4" Type="http://schemas.openxmlformats.org/officeDocument/2006/relationships/slide" Target="slide29.xml"/><Relationship Id="rId9" Type="http://schemas.openxmlformats.org/officeDocument/2006/relationships/slide" Target="slide3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19.emf"/><Relationship Id="rId7" Type="http://schemas.openxmlformats.org/officeDocument/2006/relationships/slide" Target="slide3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10" Type="http://schemas.openxmlformats.org/officeDocument/2006/relationships/slide" Target="slide35.xml"/><Relationship Id="rId4" Type="http://schemas.openxmlformats.org/officeDocument/2006/relationships/slide" Target="slide29.xml"/><Relationship Id="rId9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image" Target="../media/image19.emf"/><Relationship Id="rId7" Type="http://schemas.openxmlformats.org/officeDocument/2006/relationships/slide" Target="slide34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slide" Target="slide29.xml"/><Relationship Id="rId4" Type="http://schemas.openxmlformats.org/officeDocument/2006/relationships/image" Target="../media/image34.png"/><Relationship Id="rId9" Type="http://schemas.openxmlformats.org/officeDocument/2006/relationships/slide" Target="slide3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19.emf"/><Relationship Id="rId7" Type="http://schemas.openxmlformats.org/officeDocument/2006/relationships/slide" Target="slide3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10" Type="http://schemas.openxmlformats.org/officeDocument/2006/relationships/slide" Target="slide35.xml"/><Relationship Id="rId4" Type="http://schemas.openxmlformats.org/officeDocument/2006/relationships/slide" Target="slide29.xml"/><Relationship Id="rId9" Type="http://schemas.openxmlformats.org/officeDocument/2006/relationships/slide" Target="slide3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19.emf"/><Relationship Id="rId7" Type="http://schemas.openxmlformats.org/officeDocument/2006/relationships/slide" Target="slide3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10" Type="http://schemas.openxmlformats.org/officeDocument/2006/relationships/slide" Target="slide35.xml"/><Relationship Id="rId4" Type="http://schemas.openxmlformats.org/officeDocument/2006/relationships/slide" Target="slide29.xml"/><Relationship Id="rId9" Type="http://schemas.openxmlformats.org/officeDocument/2006/relationships/slide" Target="slide3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19.emf"/><Relationship Id="rId7" Type="http://schemas.openxmlformats.org/officeDocument/2006/relationships/slide" Target="slide3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11" Type="http://schemas.openxmlformats.org/officeDocument/2006/relationships/image" Target="../media/image34.png"/><Relationship Id="rId5" Type="http://schemas.openxmlformats.org/officeDocument/2006/relationships/slide" Target="slide30.xml"/><Relationship Id="rId10" Type="http://schemas.openxmlformats.org/officeDocument/2006/relationships/slide" Target="slide35.xml"/><Relationship Id="rId4" Type="http://schemas.openxmlformats.org/officeDocument/2006/relationships/slide" Target="slide29.xml"/><Relationship Id="rId9" Type="http://schemas.openxmlformats.org/officeDocument/2006/relationships/slide" Target="slide3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image" Target="../media/image210.png"/><Relationship Id="rId7" Type="http://schemas.openxmlformats.org/officeDocument/2006/relationships/slide" Target="slide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10.png"/><Relationship Id="rId7" Type="http://schemas.openxmlformats.org/officeDocument/2006/relationships/slide" Target="slide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10.png"/><Relationship Id="rId7" Type="http://schemas.openxmlformats.org/officeDocument/2006/relationships/slide" Target="slide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10.png"/><Relationship Id="rId7" Type="http://schemas.openxmlformats.org/officeDocument/2006/relationships/slide" Target="slide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10.png"/><Relationship Id="rId7" Type="http://schemas.openxmlformats.org/officeDocument/2006/relationships/slide" Target="slide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10.png"/><Relationship Id="rId7" Type="http://schemas.openxmlformats.org/officeDocument/2006/relationships/slide" Target="slide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3.png"/><Relationship Id="rId7" Type="http://schemas.openxmlformats.org/officeDocument/2006/relationships/slide" Target="slide1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3.png"/><Relationship Id="rId7" Type="http://schemas.openxmlformats.org/officeDocument/2006/relationships/slide" Target="slide1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3.png"/><Relationship Id="rId7" Type="http://schemas.openxmlformats.org/officeDocument/2006/relationships/slide" Target="slide1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6FB8-E3B8-5775-E8AE-63F283222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77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Unified Servicing Portal -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22D19-0A7B-676D-0CFC-5A2286FFFE7F}"/>
              </a:ext>
            </a:extLst>
          </p:cNvPr>
          <p:cNvSpPr txBox="1"/>
          <p:nvPr/>
        </p:nvSpPr>
        <p:spPr>
          <a:xfrm>
            <a:off x="974221" y="1290415"/>
            <a:ext cx="1061387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Unified Portal for Servicing Apps based upon headless BAW implementation where Front end is in REACT.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Follows Unified Onboarding Framework and consuming its common assets and adding on top of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Unified Servicing Portal (USP) uses Common Object that can contain all application process instance/event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USP is integrated fully with CCBLW and partially with CTAO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Future Vision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Build more common task screens and migrate servicing apps towards headless implementation.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Common Object can grow to be able to incorporate more data for next task screens.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Servicing apps can partially move to USP before they eventually completely move to USP.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USP can redirect between USP task screens and BAW task screens.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Right now, focusing on building common Dashboard for servicing apps.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Build Screen Editor which can build templates, task screens, UI components.</a:t>
            </a:r>
          </a:p>
        </p:txBody>
      </p:sp>
    </p:spTree>
    <p:extLst>
      <p:ext uri="{BB962C8B-B14F-4D97-AF65-F5344CB8AC3E}">
        <p14:creationId xmlns:p14="http://schemas.microsoft.com/office/powerpoint/2010/main" val="3423740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A038-46AA-4E92-9671-6E56FAEB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1" y="37613"/>
            <a:ext cx="10972800" cy="462749"/>
          </a:xfrm>
        </p:spPr>
        <p:txBody>
          <a:bodyPr>
            <a:normAutofit fontScale="90000"/>
          </a:bodyPr>
          <a:lstStyle/>
          <a:p>
            <a:r>
              <a:rPr lang="en-US"/>
              <a:t>UO - Technical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6AB63-7459-B345-3D2E-419366FC7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5" y="674209"/>
            <a:ext cx="11259765" cy="61837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AC418E-2163-E400-5B8F-B92BB6FFCA95}"/>
              </a:ext>
            </a:extLst>
          </p:cNvPr>
          <p:cNvSpPr/>
          <p:nvPr/>
        </p:nvSpPr>
        <p:spPr>
          <a:xfrm>
            <a:off x="5344508" y="789615"/>
            <a:ext cx="1166647" cy="298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UI Core Repo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16E73B-10FD-9A1F-3570-6A2523E9314F}"/>
              </a:ext>
            </a:extLst>
          </p:cNvPr>
          <p:cNvSpPr/>
          <p:nvPr/>
        </p:nvSpPr>
        <p:spPr>
          <a:xfrm>
            <a:off x="6577055" y="789615"/>
            <a:ext cx="1163812" cy="298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API Core Repo</a:t>
            </a:r>
          </a:p>
        </p:txBody>
      </p:sp>
    </p:spTree>
    <p:extLst>
      <p:ext uri="{BB962C8B-B14F-4D97-AF65-F5344CB8AC3E}">
        <p14:creationId xmlns:p14="http://schemas.microsoft.com/office/powerpoint/2010/main" val="1828555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C9F6899B-DEB3-9182-D4EA-04FC3166EB1B}"/>
              </a:ext>
            </a:extLst>
          </p:cNvPr>
          <p:cNvSpPr/>
          <p:nvPr/>
        </p:nvSpPr>
        <p:spPr>
          <a:xfrm>
            <a:off x="564981" y="655472"/>
            <a:ext cx="10820398" cy="6075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3E18EB-5195-CAAF-E3FF-39EFE8532B22}"/>
              </a:ext>
            </a:extLst>
          </p:cNvPr>
          <p:cNvCxnSpPr>
            <a:cxnSpLocks/>
          </p:cNvCxnSpPr>
          <p:nvPr/>
        </p:nvCxnSpPr>
        <p:spPr>
          <a:xfrm flipH="1">
            <a:off x="7869039" y="4409934"/>
            <a:ext cx="680146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D58791C-F97E-B395-6CD8-6F9BFBAE0147}"/>
              </a:ext>
            </a:extLst>
          </p:cNvPr>
          <p:cNvGrpSpPr/>
          <p:nvPr/>
        </p:nvGrpSpPr>
        <p:grpSpPr>
          <a:xfrm>
            <a:off x="4501549" y="1066176"/>
            <a:ext cx="2929180" cy="960895"/>
            <a:chOff x="2433234" y="1038386"/>
            <a:chExt cx="2929180" cy="9608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2FCB7E-16FD-2054-B89D-290132839F4A}"/>
                </a:ext>
              </a:extLst>
            </p:cNvPr>
            <p:cNvSpPr/>
            <p:nvPr/>
          </p:nvSpPr>
          <p:spPr>
            <a:xfrm>
              <a:off x="2433234" y="1038386"/>
              <a:ext cx="2929180" cy="635431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+mj-lt"/>
                </a:rPr>
                <a:t>unified-servicing-portal</a:t>
              </a:r>
            </a:p>
            <a:p>
              <a:pPr algn="ctr"/>
              <a:r>
                <a:rPr lang="en-US"/>
                <a:t>(React app)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89CC72-9231-3EA8-BF8E-BA970B97D66A}"/>
                </a:ext>
              </a:extLst>
            </p:cNvPr>
            <p:cNvSpPr/>
            <p:nvPr/>
          </p:nvSpPr>
          <p:spPr bwMode="ltGray">
            <a:xfrm>
              <a:off x="2433234" y="1673817"/>
              <a:ext cx="2929180" cy="32546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+mj-lt"/>
                </a:rPr>
                <a:t>unified-servicing-portal/</a:t>
              </a:r>
              <a:r>
                <a:rPr lang="en-US" sz="1200" err="1">
                  <a:solidFill>
                    <a:schemeClr val="tx1"/>
                  </a:solidFill>
                  <a:latin typeface="+mj-lt"/>
                </a:rPr>
                <a:t>src</a:t>
              </a:r>
              <a:endParaRPr lang="en-US" sz="120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3F3279F-62D4-9215-B396-571F9816F632}"/>
              </a:ext>
            </a:extLst>
          </p:cNvPr>
          <p:cNvGrpSpPr/>
          <p:nvPr/>
        </p:nvGrpSpPr>
        <p:grpSpPr>
          <a:xfrm>
            <a:off x="4501549" y="2484271"/>
            <a:ext cx="2929180" cy="960895"/>
            <a:chOff x="2433234" y="1038386"/>
            <a:chExt cx="2929180" cy="96089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62D20C-7CBF-B035-8A67-46322152BF95}"/>
                </a:ext>
              </a:extLst>
            </p:cNvPr>
            <p:cNvSpPr/>
            <p:nvPr/>
          </p:nvSpPr>
          <p:spPr>
            <a:xfrm>
              <a:off x="2433234" y="1038386"/>
              <a:ext cx="2929180" cy="635431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uo</a:t>
              </a:r>
              <a:r>
                <a:rPr lang="en-US"/>
                <a:t>-</a:t>
              </a:r>
              <a:r>
                <a:rPr lang="en-US" err="1"/>
                <a:t>usp</a:t>
              </a:r>
              <a:r>
                <a:rPr lang="en-US"/>
                <a:t>-exp-</a:t>
              </a:r>
              <a:r>
                <a:rPr lang="en-US" err="1"/>
                <a:t>api</a:t>
              </a:r>
              <a:endParaRPr lang="en-US"/>
            </a:p>
            <a:p>
              <a:pPr algn="ctr"/>
              <a:r>
                <a:rPr lang="en-US"/>
                <a:t>(Exp API)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0DFFFF-B76C-72B8-9F27-406EF866DF5B}"/>
                </a:ext>
              </a:extLst>
            </p:cNvPr>
            <p:cNvSpPr/>
            <p:nvPr/>
          </p:nvSpPr>
          <p:spPr bwMode="ltGray">
            <a:xfrm>
              <a:off x="2433234" y="1673817"/>
              <a:ext cx="2929180" cy="32546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+mj-lt"/>
                </a:rPr>
                <a:t>unified-servicing-portal/</a:t>
              </a:r>
              <a:r>
                <a:rPr lang="en-US" sz="1200" err="1">
                  <a:solidFill>
                    <a:schemeClr val="tx1"/>
                  </a:solidFill>
                  <a:latin typeface="+mj-lt"/>
                </a:rPr>
                <a:t>uo</a:t>
              </a:r>
              <a:r>
                <a:rPr lang="en-US" sz="1200">
                  <a:solidFill>
                    <a:schemeClr val="tx1"/>
                  </a:solidFill>
                  <a:latin typeface="+mj-lt"/>
                </a:rPr>
                <a:t>-microservices</a:t>
              </a:r>
            </a:p>
          </p:txBody>
        </p:sp>
      </p:grpSp>
      <p:sp>
        <p:nvSpPr>
          <p:cNvPr id="19" name="Cylinder 18">
            <a:extLst>
              <a:ext uri="{FF2B5EF4-FFF2-40B4-BE49-F238E27FC236}">
                <a16:creationId xmlns:a16="http://schemas.microsoft.com/office/drawing/2014/main" id="{7F4AAB71-D61C-1552-43AA-BC24096D1D3D}"/>
              </a:ext>
            </a:extLst>
          </p:cNvPr>
          <p:cNvSpPr/>
          <p:nvPr/>
        </p:nvSpPr>
        <p:spPr>
          <a:xfrm>
            <a:off x="1549123" y="5320461"/>
            <a:ext cx="1456841" cy="867905"/>
          </a:xfrm>
          <a:prstGeom prst="ca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/>
              <a:t>BPM Product Data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97EDDC-BA12-1A0B-ECB4-65488C12EF0B}"/>
              </a:ext>
            </a:extLst>
          </p:cNvPr>
          <p:cNvGrpSpPr/>
          <p:nvPr/>
        </p:nvGrpSpPr>
        <p:grpSpPr>
          <a:xfrm>
            <a:off x="4036601" y="3902366"/>
            <a:ext cx="3856496" cy="960895"/>
            <a:chOff x="2384153" y="1038386"/>
            <a:chExt cx="2931145" cy="96089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89AB48-F8BD-0AF1-F545-F5C6299A538D}"/>
                </a:ext>
              </a:extLst>
            </p:cNvPr>
            <p:cNvSpPr/>
            <p:nvPr/>
          </p:nvSpPr>
          <p:spPr>
            <a:xfrm>
              <a:off x="2384153" y="1038386"/>
              <a:ext cx="2929180" cy="635431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i="0" err="1">
                  <a:solidFill>
                    <a:srgbClr val="333238"/>
                  </a:solidFill>
                  <a:effectLst/>
                </a:rPr>
                <a:t>uo</a:t>
              </a:r>
              <a:r>
                <a:rPr lang="en-US" i="0">
                  <a:solidFill>
                    <a:srgbClr val="333238"/>
                  </a:solidFill>
                  <a:effectLst/>
                </a:rPr>
                <a:t>-form-service, </a:t>
              </a:r>
              <a:r>
                <a:rPr lang="en-US" i="0" err="1">
                  <a:solidFill>
                    <a:srgbClr val="333238"/>
                  </a:solidFill>
                  <a:effectLst/>
                </a:rPr>
                <a:t>uo</a:t>
              </a:r>
              <a:r>
                <a:rPr lang="en-US" i="0">
                  <a:solidFill>
                    <a:srgbClr val="333238"/>
                  </a:solidFill>
                  <a:effectLst/>
                </a:rPr>
                <a:t>-event-service ,..</a:t>
              </a:r>
            </a:p>
            <a:p>
              <a:pPr algn="ctr"/>
              <a:r>
                <a:rPr lang="en-US"/>
                <a:t>(Domain API)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4229E93-8270-BDFE-1BDC-4EDA9F6CAC30}"/>
                </a:ext>
              </a:extLst>
            </p:cNvPr>
            <p:cNvSpPr/>
            <p:nvPr/>
          </p:nvSpPr>
          <p:spPr bwMode="ltGray">
            <a:xfrm>
              <a:off x="2386118" y="1673817"/>
              <a:ext cx="2929180" cy="32546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+mj-lt"/>
                </a:rPr>
                <a:t>onboarding/</a:t>
              </a:r>
              <a:r>
                <a:rPr lang="en-US" sz="1200" err="1">
                  <a:solidFill>
                    <a:schemeClr val="tx1"/>
                  </a:solidFill>
                  <a:latin typeface="+mj-lt"/>
                </a:rPr>
                <a:t>uo</a:t>
              </a:r>
              <a:r>
                <a:rPr lang="en-US" sz="1200">
                  <a:solidFill>
                    <a:schemeClr val="tx1"/>
                  </a:solidFill>
                  <a:latin typeface="+mj-lt"/>
                </a:rPr>
                <a:t>-microservices</a:t>
              </a:r>
            </a:p>
          </p:txBody>
        </p:sp>
      </p:grpSp>
      <p:sp>
        <p:nvSpPr>
          <p:cNvPr id="25" name="Cylinder 24">
            <a:extLst>
              <a:ext uri="{FF2B5EF4-FFF2-40B4-BE49-F238E27FC236}">
                <a16:creationId xmlns:a16="http://schemas.microsoft.com/office/drawing/2014/main" id="{781BF163-8205-ADC4-54D4-EB87ED56C71A}"/>
              </a:ext>
            </a:extLst>
          </p:cNvPr>
          <p:cNvSpPr/>
          <p:nvPr/>
        </p:nvSpPr>
        <p:spPr>
          <a:xfrm>
            <a:off x="5235135" y="5258468"/>
            <a:ext cx="1456841" cy="867905"/>
          </a:xfrm>
          <a:prstGeom prst="ca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/>
              <a:t>Unified Onboarding Data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45DE8E-C481-2028-2CA0-79A752E772F5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5966139" y="2027071"/>
            <a:ext cx="0" cy="4572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975906-01AB-8F88-F319-9581C96C8349}"/>
              </a:ext>
            </a:extLst>
          </p:cNvPr>
          <p:cNvCxnSpPr>
            <a:stCxn id="10" idx="2"/>
            <a:endCxn id="23" idx="0"/>
          </p:cNvCxnSpPr>
          <p:nvPr/>
        </p:nvCxnSpPr>
        <p:spPr>
          <a:xfrm flipH="1">
            <a:off x="5963557" y="3445166"/>
            <a:ext cx="2582" cy="4572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E69590C-2A5B-6DA1-8CF5-4A72FCE0C08E}"/>
              </a:ext>
            </a:extLst>
          </p:cNvPr>
          <p:cNvSpPr/>
          <p:nvPr/>
        </p:nvSpPr>
        <p:spPr>
          <a:xfrm>
            <a:off x="8342536" y="3739634"/>
            <a:ext cx="1756472" cy="158082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i="1" err="1"/>
              <a:t>uo</a:t>
            </a:r>
            <a:r>
              <a:rPr lang="en-US" sz="1200" i="1"/>
              <a:t>-form-service</a:t>
            </a:r>
          </a:p>
          <a:p>
            <a:r>
              <a:rPr lang="en-US" sz="1200" i="1" err="1"/>
              <a:t>uo</a:t>
            </a:r>
            <a:r>
              <a:rPr lang="en-US" sz="1200" i="1"/>
              <a:t>-event-service</a:t>
            </a:r>
          </a:p>
          <a:p>
            <a:r>
              <a:rPr lang="en-US" sz="1200" i="1" err="1"/>
              <a:t>uo</a:t>
            </a:r>
            <a:r>
              <a:rPr lang="en-US" sz="1200" i="1"/>
              <a:t>-document-service</a:t>
            </a:r>
          </a:p>
          <a:p>
            <a:r>
              <a:rPr lang="en-US" sz="1200" i="1" err="1"/>
              <a:t>uo</a:t>
            </a:r>
            <a:r>
              <a:rPr lang="en-US" sz="1200" i="1"/>
              <a:t>-entitlement-service</a:t>
            </a:r>
          </a:p>
          <a:p>
            <a:r>
              <a:rPr lang="en-US" sz="1200" i="1" err="1"/>
              <a:t>uo</a:t>
            </a:r>
            <a:r>
              <a:rPr lang="en-US" sz="1200" i="1"/>
              <a:t>-audit-trail-service</a:t>
            </a:r>
          </a:p>
          <a:p>
            <a:r>
              <a:rPr lang="en-US" sz="1200" i="1" err="1"/>
              <a:t>uo</a:t>
            </a:r>
            <a:r>
              <a:rPr lang="en-US" sz="1200" i="1"/>
              <a:t>-common-service</a:t>
            </a:r>
          </a:p>
          <a:p>
            <a:r>
              <a:rPr lang="en-US" sz="1200" i="1" err="1"/>
              <a:t>uo</a:t>
            </a:r>
            <a:r>
              <a:rPr lang="en-US" sz="1200" i="1"/>
              <a:t>-metadata-service</a:t>
            </a:r>
          </a:p>
          <a:p>
            <a:r>
              <a:rPr lang="en-US" sz="1200" i="1" err="1"/>
              <a:t>uo</a:t>
            </a:r>
            <a:r>
              <a:rPr lang="en-US" sz="1200" i="1"/>
              <a:t>-task-service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B15036-F3B3-FF75-F099-800E1D8050C3}"/>
              </a:ext>
            </a:extLst>
          </p:cNvPr>
          <p:cNvCxnSpPr>
            <a:cxnSpLocks/>
            <a:stCxn id="10" idx="1"/>
            <a:endCxn id="19" idx="0"/>
          </p:cNvCxnSpPr>
          <p:nvPr/>
        </p:nvCxnSpPr>
        <p:spPr>
          <a:xfrm rot="10800000" flipV="1">
            <a:off x="2277545" y="3282433"/>
            <a:ext cx="2224005" cy="2255003"/>
          </a:xfrm>
          <a:prstGeom prst="bentConnector2">
            <a:avLst/>
          </a:prstGeom>
          <a:ln>
            <a:solidFill>
              <a:schemeClr val="bg2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68F229A-0003-A5B2-F61D-62AECB5CABE7}"/>
              </a:ext>
            </a:extLst>
          </p:cNvPr>
          <p:cNvCxnSpPr>
            <a:stCxn id="24" idx="2"/>
            <a:endCxn id="25" idx="1"/>
          </p:cNvCxnSpPr>
          <p:nvPr/>
        </p:nvCxnSpPr>
        <p:spPr>
          <a:xfrm flipH="1">
            <a:off x="5963556" y="4863261"/>
            <a:ext cx="2586" cy="39520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E3B703-2535-9F30-5C6B-262DBEF0CD6D}"/>
              </a:ext>
            </a:extLst>
          </p:cNvPr>
          <p:cNvSpPr/>
          <p:nvPr/>
        </p:nvSpPr>
        <p:spPr>
          <a:xfrm>
            <a:off x="8039525" y="5990761"/>
            <a:ext cx="3330356" cy="70516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hlinkClick r:id="rId2"/>
              </a:rPr>
              <a:t>GitLab: unified-servicing-portal</a:t>
            </a:r>
            <a:endParaRPr lang="en-US" sz="1600"/>
          </a:p>
          <a:p>
            <a:pPr algn="ctr"/>
            <a:r>
              <a:rPr lang="en-US" sz="1600">
                <a:hlinkClick r:id="rId3"/>
              </a:rPr>
              <a:t>GitLab: onboarding</a:t>
            </a: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5A8C8-8D08-0D25-C4B0-3EC0CE2C97B0}"/>
              </a:ext>
            </a:extLst>
          </p:cNvPr>
          <p:cNvSpPr txBox="1">
            <a:spLocks/>
          </p:cNvSpPr>
          <p:nvPr/>
        </p:nvSpPr>
        <p:spPr>
          <a:xfrm>
            <a:off x="0" y="242565"/>
            <a:ext cx="10972800" cy="462749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Unified Service Portal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53D090-FEA7-D442-3AF3-37052A60AF3B}"/>
              </a:ext>
            </a:extLst>
          </p:cNvPr>
          <p:cNvSpPr/>
          <p:nvPr/>
        </p:nvSpPr>
        <p:spPr>
          <a:xfrm>
            <a:off x="8137055" y="1114809"/>
            <a:ext cx="2929180" cy="6354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uo</a:t>
            </a:r>
            <a:r>
              <a:rPr lang="en-US"/>
              <a:t>-</a:t>
            </a:r>
            <a:r>
              <a:rPr lang="en-US" err="1"/>
              <a:t>ui</a:t>
            </a:r>
            <a:r>
              <a:rPr lang="en-US"/>
              <a:t>-components </a:t>
            </a:r>
          </a:p>
          <a:p>
            <a:pPr algn="ctr"/>
            <a:r>
              <a:rPr lang="en-US"/>
              <a:t>(Shared Assets)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087EF0-F552-719C-6C12-EFC311A070F4}"/>
              </a:ext>
            </a:extLst>
          </p:cNvPr>
          <p:cNvSpPr/>
          <p:nvPr/>
        </p:nvSpPr>
        <p:spPr bwMode="ltGray">
          <a:xfrm>
            <a:off x="8137055" y="1750240"/>
            <a:ext cx="2929180" cy="3254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+mj-lt"/>
              </a:rPr>
              <a:t>onboarding/frontend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3371F3-E91B-D408-C240-97DDAC5E9830}"/>
              </a:ext>
            </a:extLst>
          </p:cNvPr>
          <p:cNvCxnSpPr>
            <a:cxnSpLocks/>
          </p:cNvCxnSpPr>
          <p:nvPr/>
        </p:nvCxnSpPr>
        <p:spPr>
          <a:xfrm>
            <a:off x="7411219" y="1400398"/>
            <a:ext cx="73265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449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80D4B8-A24F-787D-AB11-0BCB4487C0B4}"/>
              </a:ext>
            </a:extLst>
          </p:cNvPr>
          <p:cNvSpPr/>
          <p:nvPr/>
        </p:nvSpPr>
        <p:spPr>
          <a:xfrm>
            <a:off x="1105274" y="758601"/>
            <a:ext cx="4444226" cy="58347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E667C-7841-AAE6-5045-74B62AE2141B}"/>
              </a:ext>
            </a:extLst>
          </p:cNvPr>
          <p:cNvSpPr txBox="1"/>
          <p:nvPr/>
        </p:nvSpPr>
        <p:spPr>
          <a:xfrm>
            <a:off x="1105273" y="829665"/>
            <a:ext cx="444422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b="1"/>
              <a:t>UO Project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10CA6-69E3-1F0B-E122-D1CE0745637B}"/>
              </a:ext>
            </a:extLst>
          </p:cNvPr>
          <p:cNvSpPr txBox="1"/>
          <p:nvPr/>
        </p:nvSpPr>
        <p:spPr>
          <a:xfrm>
            <a:off x="1244759" y="1289428"/>
            <a:ext cx="418454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/>
              <a:t>frontend (G)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uo_ui_components</a:t>
            </a:r>
            <a:r>
              <a:rPr lang="en-US"/>
              <a:t> (P)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onboarding-portal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onboarding-client-portal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onboarding-employee-portal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stitching-layer (G)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err="1"/>
              <a:t>fx</a:t>
            </a:r>
            <a:r>
              <a:rPr lang="en-US"/>
              <a:t>- stitching-layer (P)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err="1"/>
              <a:t>gct</a:t>
            </a:r>
            <a:r>
              <a:rPr lang="en-US"/>
              <a:t>- stitching-layer (P)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uo_microservices</a:t>
            </a:r>
            <a:r>
              <a:rPr lang="en-US"/>
              <a:t> (G)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uo</a:t>
            </a:r>
            <a:r>
              <a:rPr lang="en-US"/>
              <a:t>-</a:t>
            </a:r>
            <a:r>
              <a:rPr lang="en-US" err="1"/>
              <a:t>dpg</a:t>
            </a:r>
            <a:r>
              <a:rPr lang="en-US"/>
              <a:t>-exp-</a:t>
            </a:r>
            <a:r>
              <a:rPr lang="en-US" err="1"/>
              <a:t>api</a:t>
            </a:r>
            <a:r>
              <a:rPr lang="en-US"/>
              <a:t>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uo</a:t>
            </a:r>
            <a:r>
              <a:rPr lang="en-US"/>
              <a:t>-pt-exp-</a:t>
            </a:r>
            <a:r>
              <a:rPr lang="en-US" err="1"/>
              <a:t>api</a:t>
            </a:r>
            <a:r>
              <a:rPr lang="en-US"/>
              <a:t>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uo</a:t>
            </a:r>
            <a:r>
              <a:rPr lang="en-US"/>
              <a:t>-</a:t>
            </a:r>
            <a:r>
              <a:rPr lang="en-US" err="1"/>
              <a:t>fx</a:t>
            </a:r>
            <a:r>
              <a:rPr lang="en-US"/>
              <a:t>-exp-</a:t>
            </a:r>
            <a:r>
              <a:rPr lang="en-US" err="1"/>
              <a:t>api</a:t>
            </a:r>
            <a:r>
              <a:rPr lang="en-US"/>
              <a:t>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uo</a:t>
            </a:r>
            <a:r>
              <a:rPr lang="en-US"/>
              <a:t>-task-service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uo</a:t>
            </a:r>
            <a:r>
              <a:rPr lang="en-US"/>
              <a:t>-document-service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uo</a:t>
            </a:r>
            <a:r>
              <a:rPr lang="en-US"/>
              <a:t>-milestone-service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BE2273-718B-CC5F-9835-8E679DFB1514}"/>
              </a:ext>
            </a:extLst>
          </p:cNvPr>
          <p:cNvSpPr/>
          <p:nvPr/>
        </p:nvSpPr>
        <p:spPr>
          <a:xfrm>
            <a:off x="6240380" y="758601"/>
            <a:ext cx="4444226" cy="58026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88B9F-0BF3-4AF9-F4E5-09805D794275}"/>
              </a:ext>
            </a:extLst>
          </p:cNvPr>
          <p:cNvSpPr txBox="1"/>
          <p:nvPr/>
        </p:nvSpPr>
        <p:spPr>
          <a:xfrm>
            <a:off x="6240379" y="845157"/>
            <a:ext cx="444422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b="1"/>
              <a:t>USP Project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7A354-4A5A-FA9D-74CA-BA9026C77CE7}"/>
              </a:ext>
            </a:extLst>
          </p:cNvPr>
          <p:cNvSpPr txBox="1"/>
          <p:nvPr/>
        </p:nvSpPr>
        <p:spPr>
          <a:xfrm>
            <a:off x="6515474" y="1320410"/>
            <a:ext cx="39456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C0C0C0"/>
                </a:highlight>
              </a:rPr>
              <a:t>frontend (G)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usp_service_portal</a:t>
            </a:r>
            <a:r>
              <a:rPr lang="en-US"/>
              <a:t>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usp_ui_components</a:t>
            </a:r>
            <a:r>
              <a:rPr lang="en-US"/>
              <a:t>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usp_ui_editor</a:t>
            </a:r>
            <a:r>
              <a:rPr lang="en-US"/>
              <a:t>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C0C0C0"/>
                </a:highlight>
              </a:rPr>
              <a:t>stitching-layer (G)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err="1"/>
              <a:t>usbi_stitching</a:t>
            </a:r>
            <a:r>
              <a:rPr lang="en-US"/>
              <a:t>-layer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highlight>
                  <a:srgbClr val="C0C0C0"/>
                </a:highlight>
              </a:rPr>
              <a:t>usp_microservices</a:t>
            </a:r>
            <a:r>
              <a:rPr lang="en-US">
                <a:highlight>
                  <a:srgbClr val="C0C0C0"/>
                </a:highlight>
              </a:rPr>
              <a:t> (G)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usp</a:t>
            </a:r>
            <a:r>
              <a:rPr lang="en-US"/>
              <a:t>-exp-</a:t>
            </a:r>
            <a:r>
              <a:rPr lang="en-US" err="1"/>
              <a:t>api</a:t>
            </a:r>
            <a:r>
              <a:rPr lang="en-US"/>
              <a:t>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usp</a:t>
            </a:r>
            <a:r>
              <a:rPr lang="en-US"/>
              <a:t>-</a:t>
            </a:r>
            <a:r>
              <a:rPr lang="en-US" err="1"/>
              <a:t>commonobject</a:t>
            </a:r>
            <a:r>
              <a:rPr lang="en-US"/>
              <a:t>-service (P)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5FB2FB-EEFD-563C-991F-7666CD000966}"/>
              </a:ext>
            </a:extLst>
          </p:cNvPr>
          <p:cNvSpPr txBox="1"/>
          <p:nvPr/>
        </p:nvSpPr>
        <p:spPr>
          <a:xfrm>
            <a:off x="0" y="13304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Project Structure – UO and USP</a:t>
            </a:r>
          </a:p>
        </p:txBody>
      </p:sp>
    </p:spTree>
    <p:extLst>
      <p:ext uri="{BB962C8B-B14F-4D97-AF65-F5344CB8AC3E}">
        <p14:creationId xmlns:p14="http://schemas.microsoft.com/office/powerpoint/2010/main" val="4294223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A8C8-8D08-0D25-C4B0-3EC0CE2C97B0}"/>
              </a:ext>
            </a:extLst>
          </p:cNvPr>
          <p:cNvSpPr txBox="1">
            <a:spLocks/>
          </p:cNvSpPr>
          <p:nvPr/>
        </p:nvSpPr>
        <p:spPr>
          <a:xfrm>
            <a:off x="0" y="242565"/>
            <a:ext cx="10972800" cy="462749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Common Object Details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7E9300-F6FE-A756-4491-A5E172DF1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85" y="771854"/>
            <a:ext cx="5641755" cy="57466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ED20C57-8A19-DB79-7A51-AC62C9B84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121" y="765694"/>
            <a:ext cx="4393817" cy="59819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5DA1B8D-C220-6EBE-2ECB-D81AFC537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511" y="1631565"/>
            <a:ext cx="3854490" cy="4375096"/>
          </a:xfrm>
          <a:prstGeom prst="rect">
            <a:avLst/>
          </a:prstGeom>
        </p:spPr>
      </p:pic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3DAFF792-BBB0-7180-B117-D43EE4EB8A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079244"/>
              </p:ext>
            </p:extLst>
          </p:nvPr>
        </p:nvGraphicFramePr>
        <p:xfrm>
          <a:off x="9848192" y="377277"/>
          <a:ext cx="1376855" cy="1161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914400" imgH="771525" progId="Package">
                  <p:embed/>
                </p:oleObj>
              </mc:Choice>
              <mc:Fallback>
                <p:oleObj name="Packager Shell Object" showAsIcon="1" r:id="rId5" imgW="914400" imgH="771525" progId="Package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3DAFF792-BBB0-7180-B117-D43EE4EB8A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8192" y="377277"/>
                        <a:ext cx="1376855" cy="11617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5923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DA27-B6DC-B89F-1998-02273055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USP Current State</a:t>
            </a:r>
          </a:p>
        </p:txBody>
      </p:sp>
    </p:spTree>
    <p:extLst>
      <p:ext uri="{BB962C8B-B14F-4D97-AF65-F5344CB8AC3E}">
        <p14:creationId xmlns:p14="http://schemas.microsoft.com/office/powerpoint/2010/main" val="1367373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6D54F7E-825A-4BBA-815F-35CCA8B9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F002E-7FC9-D439-6BB5-E29455FE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Unified Servicing Portal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CC15-8BD2-D953-9416-9CA8FFFE9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819" y="6059086"/>
            <a:ext cx="6931319" cy="3497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With open task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2CE0D8-C1AD-52CE-7792-C359511A5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27" y="1"/>
            <a:ext cx="1362008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77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CBF8-F814-2EA6-EFF1-53F0DEA0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59679-B770-22A2-B338-F695AC984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F12B8-E8B4-AE1A-74B8-1D1426756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29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46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888F487-2FF6-1076-61A1-E00150A6CE19}"/>
              </a:ext>
            </a:extLst>
          </p:cNvPr>
          <p:cNvSpPr/>
          <p:nvPr/>
        </p:nvSpPr>
        <p:spPr>
          <a:xfrm>
            <a:off x="678426" y="704524"/>
            <a:ext cx="11302181" cy="58347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5FB2FB-EEFD-563C-991F-7666CD000966}"/>
              </a:ext>
            </a:extLst>
          </p:cNvPr>
          <p:cNvSpPr txBox="1"/>
          <p:nvPr/>
        </p:nvSpPr>
        <p:spPr>
          <a:xfrm>
            <a:off x="0" y="13304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BAW Code : USP Integration - Toolkit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18F7762-F693-F483-BD37-DDF6C7C5D858}"/>
              </a:ext>
            </a:extLst>
          </p:cNvPr>
          <p:cNvGrpSpPr/>
          <p:nvPr/>
        </p:nvGrpSpPr>
        <p:grpSpPr>
          <a:xfrm>
            <a:off x="1607574" y="949124"/>
            <a:ext cx="3687096" cy="5274696"/>
            <a:chOff x="1735854" y="1362078"/>
            <a:chExt cx="3455578" cy="4928353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B3D77D0-DAC6-88B6-BA2B-4A0AD31EF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2263" y="2042193"/>
              <a:ext cx="3389671" cy="424823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169FC17-DA5E-1738-E410-D0954C94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5854" y="1362078"/>
              <a:ext cx="3455578" cy="667100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C29FA0DC-68DF-19BB-6D4C-A52E7EAD9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761" y="1042526"/>
            <a:ext cx="3914929" cy="509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80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FB2FB-EEFD-563C-991F-7666CD000966}"/>
              </a:ext>
            </a:extLst>
          </p:cNvPr>
          <p:cNvSpPr txBox="1"/>
          <p:nvPr/>
        </p:nvSpPr>
        <p:spPr>
          <a:xfrm>
            <a:off x="0" y="13304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BAW Code : USP Integration – Process Updates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720FC6-B045-77C3-91D6-5D070C1E6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52" y="720126"/>
            <a:ext cx="9652461" cy="594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66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FB2FB-EEFD-563C-991F-7666CD000966}"/>
              </a:ext>
            </a:extLst>
          </p:cNvPr>
          <p:cNvSpPr txBox="1"/>
          <p:nvPr/>
        </p:nvSpPr>
        <p:spPr>
          <a:xfrm>
            <a:off x="0" y="13304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BAW Code : USP Integration – Register Unified Service Instance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5965B-79E1-5DB6-F3C6-C480B2AFF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9" y="608598"/>
            <a:ext cx="9029700" cy="422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AA07AE-8293-F303-99C5-C99CE731B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88" y="4856747"/>
            <a:ext cx="7458075" cy="182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EC03AA-723E-CBD4-07F4-7A3DC77CF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960" y="2913438"/>
            <a:ext cx="39814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09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FB2FB-EEFD-563C-991F-7666CD000966}"/>
              </a:ext>
            </a:extLst>
          </p:cNvPr>
          <p:cNvSpPr txBox="1"/>
          <p:nvPr/>
        </p:nvSpPr>
        <p:spPr>
          <a:xfrm>
            <a:off x="0" y="13304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BAW Code : USP Integration – Update Common Object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AA9FB-3F43-66C4-7A59-08856DD95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3" y="849980"/>
            <a:ext cx="8896350" cy="4067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FD22D-1C6C-4AF9-ED53-44C704167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913" y="3824751"/>
            <a:ext cx="41529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31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FB2FB-EEFD-563C-991F-7666CD000966}"/>
              </a:ext>
            </a:extLst>
          </p:cNvPr>
          <p:cNvSpPr txBox="1"/>
          <p:nvPr/>
        </p:nvSpPr>
        <p:spPr>
          <a:xfrm>
            <a:off x="0" y="13304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BAW Code : USP Integration – Update Milestones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EC644B-3B3F-583F-6A5E-B33CB959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89" y="693069"/>
            <a:ext cx="8991600" cy="412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1790E5-AD39-E095-E62E-F41C074F5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949" y="3102451"/>
            <a:ext cx="44100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99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69D8-FFE5-C629-6C5A-01B59FC54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80C317-7A09-4B5F-55DF-CC56D32AA663}"/>
              </a:ext>
            </a:extLst>
          </p:cNvPr>
          <p:cNvSpPr/>
          <p:nvPr/>
        </p:nvSpPr>
        <p:spPr>
          <a:xfrm>
            <a:off x="0" y="-46833"/>
            <a:ext cx="12192000" cy="511550"/>
          </a:xfrm>
          <a:prstGeom prst="roundRect">
            <a:avLst>
              <a:gd name="adj" fmla="val 0"/>
            </a:avLst>
          </a:prstGeom>
          <a:solidFill>
            <a:srgbClr val="0C207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Vision: Unified Servicing Portal Task Screens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8728DF-FD44-2828-F3B9-3834CF7AB38A}"/>
              </a:ext>
            </a:extLst>
          </p:cNvPr>
          <p:cNvSpPr/>
          <p:nvPr/>
        </p:nvSpPr>
        <p:spPr>
          <a:xfrm>
            <a:off x="52388" y="577850"/>
            <a:ext cx="2341563" cy="469900"/>
          </a:xfrm>
          <a:prstGeom prst="round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BPM Corp Actions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F7934FC-B034-DF89-BF86-8DD37BACFE34}"/>
              </a:ext>
            </a:extLst>
          </p:cNvPr>
          <p:cNvSpPr/>
          <p:nvPr/>
        </p:nvSpPr>
        <p:spPr>
          <a:xfrm>
            <a:off x="2497138" y="577850"/>
            <a:ext cx="2341563" cy="469900"/>
          </a:xfrm>
          <a:prstGeom prst="round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Closed Deal File Checklist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4A80A728-06FE-3309-36D1-6C2B9EB6AC1A}"/>
              </a:ext>
            </a:extLst>
          </p:cNvPr>
          <p:cNvSpPr/>
          <p:nvPr/>
        </p:nvSpPr>
        <p:spPr>
          <a:xfrm>
            <a:off x="7366000" y="577850"/>
            <a:ext cx="2341563" cy="469900"/>
          </a:xfrm>
          <a:prstGeom prst="round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USBI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BD4061FC-5E96-DE1B-0F4B-2C9081968A4A}"/>
              </a:ext>
            </a:extLst>
          </p:cNvPr>
          <p:cNvSpPr/>
          <p:nvPr/>
        </p:nvSpPr>
        <p:spPr>
          <a:xfrm>
            <a:off x="9801225" y="577850"/>
            <a:ext cx="2341563" cy="469900"/>
          </a:xfrm>
          <a:prstGeom prst="round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SPQR</a:t>
            </a:r>
            <a:endParaRPr lang="en-US" sz="1050" b="1">
              <a:solidFill>
                <a:srgbClr val="FFFFFF"/>
              </a:solidFill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9EFE438-41C9-FF9A-16D7-66BAAF273181}"/>
              </a:ext>
            </a:extLst>
          </p:cNvPr>
          <p:cNvSpPr/>
          <p:nvPr/>
        </p:nvSpPr>
        <p:spPr>
          <a:xfrm>
            <a:off x="4931207" y="578442"/>
            <a:ext cx="2341906" cy="457200"/>
          </a:xfrm>
          <a:prstGeom prst="round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Complex Assets Automation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D84711-49FF-01FC-87E3-82F32B4446D3}"/>
              </a:ext>
            </a:extLst>
          </p:cNvPr>
          <p:cNvSpPr/>
          <p:nvPr/>
        </p:nvSpPr>
        <p:spPr>
          <a:xfrm>
            <a:off x="42863" y="1106488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1. Dashboard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Task Tabs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Filtering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Request Details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Print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Reassign Task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err="1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Filenet</a:t>
            </a:r>
            <a:endParaRPr kumimoji="0"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5C391F-6327-5542-45FF-134307AC59D0}"/>
              </a:ext>
            </a:extLst>
          </p:cNvPr>
          <p:cNvSpPr/>
          <p:nvPr/>
        </p:nvSpPr>
        <p:spPr>
          <a:xfrm>
            <a:off x="42863" y="21971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3. Processor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Employee Service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err="1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GraphQL</a:t>
            </a:r>
            <a:endParaRPr lang="en-US" sz="800">
              <a:solidFill>
                <a:srgbClr val="FFFFFF"/>
              </a:solidFill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SMTP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5A7165-FD72-7944-C522-58A7D8BEC125}"/>
              </a:ext>
            </a:extLst>
          </p:cNvPr>
          <p:cNvSpPr/>
          <p:nvPr/>
        </p:nvSpPr>
        <p:spPr>
          <a:xfrm>
            <a:off x="42863" y="3287713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5. Manage Memo Stationery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Create, Edit</a:t>
            </a: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,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Delete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Upload Attachments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383D72-B1FF-282A-BA5B-94E9D16368AA}"/>
              </a:ext>
            </a:extLst>
          </p:cNvPr>
          <p:cNvSpPr/>
          <p:nvPr/>
        </p:nvSpPr>
        <p:spPr>
          <a:xfrm>
            <a:off x="1231468" y="32893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6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. Update Routing Policy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Create, Edit, Delete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D9EB70D-2EEB-2A8A-3B55-3F02E4EE7065}"/>
              </a:ext>
            </a:extLst>
          </p:cNvPr>
          <p:cNvSpPr/>
          <p:nvPr/>
        </p:nvSpPr>
        <p:spPr>
          <a:xfrm>
            <a:off x="1233488" y="1106488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2</a:t>
            </a: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. Task Manager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A661F97-D155-D964-5515-61E7E87FA503}"/>
              </a:ext>
            </a:extLst>
          </p:cNvPr>
          <p:cNvSpPr/>
          <p:nvPr/>
        </p:nvSpPr>
        <p:spPr>
          <a:xfrm>
            <a:off x="1233488" y="21971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4. Second /Third Approver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err="1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Filenet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B8BD656-DF0D-B654-CF02-BC4C6414F751}"/>
              </a:ext>
            </a:extLst>
          </p:cNvPr>
          <p:cNvSpPr/>
          <p:nvPr/>
        </p:nvSpPr>
        <p:spPr>
          <a:xfrm>
            <a:off x="2497138" y="1106488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1. Dashboard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F35CD434-CA4B-78BF-7627-2814A059DC9F}"/>
              </a:ext>
            </a:extLst>
          </p:cNvPr>
          <p:cNvSpPr/>
          <p:nvPr/>
        </p:nvSpPr>
        <p:spPr>
          <a:xfrm>
            <a:off x="3676650" y="1106488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2</a:t>
            </a: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. Analyst Task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E99E7387-2ECD-1D76-7F6E-757442760546}"/>
              </a:ext>
            </a:extLst>
          </p:cNvPr>
          <p:cNvSpPr/>
          <p:nvPr/>
        </p:nvSpPr>
        <p:spPr>
          <a:xfrm>
            <a:off x="4930775" y="1106488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rPr>
              <a:t>1. Dashboard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000" err="1">
                <a:solidFill>
                  <a:srgbClr val="FFFFFF"/>
                </a:solidFill>
                <a:latin typeface="U.S. Bank Circular"/>
                <a:cs typeface="U.S. Bank Circular"/>
              </a:rPr>
              <a:t>Filenet</a:t>
            </a:r>
            <a:endParaRPr lang="en-US" sz="1000">
              <a:solidFill>
                <a:srgbClr val="FFFFFF"/>
              </a:solidFill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2ADC4BE-C6C3-539A-9C8A-5361665D63ED}"/>
              </a:ext>
            </a:extLst>
          </p:cNvPr>
          <p:cNvSpPr/>
          <p:nvPr/>
        </p:nvSpPr>
        <p:spPr>
          <a:xfrm>
            <a:off x="4930775" y="21717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000">
                <a:solidFill>
                  <a:srgbClr val="FFFFFF"/>
                </a:solidFill>
                <a:latin typeface="U.S. Bank Circular"/>
                <a:cs typeface="U.S. Bank Circular"/>
              </a:rPr>
              <a:t>3. Incoming Transaction 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000" err="1">
                <a:solidFill>
                  <a:srgbClr val="FFFFFF"/>
                </a:solidFill>
                <a:latin typeface="U.S. Bank Circular"/>
                <a:cs typeface="U.S. Bank Circular"/>
              </a:rPr>
              <a:t>Arcaria</a:t>
            </a:r>
            <a:endParaRPr lang="en-US" sz="1000">
              <a:solidFill>
                <a:srgbClr val="FFFFFF"/>
              </a:solidFill>
              <a:latin typeface="U.S. Bank Circular"/>
              <a:cs typeface="U.S. Bank Circular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000" err="1">
                <a:solidFill>
                  <a:srgbClr val="FFFFFF"/>
                </a:solidFill>
                <a:latin typeface="U.S. Bank Circular"/>
                <a:cs typeface="U.S. Bank Circular"/>
              </a:rPr>
              <a:t>Filenet</a:t>
            </a:r>
            <a:endParaRPr lang="en-US" sz="1000">
              <a:solidFill>
                <a:srgbClr val="FFFFFF"/>
              </a:solidFill>
              <a:latin typeface="U.S. Bank Circular"/>
              <a:cs typeface="U.S. Bank Circular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39EA921-DE54-7673-F9F0-F5BDEBC051F1}"/>
              </a:ext>
            </a:extLst>
          </p:cNvPr>
          <p:cNvSpPr/>
          <p:nvPr/>
        </p:nvSpPr>
        <p:spPr>
          <a:xfrm>
            <a:off x="6111875" y="1106488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000">
                <a:solidFill>
                  <a:srgbClr val="FFFFFF"/>
                </a:solidFill>
                <a:latin typeface="U.S. Bank Circular"/>
                <a:cs typeface="U.S. Bank Circular"/>
              </a:rPr>
              <a:t>2</a:t>
            </a: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rPr>
              <a:t>. </a:t>
            </a:r>
            <a:r>
              <a:rPr lang="en-US" sz="1000">
                <a:solidFill>
                  <a:srgbClr val="FFFFFF"/>
                </a:solidFill>
                <a:latin typeface="U.S. Bank Circular"/>
                <a:cs typeface="U.S. Bank Circular"/>
              </a:rPr>
              <a:t>Valuation 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000">
                <a:solidFill>
                  <a:srgbClr val="FFFFFF"/>
                </a:solidFill>
                <a:latin typeface="U.S. Bank Circular"/>
                <a:cs typeface="U.S. Bank Circular"/>
              </a:rPr>
              <a:t>SMONIK</a:t>
            </a:r>
            <a:endParaRPr lang="en-US" sz="1000">
              <a:solidFill>
                <a:srgbClr val="FFFFFF"/>
              </a:solidFill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000" err="1">
                <a:solidFill>
                  <a:srgbClr val="FFFFFF"/>
                </a:solidFill>
                <a:latin typeface="U.S. Bank Circular"/>
                <a:cs typeface="U.S. Bank Circular"/>
              </a:rPr>
              <a:t>Filenet</a:t>
            </a:r>
            <a:endParaRPr lang="en-US" sz="1000">
              <a:solidFill>
                <a:srgbClr val="FFFFFF"/>
              </a:solidFill>
              <a:latin typeface="U.S. Bank Circular"/>
              <a:cs typeface="U.S. Bank Circular"/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A9692EC-0325-47C4-A03F-51F1244E1271}"/>
              </a:ext>
            </a:extLst>
          </p:cNvPr>
          <p:cNvSpPr/>
          <p:nvPr/>
        </p:nvSpPr>
        <p:spPr>
          <a:xfrm>
            <a:off x="7366000" y="1106488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rPr>
              <a:t>Dashboard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rPr>
              <a:t>Custom Access </a:t>
            </a:r>
            <a:endParaRPr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/>
              <a:cs typeface="U.S. Bank Circular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rPr>
              <a:t>Print/Edit Request</a:t>
            </a:r>
            <a:endParaRPr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/>
              <a:cs typeface="U.S. Bank Circular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/>
                <a:cs typeface="U.S. Bank Circular"/>
              </a:rPr>
              <a:t>Electronic File Upload</a:t>
            </a:r>
            <a:endParaRPr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/>
              <a:cs typeface="U.S. Bank Circular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err="1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Filenet</a:t>
            </a:r>
            <a:endParaRPr kumimoji="0"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B5F9D0C-C4B4-C617-836A-FADF71CD03F6}"/>
              </a:ext>
            </a:extLst>
          </p:cNvPr>
          <p:cNvSpPr/>
          <p:nvPr/>
        </p:nvSpPr>
        <p:spPr>
          <a:xfrm>
            <a:off x="7358444" y="3287712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4. Process Request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Upload Attachments</a:t>
            </a:r>
            <a:endParaRPr kumimoji="0"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359CA094-0362-9528-A6BA-ABA654A7BA62}"/>
              </a:ext>
            </a:extLst>
          </p:cNvPr>
          <p:cNvSpPr/>
          <p:nvPr/>
        </p:nvSpPr>
        <p:spPr>
          <a:xfrm>
            <a:off x="8536781" y="2183552"/>
            <a:ext cx="1165225" cy="979488"/>
          </a:xfrm>
          <a:prstGeom prst="roundRect">
            <a:avLst>
              <a:gd name="adj" fmla="val 8286"/>
            </a:avLst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3. Form Upload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Upload Attachments</a:t>
            </a:r>
            <a:endParaRPr kumimoji="0"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198BD416-1C72-6E12-4583-B8503582D554}"/>
              </a:ext>
            </a:extLst>
          </p:cNvPr>
          <p:cNvSpPr/>
          <p:nvPr/>
        </p:nvSpPr>
        <p:spPr>
          <a:xfrm>
            <a:off x="8547100" y="1106488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2</a:t>
            </a: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. Create Request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Phase 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Upload Attachments</a:t>
            </a:r>
            <a:endParaRPr kumimoji="0"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967AB515-DFE5-C96A-1A6D-685338AA065C}"/>
              </a:ext>
            </a:extLst>
          </p:cNvPr>
          <p:cNvSpPr/>
          <p:nvPr/>
        </p:nvSpPr>
        <p:spPr>
          <a:xfrm>
            <a:off x="7364412" y="21971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3. </a:t>
            </a:r>
            <a:r>
              <a:rPr lang="en-US" sz="1000" err="1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eSign</a:t>
            </a: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 Receipt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Upload Attachments</a:t>
            </a:r>
            <a:endParaRPr kumimoji="0" lang="en-US" sz="8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7E15F4D0-137A-F663-6EEA-78565FA5A16B}"/>
              </a:ext>
            </a:extLst>
          </p:cNvPr>
          <p:cNvSpPr/>
          <p:nvPr/>
        </p:nvSpPr>
        <p:spPr>
          <a:xfrm>
            <a:off x="2497138" y="21971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3. </a:t>
            </a: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Banker Task</a:t>
            </a:r>
            <a:endParaRPr kumimoji="0" lang="en-US" sz="1000" b="0" i="0" u="none" strike="noStrike" kern="1200" cap="none" spc="0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7C615B58-A335-B8CA-51A7-B87DCC82BFD4}"/>
              </a:ext>
            </a:extLst>
          </p:cNvPr>
          <p:cNvSpPr/>
          <p:nvPr/>
        </p:nvSpPr>
        <p:spPr>
          <a:xfrm>
            <a:off x="3676650" y="21971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4. Supervisor Task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FC4AF31E-E58E-B907-CDD9-24A3B389D648}"/>
              </a:ext>
            </a:extLst>
          </p:cNvPr>
          <p:cNvSpPr/>
          <p:nvPr/>
        </p:nvSpPr>
        <p:spPr>
          <a:xfrm>
            <a:off x="2497138" y="32893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rPr>
              <a:t>5. Compliance Task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BE05FE4-6497-DF48-FF35-279479A351D2}"/>
              </a:ext>
            </a:extLst>
          </p:cNvPr>
          <p:cNvSpPr/>
          <p:nvPr/>
        </p:nvSpPr>
        <p:spPr>
          <a:xfrm>
            <a:off x="4930775" y="32893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000">
                <a:solidFill>
                  <a:srgbClr val="FFFFFF"/>
                </a:solidFill>
                <a:latin typeface="U.S. Bank Circular"/>
                <a:cs typeface="U.S. Bank Circular"/>
              </a:rPr>
              <a:t>5. Perform Backdating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000" err="1">
                <a:solidFill>
                  <a:srgbClr val="FFFFFF"/>
                </a:solidFill>
                <a:latin typeface="U.S. Bank Circular"/>
                <a:cs typeface="U.S. Bank Circular"/>
              </a:rPr>
              <a:t>Filenet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856E0606-237D-0E1B-8798-01DCE1B4710F}"/>
              </a:ext>
            </a:extLst>
          </p:cNvPr>
          <p:cNvSpPr/>
          <p:nvPr/>
        </p:nvSpPr>
        <p:spPr>
          <a:xfrm>
            <a:off x="6105525" y="21717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000">
                <a:solidFill>
                  <a:srgbClr val="FFFFFF"/>
                </a:solidFill>
                <a:latin typeface="U.S. Bank Circular"/>
                <a:cs typeface="U.S. Bank Circular"/>
              </a:rPr>
              <a:t>4. Outgoing Transaction 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000" err="1">
                <a:solidFill>
                  <a:srgbClr val="FFFFFF"/>
                </a:solidFill>
                <a:latin typeface="U.S. Bank Circular"/>
                <a:cs typeface="U.S. Bank Circular"/>
              </a:rPr>
              <a:t>Arcaria</a:t>
            </a:r>
            <a:endParaRPr lang="en-US" sz="1000">
              <a:solidFill>
                <a:srgbClr val="FFFFFF"/>
              </a:solidFill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000" err="1">
                <a:solidFill>
                  <a:srgbClr val="FFFFFF"/>
                </a:solidFill>
                <a:latin typeface="U.S. Bank Circular"/>
                <a:cs typeface="U.S. Bank Circular"/>
              </a:rPr>
              <a:t>Filenet</a:t>
            </a:r>
            <a:endParaRPr lang="en-US" sz="1000">
              <a:solidFill>
                <a:srgbClr val="FFFFFF"/>
              </a:solidFill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6EA9BA-6D98-3C2E-C395-5F704B9095F0}"/>
              </a:ext>
            </a:extLst>
          </p:cNvPr>
          <p:cNvSpPr/>
          <p:nvPr/>
        </p:nvSpPr>
        <p:spPr>
          <a:xfrm>
            <a:off x="6108700" y="3289300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000">
                <a:solidFill>
                  <a:srgbClr val="FFFFFF"/>
                </a:solidFill>
                <a:latin typeface="U.S. Bank Circular"/>
                <a:cs typeface="U.S. Bank Circular"/>
              </a:rPr>
              <a:t>6. Secondary Review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000" err="1">
                <a:solidFill>
                  <a:srgbClr val="FFFFFF"/>
                </a:solidFill>
                <a:latin typeface="U.S. Bank Circular"/>
                <a:cs typeface="U.S. Bank Circular"/>
              </a:rPr>
              <a:t>Filenet</a:t>
            </a:r>
            <a:endParaRPr lang="en-US" sz="1000">
              <a:solidFill>
                <a:srgbClr val="FFFFFF"/>
              </a:solidFill>
              <a:latin typeface="U.S. Bank Circular"/>
              <a:cs typeface="U.S. Bank Circular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46D93B-DEB2-C00C-D496-1BFBF2C5D5D6}"/>
              </a:ext>
            </a:extLst>
          </p:cNvPr>
          <p:cNvGrpSpPr/>
          <p:nvPr/>
        </p:nvGrpSpPr>
        <p:grpSpPr>
          <a:xfrm>
            <a:off x="9804400" y="1119620"/>
            <a:ext cx="1165225" cy="954808"/>
            <a:chOff x="10231582" y="4998893"/>
            <a:chExt cx="1165225" cy="954808"/>
          </a:xfrm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B766498B-5907-A4AA-4E37-1A0008605FF6}"/>
                </a:ext>
              </a:extLst>
            </p:cNvPr>
            <p:cNvSpPr/>
            <p:nvPr/>
          </p:nvSpPr>
          <p:spPr>
            <a:xfrm>
              <a:off x="10231582" y="4998893"/>
              <a:ext cx="1165225" cy="408131"/>
            </a:xfrm>
            <a:prstGeom prst="roundRect">
              <a:avLst>
                <a:gd name="adj" fmla="val 828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 panose="020B0504010101010104" pitchFamily="34" charset="0"/>
                  <a:ea typeface="+mn-ea"/>
                  <a:cs typeface="U.S. Bank Circular" panose="020B0504010101010104" pitchFamily="34" charset="0"/>
                </a:rPr>
                <a:t>1. Initiate and Submit Request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82A83BC-3546-BD51-0EA1-9084B32A22F5}"/>
                </a:ext>
              </a:extLst>
            </p:cNvPr>
            <p:cNvSpPr/>
            <p:nvPr/>
          </p:nvSpPr>
          <p:spPr>
            <a:xfrm>
              <a:off x="10231582" y="5529694"/>
              <a:ext cx="1165225" cy="424007"/>
            </a:xfrm>
            <a:prstGeom prst="roundRect">
              <a:avLst>
                <a:gd name="adj" fmla="val 828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3</a:t>
              </a:r>
              <a:r>
                <a:rPr kumimoji="0"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.</a:t>
              </a: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 Perform Dual Authorization</a:t>
              </a:r>
              <a:endPara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1E257E-34F0-281A-F7D5-609C938FCC98}"/>
              </a:ext>
            </a:extLst>
          </p:cNvPr>
          <p:cNvGrpSpPr/>
          <p:nvPr/>
        </p:nvGrpSpPr>
        <p:grpSpPr>
          <a:xfrm>
            <a:off x="10982036" y="1119620"/>
            <a:ext cx="1165225" cy="954809"/>
            <a:chOff x="10231582" y="4998893"/>
            <a:chExt cx="1165225" cy="95480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DD1EDE5-A6A4-39DF-BF6D-758D406DC7D2}"/>
                </a:ext>
              </a:extLst>
            </p:cNvPr>
            <p:cNvSpPr/>
            <p:nvPr/>
          </p:nvSpPr>
          <p:spPr>
            <a:xfrm>
              <a:off x="10231582" y="4998893"/>
              <a:ext cx="1165225" cy="408131"/>
            </a:xfrm>
            <a:prstGeom prst="roundRect">
              <a:avLst>
                <a:gd name="adj" fmla="val 828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2</a:t>
              </a:r>
              <a:r>
                <a:rPr kumimoji="0"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. Review Request</a:t>
              </a:r>
              <a:endPara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F128935-AAB0-BF8D-DDDF-80E99793B903}"/>
                </a:ext>
              </a:extLst>
            </p:cNvPr>
            <p:cNvSpPr/>
            <p:nvPr/>
          </p:nvSpPr>
          <p:spPr>
            <a:xfrm>
              <a:off x="10231582" y="5529694"/>
              <a:ext cx="1165225" cy="424008"/>
            </a:xfrm>
            <a:prstGeom prst="roundRect">
              <a:avLst>
                <a:gd name="adj" fmla="val 828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4</a:t>
              </a:r>
              <a:r>
                <a:rPr kumimoji="0"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.</a:t>
              </a: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 Pend or Post Assets</a:t>
              </a:r>
              <a:endPara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A1E29D-60B9-F067-6C57-2F7F8D8DDD40}"/>
              </a:ext>
            </a:extLst>
          </p:cNvPr>
          <p:cNvGrpSpPr/>
          <p:nvPr/>
        </p:nvGrpSpPr>
        <p:grpSpPr>
          <a:xfrm>
            <a:off x="9812719" y="2197099"/>
            <a:ext cx="1165225" cy="954810"/>
            <a:chOff x="10231582" y="4998892"/>
            <a:chExt cx="1165225" cy="954810"/>
          </a:xfrm>
          <a:solidFill>
            <a:schemeClr val="accent2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AF6BE61-A41E-BD1A-4D5E-3EF1648A5681}"/>
                </a:ext>
              </a:extLst>
            </p:cNvPr>
            <p:cNvSpPr/>
            <p:nvPr/>
          </p:nvSpPr>
          <p:spPr>
            <a:xfrm>
              <a:off x="10231582" y="4998892"/>
              <a:ext cx="1165225" cy="408131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 panose="020B0504010101010104" pitchFamily="34" charset="0"/>
                  <a:ea typeface="+mn-ea"/>
                  <a:cs typeface="U.S. Bank Circular" panose="020B0504010101010104" pitchFamily="34" charset="0"/>
                </a:rPr>
                <a:t>5. Submit ACATS Delivery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3EEC035-53B3-5569-AFAB-7CF4CA93092A}"/>
                </a:ext>
              </a:extLst>
            </p:cNvPr>
            <p:cNvSpPr/>
            <p:nvPr/>
          </p:nvSpPr>
          <p:spPr>
            <a:xfrm>
              <a:off x="10231582" y="5545570"/>
              <a:ext cx="1165225" cy="408132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7</a:t>
              </a:r>
              <a:r>
                <a:rPr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. Settle/Super Settle Assets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77BCDD-209B-260F-3B25-0C720BE97920}"/>
              </a:ext>
            </a:extLst>
          </p:cNvPr>
          <p:cNvGrpSpPr/>
          <p:nvPr/>
        </p:nvGrpSpPr>
        <p:grpSpPr>
          <a:xfrm>
            <a:off x="10990355" y="2197100"/>
            <a:ext cx="1165225" cy="954809"/>
            <a:chOff x="10231582" y="4998893"/>
            <a:chExt cx="1165225" cy="954809"/>
          </a:xfrm>
          <a:solidFill>
            <a:schemeClr val="accent2"/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A893F4F-7800-2490-F6B1-53085B5F72F8}"/>
                </a:ext>
              </a:extLst>
            </p:cNvPr>
            <p:cNvSpPr/>
            <p:nvPr/>
          </p:nvSpPr>
          <p:spPr>
            <a:xfrm>
              <a:off x="10231582" y="4998893"/>
              <a:ext cx="1165225" cy="408130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6. Street Side Instructions</a:t>
              </a:r>
              <a:endPara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3D3E0A7-AB36-1C2D-C1B5-2E6CEDADC4B6}"/>
                </a:ext>
              </a:extLst>
            </p:cNvPr>
            <p:cNvSpPr/>
            <p:nvPr/>
          </p:nvSpPr>
          <p:spPr>
            <a:xfrm>
              <a:off x="10231582" y="5545570"/>
              <a:ext cx="1165225" cy="408132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8. Cancel T</a:t>
              </a:r>
              <a:r>
                <a:rPr lang="en-US" sz="1000" err="1">
                  <a:solidFill>
                    <a:srgbClr val="FFFFFF"/>
                  </a:solidFill>
                  <a:latin typeface="U.S. Bank Circular"/>
                  <a:cs typeface="U.S. Bank Circular"/>
                </a:rPr>
                <a:t>rades</a:t>
              </a:r>
              <a:endPara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DEC96D-F3AA-21A0-3BB4-430D6D8662F2}"/>
              </a:ext>
            </a:extLst>
          </p:cNvPr>
          <p:cNvGrpSpPr/>
          <p:nvPr/>
        </p:nvGrpSpPr>
        <p:grpSpPr>
          <a:xfrm>
            <a:off x="9812719" y="3274580"/>
            <a:ext cx="1165225" cy="908917"/>
            <a:chOff x="10231582" y="4998893"/>
            <a:chExt cx="1165225" cy="908917"/>
          </a:xfrm>
          <a:solidFill>
            <a:srgbClr val="7030A0"/>
          </a:solidFill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1751341-CAF0-00E6-29B7-5E52F7FC214B}"/>
                </a:ext>
              </a:extLst>
            </p:cNvPr>
            <p:cNvSpPr/>
            <p:nvPr/>
          </p:nvSpPr>
          <p:spPr>
            <a:xfrm>
              <a:off x="10231582" y="4998893"/>
              <a:ext cx="1165225" cy="408131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 panose="020B0504010101010104" pitchFamily="34" charset="0"/>
                  <a:ea typeface="+mn-ea"/>
                  <a:cs typeface="U.S. Bank Circular" panose="020B0504010101010104" pitchFamily="34" charset="0"/>
                </a:rPr>
                <a:t>3. Perform Asset Analysis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31BAC96-CFB2-8A70-BAD9-8EE21FAD59C7}"/>
                </a:ext>
              </a:extLst>
            </p:cNvPr>
            <p:cNvSpPr/>
            <p:nvPr/>
          </p:nvSpPr>
          <p:spPr>
            <a:xfrm>
              <a:off x="10231582" y="5545570"/>
              <a:ext cx="1165225" cy="362240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900">
                  <a:solidFill>
                    <a:srgbClr val="FFFFFF"/>
                  </a:solidFill>
                  <a:latin typeface="U.S. Bank Circular"/>
                  <a:cs typeface="U.S. Bank Circular"/>
                </a:rPr>
                <a:t>5</a:t>
              </a:r>
              <a:r>
                <a:rPr lang="en-US" sz="9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. </a:t>
              </a:r>
              <a:r>
                <a:rPr lang="en-US" sz="900">
                  <a:solidFill>
                    <a:srgbClr val="FFFFFF"/>
                  </a:solidFill>
                  <a:latin typeface="U.S. Bank Circular"/>
                  <a:cs typeface="U.S. Bank Circular"/>
                </a:rPr>
                <a:t>Process Global T2T Transfer</a:t>
              </a:r>
              <a:endParaRPr lang="en-US" sz="9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363BE34-065A-FA68-D07D-CCA1ACD73124}"/>
              </a:ext>
            </a:extLst>
          </p:cNvPr>
          <p:cNvGrpSpPr/>
          <p:nvPr/>
        </p:nvGrpSpPr>
        <p:grpSpPr>
          <a:xfrm>
            <a:off x="10990355" y="3274580"/>
            <a:ext cx="1165225" cy="908916"/>
            <a:chOff x="10231582" y="4998893"/>
            <a:chExt cx="1165225" cy="908916"/>
          </a:xfrm>
          <a:solidFill>
            <a:srgbClr val="7030A0"/>
          </a:solidFill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99F86CA-3E9C-483A-F701-3272293DBD0D}"/>
                </a:ext>
              </a:extLst>
            </p:cNvPr>
            <p:cNvSpPr/>
            <p:nvPr/>
          </p:nvSpPr>
          <p:spPr>
            <a:xfrm>
              <a:off x="10231582" y="4998893"/>
              <a:ext cx="1165225" cy="408131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4. Post T2T Transactions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363FF978-C023-24DF-BE70-D351FB29660E}"/>
                </a:ext>
              </a:extLst>
            </p:cNvPr>
            <p:cNvSpPr/>
            <p:nvPr/>
          </p:nvSpPr>
          <p:spPr>
            <a:xfrm>
              <a:off x="10231582" y="5545569"/>
              <a:ext cx="1165225" cy="362240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6. T2T Transfer </a:t>
              </a: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Physical Assets</a:t>
              </a:r>
              <a:endPara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D5F97A1-B4F5-B4BA-045A-D638C6A1F1CC}"/>
              </a:ext>
            </a:extLst>
          </p:cNvPr>
          <p:cNvGrpSpPr/>
          <p:nvPr/>
        </p:nvGrpSpPr>
        <p:grpSpPr>
          <a:xfrm>
            <a:off x="9799927" y="4306168"/>
            <a:ext cx="1165225" cy="954808"/>
            <a:chOff x="10231582" y="4998894"/>
            <a:chExt cx="1165225" cy="954808"/>
          </a:xfrm>
          <a:solidFill>
            <a:schemeClr val="accent1">
              <a:lumMod val="75000"/>
            </a:schemeClr>
          </a:solidFill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E1BD7014-9BC0-39B6-B219-D9FBB7B16FD2}"/>
                </a:ext>
              </a:extLst>
            </p:cNvPr>
            <p:cNvSpPr/>
            <p:nvPr/>
          </p:nvSpPr>
          <p:spPr>
            <a:xfrm>
              <a:off x="10231582" y="4998894"/>
              <a:ext cx="1165225" cy="408130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 panose="020B0504010101010104" pitchFamily="34" charset="0"/>
                  <a:ea typeface="+mn-ea"/>
                  <a:cs typeface="U.S. Bank Circular" panose="020B0504010101010104" pitchFamily="34" charset="0"/>
                </a:rPr>
                <a:t>3. Review Receipt Instructions</a:t>
              </a: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815E89D0-F4CD-D186-3F4D-029E87E7A60E}"/>
                </a:ext>
              </a:extLst>
            </p:cNvPr>
            <p:cNvSpPr/>
            <p:nvPr/>
          </p:nvSpPr>
          <p:spPr>
            <a:xfrm>
              <a:off x="10231582" y="5545570"/>
              <a:ext cx="1165225" cy="408132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5. Street Side Receipt</a:t>
              </a:r>
              <a:endPara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2A59806-2F41-10C6-9D51-ADBC911BEABC}"/>
              </a:ext>
            </a:extLst>
          </p:cNvPr>
          <p:cNvGrpSpPr/>
          <p:nvPr/>
        </p:nvGrpSpPr>
        <p:grpSpPr>
          <a:xfrm>
            <a:off x="10977563" y="4306167"/>
            <a:ext cx="1165225" cy="954809"/>
            <a:chOff x="10231582" y="4998893"/>
            <a:chExt cx="1165225" cy="954809"/>
          </a:xfrm>
          <a:solidFill>
            <a:schemeClr val="accent1">
              <a:lumMod val="75000"/>
            </a:schemeClr>
          </a:solidFill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D857337-B496-C167-F834-73C3E3FC981B}"/>
                </a:ext>
              </a:extLst>
            </p:cNvPr>
            <p:cNvSpPr/>
            <p:nvPr/>
          </p:nvSpPr>
          <p:spPr>
            <a:xfrm>
              <a:off x="10231582" y="4998893"/>
              <a:ext cx="1165225" cy="408130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4. Send Confirm ACATS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33F9120F-4876-6E9A-3167-AB83DD316873}"/>
                </a:ext>
              </a:extLst>
            </p:cNvPr>
            <p:cNvSpPr/>
            <p:nvPr/>
          </p:nvSpPr>
          <p:spPr>
            <a:xfrm>
              <a:off x="10231582" y="5545570"/>
              <a:ext cx="1165225" cy="408132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/>
                  <a:cs typeface="U.S. Bank Circular"/>
                </a:rPr>
                <a:t>6. Confirm/Post Receipt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3B3F9F8-5C2E-4682-B76E-1DBC355BBC67}"/>
              </a:ext>
            </a:extLst>
          </p:cNvPr>
          <p:cNvGrpSpPr/>
          <p:nvPr/>
        </p:nvGrpSpPr>
        <p:grpSpPr>
          <a:xfrm>
            <a:off x="9799483" y="5357104"/>
            <a:ext cx="1165225" cy="954809"/>
            <a:chOff x="10231582" y="4998893"/>
            <a:chExt cx="1165225" cy="954809"/>
          </a:xfrm>
          <a:solidFill>
            <a:schemeClr val="accent1">
              <a:lumMod val="75000"/>
            </a:schemeClr>
          </a:solidFill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FBC05608-D7EF-0B46-0B08-C15BA5B931D6}"/>
                </a:ext>
              </a:extLst>
            </p:cNvPr>
            <p:cNvSpPr/>
            <p:nvPr/>
          </p:nvSpPr>
          <p:spPr>
            <a:xfrm>
              <a:off x="10231582" y="4998893"/>
              <a:ext cx="1165225" cy="408131"/>
            </a:xfrm>
            <a:prstGeom prst="roundRect">
              <a:avLst>
                <a:gd name="adj" fmla="val 8286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.S. Bank Circular" panose="020B0504010101010104" pitchFamily="34" charset="0"/>
                  <a:ea typeface="+mn-ea"/>
                  <a:cs typeface="U.S. Bank Circular" panose="020B0504010101010104" pitchFamily="34" charset="0"/>
                </a:rPr>
                <a:t>7. Additional Processing</a:t>
              </a: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A0955937-D278-DFD6-A165-D8B46096987D}"/>
                </a:ext>
              </a:extLst>
            </p:cNvPr>
            <p:cNvSpPr/>
            <p:nvPr/>
          </p:nvSpPr>
          <p:spPr>
            <a:xfrm>
              <a:off x="10231582" y="5503152"/>
              <a:ext cx="1165225" cy="450550"/>
            </a:xfrm>
            <a:prstGeom prst="roundRect">
              <a:avLst>
                <a:gd name="adj" fmla="val 828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000">
                  <a:solidFill>
                    <a:srgbClr val="FFFFFF"/>
                  </a:solidFill>
                  <a:latin typeface="U.S. Bank Circular"/>
                  <a:cs typeface="U.S. Bank Circular"/>
                </a:rPr>
                <a:t>9. Select Recipients and Send Statement</a:t>
              </a:r>
              <a:endPara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endParaRPr>
            </a:p>
          </p:txBody>
        </p:sp>
      </p:grp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F4A64D6E-93A0-8D8D-0B2B-54FB660C7B7F}"/>
              </a:ext>
            </a:extLst>
          </p:cNvPr>
          <p:cNvSpPr/>
          <p:nvPr/>
        </p:nvSpPr>
        <p:spPr>
          <a:xfrm>
            <a:off x="10977119" y="5357104"/>
            <a:ext cx="1165225" cy="408130"/>
          </a:xfrm>
          <a:prstGeom prst="roundRect">
            <a:avLst>
              <a:gd name="adj" fmla="val 828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.S. Bank Circular"/>
                <a:cs typeface="U.S. Bank Circular"/>
              </a:rPr>
              <a:t>8. Apply Cost Basis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CA0789-2E5A-99DA-D4DF-BD5001AF9192}"/>
              </a:ext>
            </a:extLst>
          </p:cNvPr>
          <p:cNvSpPr txBox="1"/>
          <p:nvPr/>
        </p:nvSpPr>
        <p:spPr>
          <a:xfrm>
            <a:off x="0" y="6508751"/>
            <a:ext cx="1801368" cy="349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</a:rPr>
              <a:t>Note: high-level diagram; limited workflows and integrations displayed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C47201-7E77-B822-E527-C9693C601F69}"/>
              </a:ext>
            </a:extLst>
          </p:cNvPr>
          <p:cNvSpPr/>
          <p:nvPr/>
        </p:nvSpPr>
        <p:spPr>
          <a:xfrm>
            <a:off x="128858" y="5811775"/>
            <a:ext cx="201512" cy="2015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D1DC55-13BC-652D-B629-2FBFA629511E}"/>
              </a:ext>
            </a:extLst>
          </p:cNvPr>
          <p:cNvSpPr/>
          <p:nvPr/>
        </p:nvSpPr>
        <p:spPr>
          <a:xfrm>
            <a:off x="128858" y="5538052"/>
            <a:ext cx="201512" cy="201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0C698F-7DCC-2E85-5EE2-DDEE707AFE8C}"/>
              </a:ext>
            </a:extLst>
          </p:cNvPr>
          <p:cNvSpPr/>
          <p:nvPr/>
        </p:nvSpPr>
        <p:spPr>
          <a:xfrm>
            <a:off x="128858" y="5264329"/>
            <a:ext cx="201512" cy="2015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736813-5CF3-1615-0C7A-EEA8AE99257B}"/>
              </a:ext>
            </a:extLst>
          </p:cNvPr>
          <p:cNvSpPr txBox="1"/>
          <p:nvPr/>
        </p:nvSpPr>
        <p:spPr>
          <a:xfrm>
            <a:off x="330370" y="5245018"/>
            <a:ext cx="1097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Common Screen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48FE8D-30E9-25C0-1778-5E851DABA105}"/>
              </a:ext>
            </a:extLst>
          </p:cNvPr>
          <p:cNvSpPr txBox="1"/>
          <p:nvPr/>
        </p:nvSpPr>
        <p:spPr>
          <a:xfrm>
            <a:off x="330370" y="5527879"/>
            <a:ext cx="1097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Workflow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F75566-0C06-EB47-C132-66DF1752A644}"/>
              </a:ext>
            </a:extLst>
          </p:cNvPr>
          <p:cNvSpPr txBox="1"/>
          <p:nvPr/>
        </p:nvSpPr>
        <p:spPr>
          <a:xfrm>
            <a:off x="330370" y="5808329"/>
            <a:ext cx="1097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Workflow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B1CFBA-7A8E-E798-04AE-95AB777D8A58}"/>
              </a:ext>
            </a:extLst>
          </p:cNvPr>
          <p:cNvSpPr/>
          <p:nvPr/>
        </p:nvSpPr>
        <p:spPr>
          <a:xfrm>
            <a:off x="128858" y="6085497"/>
            <a:ext cx="201512" cy="2015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4F3995-AFB3-062D-70D0-8DA4F697E6C8}"/>
              </a:ext>
            </a:extLst>
          </p:cNvPr>
          <p:cNvSpPr txBox="1"/>
          <p:nvPr/>
        </p:nvSpPr>
        <p:spPr>
          <a:xfrm>
            <a:off x="330370" y="6060100"/>
            <a:ext cx="1097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Workflow 3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517531F-051A-407B-1A9A-46A864B3F882}"/>
              </a:ext>
            </a:extLst>
          </p:cNvPr>
          <p:cNvSpPr/>
          <p:nvPr/>
        </p:nvSpPr>
        <p:spPr>
          <a:xfrm>
            <a:off x="8536781" y="3284884"/>
            <a:ext cx="1165225" cy="979488"/>
          </a:xfrm>
          <a:prstGeom prst="roundRect">
            <a:avLst>
              <a:gd name="adj" fmla="val 828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5. Advice Capture Request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FFFFFF"/>
                </a:solidFill>
                <a:latin typeface="U.S. Bank Circular" panose="020B0504010101010104" pitchFamily="34" charset="0"/>
                <a:cs typeface="U.S. Bank Circular" panose="020B0504010101010104" pitchFamily="34" charset="0"/>
              </a:rPr>
              <a:t>Upload Attachments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.S. Bank Circular" panose="020B0504010101010104" pitchFamily="34" charset="0"/>
              <a:ea typeface="+mn-ea"/>
              <a:cs typeface="U.S. Bank Circular" panose="020B05040101010101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A8BB4D-6565-B9B1-BD0F-115332ADFFCC}"/>
              </a:ext>
            </a:extLst>
          </p:cNvPr>
          <p:cNvSpPr/>
          <p:nvPr/>
        </p:nvSpPr>
        <p:spPr>
          <a:xfrm>
            <a:off x="128858" y="4984606"/>
            <a:ext cx="201512" cy="2015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C8FD1A-A55D-66B6-505E-ABEA7BC04777}"/>
              </a:ext>
            </a:extLst>
          </p:cNvPr>
          <p:cNvSpPr txBox="1"/>
          <p:nvPr/>
        </p:nvSpPr>
        <p:spPr>
          <a:xfrm>
            <a:off x="330370" y="4969347"/>
            <a:ext cx="1165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Shared Dashboard</a:t>
            </a:r>
          </a:p>
        </p:txBody>
      </p:sp>
    </p:spTree>
    <p:extLst>
      <p:ext uri="{BB962C8B-B14F-4D97-AF65-F5344CB8AC3E}">
        <p14:creationId xmlns:p14="http://schemas.microsoft.com/office/powerpoint/2010/main" val="980298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07AA5-D9D4-07D0-37CB-D450E9B3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F6A81D2-C773-8C87-114F-9A56C9CE78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5FFB3E11-EADF-B195-66C6-5FE5DAA6C1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/>
          <a:srcRect b="5113"/>
          <a:stretch/>
        </p:blipFill>
        <p:spPr>
          <a:xfrm>
            <a:off x="1467203" y="1101427"/>
            <a:ext cx="8584847" cy="55165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00B7D06-817C-2E03-2B7D-2B4C8312F0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7650" y="190747"/>
            <a:ext cx="9575800" cy="91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Servicing Dashboard</a:t>
            </a:r>
          </a:p>
        </p:txBody>
      </p:sp>
      <p:sp>
        <p:nvSpPr>
          <p:cNvPr id="21" name="Oval 20">
            <a:hlinkClick r:id="rId4" action="ppaction://hlinksldjump"/>
            <a:extLst>
              <a:ext uri="{FF2B5EF4-FFF2-40B4-BE49-F238E27FC236}">
                <a16:creationId xmlns:a16="http://schemas.microsoft.com/office/drawing/2014/main" id="{8DAB8FCE-3D33-27A6-0FE1-27A99FE7C1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9602" y="14371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4" action="ppaction://hlinksldjump"/>
              </a:rPr>
              <a:t>1</a:t>
            </a:r>
            <a:endParaRPr lang="en-US"/>
          </a:p>
        </p:txBody>
      </p:sp>
      <p:sp>
        <p:nvSpPr>
          <p:cNvPr id="22" name="Oval 21">
            <a:hlinkClick r:id="rId5" action="ppaction://hlinksldjump"/>
            <a:extLst>
              <a:ext uri="{FF2B5EF4-FFF2-40B4-BE49-F238E27FC236}">
                <a16:creationId xmlns:a16="http://schemas.microsoft.com/office/drawing/2014/main" id="{7541E5D0-792B-D929-C56A-FD6910CE71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652" y="222827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5" action="ppaction://hlinksldjump"/>
              </a:rPr>
              <a:t>2</a:t>
            </a:r>
            <a:endParaRPr lang="en-US"/>
          </a:p>
        </p:txBody>
      </p:sp>
      <p:sp>
        <p:nvSpPr>
          <p:cNvPr id="23" name="Oval 22">
            <a:hlinkClick r:id="rId6" action="ppaction://hlinksldjump"/>
            <a:extLst>
              <a:ext uri="{FF2B5EF4-FFF2-40B4-BE49-F238E27FC236}">
                <a16:creationId xmlns:a16="http://schemas.microsoft.com/office/drawing/2014/main" id="{7FDC7267-60F0-CEDD-3A07-B257356E3D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1602" y="18572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 action="ppaction://hlinksldjump"/>
              </a:rPr>
              <a:t>3</a:t>
            </a:r>
            <a:endParaRPr lang="en-US"/>
          </a:p>
        </p:txBody>
      </p:sp>
      <p:sp>
        <p:nvSpPr>
          <p:cNvPr id="25" name="Oval 24">
            <a:hlinkClick r:id="rId7" action="ppaction://hlinksldjump"/>
            <a:extLst>
              <a:ext uri="{FF2B5EF4-FFF2-40B4-BE49-F238E27FC236}">
                <a16:creationId xmlns:a16="http://schemas.microsoft.com/office/drawing/2014/main" id="{506A22C0-0963-D10A-E609-67CA48D212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1852" y="108000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7" action="ppaction://hlinksldjump"/>
              </a:rPr>
              <a:t>4</a:t>
            </a:r>
            <a:endParaRPr lang="en-US"/>
          </a:p>
        </p:txBody>
      </p:sp>
      <p:sp>
        <p:nvSpPr>
          <p:cNvPr id="26" name="Oval 25">
            <a:hlinkClick r:id="rId8" action="ppaction://hlinksldjump"/>
            <a:extLst>
              <a:ext uri="{FF2B5EF4-FFF2-40B4-BE49-F238E27FC236}">
                <a16:creationId xmlns:a16="http://schemas.microsoft.com/office/drawing/2014/main" id="{482651FE-EAD8-666B-7C91-31ACB12A7D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09653" y="41940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8" action="ppaction://hlinksldjump"/>
              </a:rPr>
              <a:t>6</a:t>
            </a:r>
            <a:endParaRPr lang="en-US"/>
          </a:p>
        </p:txBody>
      </p:sp>
      <p:sp>
        <p:nvSpPr>
          <p:cNvPr id="27" name="Oval 26">
            <a:hlinkClick r:id="rId9" action="ppaction://hlinksldjump"/>
            <a:extLst>
              <a:ext uri="{FF2B5EF4-FFF2-40B4-BE49-F238E27FC236}">
                <a16:creationId xmlns:a16="http://schemas.microsoft.com/office/drawing/2014/main" id="{FF860DD7-2442-6C7D-EB50-FE889CB11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82402" y="194623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 action="ppaction://hlinksldjump"/>
              </a:rPr>
              <a:t>5</a:t>
            </a:r>
            <a:endParaRPr lang="en-US"/>
          </a:p>
        </p:txBody>
      </p:sp>
      <p:sp>
        <p:nvSpPr>
          <p:cNvPr id="3" name="Oval 2">
            <a:hlinkClick r:id="rId10" action="ppaction://hlinksldjump"/>
            <a:extLst>
              <a:ext uri="{FF2B5EF4-FFF2-40B4-BE49-F238E27FC236}">
                <a16:creationId xmlns:a16="http://schemas.microsoft.com/office/drawing/2014/main" id="{2BA3E041-0897-F8DD-91B7-8EF2F7413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677" y="101976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0" action="ppaction://hlinksldjump"/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4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DA27-B6DC-B89F-1998-02273055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Screen Editor</a:t>
            </a:r>
          </a:p>
        </p:txBody>
      </p:sp>
    </p:spTree>
    <p:extLst>
      <p:ext uri="{BB962C8B-B14F-4D97-AF65-F5344CB8AC3E}">
        <p14:creationId xmlns:p14="http://schemas.microsoft.com/office/powerpoint/2010/main" val="203414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61448-12AE-C806-AE9D-195E27B7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99E023-55A5-01F1-1AFC-CAE5CE77AF58}"/>
              </a:ext>
            </a:extLst>
          </p:cNvPr>
          <p:cNvSpPr/>
          <p:nvPr/>
        </p:nvSpPr>
        <p:spPr>
          <a:xfrm>
            <a:off x="154983" y="1953109"/>
            <a:ext cx="11902698" cy="92021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Tab UI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DF1020-73D3-2CA5-D128-04BF2FB6A3C5}"/>
              </a:ext>
            </a:extLst>
          </p:cNvPr>
          <p:cNvSpPr/>
          <p:nvPr/>
        </p:nvSpPr>
        <p:spPr>
          <a:xfrm>
            <a:off x="1214309" y="2216579"/>
            <a:ext cx="2030278" cy="5734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My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769B2-F592-AB37-4752-8037FF240589}"/>
              </a:ext>
            </a:extLst>
          </p:cNvPr>
          <p:cNvSpPr/>
          <p:nvPr/>
        </p:nvSpPr>
        <p:spPr>
          <a:xfrm>
            <a:off x="5738189" y="2216579"/>
            <a:ext cx="2030278" cy="5734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All Request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BE5D5-0FAF-74B3-14B1-DA9F11886A1E}"/>
              </a:ext>
            </a:extLst>
          </p:cNvPr>
          <p:cNvSpPr/>
          <p:nvPr/>
        </p:nvSpPr>
        <p:spPr>
          <a:xfrm>
            <a:off x="3444165" y="2216579"/>
            <a:ext cx="2030278" cy="5734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Team Task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5B27A4-26D4-6032-BD86-7F6DFC767271}"/>
              </a:ext>
            </a:extLst>
          </p:cNvPr>
          <p:cNvSpPr/>
          <p:nvPr/>
        </p:nvSpPr>
        <p:spPr>
          <a:xfrm>
            <a:off x="10748211" y="2216579"/>
            <a:ext cx="1136406" cy="5734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6BBEEA-D69A-6037-F419-95820C496D6C}"/>
              </a:ext>
            </a:extLst>
          </p:cNvPr>
          <p:cNvSpPr/>
          <p:nvPr/>
        </p:nvSpPr>
        <p:spPr>
          <a:xfrm>
            <a:off x="154983" y="3130012"/>
            <a:ext cx="11902698" cy="919238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Modal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87A4D8-8FB7-E339-3264-8FA95674E693}"/>
              </a:ext>
            </a:extLst>
          </p:cNvPr>
          <p:cNvSpPr/>
          <p:nvPr/>
        </p:nvSpPr>
        <p:spPr>
          <a:xfrm>
            <a:off x="4433468" y="3304371"/>
            <a:ext cx="2262753" cy="639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Request Details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1743EA-76C9-72A4-4EE4-07080035EDD2}"/>
              </a:ext>
            </a:extLst>
          </p:cNvPr>
          <p:cNvSpPr/>
          <p:nvPr/>
        </p:nvSpPr>
        <p:spPr>
          <a:xfrm>
            <a:off x="144651" y="953463"/>
            <a:ext cx="11902698" cy="92797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5D0D3E-C6E0-989C-52C6-FACD4E0F3490}"/>
              </a:ext>
            </a:extLst>
          </p:cNvPr>
          <p:cNvSpPr/>
          <p:nvPr/>
        </p:nvSpPr>
        <p:spPr>
          <a:xfrm>
            <a:off x="4448014" y="1100700"/>
            <a:ext cx="2557220" cy="681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Manage Work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C98568-3049-CA9F-7C0A-54E32AA7B560}"/>
              </a:ext>
            </a:extLst>
          </p:cNvPr>
          <p:cNvSpPr/>
          <p:nvPr/>
        </p:nvSpPr>
        <p:spPr>
          <a:xfrm>
            <a:off x="154983" y="4182931"/>
            <a:ext cx="11902698" cy="919238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Tab 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C390D-A46B-13C1-77A4-5CE1058F0C58}"/>
              </a:ext>
            </a:extLst>
          </p:cNvPr>
          <p:cNvSpPr/>
          <p:nvPr/>
        </p:nvSpPr>
        <p:spPr>
          <a:xfrm>
            <a:off x="2000241" y="4395058"/>
            <a:ext cx="2030278" cy="5734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Business Details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E2E67-5C8A-25D6-2BF7-AC2E7BDF518B}"/>
              </a:ext>
            </a:extLst>
          </p:cNvPr>
          <p:cNvSpPr/>
          <p:nvPr/>
        </p:nvSpPr>
        <p:spPr>
          <a:xfrm>
            <a:off x="7374347" y="4395058"/>
            <a:ext cx="2030278" cy="5734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Documents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3DB720-936B-23C9-9348-FBFBF6EF2CEC}"/>
              </a:ext>
            </a:extLst>
          </p:cNvPr>
          <p:cNvSpPr/>
          <p:nvPr/>
        </p:nvSpPr>
        <p:spPr>
          <a:xfrm>
            <a:off x="4550937" y="4395058"/>
            <a:ext cx="2030278" cy="5734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Task Details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CF413BD-56E5-81E7-A403-B4E8DE8BF7E9}"/>
              </a:ext>
            </a:extLst>
          </p:cNvPr>
          <p:cNvSpPr/>
          <p:nvPr/>
        </p:nvSpPr>
        <p:spPr>
          <a:xfrm>
            <a:off x="154983" y="5295911"/>
            <a:ext cx="11902698" cy="761348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Screen UI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BA5D1-1FE7-EFED-3ABC-E1F10B497C5A}"/>
              </a:ext>
            </a:extLst>
          </p:cNvPr>
          <p:cNvSpPr/>
          <p:nvPr/>
        </p:nvSpPr>
        <p:spPr>
          <a:xfrm>
            <a:off x="6045297" y="5373402"/>
            <a:ext cx="2030278" cy="5734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View Document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13E8FE4-F6C4-DAD1-29A5-1438D454832A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3761059" y="251014"/>
            <a:ext cx="433954" cy="349717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EC17219-83DC-E790-EC4E-2960BD12CD49}"/>
              </a:ext>
            </a:extLst>
          </p:cNvPr>
          <p:cNvCxnSpPr>
            <a:stCxn id="2" idx="2"/>
            <a:endCxn id="4" idx="0"/>
          </p:cNvCxnSpPr>
          <p:nvPr/>
        </p:nvCxnSpPr>
        <p:spPr>
          <a:xfrm rot="16200000" flipH="1">
            <a:off x="6022999" y="1486250"/>
            <a:ext cx="433954" cy="102670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8FEE0E2-D9C7-CCA7-2A7E-2BA3AF68D9DF}"/>
              </a:ext>
            </a:extLst>
          </p:cNvPr>
          <p:cNvCxnSpPr>
            <a:stCxn id="2" idx="2"/>
            <a:endCxn id="5" idx="0"/>
          </p:cNvCxnSpPr>
          <p:nvPr/>
        </p:nvCxnSpPr>
        <p:spPr>
          <a:xfrm rot="5400000">
            <a:off x="4875987" y="1365942"/>
            <a:ext cx="433954" cy="126732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6CE003D-0464-1139-D139-67254CAAF634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rot="16200000" flipH="1">
            <a:off x="8304542" y="-795293"/>
            <a:ext cx="433954" cy="558979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BDFC254-72E1-037B-9A4F-F857912BC69D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5901910" y="2452952"/>
            <a:ext cx="514355" cy="118848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6702CC1-4955-E84B-384B-9ABF6A0DDB34}"/>
              </a:ext>
            </a:extLst>
          </p:cNvPr>
          <p:cNvCxnSpPr>
            <a:endCxn id="15" idx="0"/>
          </p:cNvCxnSpPr>
          <p:nvPr/>
        </p:nvCxnSpPr>
        <p:spPr>
          <a:xfrm rot="10800000" flipV="1">
            <a:off x="3015380" y="3600772"/>
            <a:ext cx="1418088" cy="79428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FB213363-740C-2304-BDBD-60E8744493D7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>
            <a:off x="6696221" y="3624024"/>
            <a:ext cx="1693265" cy="77103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8526186-5687-8ED4-D04A-FCDB5A25030B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rot="16200000" flipH="1">
            <a:off x="5339769" y="4168751"/>
            <a:ext cx="451382" cy="123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0F98F1F2-1023-C288-0548-20226E2950BF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5400000">
            <a:off x="7522508" y="4506423"/>
            <a:ext cx="404907" cy="132905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A681EE6-AE21-317C-362E-C2DA73ABC6A6}"/>
              </a:ext>
            </a:extLst>
          </p:cNvPr>
          <p:cNvSpPr/>
          <p:nvPr/>
        </p:nvSpPr>
        <p:spPr>
          <a:xfrm>
            <a:off x="8088357" y="2208558"/>
            <a:ext cx="2387138" cy="5734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All Interactions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B4CECA-0D29-1075-2BBA-1EA7D4EE5910}"/>
              </a:ext>
            </a:extLst>
          </p:cNvPr>
          <p:cNvSpPr txBox="1"/>
          <p:nvPr/>
        </p:nvSpPr>
        <p:spPr>
          <a:xfrm>
            <a:off x="0" y="20824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USBI Dashboard</a:t>
            </a:r>
          </a:p>
        </p:txBody>
      </p:sp>
    </p:spTree>
    <p:extLst>
      <p:ext uri="{BB962C8B-B14F-4D97-AF65-F5344CB8AC3E}">
        <p14:creationId xmlns:p14="http://schemas.microsoft.com/office/powerpoint/2010/main" val="4186704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4A77-92DB-CC33-4F27-558BC8D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4A083E-D1C5-36BF-FA6D-3CB177F31E10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139FB-CC0B-FF72-CD86-768A28F61725}"/>
              </a:ext>
            </a:extLst>
          </p:cNvPr>
          <p:cNvSpPr txBox="1"/>
          <p:nvPr/>
        </p:nvSpPr>
        <p:spPr>
          <a:xfrm>
            <a:off x="308659" y="720241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UI Editor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79EE07-DC68-EA8B-EEE3-56E3DDDB58E5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UI Editor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E0B9EF-883D-5E29-B66C-D68CA1ABB215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B10AF0-38B3-E452-C96F-5133E62125C0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9073D5-C03D-570C-2459-EC81D90CFC4D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6AB0E5C1-1BEA-F41C-2EEB-3128754172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   USBI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245DCB-D1E4-4B1C-E005-55F4017A260B}"/>
                </a:ext>
              </a:extLst>
            </p:cNvPr>
            <p:cNvCxnSpPr>
              <a:cxnSpLocks/>
            </p:cNvCxnSpPr>
            <p:nvPr/>
          </p:nvCxnSpPr>
          <p:spPr>
            <a:xfrm>
              <a:off x="2210316" y="1504950"/>
              <a:ext cx="88276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/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CBC2C7-CC76-15CC-1343-28C13A518F92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1F5F9C40-9957-6861-B68C-CA2493224D44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UI Component</a:t>
              </a:r>
              <a:r>
                <a:rPr lang="en-US" sz="1600" b="1" dirty="0">
                  <a:solidFill>
                    <a:schemeClr val="tx1"/>
                  </a:solidFill>
                </a:rPr>
                <a:t>   AllRequest_Table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116CB3-A578-DA00-EF32-C953196D619D}"/>
                </a:ext>
              </a:extLst>
            </p:cNvPr>
            <p:cNvCxnSpPr>
              <a:cxnSpLocks/>
            </p:cNvCxnSpPr>
            <p:nvPr/>
          </p:nvCxnSpPr>
          <p:spPr>
            <a:xfrm>
              <a:off x="5758544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/>
                <p:nvPr/>
              </p:nvSpPr>
              <p:spPr>
                <a:xfrm rot="16200000">
                  <a:off x="7151496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151496" y="1223210"/>
                  <a:ext cx="226023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CCCC7C6-ED9A-A7C1-CF09-25F7B02B443F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191C2A-4C07-3888-480A-B61D0690998C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0CB8DB-3CDF-8F6C-FAAE-4EEA61ACF279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7ED15D-CBB6-A0B8-D585-0C481544DEB5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42C91F-317C-ACB9-9951-77F2BA9FD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8DFDD4-9B90-8C51-C50C-53F083E36B7C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9A0C2-F1DC-3227-D36F-2BBD7A76FA3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2F9C3A-302A-4D97-ABB4-3B06D898C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6305ED-C4A8-7D00-CACB-72546F7E7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E2FED-4C3B-BB16-90C0-559D5EFB7E7A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B3F509-164B-A86A-1FEE-3D78FF29CE52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149F790-4E4B-E4BE-A196-BA5C0E5B5A6E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C19E1B-76E8-13AB-C088-84F1CEC60BA1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4DB5291-E7D0-671C-141D-0A43CB287BE1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4EDF24-F483-4F6D-3F20-27E3B6D81FA3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1EB786B-734D-1F87-37D3-CAD067BB2DA4}"/>
              </a:ext>
            </a:extLst>
          </p:cNvPr>
          <p:cNvSpPr txBox="1"/>
          <p:nvPr/>
        </p:nvSpPr>
        <p:spPr>
          <a:xfrm>
            <a:off x="11034323" y="122450"/>
            <a:ext cx="11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Update UI</a:t>
            </a:r>
            <a:endParaRPr lang="en-US" b="1" u="sng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9B10F3-7197-8934-A01E-7178BD4DA4E8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6A31B58B-096A-EEA6-E4FE-53A29A732921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AllRequest_Tab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1611F1-67D4-AA7C-4AF6-F847017ACBBE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BA45BD3-562D-A429-CDDB-8AD019846863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CA8F42F1-963E-FBF7-43B4-5A38FC3AD97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Dashboard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E6371D4-6E79-CFD9-9E4D-DD255234A84D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Oval 4">
            <a:hlinkClick r:id="rId7" action="ppaction://hlinksldjump" tooltip="This option allows the user to update the UI for an existing application and template"/>
            <a:extLst>
              <a:ext uri="{FF2B5EF4-FFF2-40B4-BE49-F238E27FC236}">
                <a16:creationId xmlns:a16="http://schemas.microsoft.com/office/drawing/2014/main" id="{A42A1EC3-5D15-C356-CE80-F7338F43638B}"/>
              </a:ext>
            </a:extLst>
          </p:cNvPr>
          <p:cNvSpPr/>
          <p:nvPr/>
        </p:nvSpPr>
        <p:spPr>
          <a:xfrm>
            <a:off x="10526628" y="42051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hlinkClick r:id="rId7" action="ppaction://hlinksldjump" tooltip="All the existing application names and template are displayed"/>
            <a:extLst>
              <a:ext uri="{FF2B5EF4-FFF2-40B4-BE49-F238E27FC236}">
                <a16:creationId xmlns:a16="http://schemas.microsoft.com/office/drawing/2014/main" id="{E80EB229-B923-60D3-55E8-8CE9B8A78ED8}"/>
              </a:ext>
            </a:extLst>
          </p:cNvPr>
          <p:cNvSpPr/>
          <p:nvPr/>
        </p:nvSpPr>
        <p:spPr>
          <a:xfrm>
            <a:off x="546887" y="103113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hlinkClick r:id="rId7" action="ppaction://hlinksldjump" tooltip="All existing UI screen configure for the application/template are displayed"/>
            <a:extLst>
              <a:ext uri="{FF2B5EF4-FFF2-40B4-BE49-F238E27FC236}">
                <a16:creationId xmlns:a16="http://schemas.microsoft.com/office/drawing/2014/main" id="{DA24FB6B-68D5-D728-3A22-69F21128EE55}"/>
              </a:ext>
            </a:extLst>
          </p:cNvPr>
          <p:cNvSpPr/>
          <p:nvPr/>
        </p:nvSpPr>
        <p:spPr>
          <a:xfrm>
            <a:off x="2995119" y="971126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Oval 20">
            <a:hlinkClick r:id="rId7" action="ppaction://hlinksldjump" tooltip="All the sections configured for application / template selected is displayed."/>
            <a:extLst>
              <a:ext uri="{FF2B5EF4-FFF2-40B4-BE49-F238E27FC236}">
                <a16:creationId xmlns:a16="http://schemas.microsoft.com/office/drawing/2014/main" id="{FC3182D9-D3AF-C337-2139-BAED788C6B61}"/>
              </a:ext>
            </a:extLst>
          </p:cNvPr>
          <p:cNvSpPr/>
          <p:nvPr/>
        </p:nvSpPr>
        <p:spPr>
          <a:xfrm>
            <a:off x="5236874" y="92688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>
            <a:hlinkClick r:id="rId7" action="ppaction://hlinksldjump" tooltip="All UI is displayed based on the application / template and section selected"/>
            <a:extLst>
              <a:ext uri="{FF2B5EF4-FFF2-40B4-BE49-F238E27FC236}">
                <a16:creationId xmlns:a16="http://schemas.microsoft.com/office/drawing/2014/main" id="{7F9BF2CD-49DC-2D92-0BFB-0E9982B822FC}"/>
              </a:ext>
            </a:extLst>
          </p:cNvPr>
          <p:cNvSpPr/>
          <p:nvPr/>
        </p:nvSpPr>
        <p:spPr>
          <a:xfrm>
            <a:off x="8068564" y="941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Oval 22">
            <a:hlinkClick r:id="rId7" action="ppaction://hlinksldjump" tooltip="JSON is loaded based on the dropdown value selected. User can update the JSON to view the preview and update the JSON back to backend."/>
            <a:extLst>
              <a:ext uri="{FF2B5EF4-FFF2-40B4-BE49-F238E27FC236}">
                <a16:creationId xmlns:a16="http://schemas.microsoft.com/office/drawing/2014/main" id="{4B22B9A2-0226-8383-EC42-42CD2ECFF2F5}"/>
              </a:ext>
            </a:extLst>
          </p:cNvPr>
          <p:cNvSpPr/>
          <p:nvPr/>
        </p:nvSpPr>
        <p:spPr>
          <a:xfrm>
            <a:off x="3530977" y="506134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82811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2A11F-C519-E616-0605-45C522ED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01820-CF0F-B805-01F3-3FA95FF7F3C8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E602B6-7F87-79BB-ED0D-4433A757B28D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UI Editor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59BB28-4822-35CA-E830-A03B56FBEC28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UI Editor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EFD1F8-A5D9-096B-DCD8-66205AD5E129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83617E-0F85-1D08-0340-5041BD4A3468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1CACCCC-136A-3E52-61E9-6BA41BFDF6F5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E6EC387-ACD3-2211-F066-75F69865BD84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Create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16E3EA-B00F-CA11-63C5-95013A3D718C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AC2714-38F0-D9ED-A29A-C7B7D6EECC2B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001CABD-93EF-0B60-733A-13CB1F224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BC112ED-E473-C778-19C5-75597D119E23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FDC88-F7CB-9223-CF1F-B0296F3CF0F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1E95ACC-925D-A90C-35A3-3C948485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84471A-7993-9009-0EC2-0843A4FDF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3949A-26AE-F3E1-71E2-C9DF10079845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BCC37F-6F9F-2A67-9A58-5C7F6A46F26E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EBA49C3-0C0E-E0E9-9D69-01AF8AE4393C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A48E81-A8E4-4E33-2696-14526656810C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9F9A23-7BE6-2071-38F9-E88DD264C367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9D800B-F114-CE26-8630-6A9CF3B6D5DB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A2A585-24EC-90EB-FD99-D88616295354}"/>
              </a:ext>
            </a:extLst>
          </p:cNvPr>
          <p:cNvSpPr txBox="1"/>
          <p:nvPr/>
        </p:nvSpPr>
        <p:spPr>
          <a:xfrm>
            <a:off x="8256895" y="122450"/>
            <a:ext cx="3820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/>
              <a:t>Create New UI</a:t>
            </a:r>
            <a:endParaRPr lang="en-US" b="1" u="s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54753E-6760-FFB7-B918-821DE06A16AB}"/>
              </a:ext>
            </a:extLst>
          </p:cNvPr>
          <p:cNvSpPr/>
          <p:nvPr/>
        </p:nvSpPr>
        <p:spPr>
          <a:xfrm>
            <a:off x="2524836" y="1856098"/>
            <a:ext cx="6960358" cy="367124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9710-5746-F431-CDD6-B5074EF17B3C}"/>
              </a:ext>
            </a:extLst>
          </p:cNvPr>
          <p:cNvSpPr txBox="1"/>
          <p:nvPr/>
        </p:nvSpPr>
        <p:spPr>
          <a:xfrm>
            <a:off x="2497541" y="1995994"/>
            <a:ext cx="7001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Create UI Confirmation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30F6E8-BBF2-0BFF-4FD8-16346BF31B41}"/>
              </a:ext>
            </a:extLst>
          </p:cNvPr>
          <p:cNvGrpSpPr/>
          <p:nvPr/>
        </p:nvGrpSpPr>
        <p:grpSpPr>
          <a:xfrm>
            <a:off x="5090615" y="2660178"/>
            <a:ext cx="1759422" cy="417031"/>
            <a:chOff x="783102" y="1204025"/>
            <a:chExt cx="2569806" cy="358075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DE69EE08-21D4-3F12-F841-58444FEB5965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Personal</a:t>
              </a:r>
              <a:r>
                <a:rPr lang="en-US" sz="1400"/>
                <a:t> </a:t>
              </a:r>
              <a:r>
                <a:rPr lang="en-US" sz="1400">
                  <a:solidFill>
                    <a:schemeClr val="tx1"/>
                  </a:solidFill>
                </a:rPr>
                <a:t>Trust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6FFB39-6584-49EB-96D7-0CD5328FD8E9}"/>
                </a:ext>
              </a:extLst>
            </p:cNvPr>
            <p:cNvCxnSpPr>
              <a:cxnSpLocks/>
            </p:cNvCxnSpPr>
            <p:nvPr/>
          </p:nvCxnSpPr>
          <p:spPr>
            <a:xfrm>
              <a:off x="957686" y="1504950"/>
              <a:ext cx="21474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874714-A576-22AC-21E5-E081F8FA4D04}"/>
                    </a:ext>
                  </a:extLst>
                </p:cNvPr>
                <p:cNvSpPr txBox="1"/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874714-A576-22AC-21E5-E081F8FA4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54839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FE14699-6003-1E09-DBFF-7AB73AD41A13}"/>
              </a:ext>
            </a:extLst>
          </p:cNvPr>
          <p:cNvSpPr txBox="1"/>
          <p:nvPr/>
        </p:nvSpPr>
        <p:spPr>
          <a:xfrm>
            <a:off x="6892120" y="2756849"/>
            <a:ext cx="2144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>
                <a:solidFill>
                  <a:schemeClr val="accent1">
                    <a:lumMod val="75000"/>
                  </a:schemeClr>
                </a:solidFill>
              </a:rPr>
              <a:t>Create New Application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1C992-A870-3243-A289-64C3297F4974}"/>
              </a:ext>
            </a:extLst>
          </p:cNvPr>
          <p:cNvSpPr txBox="1"/>
          <p:nvPr/>
        </p:nvSpPr>
        <p:spPr>
          <a:xfrm>
            <a:off x="2654604" y="2729554"/>
            <a:ext cx="1712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Select Application</a:t>
            </a:r>
            <a:endParaRPr lang="en-US" sz="16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E046EF-FE4D-E051-9B64-BBB30C99F382}"/>
              </a:ext>
            </a:extLst>
          </p:cNvPr>
          <p:cNvSpPr txBox="1"/>
          <p:nvPr/>
        </p:nvSpPr>
        <p:spPr>
          <a:xfrm>
            <a:off x="2656879" y="4014724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UI Name </a:t>
            </a:r>
            <a:endParaRPr lang="en-US" sz="1600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7FCF17-026B-7E31-23B1-406A09380480}"/>
              </a:ext>
            </a:extLst>
          </p:cNvPr>
          <p:cNvSpPr/>
          <p:nvPr/>
        </p:nvSpPr>
        <p:spPr>
          <a:xfrm>
            <a:off x="5090615" y="3957858"/>
            <a:ext cx="3248167" cy="3957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err="1"/>
              <a:t>PT_TaskReq_TableSection</a:t>
            </a:r>
            <a:endParaRPr lang="en-US" sz="1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E7EE8A3-9B02-6DA5-B493-03D5730731D3}"/>
              </a:ext>
            </a:extLst>
          </p:cNvPr>
          <p:cNvSpPr/>
          <p:nvPr/>
        </p:nvSpPr>
        <p:spPr>
          <a:xfrm>
            <a:off x="4618957" y="486241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2516ED-A3DF-0EE5-D26F-1600355B776F}"/>
              </a:ext>
            </a:extLst>
          </p:cNvPr>
          <p:cNvSpPr/>
          <p:nvPr/>
        </p:nvSpPr>
        <p:spPr>
          <a:xfrm>
            <a:off x="5872572" y="487716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Save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8DD95CC-4FAD-1604-C630-7C070F6F6EDC}"/>
              </a:ext>
            </a:extLst>
          </p:cNvPr>
          <p:cNvGrpSpPr/>
          <p:nvPr/>
        </p:nvGrpSpPr>
        <p:grpSpPr>
          <a:xfrm>
            <a:off x="5092887" y="3276610"/>
            <a:ext cx="1759422" cy="417031"/>
            <a:chOff x="783102" y="1204025"/>
            <a:chExt cx="2569806" cy="358075"/>
          </a:xfrm>
        </p:grpSpPr>
        <p:sp>
          <p:nvSpPr>
            <p:cNvPr id="57" name="Rectangle: Top Corners Rounded 56">
              <a:extLst>
                <a:ext uri="{FF2B5EF4-FFF2-40B4-BE49-F238E27FC236}">
                  <a16:creationId xmlns:a16="http://schemas.microsoft.com/office/drawing/2014/main" id="{36D09CD7-3854-357F-981C-1E09516AC9E3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Section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F2D38F9-0F96-3754-B24C-4CFB9476560A}"/>
                </a:ext>
              </a:extLst>
            </p:cNvPr>
            <p:cNvCxnSpPr>
              <a:cxnSpLocks/>
            </p:cNvCxnSpPr>
            <p:nvPr/>
          </p:nvCxnSpPr>
          <p:spPr>
            <a:xfrm>
              <a:off x="957686" y="1504950"/>
              <a:ext cx="21474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7BC772-3C6E-1D80-1022-281E4137E7D4}"/>
                    </a:ext>
                  </a:extLst>
                </p:cNvPr>
                <p:cNvSpPr txBox="1"/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7BC772-3C6E-1D80-1022-281E4137E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6818" r="-54839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9260BF9-5A8E-CEDD-33E8-BD3844E62B37}"/>
              </a:ext>
            </a:extLst>
          </p:cNvPr>
          <p:cNvSpPr txBox="1"/>
          <p:nvPr/>
        </p:nvSpPr>
        <p:spPr>
          <a:xfrm>
            <a:off x="2656876" y="3345986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Select UI Type</a:t>
            </a:r>
            <a:endParaRPr lang="en-US" sz="1600" b="1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50B5707-2E2F-8926-5E39-699FE44568DA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65" name="Rectangle: Top Corners Rounded 64">
              <a:extLst>
                <a:ext uri="{FF2B5EF4-FFF2-40B4-BE49-F238E27FC236}">
                  <a16:creationId xmlns:a16="http://schemas.microsoft.com/office/drawing/2014/main" id="{989261EB-BBAB-2088-FFEF-596FA0F0464A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Template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999875-EB44-9EAC-456E-D668FAC9C415}"/>
                </a:ext>
              </a:extLst>
            </p:cNvPr>
            <p:cNvCxnSpPr>
              <a:cxnSpLocks/>
            </p:cNvCxnSpPr>
            <p:nvPr/>
          </p:nvCxnSpPr>
          <p:spPr>
            <a:xfrm>
              <a:off x="2067837" y="1504950"/>
              <a:ext cx="102524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CF4E665-3B0E-1F1E-4461-D43FDD749A77}"/>
                    </a:ext>
                  </a:extLst>
                </p:cNvPr>
                <p:cNvSpPr txBox="1"/>
                <p:nvPr/>
              </p:nvSpPr>
              <p:spPr>
                <a:xfrm rot="16200000">
                  <a:off x="2970163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CF4E665-3B0E-1F1E-4461-D43FDD749A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70163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25F628D-9FE7-0D4E-4A0B-B8D3323F9328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5DA99D61-2BD3-EC9B-3A1A-A71CCD23CCC3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UI Component</a:t>
              </a:r>
              <a:r>
                <a:rPr lang="en-US" sz="1600" b="1" dirty="0">
                  <a:solidFill>
                    <a:schemeClr val="tx1"/>
                  </a:solidFill>
                </a:rPr>
                <a:t>    Table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5D309C4-4D88-3E9D-E272-D54CAC548831}"/>
                </a:ext>
              </a:extLst>
            </p:cNvPr>
            <p:cNvCxnSpPr>
              <a:cxnSpLocks/>
            </p:cNvCxnSpPr>
            <p:nvPr/>
          </p:nvCxnSpPr>
          <p:spPr>
            <a:xfrm>
              <a:off x="5846624" y="1476876"/>
              <a:ext cx="137362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912689F-15EA-7531-AA76-36520EE4CE0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912689F-15EA-7531-AA76-36520EE4C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6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0494C39-9149-778B-AED2-4BB2BEE20412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73" name="Rectangle: Top Corners Rounded 72">
              <a:extLst>
                <a:ext uri="{FF2B5EF4-FFF2-40B4-BE49-F238E27FC236}">
                  <a16:creationId xmlns:a16="http://schemas.microsoft.com/office/drawing/2014/main" id="{8CDE2919-7F66-C860-692B-828AD02E28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TabUI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3D5FD8D-6BCD-312C-AFE0-1BF28539C177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F00C5A54-CC35-CC01-77FA-6E951A691DF0}"/>
                    </a:ext>
                  </a:extLst>
                </p:cNvPr>
                <p:cNvSpPr txBox="1"/>
                <p:nvPr/>
              </p:nvSpPr>
              <p:spPr>
                <a:xfrm rot="16200000">
                  <a:off x="2927452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F00C5A54-CC35-CC01-77FA-6E951A691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27452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F33C644-78E8-9F71-74C9-6BB314E45B6E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77" name="Rectangle: Top Corners Rounded 76">
              <a:extLst>
                <a:ext uri="{FF2B5EF4-FFF2-40B4-BE49-F238E27FC236}">
                  <a16:creationId xmlns:a16="http://schemas.microsoft.com/office/drawing/2014/main" id="{B68248A7-4639-47D8-2C18-D0EDE6E15C26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Task Manager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64BBA12-8D43-E2C3-6301-441F80E29E89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3774ED-26E3-186B-22B7-83ED8AB65F5F}"/>
                    </a:ext>
                  </a:extLst>
                </p:cNvPr>
                <p:cNvSpPr txBox="1"/>
                <p:nvPr/>
              </p:nvSpPr>
              <p:spPr>
                <a:xfrm rot="16200000">
                  <a:off x="2867458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3774ED-26E3-186B-22B7-83ED8AB65F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67458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Oval 2">
            <a:hlinkClick r:id="rId7" action="ppaction://hlinksldjump" tooltip="If creating UI for existing application, select the application name from dropdown"/>
            <a:extLst>
              <a:ext uri="{FF2B5EF4-FFF2-40B4-BE49-F238E27FC236}">
                <a16:creationId xmlns:a16="http://schemas.microsoft.com/office/drawing/2014/main" id="{CCBEC080-C7BB-5B15-E83E-4AE7C711EF39}"/>
              </a:ext>
            </a:extLst>
          </p:cNvPr>
          <p:cNvSpPr/>
          <p:nvPr/>
        </p:nvSpPr>
        <p:spPr>
          <a:xfrm>
            <a:off x="7355725" y="1983848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Oval 11">
            <a:hlinkClick r:id="rId7" action="ppaction://hlinksldjump" tooltip="Select One of the UI type i.e., UI / Section / Component"/>
            <a:extLst>
              <a:ext uri="{FF2B5EF4-FFF2-40B4-BE49-F238E27FC236}">
                <a16:creationId xmlns:a16="http://schemas.microsoft.com/office/drawing/2014/main" id="{15C27BFF-1C22-EB7E-3808-37E9C72699C4}"/>
              </a:ext>
            </a:extLst>
          </p:cNvPr>
          <p:cNvSpPr/>
          <p:nvPr/>
        </p:nvSpPr>
        <p:spPr>
          <a:xfrm>
            <a:off x="6982875" y="3190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hlinkClick r:id="rId7" action="ppaction://hlinksldjump" tooltip="Click on Save to create new UI and associate it with the application &amp; UI type"/>
            <a:extLst>
              <a:ext uri="{FF2B5EF4-FFF2-40B4-BE49-F238E27FC236}">
                <a16:creationId xmlns:a16="http://schemas.microsoft.com/office/drawing/2014/main" id="{9C7B691B-F903-D27E-76E3-C3501980326B}"/>
              </a:ext>
            </a:extLst>
          </p:cNvPr>
          <p:cNvSpPr/>
          <p:nvPr/>
        </p:nvSpPr>
        <p:spPr>
          <a:xfrm>
            <a:off x="7103191" y="480286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56639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DA27-B6DC-B89F-1998-02273055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2286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6FB8-E3B8-5775-E8AE-63F283222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772"/>
          </a:xfrm>
        </p:spPr>
        <p:txBody>
          <a:bodyPr>
            <a:normAutofit fontScale="90000"/>
          </a:bodyPr>
          <a:lstStyle/>
          <a:p>
            <a:r>
              <a:rPr lang="en-US"/>
              <a:t>CURRENT USBI DASHBOARD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B27E9F-6F8C-C816-7161-745A4A6AE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53" y="1251770"/>
            <a:ext cx="3581400" cy="1819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7084F4-5A73-0200-AE97-9D39E9F62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54898"/>
            <a:ext cx="3943350" cy="438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D3F19A-7599-DE28-F55D-166346EC7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828" y="1124770"/>
            <a:ext cx="1889722" cy="32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617FA77-EBDC-E146-D948-3E91174A36B3}"/>
              </a:ext>
            </a:extLst>
          </p:cNvPr>
          <p:cNvGrpSpPr/>
          <p:nvPr/>
        </p:nvGrpSpPr>
        <p:grpSpPr>
          <a:xfrm>
            <a:off x="781954" y="782665"/>
            <a:ext cx="10820398" cy="6075335"/>
            <a:chOff x="1128795" y="387458"/>
            <a:chExt cx="10820398" cy="6075335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9F6899B-DEB3-9182-D4EA-04FC3166EB1B}"/>
                </a:ext>
              </a:extLst>
            </p:cNvPr>
            <p:cNvSpPr/>
            <p:nvPr/>
          </p:nvSpPr>
          <p:spPr>
            <a:xfrm>
              <a:off x="1128795" y="387458"/>
              <a:ext cx="10820398" cy="6075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C3E18EB-5195-CAAF-E3FF-39EFE8532B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3097" y="4342432"/>
              <a:ext cx="336336" cy="481415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58791C-F97E-B395-6CD8-6F9BFBAE0147}"/>
                </a:ext>
              </a:extLst>
            </p:cNvPr>
            <p:cNvGrpSpPr/>
            <p:nvPr/>
          </p:nvGrpSpPr>
          <p:grpSpPr>
            <a:xfrm>
              <a:off x="5065363" y="798162"/>
              <a:ext cx="2929180" cy="960895"/>
              <a:chOff x="2433234" y="1038386"/>
              <a:chExt cx="2929180" cy="96089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2FCB7E-16FD-2054-B89D-290132839F4A}"/>
                  </a:ext>
                </a:extLst>
              </p:cNvPr>
              <p:cNvSpPr/>
              <p:nvPr/>
            </p:nvSpPr>
            <p:spPr>
              <a:xfrm>
                <a:off x="2433234" y="1038386"/>
                <a:ext cx="2929180" cy="63543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gct</a:t>
                </a:r>
                <a:r>
                  <a:rPr lang="en-US"/>
                  <a:t>-stitching-layer</a:t>
                </a:r>
              </a:p>
              <a:p>
                <a:pPr algn="ctr"/>
                <a:r>
                  <a:rPr lang="en-US"/>
                  <a:t>(React app)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089CC72-9231-3EA8-BF8E-BA970B97D66A}"/>
                  </a:ext>
                </a:extLst>
              </p:cNvPr>
              <p:cNvSpPr/>
              <p:nvPr/>
            </p:nvSpPr>
            <p:spPr bwMode="ltGray">
              <a:xfrm>
                <a:off x="2433234" y="1673817"/>
                <a:ext cx="2929180" cy="32546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+mj-lt"/>
                  </a:rPr>
                  <a:t>onboarding/frontend/stitching-layer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3F3279F-62D4-9215-B396-571F9816F632}"/>
                </a:ext>
              </a:extLst>
            </p:cNvPr>
            <p:cNvGrpSpPr/>
            <p:nvPr/>
          </p:nvGrpSpPr>
          <p:grpSpPr>
            <a:xfrm>
              <a:off x="5065363" y="2216257"/>
              <a:ext cx="2929180" cy="960895"/>
              <a:chOff x="2433234" y="1038386"/>
              <a:chExt cx="2929180" cy="96089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62D20C-7CBF-B035-8A67-46322152BF95}"/>
                  </a:ext>
                </a:extLst>
              </p:cNvPr>
              <p:cNvSpPr/>
              <p:nvPr/>
            </p:nvSpPr>
            <p:spPr>
              <a:xfrm>
                <a:off x="2433234" y="1038386"/>
                <a:ext cx="2929180" cy="63543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uo</a:t>
                </a:r>
                <a:r>
                  <a:rPr lang="en-US"/>
                  <a:t>-</a:t>
                </a:r>
                <a:r>
                  <a:rPr lang="en-US" err="1"/>
                  <a:t>gct</a:t>
                </a:r>
                <a:r>
                  <a:rPr lang="en-US"/>
                  <a:t>-exp-</a:t>
                </a:r>
                <a:r>
                  <a:rPr lang="en-US" err="1"/>
                  <a:t>api</a:t>
                </a:r>
                <a:endParaRPr lang="en-US"/>
              </a:p>
              <a:p>
                <a:pPr algn="ctr"/>
                <a:r>
                  <a:rPr lang="en-US"/>
                  <a:t>(Exp API)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30DFFFF-B76C-72B8-9F27-406EF866DF5B}"/>
                  </a:ext>
                </a:extLst>
              </p:cNvPr>
              <p:cNvSpPr/>
              <p:nvPr/>
            </p:nvSpPr>
            <p:spPr bwMode="ltGray">
              <a:xfrm>
                <a:off x="2433234" y="1673817"/>
                <a:ext cx="2929180" cy="32546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+mj-lt"/>
                  </a:rPr>
                  <a:t>onboarding/</a:t>
                </a:r>
                <a:r>
                  <a:rPr lang="en-US" sz="1200" err="1">
                    <a:solidFill>
                      <a:schemeClr val="tx1"/>
                    </a:solidFill>
                    <a:latin typeface="+mj-lt"/>
                  </a:rPr>
                  <a:t>uo</a:t>
                </a:r>
                <a:r>
                  <a:rPr lang="en-US" sz="1200">
                    <a:solidFill>
                      <a:schemeClr val="tx1"/>
                    </a:solidFill>
                    <a:latin typeface="+mj-lt"/>
                  </a:rPr>
                  <a:t>-microservices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8530981-BF49-62E0-C3F1-77D8E525B262}"/>
                </a:ext>
              </a:extLst>
            </p:cNvPr>
            <p:cNvGrpSpPr/>
            <p:nvPr/>
          </p:nvGrpSpPr>
          <p:grpSpPr>
            <a:xfrm>
              <a:off x="1376768" y="3634352"/>
              <a:ext cx="2929180" cy="960895"/>
              <a:chOff x="2433234" y="1038386"/>
              <a:chExt cx="2929180" cy="96089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74772AC-286E-F0E6-8095-08A25724EF09}"/>
                  </a:ext>
                </a:extLst>
              </p:cNvPr>
              <p:cNvSpPr/>
              <p:nvPr/>
            </p:nvSpPr>
            <p:spPr>
              <a:xfrm>
                <a:off x="2433234" y="1038386"/>
                <a:ext cx="2929180" cy="63543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bpm-service</a:t>
                </a:r>
              </a:p>
              <a:p>
                <a:pPr algn="ctr"/>
                <a:r>
                  <a:rPr lang="en-US"/>
                  <a:t>(BPM API)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E10CF2D-AF1F-AAEB-3E10-D03B4D917443}"/>
                  </a:ext>
                </a:extLst>
              </p:cNvPr>
              <p:cNvSpPr/>
              <p:nvPr/>
            </p:nvSpPr>
            <p:spPr bwMode="ltGray">
              <a:xfrm>
                <a:off x="2433234" y="1673817"/>
                <a:ext cx="2929180" cy="32546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+mj-lt"/>
                  </a:rPr>
                  <a:t>onboarding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BB02A23-F0CF-460D-482B-6DD8B08055D2}"/>
                </a:ext>
              </a:extLst>
            </p:cNvPr>
            <p:cNvGrpSpPr/>
            <p:nvPr/>
          </p:nvGrpSpPr>
          <p:grpSpPr>
            <a:xfrm>
              <a:off x="8720380" y="3634352"/>
              <a:ext cx="2929180" cy="960895"/>
              <a:chOff x="2433234" y="1038386"/>
              <a:chExt cx="2929180" cy="96089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2F4E776-9143-FDCB-320D-E60806C6F2F8}"/>
                  </a:ext>
                </a:extLst>
              </p:cNvPr>
              <p:cNvSpPr/>
              <p:nvPr/>
            </p:nvSpPr>
            <p:spPr>
              <a:xfrm>
                <a:off x="2433234" y="1038386"/>
                <a:ext cx="2929180" cy="63543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oboarding</a:t>
                </a:r>
                <a:r>
                  <a:rPr lang="en-US"/>
                  <a:t>-core</a:t>
                </a:r>
              </a:p>
              <a:p>
                <a:pPr algn="ctr"/>
                <a:r>
                  <a:rPr lang="en-US"/>
                  <a:t>(Core API)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19A58EF-5375-4F25-F5D7-7199071178AF}"/>
                  </a:ext>
                </a:extLst>
              </p:cNvPr>
              <p:cNvSpPr/>
              <p:nvPr/>
            </p:nvSpPr>
            <p:spPr bwMode="ltGray">
              <a:xfrm>
                <a:off x="2433234" y="1673817"/>
                <a:ext cx="2929180" cy="32546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+mj-lt"/>
                  </a:rPr>
                  <a:t>onboarding</a:t>
                </a:r>
              </a:p>
            </p:txBody>
          </p:sp>
        </p:grpSp>
        <p:sp>
          <p:nvSpPr>
            <p:cNvPr id="19" name="Cylinder 18">
              <a:extLst>
                <a:ext uri="{FF2B5EF4-FFF2-40B4-BE49-F238E27FC236}">
                  <a16:creationId xmlns:a16="http://schemas.microsoft.com/office/drawing/2014/main" id="{7F4AAB71-D61C-1552-43AA-BC24096D1D3D}"/>
                </a:ext>
              </a:extLst>
            </p:cNvPr>
            <p:cNvSpPr/>
            <p:nvPr/>
          </p:nvSpPr>
          <p:spPr>
            <a:xfrm>
              <a:off x="2112937" y="5052447"/>
              <a:ext cx="1456841" cy="867905"/>
            </a:xfrm>
            <a:prstGeom prst="ca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/>
                <a:t>BPM Product Data</a:t>
              </a:r>
            </a:p>
          </p:txBody>
        </p:sp>
        <p:sp>
          <p:nvSpPr>
            <p:cNvPr id="21" name="Cylinder 20">
              <a:extLst>
                <a:ext uri="{FF2B5EF4-FFF2-40B4-BE49-F238E27FC236}">
                  <a16:creationId xmlns:a16="http://schemas.microsoft.com/office/drawing/2014/main" id="{49690494-0741-6238-23EF-4C52876D7241}"/>
                </a:ext>
              </a:extLst>
            </p:cNvPr>
            <p:cNvSpPr/>
            <p:nvPr/>
          </p:nvSpPr>
          <p:spPr>
            <a:xfrm>
              <a:off x="9456549" y="4959459"/>
              <a:ext cx="1456841" cy="867905"/>
            </a:xfrm>
            <a:prstGeom prst="ca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/>
                <a:t>Corporate Trust Data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497EDDC-BA12-1A0B-ECB4-65488C12EF0B}"/>
                </a:ext>
              </a:extLst>
            </p:cNvPr>
            <p:cNvGrpSpPr/>
            <p:nvPr/>
          </p:nvGrpSpPr>
          <p:grpSpPr>
            <a:xfrm>
              <a:off x="4600415" y="3634352"/>
              <a:ext cx="3856496" cy="960895"/>
              <a:chOff x="2384153" y="1038386"/>
              <a:chExt cx="2931145" cy="96089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C89AB48-F8BD-0AF1-F545-F5C6299A538D}"/>
                  </a:ext>
                </a:extLst>
              </p:cNvPr>
              <p:cNvSpPr/>
              <p:nvPr/>
            </p:nvSpPr>
            <p:spPr>
              <a:xfrm>
                <a:off x="2384153" y="1038386"/>
                <a:ext cx="2929180" cy="635431"/>
              </a:xfrm>
              <a:prstGeom prst="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/>
                <a:r>
                  <a:rPr lang="en-US" i="0" err="1">
                    <a:solidFill>
                      <a:srgbClr val="333238"/>
                    </a:solidFill>
                    <a:effectLst/>
                  </a:rPr>
                  <a:t>uo</a:t>
                </a:r>
                <a:r>
                  <a:rPr lang="en-US" i="0">
                    <a:solidFill>
                      <a:srgbClr val="333238"/>
                    </a:solidFill>
                    <a:effectLst/>
                  </a:rPr>
                  <a:t>-form-service, </a:t>
                </a:r>
                <a:r>
                  <a:rPr lang="en-US" i="0" err="1">
                    <a:solidFill>
                      <a:srgbClr val="333238"/>
                    </a:solidFill>
                    <a:effectLst/>
                  </a:rPr>
                  <a:t>uo</a:t>
                </a:r>
                <a:r>
                  <a:rPr lang="en-US" i="0">
                    <a:solidFill>
                      <a:srgbClr val="333238"/>
                    </a:solidFill>
                    <a:effectLst/>
                  </a:rPr>
                  <a:t>-event-service,…</a:t>
                </a:r>
              </a:p>
              <a:p>
                <a:pPr algn="ctr"/>
                <a:r>
                  <a:rPr lang="en-US"/>
                  <a:t>(Domain API)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4229E93-8270-BDFE-1BDC-4EDA9F6CAC30}"/>
                  </a:ext>
                </a:extLst>
              </p:cNvPr>
              <p:cNvSpPr/>
              <p:nvPr/>
            </p:nvSpPr>
            <p:spPr bwMode="ltGray">
              <a:xfrm>
                <a:off x="2386118" y="1673817"/>
                <a:ext cx="2929180" cy="32546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+mj-lt"/>
                  </a:rPr>
                  <a:t>onboarding/</a:t>
                </a:r>
                <a:r>
                  <a:rPr lang="en-US" sz="1200" err="1">
                    <a:solidFill>
                      <a:schemeClr val="tx1"/>
                    </a:solidFill>
                    <a:latin typeface="+mj-lt"/>
                  </a:rPr>
                  <a:t>uo</a:t>
                </a:r>
                <a:r>
                  <a:rPr lang="en-US" sz="1200">
                    <a:solidFill>
                      <a:schemeClr val="tx1"/>
                    </a:solidFill>
                    <a:latin typeface="+mj-lt"/>
                  </a:rPr>
                  <a:t>-microservices</a:t>
                </a:r>
              </a:p>
            </p:txBody>
          </p:sp>
        </p:grpSp>
        <p:sp>
          <p:nvSpPr>
            <p:cNvPr id="25" name="Cylinder 24">
              <a:extLst>
                <a:ext uri="{FF2B5EF4-FFF2-40B4-BE49-F238E27FC236}">
                  <a16:creationId xmlns:a16="http://schemas.microsoft.com/office/drawing/2014/main" id="{781BF163-8205-ADC4-54D4-EB87ED56C71A}"/>
                </a:ext>
              </a:extLst>
            </p:cNvPr>
            <p:cNvSpPr/>
            <p:nvPr/>
          </p:nvSpPr>
          <p:spPr>
            <a:xfrm>
              <a:off x="5798949" y="4990454"/>
              <a:ext cx="1456841" cy="867905"/>
            </a:xfrm>
            <a:prstGeom prst="ca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/>
                <a:t>Unified Onboarding Data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445DE8E-C481-2028-2CA0-79A752E772F5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>
              <a:off x="6529953" y="1759057"/>
              <a:ext cx="0" cy="45720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C975906-01AB-8F88-F319-9581C96C8349}"/>
                </a:ext>
              </a:extLst>
            </p:cNvPr>
            <p:cNvCxnSpPr>
              <a:stCxn id="10" idx="2"/>
              <a:endCxn id="23" idx="0"/>
            </p:cNvCxnSpPr>
            <p:nvPr/>
          </p:nvCxnSpPr>
          <p:spPr>
            <a:xfrm flipH="1">
              <a:off x="6527371" y="3177152"/>
              <a:ext cx="2582" cy="45720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E69590C-2A5B-6DA1-8CF5-4A72FCE0C08E}"/>
                </a:ext>
              </a:extLst>
            </p:cNvPr>
            <p:cNvSpPr/>
            <p:nvPr/>
          </p:nvSpPr>
          <p:spPr>
            <a:xfrm>
              <a:off x="3871994" y="4695985"/>
              <a:ext cx="1756472" cy="1580827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i="1" err="1"/>
                <a:t>uo</a:t>
              </a:r>
              <a:r>
                <a:rPr lang="en-US" sz="1200" i="1"/>
                <a:t>-form-service</a:t>
              </a:r>
            </a:p>
            <a:p>
              <a:r>
                <a:rPr lang="en-US" sz="1200" i="1" err="1"/>
                <a:t>uo</a:t>
              </a:r>
              <a:r>
                <a:rPr lang="en-US" sz="1200" i="1"/>
                <a:t>-event-service</a:t>
              </a:r>
            </a:p>
            <a:p>
              <a:r>
                <a:rPr lang="en-US" sz="1200" i="1" err="1"/>
                <a:t>uo</a:t>
              </a:r>
              <a:r>
                <a:rPr lang="en-US" sz="1200" i="1"/>
                <a:t>-document-service</a:t>
              </a:r>
            </a:p>
            <a:p>
              <a:r>
                <a:rPr lang="en-US" sz="1200" i="1" err="1"/>
                <a:t>uo</a:t>
              </a:r>
              <a:r>
                <a:rPr lang="en-US" sz="1200" i="1"/>
                <a:t>-entitlement-service</a:t>
              </a:r>
            </a:p>
            <a:p>
              <a:r>
                <a:rPr lang="en-US" sz="1200" i="1" err="1"/>
                <a:t>uo</a:t>
              </a:r>
              <a:r>
                <a:rPr lang="en-US" sz="1200" i="1"/>
                <a:t>-audit-trail-service</a:t>
              </a:r>
            </a:p>
            <a:p>
              <a:r>
                <a:rPr lang="en-US" sz="1200" i="1" err="1"/>
                <a:t>uo</a:t>
              </a:r>
              <a:r>
                <a:rPr lang="en-US" sz="1200" i="1"/>
                <a:t>-common-service</a:t>
              </a:r>
            </a:p>
            <a:p>
              <a:r>
                <a:rPr lang="en-US" sz="1200" i="1" err="1"/>
                <a:t>uo</a:t>
              </a:r>
              <a:r>
                <a:rPr lang="en-US" sz="1200" i="1"/>
                <a:t>-metadata-service</a:t>
              </a:r>
            </a:p>
            <a:p>
              <a:r>
                <a:rPr lang="en-US" sz="1200" i="1" err="1"/>
                <a:t>uo</a:t>
              </a:r>
              <a:r>
                <a:rPr lang="en-US" sz="1200" i="1"/>
                <a:t>-task-service</a:t>
              </a:r>
            </a:p>
          </p:txBody>
        </p: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7CB15036-F3B3-FF75-F099-800E1D8050C3}"/>
                </a:ext>
              </a:extLst>
            </p:cNvPr>
            <p:cNvCxnSpPr>
              <a:stCxn id="10" idx="1"/>
              <a:endCxn id="12" idx="0"/>
            </p:cNvCxnSpPr>
            <p:nvPr/>
          </p:nvCxnSpPr>
          <p:spPr>
            <a:xfrm rot="10800000" flipV="1">
              <a:off x="2841359" y="3014420"/>
              <a:ext cx="2224005" cy="619932"/>
            </a:xfrm>
            <a:prstGeom prst="bentConnector2">
              <a:avLst/>
            </a:prstGeom>
            <a:ln>
              <a:solidFill>
                <a:schemeClr val="bg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1689319B-2FFD-B457-9E01-CCD6A968F082}"/>
                </a:ext>
              </a:extLst>
            </p:cNvPr>
            <p:cNvCxnSpPr>
              <a:stCxn id="10" idx="3"/>
              <a:endCxn id="15" idx="0"/>
            </p:cNvCxnSpPr>
            <p:nvPr/>
          </p:nvCxnSpPr>
          <p:spPr>
            <a:xfrm>
              <a:off x="7994543" y="3014420"/>
              <a:ext cx="2190427" cy="619932"/>
            </a:xfrm>
            <a:prstGeom prst="bentConnector2">
              <a:avLst/>
            </a:prstGeom>
            <a:ln>
              <a:solidFill>
                <a:schemeClr val="bg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0FD0E0E-EF9B-3E74-0C20-C11858CD9244}"/>
                </a:ext>
              </a:extLst>
            </p:cNvPr>
            <p:cNvCxnSpPr>
              <a:stCxn id="13" idx="2"/>
              <a:endCxn id="19" idx="1"/>
            </p:cNvCxnSpPr>
            <p:nvPr/>
          </p:nvCxnSpPr>
          <p:spPr>
            <a:xfrm>
              <a:off x="2841358" y="4595247"/>
              <a:ext cx="0" cy="45720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68F229A-0003-A5B2-F61D-62AECB5CABE7}"/>
                </a:ext>
              </a:extLst>
            </p:cNvPr>
            <p:cNvCxnSpPr>
              <a:stCxn id="24" idx="2"/>
              <a:endCxn id="25" idx="1"/>
            </p:cNvCxnSpPr>
            <p:nvPr/>
          </p:nvCxnSpPr>
          <p:spPr>
            <a:xfrm flipH="1">
              <a:off x="6527370" y="4595247"/>
              <a:ext cx="2586" cy="395207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6EE8C90-A10E-E6E4-A8D9-C1D611762C03}"/>
                </a:ext>
              </a:extLst>
            </p:cNvPr>
            <p:cNvCxnSpPr>
              <a:stCxn id="16" idx="2"/>
              <a:endCxn id="21" idx="1"/>
            </p:cNvCxnSpPr>
            <p:nvPr/>
          </p:nvCxnSpPr>
          <p:spPr>
            <a:xfrm>
              <a:off x="10184970" y="4595247"/>
              <a:ext cx="0" cy="364212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9C29968-05C4-07E2-6DEF-CD6D852C9FFB}"/>
                </a:ext>
              </a:extLst>
            </p:cNvPr>
            <p:cNvGrpSpPr/>
            <p:nvPr/>
          </p:nvGrpSpPr>
          <p:grpSpPr>
            <a:xfrm>
              <a:off x="8720379" y="782664"/>
              <a:ext cx="2929180" cy="960895"/>
              <a:chOff x="2433234" y="1038386"/>
              <a:chExt cx="2929180" cy="960895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8F3E474-7BD5-C7EA-447C-2DB18A115941}"/>
                  </a:ext>
                </a:extLst>
              </p:cNvPr>
              <p:cNvSpPr/>
              <p:nvPr/>
            </p:nvSpPr>
            <p:spPr>
              <a:xfrm>
                <a:off x="2433234" y="1038386"/>
                <a:ext cx="2929180" cy="635431"/>
              </a:xfrm>
              <a:prstGeom prst="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uo</a:t>
                </a:r>
                <a:r>
                  <a:rPr lang="en-US"/>
                  <a:t>-</a:t>
                </a:r>
                <a:r>
                  <a:rPr lang="en-US" err="1"/>
                  <a:t>ui</a:t>
                </a:r>
                <a:r>
                  <a:rPr lang="en-US"/>
                  <a:t>-components </a:t>
                </a:r>
              </a:p>
              <a:p>
                <a:pPr algn="ctr"/>
                <a:r>
                  <a:rPr lang="en-US"/>
                  <a:t>(Shared Assets)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32DC40E-D4AA-2C9B-2B95-EEB4028E1F04}"/>
                  </a:ext>
                </a:extLst>
              </p:cNvPr>
              <p:cNvSpPr/>
              <p:nvPr/>
            </p:nvSpPr>
            <p:spPr bwMode="ltGray">
              <a:xfrm>
                <a:off x="2433234" y="1673817"/>
                <a:ext cx="2929180" cy="32546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+mj-lt"/>
                  </a:rPr>
                  <a:t>onboarding/frontend</a:t>
                </a:r>
              </a:p>
            </p:txBody>
          </p: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3D8EFCD-BE76-F451-010B-F735D2969404}"/>
                </a:ext>
              </a:extLst>
            </p:cNvPr>
            <p:cNvCxnSpPr>
              <a:cxnSpLocks/>
              <a:stCxn id="5" idx="3"/>
              <a:endCxn id="59" idx="1"/>
            </p:cNvCxnSpPr>
            <p:nvPr/>
          </p:nvCxnSpPr>
          <p:spPr>
            <a:xfrm flipV="1">
              <a:off x="7994543" y="1100380"/>
              <a:ext cx="725836" cy="15498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5B14E7-CC72-4D36-2E0F-EDECDBA31CFB}"/>
              </a:ext>
            </a:extLst>
          </p:cNvPr>
          <p:cNvSpPr txBox="1">
            <a:spLocks/>
          </p:cNvSpPr>
          <p:nvPr/>
        </p:nvSpPr>
        <p:spPr>
          <a:xfrm>
            <a:off x="0" y="242565"/>
            <a:ext cx="10972800" cy="462749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UO: GCT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A00406-C906-742D-595F-BF26208F2188}"/>
              </a:ext>
            </a:extLst>
          </p:cNvPr>
          <p:cNvSpPr/>
          <p:nvPr/>
        </p:nvSpPr>
        <p:spPr>
          <a:xfrm>
            <a:off x="1213322" y="1203880"/>
            <a:ext cx="2929180" cy="6354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onboarding-portal</a:t>
            </a:r>
          </a:p>
          <a:p>
            <a:pPr algn="ctr"/>
            <a:r>
              <a:rPr lang="en-US"/>
              <a:t>(React app)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94DD38-9656-4148-C17C-E41A10811416}"/>
              </a:ext>
            </a:extLst>
          </p:cNvPr>
          <p:cNvSpPr/>
          <p:nvPr/>
        </p:nvSpPr>
        <p:spPr bwMode="ltGray">
          <a:xfrm>
            <a:off x="1213322" y="1839311"/>
            <a:ext cx="2929180" cy="3254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+mj-lt"/>
              </a:rPr>
              <a:t>onboarding/frontend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BF1F29-C51F-417E-0040-E7987FF4283F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4142502" y="1511085"/>
            <a:ext cx="576020" cy="1051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53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B784BC-0183-6B94-456A-019131CB7D82}"/>
              </a:ext>
            </a:extLst>
          </p:cNvPr>
          <p:cNvSpPr txBox="1"/>
          <p:nvPr/>
        </p:nvSpPr>
        <p:spPr>
          <a:xfrm>
            <a:off x="456383" y="133049"/>
            <a:ext cx="11314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UI JSON: Samples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30DFB32-4048-D9E0-8A49-6DD7AF8FA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3482" y="1189346"/>
          <a:ext cx="329247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3292560" imgH="874800" progId="Package">
                  <p:embed/>
                </p:oleObj>
              </mc:Choice>
              <mc:Fallback>
                <p:oleObj name="Packager Shell Object" showAsIcon="1" r:id="rId2" imgW="3292560" imgH="874800" progId="Package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30DFB32-4048-D9E0-8A49-6DD7AF8FA9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83482" y="1189346"/>
                        <a:ext cx="3292475" cy="874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1F40B1E-9506-7E38-7A04-8DF8687CA7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7753" y="1189345"/>
          <a:ext cx="28702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2869920" imgH="874800" progId="Package">
                  <p:embed/>
                </p:oleObj>
              </mc:Choice>
              <mc:Fallback>
                <p:oleObj name="Packager Shell Object" showAsIcon="1" r:id="rId4" imgW="2869920" imgH="87480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1F40B1E-9506-7E38-7A04-8DF8687CA7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47753" y="1189345"/>
                        <a:ext cx="2870200" cy="874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0556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A4A7C1EB-F93B-D076-5510-14A12A8F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161" y="352927"/>
            <a:ext cx="9620131" cy="6297603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7BED58-81BB-CA71-ADCC-18191C79A057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Dynamic</a:t>
            </a:r>
            <a:r>
              <a:rPr lang="en-US"/>
              <a:t> </a:t>
            </a:r>
            <a:r>
              <a:rPr lang="en-US" sz="2000" b="1"/>
              <a:t>Forms for Data Capture (Smart forms) </a:t>
            </a:r>
          </a:p>
        </p:txBody>
      </p:sp>
    </p:spTree>
    <p:extLst>
      <p:ext uri="{BB962C8B-B14F-4D97-AF65-F5344CB8AC3E}">
        <p14:creationId xmlns:p14="http://schemas.microsoft.com/office/powerpoint/2010/main" val="436854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B3FBE-0060-ABA8-D96A-A569BF84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C1FD8-6983-000B-92EA-0BD464304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95" y="493846"/>
            <a:ext cx="4583769" cy="4093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081583-73FD-334D-B511-04DB0BB5E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185" y="493846"/>
            <a:ext cx="4331368" cy="55946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07E4F0-ED44-6AB3-69AF-18DE65B98618}"/>
              </a:ext>
            </a:extLst>
          </p:cNvPr>
          <p:cNvSpPr/>
          <p:nvPr/>
        </p:nvSpPr>
        <p:spPr>
          <a:xfrm>
            <a:off x="456384" y="4782277"/>
            <a:ext cx="6982801" cy="17735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uo_form</a:t>
            </a:r>
            <a:r>
              <a:rPr lang="en-US"/>
              <a:t> table can be utilized to store the screen </a:t>
            </a:r>
            <a:r>
              <a:rPr lang="en-US" err="1"/>
              <a:t>json</a:t>
            </a:r>
            <a:r>
              <a:rPr lang="en-US"/>
              <a:t>. As we progress, if more columns needs to be included then create new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Form_name</a:t>
            </a:r>
            <a:r>
              <a:rPr lang="en-US"/>
              <a:t> can be </a:t>
            </a:r>
            <a:r>
              <a:rPr lang="en-US" err="1"/>
              <a:t>screen_name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Uo_form_metadata</a:t>
            </a:r>
            <a:r>
              <a:rPr lang="en-US"/>
              <a:t> seems to </a:t>
            </a:r>
            <a:r>
              <a:rPr lang="en-US" err="1"/>
              <a:t>beusing</a:t>
            </a:r>
            <a:r>
              <a:rPr lang="en-US"/>
              <a:t> </a:t>
            </a:r>
            <a:r>
              <a:rPr lang="en-US" err="1"/>
              <a:t>onboarding_id</a:t>
            </a:r>
            <a:r>
              <a:rPr lang="en-US"/>
              <a:t> and other column that may not be relevant for 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B850A-C659-2F03-00B2-8FB9647EC202}"/>
              </a:ext>
            </a:extLst>
          </p:cNvPr>
          <p:cNvSpPr txBox="1"/>
          <p:nvPr/>
        </p:nvSpPr>
        <p:spPr>
          <a:xfrm>
            <a:off x="0" y="117006"/>
            <a:ext cx="11314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UO Form Table - Details</a:t>
            </a:r>
          </a:p>
        </p:txBody>
      </p:sp>
    </p:spTree>
    <p:extLst>
      <p:ext uri="{BB962C8B-B14F-4D97-AF65-F5344CB8AC3E}">
        <p14:creationId xmlns:p14="http://schemas.microsoft.com/office/powerpoint/2010/main" val="180266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59466-D2E1-4406-B80F-95CEA8BFF16A}"/>
              </a:ext>
            </a:extLst>
          </p:cNvPr>
          <p:cNvSpPr txBox="1"/>
          <p:nvPr/>
        </p:nvSpPr>
        <p:spPr>
          <a:xfrm>
            <a:off x="0" y="17616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Design Considerations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77DDF-29BF-7AFA-3877-B207256EC562}"/>
              </a:ext>
            </a:extLst>
          </p:cNvPr>
          <p:cNvSpPr txBox="1"/>
          <p:nvPr/>
        </p:nvSpPr>
        <p:spPr>
          <a:xfrm>
            <a:off x="657726" y="751805"/>
            <a:ext cx="10924674" cy="494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The UI configuration(JSON) can be configured at screen, section and individual UI component level.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The user should be able to preview the UI at each levels i.e. screen, section and individual UI components.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The configuration of the low-level components can also be referred using the section / </a:t>
            </a:r>
            <a:r>
              <a:rPr lang="en-US" sz="1600" err="1"/>
              <a:t>ui</a:t>
            </a:r>
            <a:r>
              <a:rPr lang="en-US" sz="1600"/>
              <a:t> component Id to keep the configuration clean and simple.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By design, the system will not mandate to have a reference for low-level component. The application can decide on keeping all configuration in single JSON or separate configuration with reference.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The backend of the UI Editor will provide the flexibility for the application team to manage the UI JSON as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Separate component (i.e. Left navigation, Action menu. Table, Filter…</a:t>
            </a:r>
            <a:r>
              <a:rPr lang="en-US" sz="1600" err="1"/>
              <a:t>etc</a:t>
            </a:r>
            <a:r>
              <a:rPr lang="en-US" sz="1600"/>
              <a:t>)  and/or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Section UI component (Tab UI, Modal, Tabs, Section…</a:t>
            </a:r>
            <a:r>
              <a:rPr lang="en-US" sz="1600" err="1"/>
              <a:t>etc</a:t>
            </a:r>
            <a:r>
              <a:rPr lang="en-US" sz="1600"/>
              <a:t>) and/or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Complete single UI JSON with all the components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>
              <a:lnSpc>
                <a:spcPct val="150000"/>
              </a:lnSpc>
            </a:pP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59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59466-D2E1-4406-B80F-95CEA8BFF16A}"/>
              </a:ext>
            </a:extLst>
          </p:cNvPr>
          <p:cNvSpPr txBox="1"/>
          <p:nvPr/>
        </p:nvSpPr>
        <p:spPr>
          <a:xfrm>
            <a:off x="0" y="16012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Table Design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CD8E2C-4F35-0E7C-B5C3-1FA48C933B5C}"/>
              </a:ext>
            </a:extLst>
          </p:cNvPr>
          <p:cNvGraphicFramePr>
            <a:graphicFrameLocks noGrp="1"/>
          </p:cNvGraphicFramePr>
          <p:nvPr/>
        </p:nvGraphicFramePr>
        <p:xfrm>
          <a:off x="2268252" y="1248884"/>
          <a:ext cx="7435306" cy="46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164">
                  <a:extLst>
                    <a:ext uri="{9D8B030D-6E8A-4147-A177-3AD203B41FA5}">
                      <a16:colId xmlns:a16="http://schemas.microsoft.com/office/drawing/2014/main" val="1182770421"/>
                    </a:ext>
                  </a:extLst>
                </a:gridCol>
                <a:gridCol w="4549142">
                  <a:extLst>
                    <a:ext uri="{9D8B030D-6E8A-4147-A177-3AD203B41FA5}">
                      <a16:colId xmlns:a16="http://schemas.microsoft.com/office/drawing/2014/main" val="3530588748"/>
                    </a:ext>
                  </a:extLst>
                </a:gridCol>
              </a:tblGrid>
              <a:tr h="253463">
                <a:tc>
                  <a:txBody>
                    <a:bodyPr/>
                    <a:lstStyle/>
                    <a:p>
                      <a:r>
                        <a:rPr lang="en-US" sz="140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351470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Unique Identifier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701809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 err="1"/>
                        <a:t>application_name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Template could be one of the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267656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 err="1"/>
                        <a:t>ui_name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Name of the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310962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JSON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65567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 err="1"/>
                        <a:t>ui_type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One of the type: UI / Section / 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410574"/>
                  </a:ext>
                </a:extLst>
              </a:tr>
              <a:tr h="309728">
                <a:tc>
                  <a:txBody>
                    <a:bodyPr/>
                    <a:lstStyle/>
                    <a:p>
                      <a:r>
                        <a:rPr lang="en-US" sz="1400" err="1"/>
                        <a:t>section_name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Section name is required if the </a:t>
                      </a:r>
                      <a:r>
                        <a:rPr lang="en-US" sz="1400" err="1"/>
                        <a:t>ui_type</a:t>
                      </a:r>
                      <a:r>
                        <a:rPr lang="en-US" sz="1400"/>
                        <a:t> is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56416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 err="1"/>
                        <a:t>ui_comp_name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UI Component name is required if the </a:t>
                      </a:r>
                      <a:r>
                        <a:rPr lang="en-US" sz="1400" err="1"/>
                        <a:t>ui_type</a:t>
                      </a:r>
                      <a:r>
                        <a:rPr lang="en-US" sz="1400"/>
                        <a:t> is 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1130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 err="1"/>
                        <a:t>is_active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Only active </a:t>
                      </a:r>
                      <a:r>
                        <a:rPr lang="en-US" sz="1400" err="1"/>
                        <a:t>ui_name</a:t>
                      </a:r>
                      <a:r>
                        <a:rPr lang="en-US" sz="1400"/>
                        <a:t> will be displayed to the user in </a:t>
                      </a:r>
                      <a:r>
                        <a:rPr lang="en-US" sz="1400" err="1"/>
                        <a:t>ui_editor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615182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Track the number of changes to the </a:t>
                      </a:r>
                      <a:r>
                        <a:rPr lang="en-US" sz="1400" err="1"/>
                        <a:t>ui</a:t>
                      </a:r>
                      <a:r>
                        <a:rPr lang="en-US" sz="1400"/>
                        <a:t> (Auto incremented on each update)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577617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 err="1"/>
                        <a:t>created_by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For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43422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 err="1"/>
                        <a:t>created_date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For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974193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r>
                        <a:rPr lang="en-US" sz="1400" err="1"/>
                        <a:t>modified_by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For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132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err="1"/>
                        <a:t>modified_date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For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73417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1A839C8-C03C-5F7D-52E9-BBC4DFACE0AA}"/>
              </a:ext>
            </a:extLst>
          </p:cNvPr>
          <p:cNvSpPr>
            <a:spLocks/>
          </p:cNvSpPr>
          <p:nvPr/>
        </p:nvSpPr>
        <p:spPr>
          <a:xfrm>
            <a:off x="2270789" y="887106"/>
            <a:ext cx="7382607" cy="3634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USP_UI_DEFINITION</a:t>
            </a:r>
          </a:p>
        </p:txBody>
      </p:sp>
    </p:spTree>
    <p:extLst>
      <p:ext uri="{BB962C8B-B14F-4D97-AF65-F5344CB8AC3E}">
        <p14:creationId xmlns:p14="http://schemas.microsoft.com/office/powerpoint/2010/main" val="927306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A262C-F6CF-6E21-4FC6-E77132B00618}"/>
              </a:ext>
            </a:extLst>
          </p:cNvPr>
          <p:cNvSpPr txBox="1"/>
          <p:nvPr/>
        </p:nvSpPr>
        <p:spPr>
          <a:xfrm>
            <a:off x="0" y="13304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Domain Services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6C273-235F-8281-6D09-D7C5D848D3B2}"/>
              </a:ext>
            </a:extLst>
          </p:cNvPr>
          <p:cNvSpPr txBox="1"/>
          <p:nvPr/>
        </p:nvSpPr>
        <p:spPr>
          <a:xfrm>
            <a:off x="657726" y="751805"/>
            <a:ext cx="10924674" cy="5132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New Domain service could be required for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USP UI Domain service could be required to manage the </a:t>
            </a:r>
            <a:r>
              <a:rPr lang="en-US" sz="1600" err="1"/>
              <a:t>usp_ui_definition</a:t>
            </a:r>
            <a:r>
              <a:rPr lang="en-US" sz="1600"/>
              <a:t> table i.e. insert, update and get.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Get the Data for UI Editor (Should be covered by above Domain Service) i.e.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Application / Business Line configured for Dashboard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UI name based on Application / Business 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Section name based on the UI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UI Components based on the Section name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Retrieve the JSON based on the UI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Create new UI (Should be covered by above Domain Service) i.e.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Create new application and associate with UI / Section / UI Component Json (Insert)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Update UI / Section / UI Component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Preview logic will be implemented  within the react app and the app will use the Domain service to retrieve the Json configuration.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Service should also have logic to fetch the Json based on the reference id configured, so the preview can be complete.</a:t>
            </a:r>
          </a:p>
        </p:txBody>
      </p:sp>
    </p:spTree>
    <p:extLst>
      <p:ext uri="{BB962C8B-B14F-4D97-AF65-F5344CB8AC3E}">
        <p14:creationId xmlns:p14="http://schemas.microsoft.com/office/powerpoint/2010/main" val="1918134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1747-BB5C-6800-59FA-83F54635F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DADCA51B-8E24-EF5C-0E60-5782A8F1F6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4EC81544-B5D7-19B7-2E6D-3529963BD5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/>
          <a:srcRect b="5113"/>
          <a:stretch/>
        </p:blipFill>
        <p:spPr>
          <a:xfrm>
            <a:off x="1467203" y="1101427"/>
            <a:ext cx="8584847" cy="5516531"/>
          </a:xfrm>
        </p:spPr>
      </p:pic>
      <p:pic>
        <p:nvPicPr>
          <p:cNvPr id="2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C96B0DCC-638E-B6B3-FF92-7A1A06A989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/>
          <a:srcRect l="42158" t="5569" r="-16" b="886"/>
          <a:stretch/>
        </p:blipFill>
        <p:spPr>
          <a:xfrm>
            <a:off x="1489427" y="1416051"/>
            <a:ext cx="1381200" cy="48133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8E6BA6D-7399-CBB6-28D7-3B7E1B742B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7650" y="190747"/>
            <a:ext cx="9575800" cy="91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Servicing Dashboard</a:t>
            </a:r>
          </a:p>
        </p:txBody>
      </p:sp>
      <p:sp>
        <p:nvSpPr>
          <p:cNvPr id="24" name="Oval 23">
            <a:hlinkClick r:id="rId5" action="ppaction://hlinksldjump"/>
            <a:extLst>
              <a:ext uri="{FF2B5EF4-FFF2-40B4-BE49-F238E27FC236}">
                <a16:creationId xmlns:a16="http://schemas.microsoft.com/office/drawing/2014/main" id="{E5CAC005-C52E-E155-D62A-C6FFE1CA96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9602" y="14371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5" action="ppaction://hlinksldjump"/>
              </a:rPr>
              <a:t>1</a:t>
            </a:r>
            <a:endParaRPr lang="en-US"/>
          </a:p>
        </p:txBody>
      </p:sp>
      <p:sp>
        <p:nvSpPr>
          <p:cNvPr id="28" name="Oval 27">
            <a:hlinkClick r:id="rId6" action="ppaction://hlinksldjump"/>
            <a:extLst>
              <a:ext uri="{FF2B5EF4-FFF2-40B4-BE49-F238E27FC236}">
                <a16:creationId xmlns:a16="http://schemas.microsoft.com/office/drawing/2014/main" id="{BC0297AC-70FE-15E3-2887-A94C158E3B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652" y="222827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 action="ppaction://hlinksldjump"/>
              </a:rPr>
              <a:t>2</a:t>
            </a:r>
            <a:endParaRPr lang="en-US"/>
          </a:p>
        </p:txBody>
      </p:sp>
      <p:sp>
        <p:nvSpPr>
          <p:cNvPr id="29" name="Oval 28">
            <a:hlinkClick r:id="rId7" action="ppaction://hlinksldjump"/>
            <a:extLst>
              <a:ext uri="{FF2B5EF4-FFF2-40B4-BE49-F238E27FC236}">
                <a16:creationId xmlns:a16="http://schemas.microsoft.com/office/drawing/2014/main" id="{E03165FC-7691-CB7A-7D70-12D56B1945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1602" y="18572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7" action="ppaction://hlinksldjump"/>
              </a:rPr>
              <a:t>3</a:t>
            </a:r>
            <a:endParaRPr lang="en-US"/>
          </a:p>
        </p:txBody>
      </p:sp>
      <p:sp>
        <p:nvSpPr>
          <p:cNvPr id="30" name="Oval 29">
            <a:hlinkClick r:id="rId8" action="ppaction://hlinksldjump"/>
            <a:extLst>
              <a:ext uri="{FF2B5EF4-FFF2-40B4-BE49-F238E27FC236}">
                <a16:creationId xmlns:a16="http://schemas.microsoft.com/office/drawing/2014/main" id="{1437D488-3E76-4A1B-A754-B7AB7A94A9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1852" y="108000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8" action="ppaction://hlinksldjump"/>
              </a:rPr>
              <a:t>4</a:t>
            </a:r>
            <a:endParaRPr lang="en-US"/>
          </a:p>
        </p:txBody>
      </p:sp>
      <p:sp>
        <p:nvSpPr>
          <p:cNvPr id="31" name="Oval 30">
            <a:hlinkClick r:id="rId9" action="ppaction://hlinksldjump"/>
            <a:extLst>
              <a:ext uri="{FF2B5EF4-FFF2-40B4-BE49-F238E27FC236}">
                <a16:creationId xmlns:a16="http://schemas.microsoft.com/office/drawing/2014/main" id="{017DBB0E-669C-2DDF-1ECE-4FDA8D1CBC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09653" y="41940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 action="ppaction://hlinksldjump"/>
              </a:rPr>
              <a:t>6</a:t>
            </a:r>
            <a:endParaRPr lang="en-US"/>
          </a:p>
        </p:txBody>
      </p:sp>
      <p:sp>
        <p:nvSpPr>
          <p:cNvPr id="32" name="Oval 31">
            <a:hlinkClick r:id="rId10" action="ppaction://hlinksldjump"/>
            <a:extLst>
              <a:ext uri="{FF2B5EF4-FFF2-40B4-BE49-F238E27FC236}">
                <a16:creationId xmlns:a16="http://schemas.microsoft.com/office/drawing/2014/main" id="{B0769F69-D536-D622-BAAE-8EFFDE9A00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82402" y="194623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0" action="ppaction://hlinksldjump"/>
              </a:rPr>
              <a:t>5</a:t>
            </a:r>
            <a:endParaRPr lang="en-US"/>
          </a:p>
        </p:txBody>
      </p:sp>
      <p:sp>
        <p:nvSpPr>
          <p:cNvPr id="6" name="Oval 5">
            <a:hlinkClick r:id="rId11" action="ppaction://hlinksldjump"/>
            <a:extLst>
              <a:ext uri="{FF2B5EF4-FFF2-40B4-BE49-F238E27FC236}">
                <a16:creationId xmlns:a16="http://schemas.microsoft.com/office/drawing/2014/main" id="{710608E5-D686-D484-DDFA-9E1E061CEE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677" y="101976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1" action="ppaction://hlinksldjump"/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9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FDFB-A912-F93B-9D79-59579534B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70A38B25-7E5D-B41D-5C26-1CC56C1EA6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7977C319-D5AE-F379-6E29-6415334D12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/>
          <a:srcRect b="5113"/>
          <a:stretch/>
        </p:blipFill>
        <p:spPr>
          <a:xfrm>
            <a:off x="1467203" y="1101427"/>
            <a:ext cx="8584847" cy="55165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8530397-0B86-B30F-BEF5-7AFD1B9C1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7650" y="190747"/>
            <a:ext cx="9575800" cy="91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Servicing Dashboard</a:t>
            </a:r>
          </a:p>
        </p:txBody>
      </p:sp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71558AA1-F0D6-3206-49EB-E77FA1BB00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09731" y="2437322"/>
            <a:ext cx="2469648" cy="112684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  <a:buFont typeface="Symbol" panose="05050102010706020507" pitchFamily="18" charset="2"/>
              <a:buChar char="·"/>
            </a:pPr>
            <a:r>
              <a:rPr lang="en-US" sz="1000" b="0" i="0" u="none" strike="noStrike" baseline="0">
                <a:solidFill>
                  <a:schemeClr val="bg1"/>
                </a:solidFill>
                <a:latin typeface="Calibri" panose="020F0502020204030204" pitchFamily="34" charset="0"/>
              </a:rPr>
              <a:t>This Header and Table is directly from USBI and will be using the Unified Onboarding Style</a:t>
            </a:r>
          </a:p>
          <a:p>
            <a:pPr marR="0" algn="l" rtl="0">
              <a:buSzPts val="1000"/>
              <a:buFont typeface="Symbol" panose="05050102010706020507" pitchFamily="18" charset="2"/>
              <a:buChar char="·"/>
            </a:pPr>
            <a:r>
              <a:rPr lang="en-US" sz="1000" b="0" i="0" u="none" strike="noStrike" baseline="0">
                <a:solidFill>
                  <a:schemeClr val="bg1"/>
                </a:solidFill>
                <a:latin typeface="Calibri" panose="020F0502020204030204" pitchFamily="34" charset="0"/>
              </a:rPr>
              <a:t>We are following The UO team's framework, this header is customizable in content and amount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4" name="Oval 13">
            <a:hlinkClick r:id="rId4" action="ppaction://hlinksldjump"/>
            <a:extLst>
              <a:ext uri="{FF2B5EF4-FFF2-40B4-BE49-F238E27FC236}">
                <a16:creationId xmlns:a16="http://schemas.microsoft.com/office/drawing/2014/main" id="{E3C68B22-B42D-7ABB-C116-26F9E297E7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9602" y="14371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4" action="ppaction://hlinksldjump"/>
              </a:rPr>
              <a:t>1</a:t>
            </a:r>
            <a:endParaRPr lang="en-US"/>
          </a:p>
        </p:txBody>
      </p:sp>
      <p:sp>
        <p:nvSpPr>
          <p:cNvPr id="15" name="Oval 14">
            <a:hlinkClick r:id="rId5" action="ppaction://hlinksldjump"/>
            <a:extLst>
              <a:ext uri="{FF2B5EF4-FFF2-40B4-BE49-F238E27FC236}">
                <a16:creationId xmlns:a16="http://schemas.microsoft.com/office/drawing/2014/main" id="{557B8789-30FA-E5F4-B1DA-DE5B64ACD2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652" y="222827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5" action="ppaction://hlinksldjump"/>
              </a:rPr>
              <a:t>2</a:t>
            </a:r>
            <a:endParaRPr lang="en-US"/>
          </a:p>
        </p:txBody>
      </p:sp>
      <p:sp>
        <p:nvSpPr>
          <p:cNvPr id="16" name="Oval 15">
            <a:hlinkClick r:id="rId6" action="ppaction://hlinksldjump"/>
            <a:extLst>
              <a:ext uri="{FF2B5EF4-FFF2-40B4-BE49-F238E27FC236}">
                <a16:creationId xmlns:a16="http://schemas.microsoft.com/office/drawing/2014/main" id="{E3999AF4-04F7-1745-5FD4-50F6FF2EDE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1602" y="18572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 action="ppaction://hlinksldjump"/>
              </a:rPr>
              <a:t>3</a:t>
            </a:r>
            <a:endParaRPr lang="en-US"/>
          </a:p>
        </p:txBody>
      </p:sp>
      <p:sp>
        <p:nvSpPr>
          <p:cNvPr id="17" name="Oval 16">
            <a:hlinkClick r:id="rId7" action="ppaction://hlinksldjump"/>
            <a:extLst>
              <a:ext uri="{FF2B5EF4-FFF2-40B4-BE49-F238E27FC236}">
                <a16:creationId xmlns:a16="http://schemas.microsoft.com/office/drawing/2014/main" id="{D3F7EEF7-3513-C4D7-50BC-D786BEC639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1852" y="108000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7" action="ppaction://hlinksldjump"/>
              </a:rPr>
              <a:t>4</a:t>
            </a:r>
            <a:endParaRPr lang="en-US"/>
          </a:p>
        </p:txBody>
      </p:sp>
      <p:sp>
        <p:nvSpPr>
          <p:cNvPr id="18" name="Oval 17">
            <a:hlinkClick r:id="rId8" action="ppaction://hlinksldjump"/>
            <a:extLst>
              <a:ext uri="{FF2B5EF4-FFF2-40B4-BE49-F238E27FC236}">
                <a16:creationId xmlns:a16="http://schemas.microsoft.com/office/drawing/2014/main" id="{B65F273B-C9AB-87D5-9C95-D003D6C40D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09653" y="41940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8" action="ppaction://hlinksldjump"/>
              </a:rPr>
              <a:t>6</a:t>
            </a:r>
            <a:endParaRPr lang="en-US"/>
          </a:p>
        </p:txBody>
      </p:sp>
      <p:sp>
        <p:nvSpPr>
          <p:cNvPr id="19" name="Oval 18">
            <a:hlinkClick r:id="rId9" action="ppaction://hlinksldjump"/>
            <a:extLst>
              <a:ext uri="{FF2B5EF4-FFF2-40B4-BE49-F238E27FC236}">
                <a16:creationId xmlns:a16="http://schemas.microsoft.com/office/drawing/2014/main" id="{1A5E9A7F-3A13-9DEC-F2C9-B2C915FF27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82402" y="194623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 action="ppaction://hlinksldjump"/>
              </a:rPr>
              <a:t>5</a:t>
            </a:r>
            <a:endParaRPr lang="en-US"/>
          </a:p>
        </p:txBody>
      </p:sp>
      <p:sp>
        <p:nvSpPr>
          <p:cNvPr id="6" name="Oval 5">
            <a:hlinkClick r:id="rId10" action="ppaction://hlinksldjump"/>
            <a:extLst>
              <a:ext uri="{FF2B5EF4-FFF2-40B4-BE49-F238E27FC236}">
                <a16:creationId xmlns:a16="http://schemas.microsoft.com/office/drawing/2014/main" id="{DBA26C69-F500-3E14-D893-EBE233113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677" y="101976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0" action="ppaction://hlinksldjump"/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2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99AF-407A-A035-7256-1F85D83C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5039036C-6465-162C-7C47-EAF79A21D6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72B07DC1-ECB4-BA72-D520-83FCB249D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/>
          <a:srcRect b="5113"/>
          <a:stretch/>
        </p:blipFill>
        <p:spPr>
          <a:xfrm>
            <a:off x="1467203" y="1101427"/>
            <a:ext cx="8584847" cy="55165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413B04D-3193-4389-0F59-44090E58B2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7650" y="190747"/>
            <a:ext cx="9575800" cy="91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Servicing Dashboard</a:t>
            </a:r>
          </a:p>
        </p:txBody>
      </p:sp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2A84842B-F522-B292-ED5D-39426556AF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57979" y="2101382"/>
            <a:ext cx="2469648" cy="51481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000" b="0" i="0" u="none" strike="noStrike" baseline="0">
                <a:solidFill>
                  <a:schemeClr val="bg1"/>
                </a:solidFill>
                <a:latin typeface="Calibri" panose="020F0502020204030204" pitchFamily="34" charset="0"/>
              </a:rPr>
              <a:t>Tabs will be configurable and will only show to users that have access</a:t>
            </a:r>
          </a:p>
        </p:txBody>
      </p:sp>
      <p:sp>
        <p:nvSpPr>
          <p:cNvPr id="15" name="Oval 14">
            <a:hlinkClick r:id="rId4" action="ppaction://hlinksldjump"/>
            <a:extLst>
              <a:ext uri="{FF2B5EF4-FFF2-40B4-BE49-F238E27FC236}">
                <a16:creationId xmlns:a16="http://schemas.microsoft.com/office/drawing/2014/main" id="{96FA6156-9A85-AA1A-5577-0AAEA3816DC3}"/>
              </a:ext>
            </a:extLst>
          </p:cNvPr>
          <p:cNvSpPr/>
          <p:nvPr/>
        </p:nvSpPr>
        <p:spPr>
          <a:xfrm>
            <a:off x="1689602" y="14371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4" action="ppaction://hlinksldjump"/>
              </a:rPr>
              <a:t>1</a:t>
            </a:r>
            <a:endParaRPr lang="en-US"/>
          </a:p>
        </p:txBody>
      </p:sp>
      <p:sp>
        <p:nvSpPr>
          <p:cNvPr id="16" name="Oval 15">
            <a:hlinkClick r:id="rId5" action="ppaction://hlinksldjump"/>
            <a:extLst>
              <a:ext uri="{FF2B5EF4-FFF2-40B4-BE49-F238E27FC236}">
                <a16:creationId xmlns:a16="http://schemas.microsoft.com/office/drawing/2014/main" id="{C51316AC-BF22-4F34-FA4A-CF65D0CF6049}"/>
              </a:ext>
            </a:extLst>
          </p:cNvPr>
          <p:cNvSpPr/>
          <p:nvPr/>
        </p:nvSpPr>
        <p:spPr>
          <a:xfrm>
            <a:off x="5610652" y="222827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5" action="ppaction://hlinksldjump"/>
              </a:rPr>
              <a:t>2</a:t>
            </a:r>
            <a:endParaRPr lang="en-US"/>
          </a:p>
        </p:txBody>
      </p:sp>
      <p:sp>
        <p:nvSpPr>
          <p:cNvPr id="17" name="Oval 16">
            <a:hlinkClick r:id="rId6" action="ppaction://hlinksldjump"/>
            <a:extLst>
              <a:ext uri="{FF2B5EF4-FFF2-40B4-BE49-F238E27FC236}">
                <a16:creationId xmlns:a16="http://schemas.microsoft.com/office/drawing/2014/main" id="{D052A4E7-2AEA-FE6C-0812-4DABF75CD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1602" y="18572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 action="ppaction://hlinksldjump"/>
              </a:rPr>
              <a:t>3</a:t>
            </a:r>
            <a:endParaRPr lang="en-US"/>
          </a:p>
        </p:txBody>
      </p:sp>
      <p:sp>
        <p:nvSpPr>
          <p:cNvPr id="18" name="Oval 17">
            <a:hlinkClick r:id="rId7" action="ppaction://hlinksldjump"/>
            <a:extLst>
              <a:ext uri="{FF2B5EF4-FFF2-40B4-BE49-F238E27FC236}">
                <a16:creationId xmlns:a16="http://schemas.microsoft.com/office/drawing/2014/main" id="{B936650F-0439-DDE2-9D19-B00272CFFD30}"/>
              </a:ext>
            </a:extLst>
          </p:cNvPr>
          <p:cNvSpPr/>
          <p:nvPr/>
        </p:nvSpPr>
        <p:spPr>
          <a:xfrm>
            <a:off x="6991852" y="108000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7" action="ppaction://hlinksldjump"/>
              </a:rPr>
              <a:t>4</a:t>
            </a:r>
            <a:endParaRPr lang="en-US"/>
          </a:p>
        </p:txBody>
      </p:sp>
      <p:sp>
        <p:nvSpPr>
          <p:cNvPr id="19" name="Oval 18">
            <a:hlinkClick r:id="rId8" action="ppaction://hlinksldjump"/>
            <a:extLst>
              <a:ext uri="{FF2B5EF4-FFF2-40B4-BE49-F238E27FC236}">
                <a16:creationId xmlns:a16="http://schemas.microsoft.com/office/drawing/2014/main" id="{18A1F9FF-4CE1-87B2-A376-9DC9E04F0374}"/>
              </a:ext>
            </a:extLst>
          </p:cNvPr>
          <p:cNvSpPr/>
          <p:nvPr/>
        </p:nvSpPr>
        <p:spPr>
          <a:xfrm>
            <a:off x="9709653" y="41940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8" action="ppaction://hlinksldjump"/>
              </a:rPr>
              <a:t>6</a:t>
            </a:r>
            <a:endParaRPr lang="en-US"/>
          </a:p>
        </p:txBody>
      </p:sp>
      <p:sp>
        <p:nvSpPr>
          <p:cNvPr id="20" name="Oval 19">
            <a:hlinkClick r:id="rId9" action="ppaction://hlinksldjump"/>
            <a:extLst>
              <a:ext uri="{FF2B5EF4-FFF2-40B4-BE49-F238E27FC236}">
                <a16:creationId xmlns:a16="http://schemas.microsoft.com/office/drawing/2014/main" id="{FF30AE22-B67C-8605-696D-9073EB6D3C64}"/>
              </a:ext>
            </a:extLst>
          </p:cNvPr>
          <p:cNvSpPr/>
          <p:nvPr/>
        </p:nvSpPr>
        <p:spPr>
          <a:xfrm>
            <a:off x="7582402" y="194623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 action="ppaction://hlinksldjump"/>
              </a:rPr>
              <a:t>5</a:t>
            </a:r>
            <a:endParaRPr lang="en-US"/>
          </a:p>
        </p:txBody>
      </p:sp>
      <p:sp>
        <p:nvSpPr>
          <p:cNvPr id="6" name="Oval 5">
            <a:hlinkClick r:id="rId10" action="ppaction://hlinksldjump"/>
            <a:extLst>
              <a:ext uri="{FF2B5EF4-FFF2-40B4-BE49-F238E27FC236}">
                <a16:creationId xmlns:a16="http://schemas.microsoft.com/office/drawing/2014/main" id="{25965BBE-CB60-ED25-0448-6637BFFAD1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677" y="101976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0" action="ppaction://hlinksldjump"/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3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CE22-CDDE-3732-39C5-0C6755183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703B7AEC-1065-5710-D19D-5A61FAD3D6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A02FB7E5-60A3-5F6F-E8F7-37DF9C24A4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/>
          <a:srcRect b="5113"/>
          <a:stretch/>
        </p:blipFill>
        <p:spPr>
          <a:xfrm>
            <a:off x="1467203" y="1101427"/>
            <a:ext cx="8584847" cy="55165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20A2FE4-628D-95A8-7FA2-4D0F0B35D2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7650" y="190747"/>
            <a:ext cx="9575800" cy="91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Servicing Dashboard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C47C1A-08D5-C66D-2351-622974128D9A}"/>
              </a:ext>
            </a:extLst>
          </p:cNvPr>
          <p:cNvSpPr/>
          <p:nvPr/>
        </p:nvSpPr>
        <p:spPr>
          <a:xfrm>
            <a:off x="3721602" y="18572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962220D1-D4B6-4068-DF76-E919C97E47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96743" y="1682720"/>
            <a:ext cx="3225712" cy="21769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numCol="3" rtlCol="0" anchor="ctr"/>
          <a:lstStyle/>
          <a:p>
            <a:pPr marR="0" algn="l" rtl="0">
              <a:buSzPts val="1000"/>
            </a:pPr>
            <a:r>
              <a:rPr lang="en-US" sz="1000" b="0" i="0" u="none" strike="noStrike" baseline="0">
                <a:solidFill>
                  <a:schemeClr val="bg1"/>
                </a:solidFill>
                <a:latin typeface="Calibri" panose="020F0502020204030204" pitchFamily="34" charset="0"/>
              </a:rPr>
              <a:t>This is an example of the  market option is selected </a:t>
            </a: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 b="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 b="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</a:rPr>
              <a:t>Open Filter By  dropdown example</a:t>
            </a:r>
          </a:p>
          <a:p>
            <a:pPr marR="0" algn="l" rtl="0">
              <a:buSzPts val="1000"/>
            </a:pPr>
            <a:endParaRPr lang="en-US" sz="1000" b="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 b="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 b="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 b="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 b="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hlinkHover r:id="rId2" action="ppaction://hlinksldjump"/>
            <a:extLst>
              <a:ext uri="{FF2B5EF4-FFF2-40B4-BE49-F238E27FC236}">
                <a16:creationId xmlns:a16="http://schemas.microsoft.com/office/drawing/2014/main" id="{40581BCF-3905-1279-374E-0E955F1B03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6778"/>
          <a:stretch/>
        </p:blipFill>
        <p:spPr>
          <a:xfrm>
            <a:off x="3365646" y="2368983"/>
            <a:ext cx="2364609" cy="1264143"/>
          </a:xfrm>
          <a:prstGeom prst="rect">
            <a:avLst/>
          </a:prstGeom>
        </p:spPr>
      </p:pic>
      <p:sp>
        <p:nvSpPr>
          <p:cNvPr id="15" name="Oval 14">
            <a:hlinkClick r:id="rId5" action="ppaction://hlinksldjump"/>
            <a:extLst>
              <a:ext uri="{FF2B5EF4-FFF2-40B4-BE49-F238E27FC236}">
                <a16:creationId xmlns:a16="http://schemas.microsoft.com/office/drawing/2014/main" id="{6D2BEF1D-8438-7B51-DFF2-A548718E7F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9602" y="14371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5" action="ppaction://hlinksldjump"/>
              </a:rPr>
              <a:t>1</a:t>
            </a:r>
            <a:endParaRPr lang="en-US"/>
          </a:p>
        </p:txBody>
      </p:sp>
      <p:sp>
        <p:nvSpPr>
          <p:cNvPr id="18" name="Oval 17">
            <a:hlinkClick r:id="rId6" action="ppaction://hlinksldjump"/>
            <a:extLst>
              <a:ext uri="{FF2B5EF4-FFF2-40B4-BE49-F238E27FC236}">
                <a16:creationId xmlns:a16="http://schemas.microsoft.com/office/drawing/2014/main" id="{DF17C45D-B4E8-4694-EA13-B4E678173D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1852" y="108000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 action="ppaction://hlinksldjump"/>
              </a:rPr>
              <a:t>4</a:t>
            </a:r>
            <a:endParaRPr lang="en-US"/>
          </a:p>
        </p:txBody>
      </p:sp>
      <p:sp>
        <p:nvSpPr>
          <p:cNvPr id="19" name="Oval 18">
            <a:hlinkClick r:id="rId7" action="ppaction://hlinksldjump"/>
            <a:extLst>
              <a:ext uri="{FF2B5EF4-FFF2-40B4-BE49-F238E27FC236}">
                <a16:creationId xmlns:a16="http://schemas.microsoft.com/office/drawing/2014/main" id="{717A0C3D-3E0F-B5AE-E7AB-35830394FC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09653" y="41940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7" action="ppaction://hlinksldjump"/>
              </a:rPr>
              <a:t>6</a:t>
            </a:r>
            <a:endParaRPr lang="en-US"/>
          </a:p>
        </p:txBody>
      </p:sp>
      <p:sp>
        <p:nvSpPr>
          <p:cNvPr id="20" name="Oval 19">
            <a:hlinkClick r:id="rId8" action="ppaction://hlinksldjump"/>
            <a:extLst>
              <a:ext uri="{FF2B5EF4-FFF2-40B4-BE49-F238E27FC236}">
                <a16:creationId xmlns:a16="http://schemas.microsoft.com/office/drawing/2014/main" id="{2B074841-8B9F-5364-0C2E-B3D237B70C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82402" y="194623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8" action="ppaction://hlinksldjump"/>
              </a:rPr>
              <a:t>5</a:t>
            </a:r>
            <a:endParaRPr lang="en-US"/>
          </a:p>
        </p:txBody>
      </p:sp>
      <p:sp>
        <p:nvSpPr>
          <p:cNvPr id="7" name="Oval 6">
            <a:hlinkClick r:id="rId9" action="ppaction://hlinksldjump"/>
            <a:extLst>
              <a:ext uri="{FF2B5EF4-FFF2-40B4-BE49-F238E27FC236}">
                <a16:creationId xmlns:a16="http://schemas.microsoft.com/office/drawing/2014/main" id="{EE534BF1-6E7B-D2C7-9D5E-7F6F6C287B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677" y="101976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 action="ppaction://hlinksldjump"/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5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6EF0B-B978-5B84-CB0D-A2A289B25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E0B88939-3C04-CE98-1631-0ED7179F36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A98D70E0-B5AC-89AF-9BA1-4AF59D6019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/>
          <a:srcRect b="5113"/>
          <a:stretch/>
        </p:blipFill>
        <p:spPr>
          <a:xfrm>
            <a:off x="1467203" y="1101427"/>
            <a:ext cx="8584847" cy="55165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C022BE-8C45-BD5F-EDEE-67A3BCC963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7650" y="190747"/>
            <a:ext cx="9575800" cy="91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Servicing Dashboard</a:t>
            </a:r>
          </a:p>
        </p:txBody>
      </p:sp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20BAF7E9-B93D-6EFB-E7FF-C2B1DB912E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2754" y="1946233"/>
            <a:ext cx="2469648" cy="282041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000" b="0" i="0" u="none" strike="noStrike" baseline="0">
                <a:solidFill>
                  <a:schemeClr val="bg1"/>
                </a:solidFill>
                <a:latin typeface="Calibri" panose="020F0502020204030204" pitchFamily="34" charset="0"/>
              </a:rPr>
              <a:t>This is a way to have multiple filtered fields </a:t>
            </a:r>
          </a:p>
        </p:txBody>
      </p:sp>
      <p:sp>
        <p:nvSpPr>
          <p:cNvPr id="14" name="Oval 13">
            <a:hlinkClick r:id="rId4" action="ppaction://hlinksldjump"/>
            <a:extLst>
              <a:ext uri="{FF2B5EF4-FFF2-40B4-BE49-F238E27FC236}">
                <a16:creationId xmlns:a16="http://schemas.microsoft.com/office/drawing/2014/main" id="{E396017D-49DA-C764-F845-5FA5DB6AA1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9602" y="14371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4" action="ppaction://hlinksldjump"/>
              </a:rPr>
              <a:t>1</a:t>
            </a:r>
            <a:endParaRPr lang="en-US"/>
          </a:p>
        </p:txBody>
      </p:sp>
      <p:sp>
        <p:nvSpPr>
          <p:cNvPr id="15" name="Oval 14">
            <a:hlinkClick r:id="rId5" action="ppaction://hlinksldjump"/>
            <a:extLst>
              <a:ext uri="{FF2B5EF4-FFF2-40B4-BE49-F238E27FC236}">
                <a16:creationId xmlns:a16="http://schemas.microsoft.com/office/drawing/2014/main" id="{A50A9A53-F67C-4ADF-C5C2-7870E499C2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652" y="222827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5" action="ppaction://hlinksldjump"/>
              </a:rPr>
              <a:t>2</a:t>
            </a:r>
            <a:endParaRPr lang="en-US"/>
          </a:p>
        </p:txBody>
      </p:sp>
      <p:sp>
        <p:nvSpPr>
          <p:cNvPr id="16" name="Oval 15">
            <a:hlinkClick r:id="rId6" action="ppaction://hlinksldjump"/>
            <a:extLst>
              <a:ext uri="{FF2B5EF4-FFF2-40B4-BE49-F238E27FC236}">
                <a16:creationId xmlns:a16="http://schemas.microsoft.com/office/drawing/2014/main" id="{FE8FC5E6-DF14-3C21-11B1-D36834E79D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1602" y="18572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 action="ppaction://hlinksldjump"/>
              </a:rPr>
              <a:t>3</a:t>
            </a:r>
            <a:endParaRPr lang="en-US"/>
          </a:p>
        </p:txBody>
      </p:sp>
      <p:sp>
        <p:nvSpPr>
          <p:cNvPr id="17" name="Oval 16">
            <a:hlinkClick r:id="rId7" action="ppaction://hlinksldjump"/>
            <a:extLst>
              <a:ext uri="{FF2B5EF4-FFF2-40B4-BE49-F238E27FC236}">
                <a16:creationId xmlns:a16="http://schemas.microsoft.com/office/drawing/2014/main" id="{9B8BD058-3D76-2EB7-DBE6-4791A46E3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1852" y="108000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7" action="ppaction://hlinksldjump"/>
              </a:rPr>
              <a:t>4</a:t>
            </a:r>
            <a:endParaRPr lang="en-US"/>
          </a:p>
        </p:txBody>
      </p:sp>
      <p:sp>
        <p:nvSpPr>
          <p:cNvPr id="18" name="Oval 17">
            <a:hlinkClick r:id="rId8" action="ppaction://hlinksldjump"/>
            <a:extLst>
              <a:ext uri="{FF2B5EF4-FFF2-40B4-BE49-F238E27FC236}">
                <a16:creationId xmlns:a16="http://schemas.microsoft.com/office/drawing/2014/main" id="{850451EE-B4FA-E272-802E-7BC173A64F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09653" y="41940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8" action="ppaction://hlinksldjump"/>
              </a:rPr>
              <a:t>6</a:t>
            </a:r>
            <a:endParaRPr lang="en-US"/>
          </a:p>
        </p:txBody>
      </p:sp>
      <p:sp>
        <p:nvSpPr>
          <p:cNvPr id="19" name="Oval 18">
            <a:hlinkClick r:id="rId9" action="ppaction://hlinksldjump"/>
            <a:extLst>
              <a:ext uri="{FF2B5EF4-FFF2-40B4-BE49-F238E27FC236}">
                <a16:creationId xmlns:a16="http://schemas.microsoft.com/office/drawing/2014/main" id="{79ADA608-58A4-B942-20DA-5B1B62ABE2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82402" y="194623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 action="ppaction://hlinksldjump"/>
              </a:rPr>
              <a:t>5</a:t>
            </a:r>
            <a:endParaRPr lang="en-US"/>
          </a:p>
        </p:txBody>
      </p:sp>
      <p:sp>
        <p:nvSpPr>
          <p:cNvPr id="6" name="Oval 5">
            <a:hlinkClick r:id="rId10" action="ppaction://hlinksldjump"/>
            <a:extLst>
              <a:ext uri="{FF2B5EF4-FFF2-40B4-BE49-F238E27FC236}">
                <a16:creationId xmlns:a16="http://schemas.microsoft.com/office/drawing/2014/main" id="{B2854CCB-EC9E-8E20-8444-CB79417A5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677" y="101976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0" action="ppaction://hlinksldjump"/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54C99-AE37-14B7-96A3-2B9DB553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3B98912D-8A77-1745-785D-37C613A5E9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E716071F-D463-5289-BB05-A430723BEB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/>
          <a:srcRect b="5113"/>
          <a:stretch/>
        </p:blipFill>
        <p:spPr>
          <a:xfrm>
            <a:off x="1467203" y="1101427"/>
            <a:ext cx="8584847" cy="55165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8C44A85-CE05-81DC-06E4-CBA16C39BD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7650" y="190747"/>
            <a:ext cx="9575800" cy="91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Servicing Dashboard</a:t>
            </a:r>
          </a:p>
        </p:txBody>
      </p:sp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00FC985A-FC1C-7FFD-E467-BA98F90B5E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0005" y="3192961"/>
            <a:ext cx="2469648" cy="91068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000" b="0" i="0" u="none" strike="noStrike" baseline="0">
                <a:solidFill>
                  <a:schemeClr val="bg1"/>
                </a:solidFill>
                <a:latin typeface="Calibri" panose="020F0502020204030204" pitchFamily="34" charset="0"/>
              </a:rPr>
              <a:t>This is the custom sub row component. It can be customized to fulfill business needs. Currently we have it set up to display text/dropdown fields in rows of 3</a:t>
            </a:r>
          </a:p>
        </p:txBody>
      </p:sp>
      <p:sp>
        <p:nvSpPr>
          <p:cNvPr id="14" name="Oval 13">
            <a:hlinkClick r:id="rId4" action="ppaction://hlinksldjump"/>
            <a:extLst>
              <a:ext uri="{FF2B5EF4-FFF2-40B4-BE49-F238E27FC236}">
                <a16:creationId xmlns:a16="http://schemas.microsoft.com/office/drawing/2014/main" id="{48A791E2-AC66-2EFA-858D-8E79DC9BAE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9602" y="14371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4" action="ppaction://hlinksldjump"/>
              </a:rPr>
              <a:t>1</a:t>
            </a:r>
            <a:endParaRPr lang="en-US"/>
          </a:p>
        </p:txBody>
      </p:sp>
      <p:sp>
        <p:nvSpPr>
          <p:cNvPr id="15" name="Oval 14">
            <a:hlinkClick r:id="rId5" action="ppaction://hlinksldjump"/>
            <a:extLst>
              <a:ext uri="{FF2B5EF4-FFF2-40B4-BE49-F238E27FC236}">
                <a16:creationId xmlns:a16="http://schemas.microsoft.com/office/drawing/2014/main" id="{8A37B55F-64F3-485D-D2D5-1CF79EE12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652" y="222827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5" action="ppaction://hlinksldjump"/>
              </a:rPr>
              <a:t>2</a:t>
            </a:r>
            <a:endParaRPr lang="en-US"/>
          </a:p>
        </p:txBody>
      </p:sp>
      <p:sp>
        <p:nvSpPr>
          <p:cNvPr id="16" name="Oval 15">
            <a:hlinkClick r:id="rId6" action="ppaction://hlinksldjump"/>
            <a:extLst>
              <a:ext uri="{FF2B5EF4-FFF2-40B4-BE49-F238E27FC236}">
                <a16:creationId xmlns:a16="http://schemas.microsoft.com/office/drawing/2014/main" id="{66AAC0F8-DA4C-6DF2-4ADA-191D565145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1602" y="18572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 action="ppaction://hlinksldjump"/>
              </a:rPr>
              <a:t>3</a:t>
            </a:r>
            <a:endParaRPr lang="en-US"/>
          </a:p>
        </p:txBody>
      </p:sp>
      <p:sp>
        <p:nvSpPr>
          <p:cNvPr id="17" name="Oval 16">
            <a:hlinkClick r:id="rId7" action="ppaction://hlinksldjump"/>
            <a:extLst>
              <a:ext uri="{FF2B5EF4-FFF2-40B4-BE49-F238E27FC236}">
                <a16:creationId xmlns:a16="http://schemas.microsoft.com/office/drawing/2014/main" id="{A4D9F3E4-C867-6BED-9EDE-13945986E7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1852" y="108000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7" action="ppaction://hlinksldjump"/>
              </a:rPr>
              <a:t>4</a:t>
            </a:r>
            <a:endParaRPr lang="en-US"/>
          </a:p>
        </p:txBody>
      </p:sp>
      <p:sp>
        <p:nvSpPr>
          <p:cNvPr id="18" name="Oval 17">
            <a:hlinkClick r:id="rId8" action="ppaction://hlinksldjump"/>
            <a:extLst>
              <a:ext uri="{FF2B5EF4-FFF2-40B4-BE49-F238E27FC236}">
                <a16:creationId xmlns:a16="http://schemas.microsoft.com/office/drawing/2014/main" id="{5FE0F7D2-C925-754B-0675-B2AF63CDF9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09653" y="41940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8" action="ppaction://hlinksldjump"/>
              </a:rPr>
              <a:t>6</a:t>
            </a:r>
            <a:endParaRPr lang="en-US"/>
          </a:p>
        </p:txBody>
      </p:sp>
      <p:sp>
        <p:nvSpPr>
          <p:cNvPr id="19" name="Oval 18">
            <a:hlinkClick r:id="rId9" action="ppaction://hlinksldjump"/>
            <a:extLst>
              <a:ext uri="{FF2B5EF4-FFF2-40B4-BE49-F238E27FC236}">
                <a16:creationId xmlns:a16="http://schemas.microsoft.com/office/drawing/2014/main" id="{D0574EEE-CC4D-3AC7-6B4F-6BA37329EE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82402" y="194623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 action="ppaction://hlinksldjump"/>
              </a:rPr>
              <a:t>5</a:t>
            </a:r>
            <a:endParaRPr lang="en-US"/>
          </a:p>
        </p:txBody>
      </p:sp>
      <p:sp>
        <p:nvSpPr>
          <p:cNvPr id="6" name="Oval 5">
            <a:hlinkClick r:id="rId10" action="ppaction://hlinksldjump"/>
            <a:extLst>
              <a:ext uri="{FF2B5EF4-FFF2-40B4-BE49-F238E27FC236}">
                <a16:creationId xmlns:a16="http://schemas.microsoft.com/office/drawing/2014/main" id="{BFD75A31-2E8B-8378-ABC3-EE8D29B7E4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677" y="101976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0" action="ppaction://hlinksldjump"/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4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54C99-AE37-14B7-96A3-2B9DB553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3B98912D-8A77-1745-785D-37C613A5E9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E716071F-D463-5289-BB05-A430723BEB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3"/>
          <a:srcRect b="5113"/>
          <a:stretch/>
        </p:blipFill>
        <p:spPr>
          <a:xfrm>
            <a:off x="1467203" y="1101427"/>
            <a:ext cx="8584847" cy="55165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8C44A85-CE05-81DC-06E4-CBA16C39BD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7650" y="190747"/>
            <a:ext cx="9575800" cy="91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Servicing Dashboard</a:t>
            </a:r>
          </a:p>
        </p:txBody>
      </p:sp>
      <p:sp>
        <p:nvSpPr>
          <p:cNvPr id="14" name="Oval 13">
            <a:hlinkClick r:id="rId4" action="ppaction://hlinksldjump"/>
            <a:extLst>
              <a:ext uri="{FF2B5EF4-FFF2-40B4-BE49-F238E27FC236}">
                <a16:creationId xmlns:a16="http://schemas.microsoft.com/office/drawing/2014/main" id="{48A791E2-AC66-2EFA-858D-8E79DC9BAE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9602" y="14371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4" action="ppaction://hlinksldjump"/>
              </a:rPr>
              <a:t>1</a:t>
            </a:r>
            <a:endParaRPr lang="en-US"/>
          </a:p>
        </p:txBody>
      </p:sp>
      <p:sp>
        <p:nvSpPr>
          <p:cNvPr id="15" name="Oval 14">
            <a:hlinkClick r:id="rId5" action="ppaction://hlinksldjump"/>
            <a:extLst>
              <a:ext uri="{FF2B5EF4-FFF2-40B4-BE49-F238E27FC236}">
                <a16:creationId xmlns:a16="http://schemas.microsoft.com/office/drawing/2014/main" id="{8A37B55F-64F3-485D-D2D5-1CF79EE12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652" y="222827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5" action="ppaction://hlinksldjump"/>
              </a:rPr>
              <a:t>2</a:t>
            </a:r>
            <a:endParaRPr lang="en-US"/>
          </a:p>
        </p:txBody>
      </p:sp>
      <p:sp>
        <p:nvSpPr>
          <p:cNvPr id="16" name="Oval 15">
            <a:hlinkClick r:id="rId6" action="ppaction://hlinksldjump"/>
            <a:extLst>
              <a:ext uri="{FF2B5EF4-FFF2-40B4-BE49-F238E27FC236}">
                <a16:creationId xmlns:a16="http://schemas.microsoft.com/office/drawing/2014/main" id="{66AAC0F8-DA4C-6DF2-4ADA-191D565145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1602" y="18572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 action="ppaction://hlinksldjump"/>
              </a:rPr>
              <a:t>3</a:t>
            </a:r>
            <a:endParaRPr lang="en-US"/>
          </a:p>
        </p:txBody>
      </p:sp>
      <p:sp>
        <p:nvSpPr>
          <p:cNvPr id="17" name="Oval 16">
            <a:hlinkClick r:id="rId7" action="ppaction://hlinksldjump"/>
            <a:extLst>
              <a:ext uri="{FF2B5EF4-FFF2-40B4-BE49-F238E27FC236}">
                <a16:creationId xmlns:a16="http://schemas.microsoft.com/office/drawing/2014/main" id="{A4D9F3E4-C867-6BED-9EDE-13945986E7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1852" y="108000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7" action="ppaction://hlinksldjump"/>
              </a:rPr>
              <a:t>4</a:t>
            </a:r>
            <a:endParaRPr lang="en-US"/>
          </a:p>
        </p:txBody>
      </p:sp>
      <p:sp>
        <p:nvSpPr>
          <p:cNvPr id="18" name="Oval 17">
            <a:hlinkClick r:id="rId8" action="ppaction://hlinksldjump"/>
            <a:extLst>
              <a:ext uri="{FF2B5EF4-FFF2-40B4-BE49-F238E27FC236}">
                <a16:creationId xmlns:a16="http://schemas.microsoft.com/office/drawing/2014/main" id="{5FE0F7D2-C925-754B-0675-B2AF63CDF9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09653" y="4194067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8" action="ppaction://hlinksldjump"/>
              </a:rPr>
              <a:t>6</a:t>
            </a:r>
            <a:endParaRPr lang="en-US"/>
          </a:p>
        </p:txBody>
      </p:sp>
      <p:sp>
        <p:nvSpPr>
          <p:cNvPr id="19" name="Oval 18">
            <a:hlinkClick r:id="rId9" action="ppaction://hlinksldjump"/>
            <a:extLst>
              <a:ext uri="{FF2B5EF4-FFF2-40B4-BE49-F238E27FC236}">
                <a16:creationId xmlns:a16="http://schemas.microsoft.com/office/drawing/2014/main" id="{D0574EEE-CC4D-3AC7-6B4F-6BA37329EE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82402" y="1946234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 action="ppaction://hlinksldjump"/>
              </a:rPr>
              <a:t>5</a:t>
            </a:r>
            <a:endParaRPr lang="en-US"/>
          </a:p>
        </p:txBody>
      </p:sp>
      <p:sp>
        <p:nvSpPr>
          <p:cNvPr id="6" name="Oval 5">
            <a:hlinkClick r:id="rId10" action="ppaction://hlinksldjump"/>
            <a:extLst>
              <a:ext uri="{FF2B5EF4-FFF2-40B4-BE49-F238E27FC236}">
                <a16:creationId xmlns:a16="http://schemas.microsoft.com/office/drawing/2014/main" id="{17861633-F39B-C2CB-8BE4-A53AFF1FFD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677" y="101976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0" action="ppaction://hlinksldjump"/>
              </a:rPr>
              <a:t>7</a:t>
            </a:r>
            <a:endParaRPr lang="en-US"/>
          </a:p>
        </p:txBody>
      </p:sp>
      <p:sp>
        <p:nvSpPr>
          <p:cNvPr id="7" name="Rectangle: Rounded Corners 6">
            <a:hlinkClick r:id="rId2" action="ppaction://hlinksldjump"/>
            <a:extLst>
              <a:ext uri="{FF2B5EF4-FFF2-40B4-BE49-F238E27FC236}">
                <a16:creationId xmlns:a16="http://schemas.microsoft.com/office/drawing/2014/main" id="{9D938BC2-EA0F-B2D3-88E2-85B8A73B37D0}"/>
              </a:ext>
            </a:extLst>
          </p:cNvPr>
          <p:cNvSpPr/>
          <p:nvPr/>
        </p:nvSpPr>
        <p:spPr>
          <a:xfrm>
            <a:off x="3245202" y="1665838"/>
            <a:ext cx="3392790" cy="179696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numCol="3" rtlCol="0" anchor="ctr"/>
          <a:lstStyle/>
          <a:p>
            <a:pPr marR="0" rtl="0">
              <a:buSzPts val="1000"/>
            </a:pP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</a:rPr>
              <a:t>Table actions:</a:t>
            </a:r>
          </a:p>
          <a:p>
            <a:pPr>
              <a:buSzPts val="1000"/>
            </a:pP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</a:rPr>
              <a:t>Actions only appear for users who have access.</a:t>
            </a:r>
          </a:p>
          <a:p>
            <a:pPr marR="0" rtl="0">
              <a:buSzPts val="1000"/>
            </a:pPr>
            <a:endParaRPr lang="en-US" sz="100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R="0" rtl="0">
              <a:buSzPts val="1000"/>
            </a:pPr>
            <a:r>
              <a:rPr lang="en-US" sz="1000" i="0" u="none" strike="noStrike" baseline="0">
                <a:solidFill>
                  <a:schemeClr val="bg1"/>
                </a:solidFill>
                <a:latin typeface="Calibri" panose="020F0502020204030204" pitchFamily="34" charset="0"/>
              </a:rPr>
              <a:t>If </a:t>
            </a: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</a:rPr>
              <a:t>m</a:t>
            </a:r>
            <a:r>
              <a:rPr lang="en-US" sz="1000" i="0" u="none" strike="noStrike" baseline="0">
                <a:solidFill>
                  <a:schemeClr val="bg1"/>
                </a:solidFill>
                <a:latin typeface="Calibri" panose="020F0502020204030204" pitchFamily="34" charset="0"/>
              </a:rPr>
              <a:t>ore data is </a:t>
            </a: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</a:rPr>
              <a:t>needed to preform an action. A modal will appear. </a:t>
            </a:r>
            <a:endParaRPr lang="en-US" sz="1000" i="0" u="none" strike="noStrike" baseline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Picture 7">
            <a:hlinkHover r:id="rId2" action="ppaction://hlinksldjump"/>
            <a:extLst>
              <a:ext uri="{FF2B5EF4-FFF2-40B4-BE49-F238E27FC236}">
                <a16:creationId xmlns:a16="http://schemas.microsoft.com/office/drawing/2014/main" id="{4F791591-F2B6-58FF-A10F-EE00364961C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3073"/>
          <a:stretch/>
        </p:blipFill>
        <p:spPr>
          <a:xfrm>
            <a:off x="4690621" y="1832479"/>
            <a:ext cx="1642710" cy="150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2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4A77-92DB-CC33-4F27-558BC8D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4A083E-D1C5-36BF-FA6D-3CB177F31E10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139FB-CC0B-FF72-CD86-768A28F61725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79EE07-DC68-EA8B-EEE3-56E3DDDB58E5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E0B9EF-883D-5E29-B66C-D68CA1ABB215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B10AF0-38B3-E452-C96F-5133E62125C0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9073D5-C03D-570C-2459-EC81D90CFC4D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6AB0E5C1-1BEA-F41C-2EEB-3128754172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   USBI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245DCB-D1E4-4B1C-E005-55F4017A260B}"/>
                </a:ext>
              </a:extLst>
            </p:cNvPr>
            <p:cNvCxnSpPr>
              <a:cxnSpLocks/>
            </p:cNvCxnSpPr>
            <p:nvPr/>
          </p:nvCxnSpPr>
          <p:spPr>
            <a:xfrm>
              <a:off x="2210316" y="1504950"/>
              <a:ext cx="88276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/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CBC2C7-CC76-15CC-1343-28C13A518F92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1F5F9C40-9957-6861-B68C-CA2493224D44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AllRequest_Table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116CB3-A578-DA00-EF32-C953196D619D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CCCC7C6-ED9A-A7C1-CF09-25F7B02B443F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191C2A-4C07-3888-480A-B61D0690998C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0CB8DB-3CDF-8F6C-FAAE-4EEA61ACF279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7ED15D-CBB6-A0B8-D585-0C481544DEB5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42C91F-317C-ACB9-9951-77F2BA9FD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8DFDD4-9B90-8C51-C50C-53F083E36B7C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9A0C2-F1DC-3227-D36F-2BBD7A76FA3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2F9C3A-302A-4D97-ABB4-3B06D898C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6305ED-C4A8-7D00-CACB-72546F7E7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E2FED-4C3B-BB16-90C0-559D5EFB7E7A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B3F509-164B-A86A-1FEE-3D78FF29CE52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149F790-4E4B-E4BE-A196-BA5C0E5B5A6E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C19E1B-76E8-13AB-C088-84F1CEC60BA1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4DB5291-E7D0-671C-141D-0A43CB287BE1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4EDF24-F483-4F6D-3F20-27E3B6D81FA3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1EB786B-734D-1F87-37D3-CAD067BB2DA4}"/>
              </a:ext>
            </a:extLst>
          </p:cNvPr>
          <p:cNvSpPr txBox="1"/>
          <p:nvPr/>
        </p:nvSpPr>
        <p:spPr>
          <a:xfrm>
            <a:off x="11034323" y="122450"/>
            <a:ext cx="11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Update UI</a:t>
            </a:r>
            <a:endParaRPr lang="en-US" b="1" u="sng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9B10F3-7197-8934-A01E-7178BD4DA4E8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6A31B58B-096A-EEA6-E4FE-53A29A732921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AllRequest_Tab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1611F1-67D4-AA7C-4AF6-F847017ACBBE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BA45BD3-562D-A429-CDDB-8AD019846863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CA8F42F1-963E-FBF7-43B4-5A38FC3AD97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Dashboard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E6371D4-6E79-CFD9-9E4D-DD255234A84D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A42A1EC3-5D15-C356-CE80-F7338F43638B}"/>
              </a:ext>
            </a:extLst>
          </p:cNvPr>
          <p:cNvSpPr/>
          <p:nvPr/>
        </p:nvSpPr>
        <p:spPr>
          <a:xfrm>
            <a:off x="10526628" y="42051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hlinkClick r:id="rId7" action="ppaction://hlinksldjump"/>
            <a:extLst>
              <a:ext uri="{FF2B5EF4-FFF2-40B4-BE49-F238E27FC236}">
                <a16:creationId xmlns:a16="http://schemas.microsoft.com/office/drawing/2014/main" id="{E80EB229-B923-60D3-55E8-8CE9B8A78ED8}"/>
              </a:ext>
            </a:extLst>
          </p:cNvPr>
          <p:cNvSpPr/>
          <p:nvPr/>
        </p:nvSpPr>
        <p:spPr>
          <a:xfrm>
            <a:off x="546887" y="101537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hlinkClick r:id="rId7" action="ppaction://hlinksldjump"/>
            <a:extLst>
              <a:ext uri="{FF2B5EF4-FFF2-40B4-BE49-F238E27FC236}">
                <a16:creationId xmlns:a16="http://schemas.microsoft.com/office/drawing/2014/main" id="{DA24FB6B-68D5-D728-3A22-69F21128EE55}"/>
              </a:ext>
            </a:extLst>
          </p:cNvPr>
          <p:cNvSpPr/>
          <p:nvPr/>
        </p:nvSpPr>
        <p:spPr>
          <a:xfrm>
            <a:off x="2995119" y="971126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FC3182D9-D3AF-C337-2139-BAED788C6B61}"/>
              </a:ext>
            </a:extLst>
          </p:cNvPr>
          <p:cNvSpPr/>
          <p:nvPr/>
        </p:nvSpPr>
        <p:spPr>
          <a:xfrm>
            <a:off x="5236874" y="92688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>
            <a:hlinkClick r:id="rId7" action="ppaction://hlinksldjump"/>
            <a:extLst>
              <a:ext uri="{FF2B5EF4-FFF2-40B4-BE49-F238E27FC236}">
                <a16:creationId xmlns:a16="http://schemas.microsoft.com/office/drawing/2014/main" id="{7F9BF2CD-49DC-2D92-0BFB-0E9982B822FC}"/>
              </a:ext>
            </a:extLst>
          </p:cNvPr>
          <p:cNvSpPr/>
          <p:nvPr/>
        </p:nvSpPr>
        <p:spPr>
          <a:xfrm>
            <a:off x="8068564" y="941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Oval 22">
            <a:hlinkClick r:id="rId7" action="ppaction://hlinksldjump"/>
            <a:extLst>
              <a:ext uri="{FF2B5EF4-FFF2-40B4-BE49-F238E27FC236}">
                <a16:creationId xmlns:a16="http://schemas.microsoft.com/office/drawing/2014/main" id="{4B22B9A2-0226-8383-EC42-42CD2ECFF2F5}"/>
              </a:ext>
            </a:extLst>
          </p:cNvPr>
          <p:cNvSpPr/>
          <p:nvPr/>
        </p:nvSpPr>
        <p:spPr>
          <a:xfrm>
            <a:off x="3530977" y="506134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hlinkClick r:id="rId8" action="ppaction://hlinksldjump"/>
            <a:extLst>
              <a:ext uri="{FF2B5EF4-FFF2-40B4-BE49-F238E27FC236}">
                <a16:creationId xmlns:a16="http://schemas.microsoft.com/office/drawing/2014/main" id="{FDBA7AF9-D2A4-9849-2A13-BD1B69FAC107}"/>
              </a:ext>
            </a:extLst>
          </p:cNvPr>
          <p:cNvSpPr/>
          <p:nvPr/>
        </p:nvSpPr>
        <p:spPr>
          <a:xfrm>
            <a:off x="8259403" y="745000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100">
                <a:solidFill>
                  <a:schemeClr val="bg1"/>
                </a:solidFill>
              </a:rPr>
              <a:t>This option allows the user to update the UI for an existing application and template</a:t>
            </a:r>
          </a:p>
        </p:txBody>
      </p:sp>
    </p:spTree>
    <p:extLst>
      <p:ext uri="{BB962C8B-B14F-4D97-AF65-F5344CB8AC3E}">
        <p14:creationId xmlns:p14="http://schemas.microsoft.com/office/powerpoint/2010/main" val="22585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4A77-92DB-CC33-4F27-558BC8D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4A083E-D1C5-36BF-FA6D-3CB177F31E10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139FB-CC0B-FF72-CD86-768A28F61725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79EE07-DC68-EA8B-EEE3-56E3DDDB58E5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E0B9EF-883D-5E29-B66C-D68CA1ABB215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B10AF0-38B3-E452-C96F-5133E62125C0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9073D5-C03D-570C-2459-EC81D90CFC4D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6AB0E5C1-1BEA-F41C-2EEB-3128754172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   USBI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245DCB-D1E4-4B1C-E005-55F4017A260B}"/>
                </a:ext>
              </a:extLst>
            </p:cNvPr>
            <p:cNvCxnSpPr>
              <a:cxnSpLocks/>
            </p:cNvCxnSpPr>
            <p:nvPr/>
          </p:nvCxnSpPr>
          <p:spPr>
            <a:xfrm>
              <a:off x="2210316" y="1504950"/>
              <a:ext cx="88276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/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CBC2C7-CC76-15CC-1343-28C13A518F92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1F5F9C40-9957-6861-B68C-CA2493224D44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AllRequest_Table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116CB3-A578-DA00-EF32-C953196D619D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CCCC7C6-ED9A-A7C1-CF09-25F7B02B443F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191C2A-4C07-3888-480A-B61D0690998C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0CB8DB-3CDF-8F6C-FAAE-4EEA61ACF279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7ED15D-CBB6-A0B8-D585-0C481544DEB5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42C91F-317C-ACB9-9951-77F2BA9FD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8DFDD4-9B90-8C51-C50C-53F083E36B7C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9A0C2-F1DC-3227-D36F-2BBD7A76FA3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2F9C3A-302A-4D97-ABB4-3B06D898C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6305ED-C4A8-7D00-CACB-72546F7E7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E2FED-4C3B-BB16-90C0-559D5EFB7E7A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B3F509-164B-A86A-1FEE-3D78FF29CE52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149F790-4E4B-E4BE-A196-BA5C0E5B5A6E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C19E1B-76E8-13AB-C088-84F1CEC60BA1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4DB5291-E7D0-671C-141D-0A43CB287BE1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4EDF24-F483-4F6D-3F20-27E3B6D81FA3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1EB786B-734D-1F87-37D3-CAD067BB2DA4}"/>
              </a:ext>
            </a:extLst>
          </p:cNvPr>
          <p:cNvSpPr txBox="1"/>
          <p:nvPr/>
        </p:nvSpPr>
        <p:spPr>
          <a:xfrm>
            <a:off x="11034323" y="122450"/>
            <a:ext cx="11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Update UI</a:t>
            </a:r>
            <a:endParaRPr lang="en-US" b="1" u="sng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9B10F3-7197-8934-A01E-7178BD4DA4E8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6A31B58B-096A-EEA6-E4FE-53A29A732921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AllRequest_Tab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1611F1-67D4-AA7C-4AF6-F847017ACBBE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BA45BD3-562D-A429-CDDB-8AD019846863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CA8F42F1-963E-FBF7-43B4-5A38FC3AD97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Dashboard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E6371D4-6E79-CFD9-9E4D-DD255234A84D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Oval 4">
            <a:hlinkClick r:id="rId7" action="ppaction://hlinksldjump"/>
            <a:extLst>
              <a:ext uri="{FF2B5EF4-FFF2-40B4-BE49-F238E27FC236}">
                <a16:creationId xmlns:a16="http://schemas.microsoft.com/office/drawing/2014/main" id="{A42A1EC3-5D15-C356-CE80-F7338F43638B}"/>
              </a:ext>
            </a:extLst>
          </p:cNvPr>
          <p:cNvSpPr/>
          <p:nvPr/>
        </p:nvSpPr>
        <p:spPr>
          <a:xfrm>
            <a:off x="10526628" y="42051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hlinkClick r:id="rId7" action="ppaction://hlinksldjump"/>
            <a:extLst>
              <a:ext uri="{FF2B5EF4-FFF2-40B4-BE49-F238E27FC236}">
                <a16:creationId xmlns:a16="http://schemas.microsoft.com/office/drawing/2014/main" id="{E80EB229-B923-60D3-55E8-8CE9B8A78ED8}"/>
              </a:ext>
            </a:extLst>
          </p:cNvPr>
          <p:cNvSpPr/>
          <p:nvPr/>
        </p:nvSpPr>
        <p:spPr>
          <a:xfrm>
            <a:off x="546887" y="101537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hlinkClick r:id="rId7" action="ppaction://hlinksldjump"/>
            <a:extLst>
              <a:ext uri="{FF2B5EF4-FFF2-40B4-BE49-F238E27FC236}">
                <a16:creationId xmlns:a16="http://schemas.microsoft.com/office/drawing/2014/main" id="{DA24FB6B-68D5-D728-3A22-69F21128EE55}"/>
              </a:ext>
            </a:extLst>
          </p:cNvPr>
          <p:cNvSpPr/>
          <p:nvPr/>
        </p:nvSpPr>
        <p:spPr>
          <a:xfrm>
            <a:off x="2995119" y="971126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FC3182D9-D3AF-C337-2139-BAED788C6B61}"/>
              </a:ext>
            </a:extLst>
          </p:cNvPr>
          <p:cNvSpPr/>
          <p:nvPr/>
        </p:nvSpPr>
        <p:spPr>
          <a:xfrm>
            <a:off x="5236874" y="92688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>
            <a:hlinkClick r:id="rId7" action="ppaction://hlinksldjump"/>
            <a:extLst>
              <a:ext uri="{FF2B5EF4-FFF2-40B4-BE49-F238E27FC236}">
                <a16:creationId xmlns:a16="http://schemas.microsoft.com/office/drawing/2014/main" id="{7F9BF2CD-49DC-2D92-0BFB-0E9982B822FC}"/>
              </a:ext>
            </a:extLst>
          </p:cNvPr>
          <p:cNvSpPr/>
          <p:nvPr/>
        </p:nvSpPr>
        <p:spPr>
          <a:xfrm>
            <a:off x="8068564" y="941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Oval 22">
            <a:hlinkClick r:id="rId7" action="ppaction://hlinksldjump"/>
            <a:extLst>
              <a:ext uri="{FF2B5EF4-FFF2-40B4-BE49-F238E27FC236}">
                <a16:creationId xmlns:a16="http://schemas.microsoft.com/office/drawing/2014/main" id="{4B22B9A2-0226-8383-EC42-42CD2ECFF2F5}"/>
              </a:ext>
            </a:extLst>
          </p:cNvPr>
          <p:cNvSpPr/>
          <p:nvPr/>
        </p:nvSpPr>
        <p:spPr>
          <a:xfrm>
            <a:off x="3530977" y="506134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hlinkClick r:id="rId8" action="ppaction://hlinksldjump"/>
            <a:extLst>
              <a:ext uri="{FF2B5EF4-FFF2-40B4-BE49-F238E27FC236}">
                <a16:creationId xmlns:a16="http://schemas.microsoft.com/office/drawing/2014/main" id="{FDBA7AF9-D2A4-9849-2A13-BD1B69FAC107}"/>
              </a:ext>
            </a:extLst>
          </p:cNvPr>
          <p:cNvSpPr/>
          <p:nvPr/>
        </p:nvSpPr>
        <p:spPr>
          <a:xfrm>
            <a:off x="657600" y="1372797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200">
                <a:solidFill>
                  <a:schemeClr val="bg1"/>
                </a:solidFill>
              </a:rPr>
              <a:t>All the existing application names and template are displayed</a:t>
            </a:r>
          </a:p>
        </p:txBody>
      </p:sp>
    </p:spTree>
    <p:extLst>
      <p:ext uri="{BB962C8B-B14F-4D97-AF65-F5344CB8AC3E}">
        <p14:creationId xmlns:p14="http://schemas.microsoft.com/office/powerpoint/2010/main" val="965322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4A77-92DB-CC33-4F27-558BC8D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4A083E-D1C5-36BF-FA6D-3CB177F31E10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139FB-CC0B-FF72-CD86-768A28F61725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79EE07-DC68-EA8B-EEE3-56E3DDDB58E5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E0B9EF-883D-5E29-B66C-D68CA1ABB215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B10AF0-38B3-E452-C96F-5133E62125C0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9073D5-C03D-570C-2459-EC81D90CFC4D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6AB0E5C1-1BEA-F41C-2EEB-3128754172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   USBI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245DCB-D1E4-4B1C-E005-55F4017A260B}"/>
                </a:ext>
              </a:extLst>
            </p:cNvPr>
            <p:cNvCxnSpPr>
              <a:cxnSpLocks/>
            </p:cNvCxnSpPr>
            <p:nvPr/>
          </p:nvCxnSpPr>
          <p:spPr>
            <a:xfrm>
              <a:off x="2210316" y="1504950"/>
              <a:ext cx="88276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/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CBC2C7-CC76-15CC-1343-28C13A518F92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1F5F9C40-9957-6861-B68C-CA2493224D44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AllRequest_Table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116CB3-A578-DA00-EF32-C953196D619D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CCCC7C6-ED9A-A7C1-CF09-25F7B02B443F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191C2A-4C07-3888-480A-B61D0690998C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0CB8DB-3CDF-8F6C-FAAE-4EEA61ACF279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7ED15D-CBB6-A0B8-D585-0C481544DEB5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42C91F-317C-ACB9-9951-77F2BA9FD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8DFDD4-9B90-8C51-C50C-53F083E36B7C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9A0C2-F1DC-3227-D36F-2BBD7A76FA3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2F9C3A-302A-4D97-ABB4-3B06D898C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6305ED-C4A8-7D00-CACB-72546F7E7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E2FED-4C3B-BB16-90C0-559D5EFB7E7A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B3F509-164B-A86A-1FEE-3D78FF29CE52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149F790-4E4B-E4BE-A196-BA5C0E5B5A6E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C19E1B-76E8-13AB-C088-84F1CEC60BA1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4DB5291-E7D0-671C-141D-0A43CB287BE1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4EDF24-F483-4F6D-3F20-27E3B6D81FA3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1EB786B-734D-1F87-37D3-CAD067BB2DA4}"/>
              </a:ext>
            </a:extLst>
          </p:cNvPr>
          <p:cNvSpPr txBox="1"/>
          <p:nvPr/>
        </p:nvSpPr>
        <p:spPr>
          <a:xfrm>
            <a:off x="11034323" y="122450"/>
            <a:ext cx="11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Update UI</a:t>
            </a:r>
            <a:endParaRPr lang="en-US" b="1" u="sng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9B10F3-7197-8934-A01E-7178BD4DA4E8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6A31B58B-096A-EEA6-E4FE-53A29A732921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AllRequest_Tab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1611F1-67D4-AA7C-4AF6-F847017ACBBE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BA45BD3-562D-A429-CDDB-8AD019846863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CA8F42F1-963E-FBF7-43B4-5A38FC3AD97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Dashboard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E6371D4-6E79-CFD9-9E4D-DD255234A84D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Oval 4">
            <a:hlinkClick r:id="rId7" action="ppaction://hlinksldjump"/>
            <a:extLst>
              <a:ext uri="{FF2B5EF4-FFF2-40B4-BE49-F238E27FC236}">
                <a16:creationId xmlns:a16="http://schemas.microsoft.com/office/drawing/2014/main" id="{A42A1EC3-5D15-C356-CE80-F7338F43638B}"/>
              </a:ext>
            </a:extLst>
          </p:cNvPr>
          <p:cNvSpPr/>
          <p:nvPr/>
        </p:nvSpPr>
        <p:spPr>
          <a:xfrm>
            <a:off x="10526628" y="42051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hlinkClick r:id="rId7" action="ppaction://hlinksldjump"/>
            <a:extLst>
              <a:ext uri="{FF2B5EF4-FFF2-40B4-BE49-F238E27FC236}">
                <a16:creationId xmlns:a16="http://schemas.microsoft.com/office/drawing/2014/main" id="{E80EB229-B923-60D3-55E8-8CE9B8A78ED8}"/>
              </a:ext>
            </a:extLst>
          </p:cNvPr>
          <p:cNvSpPr/>
          <p:nvPr/>
        </p:nvSpPr>
        <p:spPr>
          <a:xfrm>
            <a:off x="546887" y="101537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hlinkClick r:id="rId7" action="ppaction://hlinksldjump"/>
            <a:extLst>
              <a:ext uri="{FF2B5EF4-FFF2-40B4-BE49-F238E27FC236}">
                <a16:creationId xmlns:a16="http://schemas.microsoft.com/office/drawing/2014/main" id="{DA24FB6B-68D5-D728-3A22-69F21128EE55}"/>
              </a:ext>
            </a:extLst>
          </p:cNvPr>
          <p:cNvSpPr/>
          <p:nvPr/>
        </p:nvSpPr>
        <p:spPr>
          <a:xfrm>
            <a:off x="2995119" y="971126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FC3182D9-D3AF-C337-2139-BAED788C6B61}"/>
              </a:ext>
            </a:extLst>
          </p:cNvPr>
          <p:cNvSpPr/>
          <p:nvPr/>
        </p:nvSpPr>
        <p:spPr>
          <a:xfrm>
            <a:off x="5236874" y="92688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>
            <a:hlinkClick r:id="rId7" action="ppaction://hlinksldjump"/>
            <a:extLst>
              <a:ext uri="{FF2B5EF4-FFF2-40B4-BE49-F238E27FC236}">
                <a16:creationId xmlns:a16="http://schemas.microsoft.com/office/drawing/2014/main" id="{7F9BF2CD-49DC-2D92-0BFB-0E9982B822FC}"/>
              </a:ext>
            </a:extLst>
          </p:cNvPr>
          <p:cNvSpPr/>
          <p:nvPr/>
        </p:nvSpPr>
        <p:spPr>
          <a:xfrm>
            <a:off x="8068564" y="941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Oval 22">
            <a:hlinkClick r:id="rId7" action="ppaction://hlinksldjump"/>
            <a:extLst>
              <a:ext uri="{FF2B5EF4-FFF2-40B4-BE49-F238E27FC236}">
                <a16:creationId xmlns:a16="http://schemas.microsoft.com/office/drawing/2014/main" id="{4B22B9A2-0226-8383-EC42-42CD2ECFF2F5}"/>
              </a:ext>
            </a:extLst>
          </p:cNvPr>
          <p:cNvSpPr/>
          <p:nvPr/>
        </p:nvSpPr>
        <p:spPr>
          <a:xfrm>
            <a:off x="3530977" y="506134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hlinkClick r:id="rId8" action="ppaction://hlinksldjump"/>
            <a:extLst>
              <a:ext uri="{FF2B5EF4-FFF2-40B4-BE49-F238E27FC236}">
                <a16:creationId xmlns:a16="http://schemas.microsoft.com/office/drawing/2014/main" id="{FDBA7AF9-D2A4-9849-2A13-BD1B69FAC107}"/>
              </a:ext>
            </a:extLst>
          </p:cNvPr>
          <p:cNvSpPr/>
          <p:nvPr/>
        </p:nvSpPr>
        <p:spPr>
          <a:xfrm>
            <a:off x="3182436" y="1304558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200">
                <a:solidFill>
                  <a:schemeClr val="bg1"/>
                </a:solidFill>
              </a:rPr>
              <a:t>All existing UI screen configure for the application/template are displayed</a:t>
            </a:r>
          </a:p>
        </p:txBody>
      </p:sp>
    </p:spTree>
    <p:extLst>
      <p:ext uri="{BB962C8B-B14F-4D97-AF65-F5344CB8AC3E}">
        <p14:creationId xmlns:p14="http://schemas.microsoft.com/office/powerpoint/2010/main" val="2409287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4A77-92DB-CC33-4F27-558BC8D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4A083E-D1C5-36BF-FA6D-3CB177F31E10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139FB-CC0B-FF72-CD86-768A28F61725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79EE07-DC68-EA8B-EEE3-56E3DDDB58E5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E0B9EF-883D-5E29-B66C-D68CA1ABB215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B10AF0-38B3-E452-C96F-5133E62125C0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9073D5-C03D-570C-2459-EC81D90CFC4D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6AB0E5C1-1BEA-F41C-2EEB-3128754172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   USBI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245DCB-D1E4-4B1C-E005-55F4017A260B}"/>
                </a:ext>
              </a:extLst>
            </p:cNvPr>
            <p:cNvCxnSpPr>
              <a:cxnSpLocks/>
            </p:cNvCxnSpPr>
            <p:nvPr/>
          </p:nvCxnSpPr>
          <p:spPr>
            <a:xfrm>
              <a:off x="2210316" y="1504950"/>
              <a:ext cx="88276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/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CBC2C7-CC76-15CC-1343-28C13A518F92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1F5F9C40-9957-6861-B68C-CA2493224D44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AllRequest_Table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116CB3-A578-DA00-EF32-C953196D619D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CCCC7C6-ED9A-A7C1-CF09-25F7B02B443F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191C2A-4C07-3888-480A-B61D0690998C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0CB8DB-3CDF-8F6C-FAAE-4EEA61ACF279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7ED15D-CBB6-A0B8-D585-0C481544DEB5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42C91F-317C-ACB9-9951-77F2BA9FD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8DFDD4-9B90-8C51-C50C-53F083E36B7C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9A0C2-F1DC-3227-D36F-2BBD7A76FA3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2F9C3A-302A-4D97-ABB4-3B06D898C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6305ED-C4A8-7D00-CACB-72546F7E7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E2FED-4C3B-BB16-90C0-559D5EFB7E7A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B3F509-164B-A86A-1FEE-3D78FF29CE52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149F790-4E4B-E4BE-A196-BA5C0E5B5A6E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C19E1B-76E8-13AB-C088-84F1CEC60BA1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4DB5291-E7D0-671C-141D-0A43CB287BE1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4EDF24-F483-4F6D-3F20-27E3B6D81FA3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1EB786B-734D-1F87-37D3-CAD067BB2DA4}"/>
              </a:ext>
            </a:extLst>
          </p:cNvPr>
          <p:cNvSpPr txBox="1"/>
          <p:nvPr/>
        </p:nvSpPr>
        <p:spPr>
          <a:xfrm>
            <a:off x="11034323" y="122450"/>
            <a:ext cx="11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Update UI</a:t>
            </a:r>
            <a:endParaRPr lang="en-US" b="1" u="sng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9B10F3-7197-8934-A01E-7178BD4DA4E8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6A31B58B-096A-EEA6-E4FE-53A29A732921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AllRequest_Tab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1611F1-67D4-AA7C-4AF6-F847017ACBBE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BA45BD3-562D-A429-CDDB-8AD019846863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CA8F42F1-963E-FBF7-43B4-5A38FC3AD97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Dashboard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E6371D4-6E79-CFD9-9E4D-DD255234A84D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Oval 4">
            <a:hlinkClick r:id="rId7" action="ppaction://hlinksldjump"/>
            <a:extLst>
              <a:ext uri="{FF2B5EF4-FFF2-40B4-BE49-F238E27FC236}">
                <a16:creationId xmlns:a16="http://schemas.microsoft.com/office/drawing/2014/main" id="{A42A1EC3-5D15-C356-CE80-F7338F43638B}"/>
              </a:ext>
            </a:extLst>
          </p:cNvPr>
          <p:cNvSpPr/>
          <p:nvPr/>
        </p:nvSpPr>
        <p:spPr>
          <a:xfrm>
            <a:off x="10526628" y="42051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hlinkClick r:id="rId7" action="ppaction://hlinksldjump"/>
            <a:extLst>
              <a:ext uri="{FF2B5EF4-FFF2-40B4-BE49-F238E27FC236}">
                <a16:creationId xmlns:a16="http://schemas.microsoft.com/office/drawing/2014/main" id="{E80EB229-B923-60D3-55E8-8CE9B8A78ED8}"/>
              </a:ext>
            </a:extLst>
          </p:cNvPr>
          <p:cNvSpPr/>
          <p:nvPr/>
        </p:nvSpPr>
        <p:spPr>
          <a:xfrm>
            <a:off x="546887" y="101537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hlinkClick r:id="rId7" action="ppaction://hlinksldjump"/>
            <a:extLst>
              <a:ext uri="{FF2B5EF4-FFF2-40B4-BE49-F238E27FC236}">
                <a16:creationId xmlns:a16="http://schemas.microsoft.com/office/drawing/2014/main" id="{DA24FB6B-68D5-D728-3A22-69F21128EE55}"/>
              </a:ext>
            </a:extLst>
          </p:cNvPr>
          <p:cNvSpPr/>
          <p:nvPr/>
        </p:nvSpPr>
        <p:spPr>
          <a:xfrm>
            <a:off x="2995119" y="971126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FC3182D9-D3AF-C337-2139-BAED788C6B61}"/>
              </a:ext>
            </a:extLst>
          </p:cNvPr>
          <p:cNvSpPr/>
          <p:nvPr/>
        </p:nvSpPr>
        <p:spPr>
          <a:xfrm>
            <a:off x="5236874" y="92688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>
            <a:hlinkClick r:id="rId7" action="ppaction://hlinksldjump"/>
            <a:extLst>
              <a:ext uri="{FF2B5EF4-FFF2-40B4-BE49-F238E27FC236}">
                <a16:creationId xmlns:a16="http://schemas.microsoft.com/office/drawing/2014/main" id="{7F9BF2CD-49DC-2D92-0BFB-0E9982B822FC}"/>
              </a:ext>
            </a:extLst>
          </p:cNvPr>
          <p:cNvSpPr/>
          <p:nvPr/>
        </p:nvSpPr>
        <p:spPr>
          <a:xfrm>
            <a:off x="8068564" y="941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Oval 22">
            <a:hlinkClick r:id="rId7" action="ppaction://hlinksldjump"/>
            <a:extLst>
              <a:ext uri="{FF2B5EF4-FFF2-40B4-BE49-F238E27FC236}">
                <a16:creationId xmlns:a16="http://schemas.microsoft.com/office/drawing/2014/main" id="{4B22B9A2-0226-8383-EC42-42CD2ECFF2F5}"/>
              </a:ext>
            </a:extLst>
          </p:cNvPr>
          <p:cNvSpPr/>
          <p:nvPr/>
        </p:nvSpPr>
        <p:spPr>
          <a:xfrm>
            <a:off x="3530977" y="506134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hlinkClick r:id="rId8" action="ppaction://hlinksldjump"/>
            <a:extLst>
              <a:ext uri="{FF2B5EF4-FFF2-40B4-BE49-F238E27FC236}">
                <a16:creationId xmlns:a16="http://schemas.microsoft.com/office/drawing/2014/main" id="{FDBA7AF9-D2A4-9849-2A13-BD1B69FAC107}"/>
              </a:ext>
            </a:extLst>
          </p:cNvPr>
          <p:cNvSpPr/>
          <p:nvPr/>
        </p:nvSpPr>
        <p:spPr>
          <a:xfrm>
            <a:off x="5393374" y="1263615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200">
                <a:solidFill>
                  <a:schemeClr val="bg1"/>
                </a:solidFill>
              </a:rPr>
              <a:t>All the sections configured for application / template selected is displayed.</a:t>
            </a:r>
          </a:p>
        </p:txBody>
      </p:sp>
    </p:spTree>
    <p:extLst>
      <p:ext uri="{BB962C8B-B14F-4D97-AF65-F5344CB8AC3E}">
        <p14:creationId xmlns:p14="http://schemas.microsoft.com/office/powerpoint/2010/main" val="2117179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4A77-92DB-CC33-4F27-558BC8D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4A083E-D1C5-36BF-FA6D-3CB177F31E10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139FB-CC0B-FF72-CD86-768A28F61725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79EE07-DC68-EA8B-EEE3-56E3DDDB58E5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E0B9EF-883D-5E29-B66C-D68CA1ABB215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B10AF0-38B3-E452-C96F-5133E62125C0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9073D5-C03D-570C-2459-EC81D90CFC4D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6AB0E5C1-1BEA-F41C-2EEB-3128754172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   USBI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245DCB-D1E4-4B1C-E005-55F4017A260B}"/>
                </a:ext>
              </a:extLst>
            </p:cNvPr>
            <p:cNvCxnSpPr>
              <a:cxnSpLocks/>
            </p:cNvCxnSpPr>
            <p:nvPr/>
          </p:nvCxnSpPr>
          <p:spPr>
            <a:xfrm>
              <a:off x="2210316" y="1504950"/>
              <a:ext cx="88276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/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CBC2C7-CC76-15CC-1343-28C13A518F92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1F5F9C40-9957-6861-B68C-CA2493224D44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AllRequest_Table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116CB3-A578-DA00-EF32-C953196D619D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CCCC7C6-ED9A-A7C1-CF09-25F7B02B443F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191C2A-4C07-3888-480A-B61D0690998C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0CB8DB-3CDF-8F6C-FAAE-4EEA61ACF279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7ED15D-CBB6-A0B8-D585-0C481544DEB5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42C91F-317C-ACB9-9951-77F2BA9FD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8DFDD4-9B90-8C51-C50C-53F083E36B7C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9A0C2-F1DC-3227-D36F-2BBD7A76FA3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2F9C3A-302A-4D97-ABB4-3B06D898C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6305ED-C4A8-7D00-CACB-72546F7E7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E2FED-4C3B-BB16-90C0-559D5EFB7E7A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B3F509-164B-A86A-1FEE-3D78FF29CE52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149F790-4E4B-E4BE-A196-BA5C0E5B5A6E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C19E1B-76E8-13AB-C088-84F1CEC60BA1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4DB5291-E7D0-671C-141D-0A43CB287BE1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4EDF24-F483-4F6D-3F20-27E3B6D81FA3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1EB786B-734D-1F87-37D3-CAD067BB2DA4}"/>
              </a:ext>
            </a:extLst>
          </p:cNvPr>
          <p:cNvSpPr txBox="1"/>
          <p:nvPr/>
        </p:nvSpPr>
        <p:spPr>
          <a:xfrm>
            <a:off x="11034323" y="122450"/>
            <a:ext cx="11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Update UI</a:t>
            </a:r>
            <a:endParaRPr lang="en-US" b="1" u="sng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9B10F3-7197-8934-A01E-7178BD4DA4E8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6A31B58B-096A-EEA6-E4FE-53A29A732921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AllRequest_Tab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1611F1-67D4-AA7C-4AF6-F847017ACBBE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BA45BD3-562D-A429-CDDB-8AD019846863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CA8F42F1-963E-FBF7-43B4-5A38FC3AD97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Dashboard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E6371D4-6E79-CFD9-9E4D-DD255234A84D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Oval 4">
            <a:hlinkClick r:id="rId7" action="ppaction://hlinksldjump"/>
            <a:extLst>
              <a:ext uri="{FF2B5EF4-FFF2-40B4-BE49-F238E27FC236}">
                <a16:creationId xmlns:a16="http://schemas.microsoft.com/office/drawing/2014/main" id="{A42A1EC3-5D15-C356-CE80-F7338F43638B}"/>
              </a:ext>
            </a:extLst>
          </p:cNvPr>
          <p:cNvSpPr/>
          <p:nvPr/>
        </p:nvSpPr>
        <p:spPr>
          <a:xfrm>
            <a:off x="10526628" y="42051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hlinkClick r:id="rId7" action="ppaction://hlinksldjump"/>
            <a:extLst>
              <a:ext uri="{FF2B5EF4-FFF2-40B4-BE49-F238E27FC236}">
                <a16:creationId xmlns:a16="http://schemas.microsoft.com/office/drawing/2014/main" id="{E80EB229-B923-60D3-55E8-8CE9B8A78ED8}"/>
              </a:ext>
            </a:extLst>
          </p:cNvPr>
          <p:cNvSpPr/>
          <p:nvPr/>
        </p:nvSpPr>
        <p:spPr>
          <a:xfrm>
            <a:off x="546887" y="101537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hlinkClick r:id="rId7" action="ppaction://hlinksldjump"/>
            <a:extLst>
              <a:ext uri="{FF2B5EF4-FFF2-40B4-BE49-F238E27FC236}">
                <a16:creationId xmlns:a16="http://schemas.microsoft.com/office/drawing/2014/main" id="{DA24FB6B-68D5-D728-3A22-69F21128EE55}"/>
              </a:ext>
            </a:extLst>
          </p:cNvPr>
          <p:cNvSpPr/>
          <p:nvPr/>
        </p:nvSpPr>
        <p:spPr>
          <a:xfrm>
            <a:off x="2995119" y="971126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FC3182D9-D3AF-C337-2139-BAED788C6B61}"/>
              </a:ext>
            </a:extLst>
          </p:cNvPr>
          <p:cNvSpPr/>
          <p:nvPr/>
        </p:nvSpPr>
        <p:spPr>
          <a:xfrm>
            <a:off x="5236874" y="92688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>
            <a:hlinkClick r:id="rId7" action="ppaction://hlinksldjump"/>
            <a:extLst>
              <a:ext uri="{FF2B5EF4-FFF2-40B4-BE49-F238E27FC236}">
                <a16:creationId xmlns:a16="http://schemas.microsoft.com/office/drawing/2014/main" id="{7F9BF2CD-49DC-2D92-0BFB-0E9982B822FC}"/>
              </a:ext>
            </a:extLst>
          </p:cNvPr>
          <p:cNvSpPr/>
          <p:nvPr/>
        </p:nvSpPr>
        <p:spPr>
          <a:xfrm>
            <a:off x="8068564" y="941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Oval 22">
            <a:hlinkClick r:id="rId7" action="ppaction://hlinksldjump"/>
            <a:extLst>
              <a:ext uri="{FF2B5EF4-FFF2-40B4-BE49-F238E27FC236}">
                <a16:creationId xmlns:a16="http://schemas.microsoft.com/office/drawing/2014/main" id="{4B22B9A2-0226-8383-EC42-42CD2ECFF2F5}"/>
              </a:ext>
            </a:extLst>
          </p:cNvPr>
          <p:cNvSpPr/>
          <p:nvPr/>
        </p:nvSpPr>
        <p:spPr>
          <a:xfrm>
            <a:off x="3530977" y="506134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hlinkClick r:id="rId8" action="ppaction://hlinksldjump"/>
            <a:extLst>
              <a:ext uri="{FF2B5EF4-FFF2-40B4-BE49-F238E27FC236}">
                <a16:creationId xmlns:a16="http://schemas.microsoft.com/office/drawing/2014/main" id="{FDBA7AF9-D2A4-9849-2A13-BD1B69FAC107}"/>
              </a:ext>
            </a:extLst>
          </p:cNvPr>
          <p:cNvSpPr/>
          <p:nvPr/>
        </p:nvSpPr>
        <p:spPr>
          <a:xfrm>
            <a:off x="8327642" y="1236320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200">
                <a:solidFill>
                  <a:schemeClr val="bg1"/>
                </a:solidFill>
              </a:rPr>
              <a:t>All UI is displayed based on the application / template and section selected</a:t>
            </a:r>
          </a:p>
        </p:txBody>
      </p:sp>
    </p:spTree>
    <p:extLst>
      <p:ext uri="{BB962C8B-B14F-4D97-AF65-F5344CB8AC3E}">
        <p14:creationId xmlns:p14="http://schemas.microsoft.com/office/powerpoint/2010/main" val="1268756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4A77-92DB-CC33-4F27-558BC8D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4A083E-D1C5-36BF-FA6D-3CB177F31E10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139FB-CC0B-FF72-CD86-768A28F61725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79EE07-DC68-EA8B-EEE3-56E3DDDB58E5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E0B9EF-883D-5E29-B66C-D68CA1ABB215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B10AF0-38B3-E452-C96F-5133E62125C0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9073D5-C03D-570C-2459-EC81D90CFC4D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6AB0E5C1-1BEA-F41C-2EEB-3128754172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   USBI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245DCB-D1E4-4B1C-E005-55F4017A260B}"/>
                </a:ext>
              </a:extLst>
            </p:cNvPr>
            <p:cNvCxnSpPr>
              <a:cxnSpLocks/>
            </p:cNvCxnSpPr>
            <p:nvPr/>
          </p:nvCxnSpPr>
          <p:spPr>
            <a:xfrm>
              <a:off x="2210316" y="1504950"/>
              <a:ext cx="88276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/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473939D-DBDC-A194-3A81-DC38F4313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32915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CBC2C7-CC76-15CC-1343-28C13A518F92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1F5F9C40-9957-6861-B68C-CA2493224D44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AllRequest_Table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116CB3-A578-DA00-EF32-C953196D619D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644D4ED-0E8B-0492-BBB4-2A1D7DB08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CCCC7C6-ED9A-A7C1-CF09-25F7B02B443F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191C2A-4C07-3888-480A-B61D0690998C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0CB8DB-3CDF-8F6C-FAAE-4EEA61ACF279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7ED15D-CBB6-A0B8-D585-0C481544DEB5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42C91F-317C-ACB9-9951-77F2BA9FD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8DFDD4-9B90-8C51-C50C-53F083E36B7C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9A0C2-F1DC-3227-D36F-2BBD7A76FA3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2F9C3A-302A-4D97-ABB4-3B06D898C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6305ED-C4A8-7D00-CACB-72546F7E7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E2FED-4C3B-BB16-90C0-559D5EFB7E7A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B3F509-164B-A86A-1FEE-3D78FF29CE52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149F790-4E4B-E4BE-A196-BA5C0E5B5A6E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C19E1B-76E8-13AB-C088-84F1CEC60BA1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4DB5291-E7D0-671C-141D-0A43CB287BE1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4EDF24-F483-4F6D-3F20-27E3B6D81FA3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1EB786B-734D-1F87-37D3-CAD067BB2DA4}"/>
              </a:ext>
            </a:extLst>
          </p:cNvPr>
          <p:cNvSpPr txBox="1"/>
          <p:nvPr/>
        </p:nvSpPr>
        <p:spPr>
          <a:xfrm>
            <a:off x="11034323" y="122450"/>
            <a:ext cx="11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Update UI</a:t>
            </a:r>
            <a:endParaRPr lang="en-US" b="1" u="sng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9B10F3-7197-8934-A01E-7178BD4DA4E8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6A31B58B-096A-EEA6-E4FE-53A29A732921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AllRequest_Tab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1611F1-67D4-AA7C-4AF6-F847017ACBBE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1D477B-8A2E-65BF-839A-A4D485EDD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BA45BD3-562D-A429-CDDB-8AD019846863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CA8F42F1-963E-FBF7-43B4-5A38FC3AD97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Dashboard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E6371D4-6E79-CFD9-9E4D-DD255234A84D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/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90FA728-A8EA-8BC4-EBF4-0BC110954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006366" y="1251284"/>
                  <a:ext cx="226023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Oval 4">
            <a:hlinkClick r:id="rId7" action="ppaction://hlinksldjump"/>
            <a:extLst>
              <a:ext uri="{FF2B5EF4-FFF2-40B4-BE49-F238E27FC236}">
                <a16:creationId xmlns:a16="http://schemas.microsoft.com/office/drawing/2014/main" id="{A42A1EC3-5D15-C356-CE80-F7338F43638B}"/>
              </a:ext>
            </a:extLst>
          </p:cNvPr>
          <p:cNvSpPr/>
          <p:nvPr/>
        </p:nvSpPr>
        <p:spPr>
          <a:xfrm>
            <a:off x="10526628" y="42051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hlinkClick r:id="rId7" action="ppaction://hlinksldjump"/>
            <a:extLst>
              <a:ext uri="{FF2B5EF4-FFF2-40B4-BE49-F238E27FC236}">
                <a16:creationId xmlns:a16="http://schemas.microsoft.com/office/drawing/2014/main" id="{E80EB229-B923-60D3-55E8-8CE9B8A78ED8}"/>
              </a:ext>
            </a:extLst>
          </p:cNvPr>
          <p:cNvSpPr/>
          <p:nvPr/>
        </p:nvSpPr>
        <p:spPr>
          <a:xfrm>
            <a:off x="546887" y="101537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hlinkClick r:id="rId7" action="ppaction://hlinksldjump"/>
            <a:extLst>
              <a:ext uri="{FF2B5EF4-FFF2-40B4-BE49-F238E27FC236}">
                <a16:creationId xmlns:a16="http://schemas.microsoft.com/office/drawing/2014/main" id="{DA24FB6B-68D5-D728-3A22-69F21128EE55}"/>
              </a:ext>
            </a:extLst>
          </p:cNvPr>
          <p:cNvSpPr/>
          <p:nvPr/>
        </p:nvSpPr>
        <p:spPr>
          <a:xfrm>
            <a:off x="2995119" y="971126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FC3182D9-D3AF-C337-2139-BAED788C6B61}"/>
              </a:ext>
            </a:extLst>
          </p:cNvPr>
          <p:cNvSpPr/>
          <p:nvPr/>
        </p:nvSpPr>
        <p:spPr>
          <a:xfrm>
            <a:off x="5236874" y="926880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>
            <a:hlinkClick r:id="rId7" action="ppaction://hlinksldjump"/>
            <a:extLst>
              <a:ext uri="{FF2B5EF4-FFF2-40B4-BE49-F238E27FC236}">
                <a16:creationId xmlns:a16="http://schemas.microsoft.com/office/drawing/2014/main" id="{7F9BF2CD-49DC-2D92-0BFB-0E9982B822FC}"/>
              </a:ext>
            </a:extLst>
          </p:cNvPr>
          <p:cNvSpPr/>
          <p:nvPr/>
        </p:nvSpPr>
        <p:spPr>
          <a:xfrm>
            <a:off x="8068564" y="941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Oval 22">
            <a:hlinkClick r:id="rId7" action="ppaction://hlinksldjump"/>
            <a:extLst>
              <a:ext uri="{FF2B5EF4-FFF2-40B4-BE49-F238E27FC236}">
                <a16:creationId xmlns:a16="http://schemas.microsoft.com/office/drawing/2014/main" id="{4B22B9A2-0226-8383-EC42-42CD2ECFF2F5}"/>
              </a:ext>
            </a:extLst>
          </p:cNvPr>
          <p:cNvSpPr/>
          <p:nvPr/>
        </p:nvSpPr>
        <p:spPr>
          <a:xfrm>
            <a:off x="3530977" y="5061345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hlinkClick r:id="rId8" action="ppaction://hlinksldjump"/>
            <a:extLst>
              <a:ext uri="{FF2B5EF4-FFF2-40B4-BE49-F238E27FC236}">
                <a16:creationId xmlns:a16="http://schemas.microsoft.com/office/drawing/2014/main" id="{FDBA7AF9-D2A4-9849-2A13-BD1B69FAC107}"/>
              </a:ext>
            </a:extLst>
          </p:cNvPr>
          <p:cNvSpPr/>
          <p:nvPr/>
        </p:nvSpPr>
        <p:spPr>
          <a:xfrm>
            <a:off x="3919416" y="5139579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100">
                <a:solidFill>
                  <a:schemeClr val="bg1"/>
                </a:solidFill>
              </a:rPr>
              <a:t>JSON is loaded based on the dropdown value selected. User can update the JSON to view the preview and update the JSON back to backend.</a:t>
            </a:r>
          </a:p>
        </p:txBody>
      </p:sp>
    </p:spTree>
    <p:extLst>
      <p:ext uri="{BB962C8B-B14F-4D97-AF65-F5344CB8AC3E}">
        <p14:creationId xmlns:p14="http://schemas.microsoft.com/office/powerpoint/2010/main" val="3814364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2A11F-C519-E616-0605-45C522ED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01820-CF0F-B805-01F3-3FA95FF7F3C8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E602B6-7F87-79BB-ED0D-4433A757B28D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59BB28-4822-35CA-E830-A03B56FBEC28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EFD1F8-A5D9-096B-DCD8-66205AD5E129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83617E-0F85-1D08-0340-5041BD4A3468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1CACCCC-136A-3E52-61E9-6BA41BFDF6F5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E6EC387-ACD3-2211-F066-75F69865BD84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Create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16E3EA-B00F-CA11-63C5-95013A3D718C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AC2714-38F0-D9ED-A29A-C7B7D6EECC2B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001CABD-93EF-0B60-733A-13CB1F224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BC112ED-E473-C778-19C5-75597D119E23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FDC88-F7CB-9223-CF1F-B0296F3CF0F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1E95ACC-925D-A90C-35A3-3C948485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84471A-7993-9009-0EC2-0843A4FDF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3949A-26AE-F3E1-71E2-C9DF10079845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BCC37F-6F9F-2A67-9A58-5C7F6A46F26E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EBA49C3-0C0E-E0E9-9D69-01AF8AE4393C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A48E81-A8E4-4E33-2696-14526656810C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9F9A23-7BE6-2071-38F9-E88DD264C367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9D800B-F114-CE26-8630-6A9CF3B6D5DB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A2A585-24EC-90EB-FD99-D88616295354}"/>
              </a:ext>
            </a:extLst>
          </p:cNvPr>
          <p:cNvSpPr txBox="1"/>
          <p:nvPr/>
        </p:nvSpPr>
        <p:spPr>
          <a:xfrm>
            <a:off x="8256895" y="122450"/>
            <a:ext cx="3820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/>
              <a:t>Create New UI</a:t>
            </a:r>
            <a:endParaRPr lang="en-US" b="1" u="s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54753E-6760-FFB7-B918-821DE06A16AB}"/>
              </a:ext>
            </a:extLst>
          </p:cNvPr>
          <p:cNvSpPr/>
          <p:nvPr/>
        </p:nvSpPr>
        <p:spPr>
          <a:xfrm>
            <a:off x="2524836" y="1856098"/>
            <a:ext cx="6960358" cy="367124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9710-5746-F431-CDD6-B5074EF17B3C}"/>
              </a:ext>
            </a:extLst>
          </p:cNvPr>
          <p:cNvSpPr txBox="1"/>
          <p:nvPr/>
        </p:nvSpPr>
        <p:spPr>
          <a:xfrm>
            <a:off x="2497541" y="1995994"/>
            <a:ext cx="7001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Create UI Confirmation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30F6E8-BBF2-0BFF-4FD8-16346BF31B41}"/>
              </a:ext>
            </a:extLst>
          </p:cNvPr>
          <p:cNvGrpSpPr/>
          <p:nvPr/>
        </p:nvGrpSpPr>
        <p:grpSpPr>
          <a:xfrm>
            <a:off x="5090615" y="2660178"/>
            <a:ext cx="1759422" cy="417031"/>
            <a:chOff x="783102" y="1204025"/>
            <a:chExt cx="2569806" cy="358075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DE69EE08-21D4-3F12-F841-58444FEB5965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Personal</a:t>
              </a:r>
              <a:r>
                <a:rPr lang="en-US" sz="1400"/>
                <a:t> </a:t>
              </a:r>
              <a:r>
                <a:rPr lang="en-US" sz="1400">
                  <a:solidFill>
                    <a:schemeClr val="tx1"/>
                  </a:solidFill>
                </a:rPr>
                <a:t>Trust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6FFB39-6584-49EB-96D7-0CD5328FD8E9}"/>
                </a:ext>
              </a:extLst>
            </p:cNvPr>
            <p:cNvCxnSpPr>
              <a:cxnSpLocks/>
            </p:cNvCxnSpPr>
            <p:nvPr/>
          </p:nvCxnSpPr>
          <p:spPr>
            <a:xfrm>
              <a:off x="957686" y="1504950"/>
              <a:ext cx="21474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874714-A576-22AC-21E5-E081F8FA4D04}"/>
                    </a:ext>
                  </a:extLst>
                </p:cNvPr>
                <p:cNvSpPr txBox="1"/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874714-A576-22AC-21E5-E081F8FA4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54839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FE14699-6003-1E09-DBFF-7AB73AD41A13}"/>
              </a:ext>
            </a:extLst>
          </p:cNvPr>
          <p:cNvSpPr txBox="1"/>
          <p:nvPr/>
        </p:nvSpPr>
        <p:spPr>
          <a:xfrm>
            <a:off x="6892120" y="2756849"/>
            <a:ext cx="2144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>
                <a:solidFill>
                  <a:schemeClr val="accent1">
                    <a:lumMod val="75000"/>
                  </a:schemeClr>
                </a:solidFill>
              </a:rPr>
              <a:t>Create New Application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1C992-A870-3243-A289-64C3297F4974}"/>
              </a:ext>
            </a:extLst>
          </p:cNvPr>
          <p:cNvSpPr txBox="1"/>
          <p:nvPr/>
        </p:nvSpPr>
        <p:spPr>
          <a:xfrm>
            <a:off x="2654604" y="2729554"/>
            <a:ext cx="1712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Select Application</a:t>
            </a:r>
            <a:endParaRPr lang="en-US" sz="16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E046EF-FE4D-E051-9B64-BBB30C99F382}"/>
              </a:ext>
            </a:extLst>
          </p:cNvPr>
          <p:cNvSpPr txBox="1"/>
          <p:nvPr/>
        </p:nvSpPr>
        <p:spPr>
          <a:xfrm>
            <a:off x="2656879" y="4014724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UI Name </a:t>
            </a:r>
            <a:endParaRPr lang="en-US" sz="1600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7FCF17-026B-7E31-23B1-406A09380480}"/>
              </a:ext>
            </a:extLst>
          </p:cNvPr>
          <p:cNvSpPr/>
          <p:nvPr/>
        </p:nvSpPr>
        <p:spPr>
          <a:xfrm>
            <a:off x="5090615" y="3957858"/>
            <a:ext cx="3248167" cy="3957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err="1"/>
              <a:t>PT_TaskReq_TableSection</a:t>
            </a:r>
            <a:endParaRPr lang="en-US" sz="1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E7EE8A3-9B02-6DA5-B493-03D5730731D3}"/>
              </a:ext>
            </a:extLst>
          </p:cNvPr>
          <p:cNvSpPr/>
          <p:nvPr/>
        </p:nvSpPr>
        <p:spPr>
          <a:xfrm>
            <a:off x="4618957" y="486241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2516ED-A3DF-0EE5-D26F-1600355B776F}"/>
              </a:ext>
            </a:extLst>
          </p:cNvPr>
          <p:cNvSpPr/>
          <p:nvPr/>
        </p:nvSpPr>
        <p:spPr>
          <a:xfrm>
            <a:off x="5872572" y="487716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Save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8DD95CC-4FAD-1604-C630-7C070F6F6EDC}"/>
              </a:ext>
            </a:extLst>
          </p:cNvPr>
          <p:cNvGrpSpPr/>
          <p:nvPr/>
        </p:nvGrpSpPr>
        <p:grpSpPr>
          <a:xfrm>
            <a:off x="5092887" y="3276610"/>
            <a:ext cx="1759422" cy="417031"/>
            <a:chOff x="783102" y="1204025"/>
            <a:chExt cx="2569806" cy="358075"/>
          </a:xfrm>
        </p:grpSpPr>
        <p:sp>
          <p:nvSpPr>
            <p:cNvPr id="57" name="Rectangle: Top Corners Rounded 56">
              <a:extLst>
                <a:ext uri="{FF2B5EF4-FFF2-40B4-BE49-F238E27FC236}">
                  <a16:creationId xmlns:a16="http://schemas.microsoft.com/office/drawing/2014/main" id="{36D09CD7-3854-357F-981C-1E09516AC9E3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Section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F2D38F9-0F96-3754-B24C-4CFB9476560A}"/>
                </a:ext>
              </a:extLst>
            </p:cNvPr>
            <p:cNvCxnSpPr>
              <a:cxnSpLocks/>
            </p:cNvCxnSpPr>
            <p:nvPr/>
          </p:nvCxnSpPr>
          <p:spPr>
            <a:xfrm>
              <a:off x="957686" y="1504950"/>
              <a:ext cx="21474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7BC772-3C6E-1D80-1022-281E4137E7D4}"/>
                    </a:ext>
                  </a:extLst>
                </p:cNvPr>
                <p:cNvSpPr txBox="1"/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7BC772-3C6E-1D80-1022-281E4137E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6818" r="-54839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9260BF9-5A8E-CEDD-33E8-BD3844E62B37}"/>
              </a:ext>
            </a:extLst>
          </p:cNvPr>
          <p:cNvSpPr txBox="1"/>
          <p:nvPr/>
        </p:nvSpPr>
        <p:spPr>
          <a:xfrm>
            <a:off x="2656876" y="3345986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Select UI Type</a:t>
            </a:r>
            <a:endParaRPr lang="en-US" sz="1600" b="1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50B5707-2E2F-8926-5E39-699FE44568DA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65" name="Rectangle: Top Corners Rounded 64">
              <a:extLst>
                <a:ext uri="{FF2B5EF4-FFF2-40B4-BE49-F238E27FC236}">
                  <a16:creationId xmlns:a16="http://schemas.microsoft.com/office/drawing/2014/main" id="{989261EB-BBAB-2088-FFEF-596FA0F0464A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Template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999875-EB44-9EAC-456E-D668FAC9C415}"/>
                </a:ext>
              </a:extLst>
            </p:cNvPr>
            <p:cNvCxnSpPr>
              <a:cxnSpLocks/>
            </p:cNvCxnSpPr>
            <p:nvPr/>
          </p:nvCxnSpPr>
          <p:spPr>
            <a:xfrm>
              <a:off x="2067837" y="1504950"/>
              <a:ext cx="102524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CF4E665-3B0E-1F1E-4461-D43FDD749A77}"/>
                    </a:ext>
                  </a:extLst>
                </p:cNvPr>
                <p:cNvSpPr txBox="1"/>
                <p:nvPr/>
              </p:nvSpPr>
              <p:spPr>
                <a:xfrm rot="16200000">
                  <a:off x="2970163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CF4E665-3B0E-1F1E-4461-D43FDD749A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70163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25F628D-9FE7-0D4E-4A0B-B8D3323F9328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5DA99D61-2BD3-EC9B-3A1A-A71CCD23CCC3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Table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5D309C4-4D88-3E9D-E272-D54CAC548831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912689F-15EA-7531-AA76-36520EE4CE0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912689F-15EA-7531-AA76-36520EE4C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6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0494C39-9149-778B-AED2-4BB2BEE20412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73" name="Rectangle: Top Corners Rounded 72">
              <a:extLst>
                <a:ext uri="{FF2B5EF4-FFF2-40B4-BE49-F238E27FC236}">
                  <a16:creationId xmlns:a16="http://schemas.microsoft.com/office/drawing/2014/main" id="{8CDE2919-7F66-C860-692B-828AD02E28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TabUI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3D5FD8D-6BCD-312C-AFE0-1BF28539C177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F00C5A54-CC35-CC01-77FA-6E951A691DF0}"/>
                    </a:ext>
                  </a:extLst>
                </p:cNvPr>
                <p:cNvSpPr txBox="1"/>
                <p:nvPr/>
              </p:nvSpPr>
              <p:spPr>
                <a:xfrm rot="16200000">
                  <a:off x="2927452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F00C5A54-CC35-CC01-77FA-6E951A691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27452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F33C644-78E8-9F71-74C9-6BB314E45B6E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77" name="Rectangle: Top Corners Rounded 76">
              <a:extLst>
                <a:ext uri="{FF2B5EF4-FFF2-40B4-BE49-F238E27FC236}">
                  <a16:creationId xmlns:a16="http://schemas.microsoft.com/office/drawing/2014/main" id="{B68248A7-4639-47D8-2C18-D0EDE6E15C26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Task Manager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64BBA12-8D43-E2C3-6301-441F80E29E89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3774ED-26E3-186B-22B7-83ED8AB65F5F}"/>
                    </a:ext>
                  </a:extLst>
                </p:cNvPr>
                <p:cNvSpPr txBox="1"/>
                <p:nvPr/>
              </p:nvSpPr>
              <p:spPr>
                <a:xfrm rot="16200000">
                  <a:off x="2867458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3774ED-26E3-186B-22B7-83ED8AB65F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67458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Oval 2">
            <a:hlinkClick r:id="rId7" action="ppaction://hlinksldjump"/>
            <a:extLst>
              <a:ext uri="{FF2B5EF4-FFF2-40B4-BE49-F238E27FC236}">
                <a16:creationId xmlns:a16="http://schemas.microsoft.com/office/drawing/2014/main" id="{CCBEC080-C7BB-5B15-E83E-4AE7C711EF39}"/>
              </a:ext>
            </a:extLst>
          </p:cNvPr>
          <p:cNvSpPr/>
          <p:nvPr/>
        </p:nvSpPr>
        <p:spPr>
          <a:xfrm>
            <a:off x="7355725" y="1983848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15C27BFF-1C22-EB7E-3808-37E9C72699C4}"/>
              </a:ext>
            </a:extLst>
          </p:cNvPr>
          <p:cNvSpPr/>
          <p:nvPr/>
        </p:nvSpPr>
        <p:spPr>
          <a:xfrm>
            <a:off x="6982875" y="3190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9C7B691B-F903-D27E-76E3-C3501980326B}"/>
              </a:ext>
            </a:extLst>
          </p:cNvPr>
          <p:cNvSpPr/>
          <p:nvPr/>
        </p:nvSpPr>
        <p:spPr>
          <a:xfrm>
            <a:off x="7103191" y="480286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hlinkClick r:id="rId8" action="ppaction://hlinksldjump"/>
            <a:extLst>
              <a:ext uri="{FF2B5EF4-FFF2-40B4-BE49-F238E27FC236}">
                <a16:creationId xmlns:a16="http://schemas.microsoft.com/office/drawing/2014/main" id="{217591B5-F71A-DA7A-297F-140AED439A51}"/>
              </a:ext>
            </a:extLst>
          </p:cNvPr>
          <p:cNvSpPr/>
          <p:nvPr/>
        </p:nvSpPr>
        <p:spPr>
          <a:xfrm>
            <a:off x="7686198" y="2123424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200">
                <a:solidFill>
                  <a:schemeClr val="bg1"/>
                </a:solidFill>
              </a:rPr>
              <a:t>If creating UI for existing application, select the application name from dropdown</a:t>
            </a:r>
          </a:p>
        </p:txBody>
      </p:sp>
    </p:spTree>
    <p:extLst>
      <p:ext uri="{BB962C8B-B14F-4D97-AF65-F5344CB8AC3E}">
        <p14:creationId xmlns:p14="http://schemas.microsoft.com/office/powerpoint/2010/main" val="2150667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2A11F-C519-E616-0605-45C522ED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01820-CF0F-B805-01F3-3FA95FF7F3C8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E602B6-7F87-79BB-ED0D-4433A757B28D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59BB28-4822-35CA-E830-A03B56FBEC28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EFD1F8-A5D9-096B-DCD8-66205AD5E129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83617E-0F85-1D08-0340-5041BD4A3468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1CACCCC-136A-3E52-61E9-6BA41BFDF6F5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E6EC387-ACD3-2211-F066-75F69865BD84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Create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16E3EA-B00F-CA11-63C5-95013A3D718C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AC2714-38F0-D9ED-A29A-C7B7D6EECC2B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001CABD-93EF-0B60-733A-13CB1F224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BC112ED-E473-C778-19C5-75597D119E23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FDC88-F7CB-9223-CF1F-B0296F3CF0F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1E95ACC-925D-A90C-35A3-3C948485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84471A-7993-9009-0EC2-0843A4FDF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3949A-26AE-F3E1-71E2-C9DF10079845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BCC37F-6F9F-2A67-9A58-5C7F6A46F26E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EBA49C3-0C0E-E0E9-9D69-01AF8AE4393C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A48E81-A8E4-4E33-2696-14526656810C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9F9A23-7BE6-2071-38F9-E88DD264C367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9D800B-F114-CE26-8630-6A9CF3B6D5DB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A2A585-24EC-90EB-FD99-D88616295354}"/>
              </a:ext>
            </a:extLst>
          </p:cNvPr>
          <p:cNvSpPr txBox="1"/>
          <p:nvPr/>
        </p:nvSpPr>
        <p:spPr>
          <a:xfrm>
            <a:off x="8256895" y="122450"/>
            <a:ext cx="3820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/>
              <a:t>Create New UI</a:t>
            </a:r>
            <a:endParaRPr lang="en-US" b="1" u="s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54753E-6760-FFB7-B918-821DE06A16AB}"/>
              </a:ext>
            </a:extLst>
          </p:cNvPr>
          <p:cNvSpPr/>
          <p:nvPr/>
        </p:nvSpPr>
        <p:spPr>
          <a:xfrm>
            <a:off x="2524836" y="1856098"/>
            <a:ext cx="6960358" cy="367124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9710-5746-F431-CDD6-B5074EF17B3C}"/>
              </a:ext>
            </a:extLst>
          </p:cNvPr>
          <p:cNvSpPr txBox="1"/>
          <p:nvPr/>
        </p:nvSpPr>
        <p:spPr>
          <a:xfrm>
            <a:off x="2497541" y="1995994"/>
            <a:ext cx="7001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Create UI Confirmation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30F6E8-BBF2-0BFF-4FD8-16346BF31B41}"/>
              </a:ext>
            </a:extLst>
          </p:cNvPr>
          <p:cNvGrpSpPr/>
          <p:nvPr/>
        </p:nvGrpSpPr>
        <p:grpSpPr>
          <a:xfrm>
            <a:off x="5090615" y="2660178"/>
            <a:ext cx="1759422" cy="417031"/>
            <a:chOff x="783102" y="1204025"/>
            <a:chExt cx="2569806" cy="358075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DE69EE08-21D4-3F12-F841-58444FEB5965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Personal</a:t>
              </a:r>
              <a:r>
                <a:rPr lang="en-US" sz="1400"/>
                <a:t> </a:t>
              </a:r>
              <a:r>
                <a:rPr lang="en-US" sz="1400">
                  <a:solidFill>
                    <a:schemeClr val="tx1"/>
                  </a:solidFill>
                </a:rPr>
                <a:t>Trust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6FFB39-6584-49EB-96D7-0CD5328FD8E9}"/>
                </a:ext>
              </a:extLst>
            </p:cNvPr>
            <p:cNvCxnSpPr>
              <a:cxnSpLocks/>
            </p:cNvCxnSpPr>
            <p:nvPr/>
          </p:nvCxnSpPr>
          <p:spPr>
            <a:xfrm>
              <a:off x="957686" y="1504950"/>
              <a:ext cx="21474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874714-A576-22AC-21E5-E081F8FA4D04}"/>
                    </a:ext>
                  </a:extLst>
                </p:cNvPr>
                <p:cNvSpPr txBox="1"/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874714-A576-22AC-21E5-E081F8FA4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54839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FE14699-6003-1E09-DBFF-7AB73AD41A13}"/>
              </a:ext>
            </a:extLst>
          </p:cNvPr>
          <p:cNvSpPr txBox="1"/>
          <p:nvPr/>
        </p:nvSpPr>
        <p:spPr>
          <a:xfrm>
            <a:off x="6892120" y="2756849"/>
            <a:ext cx="2144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>
                <a:solidFill>
                  <a:schemeClr val="accent1">
                    <a:lumMod val="75000"/>
                  </a:schemeClr>
                </a:solidFill>
              </a:rPr>
              <a:t>Create New Application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1C992-A870-3243-A289-64C3297F4974}"/>
              </a:ext>
            </a:extLst>
          </p:cNvPr>
          <p:cNvSpPr txBox="1"/>
          <p:nvPr/>
        </p:nvSpPr>
        <p:spPr>
          <a:xfrm>
            <a:off x="2654604" y="2729554"/>
            <a:ext cx="1712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Select Application</a:t>
            </a:r>
            <a:endParaRPr lang="en-US" sz="16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E046EF-FE4D-E051-9B64-BBB30C99F382}"/>
              </a:ext>
            </a:extLst>
          </p:cNvPr>
          <p:cNvSpPr txBox="1"/>
          <p:nvPr/>
        </p:nvSpPr>
        <p:spPr>
          <a:xfrm>
            <a:off x="2656879" y="4014724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UI Name </a:t>
            </a:r>
            <a:endParaRPr lang="en-US" sz="1600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7FCF17-026B-7E31-23B1-406A09380480}"/>
              </a:ext>
            </a:extLst>
          </p:cNvPr>
          <p:cNvSpPr/>
          <p:nvPr/>
        </p:nvSpPr>
        <p:spPr>
          <a:xfrm>
            <a:off x="5090615" y="3957858"/>
            <a:ext cx="3248167" cy="3957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err="1"/>
              <a:t>PT_TaskReq_TableSection</a:t>
            </a:r>
            <a:endParaRPr lang="en-US" sz="1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E7EE8A3-9B02-6DA5-B493-03D5730731D3}"/>
              </a:ext>
            </a:extLst>
          </p:cNvPr>
          <p:cNvSpPr/>
          <p:nvPr/>
        </p:nvSpPr>
        <p:spPr>
          <a:xfrm>
            <a:off x="4618957" y="486241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2516ED-A3DF-0EE5-D26F-1600355B776F}"/>
              </a:ext>
            </a:extLst>
          </p:cNvPr>
          <p:cNvSpPr/>
          <p:nvPr/>
        </p:nvSpPr>
        <p:spPr>
          <a:xfrm>
            <a:off x="5872572" y="487716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Save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8DD95CC-4FAD-1604-C630-7C070F6F6EDC}"/>
              </a:ext>
            </a:extLst>
          </p:cNvPr>
          <p:cNvGrpSpPr/>
          <p:nvPr/>
        </p:nvGrpSpPr>
        <p:grpSpPr>
          <a:xfrm>
            <a:off x="5092887" y="3276610"/>
            <a:ext cx="1759422" cy="417031"/>
            <a:chOff x="783102" y="1204025"/>
            <a:chExt cx="2569806" cy="358075"/>
          </a:xfrm>
        </p:grpSpPr>
        <p:sp>
          <p:nvSpPr>
            <p:cNvPr id="57" name="Rectangle: Top Corners Rounded 56">
              <a:extLst>
                <a:ext uri="{FF2B5EF4-FFF2-40B4-BE49-F238E27FC236}">
                  <a16:creationId xmlns:a16="http://schemas.microsoft.com/office/drawing/2014/main" id="{36D09CD7-3854-357F-981C-1E09516AC9E3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Section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F2D38F9-0F96-3754-B24C-4CFB9476560A}"/>
                </a:ext>
              </a:extLst>
            </p:cNvPr>
            <p:cNvCxnSpPr>
              <a:cxnSpLocks/>
            </p:cNvCxnSpPr>
            <p:nvPr/>
          </p:nvCxnSpPr>
          <p:spPr>
            <a:xfrm>
              <a:off x="957686" y="1504950"/>
              <a:ext cx="21474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7BC772-3C6E-1D80-1022-281E4137E7D4}"/>
                    </a:ext>
                  </a:extLst>
                </p:cNvPr>
                <p:cNvSpPr txBox="1"/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7BC772-3C6E-1D80-1022-281E4137E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6818" r="-54839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9260BF9-5A8E-CEDD-33E8-BD3844E62B37}"/>
              </a:ext>
            </a:extLst>
          </p:cNvPr>
          <p:cNvSpPr txBox="1"/>
          <p:nvPr/>
        </p:nvSpPr>
        <p:spPr>
          <a:xfrm>
            <a:off x="2656876" y="3345986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Select UI Type</a:t>
            </a:r>
            <a:endParaRPr lang="en-US" sz="1600" b="1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50B5707-2E2F-8926-5E39-699FE44568DA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65" name="Rectangle: Top Corners Rounded 64">
              <a:extLst>
                <a:ext uri="{FF2B5EF4-FFF2-40B4-BE49-F238E27FC236}">
                  <a16:creationId xmlns:a16="http://schemas.microsoft.com/office/drawing/2014/main" id="{989261EB-BBAB-2088-FFEF-596FA0F0464A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Template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999875-EB44-9EAC-456E-D668FAC9C415}"/>
                </a:ext>
              </a:extLst>
            </p:cNvPr>
            <p:cNvCxnSpPr>
              <a:cxnSpLocks/>
            </p:cNvCxnSpPr>
            <p:nvPr/>
          </p:nvCxnSpPr>
          <p:spPr>
            <a:xfrm>
              <a:off x="2067837" y="1504950"/>
              <a:ext cx="102524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CF4E665-3B0E-1F1E-4461-D43FDD749A77}"/>
                    </a:ext>
                  </a:extLst>
                </p:cNvPr>
                <p:cNvSpPr txBox="1"/>
                <p:nvPr/>
              </p:nvSpPr>
              <p:spPr>
                <a:xfrm rot="16200000">
                  <a:off x="2970163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CF4E665-3B0E-1F1E-4461-D43FDD749A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70163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25F628D-9FE7-0D4E-4A0B-B8D3323F9328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5DA99D61-2BD3-EC9B-3A1A-A71CCD23CCC3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Table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5D309C4-4D88-3E9D-E272-D54CAC548831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912689F-15EA-7531-AA76-36520EE4CE0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912689F-15EA-7531-AA76-36520EE4C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6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0494C39-9149-778B-AED2-4BB2BEE20412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73" name="Rectangle: Top Corners Rounded 72">
              <a:extLst>
                <a:ext uri="{FF2B5EF4-FFF2-40B4-BE49-F238E27FC236}">
                  <a16:creationId xmlns:a16="http://schemas.microsoft.com/office/drawing/2014/main" id="{8CDE2919-7F66-C860-692B-828AD02E28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TabUI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3D5FD8D-6BCD-312C-AFE0-1BF28539C177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F00C5A54-CC35-CC01-77FA-6E951A691DF0}"/>
                    </a:ext>
                  </a:extLst>
                </p:cNvPr>
                <p:cNvSpPr txBox="1"/>
                <p:nvPr/>
              </p:nvSpPr>
              <p:spPr>
                <a:xfrm rot="16200000">
                  <a:off x="2927452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F00C5A54-CC35-CC01-77FA-6E951A691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27452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F33C644-78E8-9F71-74C9-6BB314E45B6E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77" name="Rectangle: Top Corners Rounded 76">
              <a:extLst>
                <a:ext uri="{FF2B5EF4-FFF2-40B4-BE49-F238E27FC236}">
                  <a16:creationId xmlns:a16="http://schemas.microsoft.com/office/drawing/2014/main" id="{B68248A7-4639-47D8-2C18-D0EDE6E15C26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Task Manager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64BBA12-8D43-E2C3-6301-441F80E29E89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3774ED-26E3-186B-22B7-83ED8AB65F5F}"/>
                    </a:ext>
                  </a:extLst>
                </p:cNvPr>
                <p:cNvSpPr txBox="1"/>
                <p:nvPr/>
              </p:nvSpPr>
              <p:spPr>
                <a:xfrm rot="16200000">
                  <a:off x="2867458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3774ED-26E3-186B-22B7-83ED8AB65F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67458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Oval 2">
            <a:hlinkClick r:id="rId7" action="ppaction://hlinksldjump"/>
            <a:extLst>
              <a:ext uri="{FF2B5EF4-FFF2-40B4-BE49-F238E27FC236}">
                <a16:creationId xmlns:a16="http://schemas.microsoft.com/office/drawing/2014/main" id="{CCBEC080-C7BB-5B15-E83E-4AE7C711EF39}"/>
              </a:ext>
            </a:extLst>
          </p:cNvPr>
          <p:cNvSpPr/>
          <p:nvPr/>
        </p:nvSpPr>
        <p:spPr>
          <a:xfrm>
            <a:off x="7355725" y="1983848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15C27BFF-1C22-EB7E-3808-37E9C72699C4}"/>
              </a:ext>
            </a:extLst>
          </p:cNvPr>
          <p:cNvSpPr/>
          <p:nvPr/>
        </p:nvSpPr>
        <p:spPr>
          <a:xfrm>
            <a:off x="6982875" y="3190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9C7B691B-F903-D27E-76E3-C3501980326B}"/>
              </a:ext>
            </a:extLst>
          </p:cNvPr>
          <p:cNvSpPr/>
          <p:nvPr/>
        </p:nvSpPr>
        <p:spPr>
          <a:xfrm>
            <a:off x="7103191" y="480286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hlinkClick r:id="rId8" action="ppaction://hlinksldjump"/>
            <a:extLst>
              <a:ext uri="{FF2B5EF4-FFF2-40B4-BE49-F238E27FC236}">
                <a16:creationId xmlns:a16="http://schemas.microsoft.com/office/drawing/2014/main" id="{217591B5-F71A-DA7A-297F-140AED439A51}"/>
              </a:ext>
            </a:extLst>
          </p:cNvPr>
          <p:cNvSpPr/>
          <p:nvPr/>
        </p:nvSpPr>
        <p:spPr>
          <a:xfrm>
            <a:off x="7276765" y="3392665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SzPts val="1000"/>
            </a:pPr>
            <a:r>
              <a:rPr lang="en-US" sz="1200"/>
              <a:t>Select One of the UI type i.e., UI / Section / Component</a:t>
            </a:r>
          </a:p>
          <a:p>
            <a:pPr marR="0" algn="l" rtl="0">
              <a:buSzPts val="1000"/>
            </a:pP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17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2A11F-C519-E616-0605-45C522ED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01820-CF0F-B805-01F3-3FA95FF7F3C8}"/>
              </a:ext>
            </a:extLst>
          </p:cNvPr>
          <p:cNvSpPr/>
          <p:nvPr/>
        </p:nvSpPr>
        <p:spPr>
          <a:xfrm>
            <a:off x="296718" y="648859"/>
            <a:ext cx="11301600" cy="59584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E602B6-7F87-79BB-ED0D-4433A757B28D}"/>
              </a:ext>
            </a:extLst>
          </p:cNvPr>
          <p:cNvSpPr txBox="1"/>
          <p:nvPr/>
        </p:nvSpPr>
        <p:spPr>
          <a:xfrm>
            <a:off x="308659" y="751773"/>
            <a:ext cx="11293665" cy="36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JSON Editor and UI Preview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59BB28-4822-35CA-E830-A03B56FBEC28}"/>
              </a:ext>
            </a:extLst>
          </p:cNvPr>
          <p:cNvSpPr/>
          <p:nvPr/>
        </p:nvSpPr>
        <p:spPr>
          <a:xfrm>
            <a:off x="292640" y="319196"/>
            <a:ext cx="2270748" cy="340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JSON Editor &amp; Preview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EFD1F8-A5D9-096B-DCD8-66205AD5E129}"/>
              </a:ext>
            </a:extLst>
          </p:cNvPr>
          <p:cNvSpPr/>
          <p:nvPr/>
        </p:nvSpPr>
        <p:spPr>
          <a:xfrm>
            <a:off x="2579892" y="307164"/>
            <a:ext cx="1647818" cy="3643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Common Object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83617E-0F85-1D08-0340-5041BD4A3468}"/>
              </a:ext>
            </a:extLst>
          </p:cNvPr>
          <p:cNvSpPr/>
          <p:nvPr/>
        </p:nvSpPr>
        <p:spPr>
          <a:xfrm>
            <a:off x="4220142" y="316211"/>
            <a:ext cx="710405" cy="3409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API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1CACCCC-136A-3E52-61E9-6BA41BFDF6F5}"/>
              </a:ext>
            </a:extLst>
          </p:cNvPr>
          <p:cNvSpPr/>
          <p:nvPr/>
        </p:nvSpPr>
        <p:spPr>
          <a:xfrm>
            <a:off x="9011262" y="623856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Reset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E6EC387-ACD3-2211-F066-75F69865BD84}"/>
              </a:ext>
            </a:extLst>
          </p:cNvPr>
          <p:cNvSpPr/>
          <p:nvPr/>
        </p:nvSpPr>
        <p:spPr>
          <a:xfrm>
            <a:off x="10264877" y="625331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Create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16E3EA-B00F-CA11-63C5-95013A3D718C}"/>
              </a:ext>
            </a:extLst>
          </p:cNvPr>
          <p:cNvGrpSpPr/>
          <p:nvPr/>
        </p:nvGrpSpPr>
        <p:grpSpPr>
          <a:xfrm>
            <a:off x="722677" y="1651821"/>
            <a:ext cx="5324161" cy="4468760"/>
            <a:chOff x="722678" y="1651821"/>
            <a:chExt cx="5250426" cy="48227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AC2714-38F0-D9ED-A29A-C7B7D6EECC2B}"/>
                </a:ext>
              </a:extLst>
            </p:cNvPr>
            <p:cNvSpPr/>
            <p:nvPr/>
          </p:nvSpPr>
          <p:spPr>
            <a:xfrm>
              <a:off x="722678" y="1651821"/>
              <a:ext cx="5250426" cy="482272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001CABD-93EF-0B60-733A-13CB1F224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5693" y="1715469"/>
              <a:ext cx="4124018" cy="472619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BC112ED-E473-C778-19C5-75597D119E23}"/>
              </a:ext>
            </a:extLst>
          </p:cNvPr>
          <p:cNvSpPr/>
          <p:nvPr/>
        </p:nvSpPr>
        <p:spPr>
          <a:xfrm>
            <a:off x="6199246" y="1656737"/>
            <a:ext cx="5250426" cy="4463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FDC88-F7CB-9223-CF1F-B0296F3CF0F7}"/>
              </a:ext>
            </a:extLst>
          </p:cNvPr>
          <p:cNvSpPr txBox="1"/>
          <p:nvPr/>
        </p:nvSpPr>
        <p:spPr>
          <a:xfrm>
            <a:off x="8286717" y="1795183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UI Preview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1E95ACC-925D-A90C-35A3-3C948485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69" y="2587149"/>
            <a:ext cx="5208331" cy="16301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84471A-7993-9009-0EC2-0843A4FDF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71" y="4292121"/>
            <a:ext cx="4810125" cy="5334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3949A-26AE-F3E1-71E2-C9DF10079845}"/>
              </a:ext>
            </a:extLst>
          </p:cNvPr>
          <p:cNvGrpSpPr/>
          <p:nvPr/>
        </p:nvGrpSpPr>
        <p:grpSpPr>
          <a:xfrm>
            <a:off x="8693624" y="711959"/>
            <a:ext cx="2612438" cy="349927"/>
            <a:chOff x="8693624" y="711959"/>
            <a:chExt cx="2612438" cy="34992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BCC37F-6F9F-2A67-9A58-5C7F6A46F26E}"/>
                </a:ext>
              </a:extLst>
            </p:cNvPr>
            <p:cNvGrpSpPr/>
            <p:nvPr/>
          </p:nvGrpSpPr>
          <p:grpSpPr>
            <a:xfrm>
              <a:off x="8693624" y="723332"/>
              <a:ext cx="1170824" cy="338554"/>
              <a:chOff x="7506269" y="655092"/>
              <a:chExt cx="1170824" cy="33855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EBA49C3-0C0E-E0E9-9D69-01AF8AE4393C}"/>
                  </a:ext>
                </a:extLst>
              </p:cNvPr>
              <p:cNvSpPr/>
              <p:nvPr/>
            </p:nvSpPr>
            <p:spPr>
              <a:xfrm>
                <a:off x="7506269" y="736979"/>
                <a:ext cx="163773" cy="163773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A48E81-A8E4-4E33-2696-14526656810C}"/>
                  </a:ext>
                </a:extLst>
              </p:cNvPr>
              <p:cNvSpPr txBox="1"/>
              <p:nvPr/>
            </p:nvSpPr>
            <p:spPr>
              <a:xfrm>
                <a:off x="7697338" y="655092"/>
                <a:ext cx="9797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badi" panose="020B0604020104020204" pitchFamily="34" charset="0"/>
                  </a:rPr>
                  <a:t>Create UI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9F9A23-7BE6-2071-38F9-E88DD264C367}"/>
                </a:ext>
              </a:extLst>
            </p:cNvPr>
            <p:cNvSpPr/>
            <p:nvPr/>
          </p:nvSpPr>
          <p:spPr>
            <a:xfrm>
              <a:off x="10074323" y="793846"/>
              <a:ext cx="163773" cy="1637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9D800B-F114-CE26-8630-6A9CF3B6D5DB}"/>
                </a:ext>
              </a:extLst>
            </p:cNvPr>
            <p:cNvSpPr txBox="1"/>
            <p:nvPr/>
          </p:nvSpPr>
          <p:spPr>
            <a:xfrm>
              <a:off x="10265392" y="711959"/>
              <a:ext cx="1040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badi" panose="020B0604020104020204" pitchFamily="34" charset="0"/>
                </a:rPr>
                <a:t>Update UI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A2A585-24EC-90EB-FD99-D88616295354}"/>
              </a:ext>
            </a:extLst>
          </p:cNvPr>
          <p:cNvSpPr txBox="1"/>
          <p:nvPr/>
        </p:nvSpPr>
        <p:spPr>
          <a:xfrm>
            <a:off x="8256895" y="122450"/>
            <a:ext cx="3820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/>
              <a:t>Create New UI</a:t>
            </a:r>
            <a:endParaRPr lang="en-US" b="1" u="s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54753E-6760-FFB7-B918-821DE06A16AB}"/>
              </a:ext>
            </a:extLst>
          </p:cNvPr>
          <p:cNvSpPr/>
          <p:nvPr/>
        </p:nvSpPr>
        <p:spPr>
          <a:xfrm>
            <a:off x="2524836" y="1856098"/>
            <a:ext cx="6960358" cy="367124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9710-5746-F431-CDD6-B5074EF17B3C}"/>
              </a:ext>
            </a:extLst>
          </p:cNvPr>
          <p:cNvSpPr txBox="1"/>
          <p:nvPr/>
        </p:nvSpPr>
        <p:spPr>
          <a:xfrm>
            <a:off x="2497541" y="1995994"/>
            <a:ext cx="7001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Create UI Confirmation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30F6E8-BBF2-0BFF-4FD8-16346BF31B41}"/>
              </a:ext>
            </a:extLst>
          </p:cNvPr>
          <p:cNvGrpSpPr/>
          <p:nvPr/>
        </p:nvGrpSpPr>
        <p:grpSpPr>
          <a:xfrm>
            <a:off x="5090615" y="2660178"/>
            <a:ext cx="1759422" cy="417031"/>
            <a:chOff x="783102" y="1204025"/>
            <a:chExt cx="2569806" cy="358075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DE69EE08-21D4-3F12-F841-58444FEB5965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Personal</a:t>
              </a:r>
              <a:r>
                <a:rPr lang="en-US" sz="1400"/>
                <a:t> </a:t>
              </a:r>
              <a:r>
                <a:rPr lang="en-US" sz="1400">
                  <a:solidFill>
                    <a:schemeClr val="tx1"/>
                  </a:solidFill>
                </a:rPr>
                <a:t>Trust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6FFB39-6584-49EB-96D7-0CD5328FD8E9}"/>
                </a:ext>
              </a:extLst>
            </p:cNvPr>
            <p:cNvCxnSpPr>
              <a:cxnSpLocks/>
            </p:cNvCxnSpPr>
            <p:nvPr/>
          </p:nvCxnSpPr>
          <p:spPr>
            <a:xfrm>
              <a:off x="957686" y="1504950"/>
              <a:ext cx="21474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874714-A576-22AC-21E5-E081F8FA4D04}"/>
                    </a:ext>
                  </a:extLst>
                </p:cNvPr>
                <p:cNvSpPr txBox="1"/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874714-A576-22AC-21E5-E081F8FA4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54839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FE14699-6003-1E09-DBFF-7AB73AD41A13}"/>
              </a:ext>
            </a:extLst>
          </p:cNvPr>
          <p:cNvSpPr txBox="1"/>
          <p:nvPr/>
        </p:nvSpPr>
        <p:spPr>
          <a:xfrm>
            <a:off x="6892120" y="2756849"/>
            <a:ext cx="2144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>
                <a:solidFill>
                  <a:schemeClr val="accent1">
                    <a:lumMod val="75000"/>
                  </a:schemeClr>
                </a:solidFill>
              </a:rPr>
              <a:t>Create New Application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1C992-A870-3243-A289-64C3297F4974}"/>
              </a:ext>
            </a:extLst>
          </p:cNvPr>
          <p:cNvSpPr txBox="1"/>
          <p:nvPr/>
        </p:nvSpPr>
        <p:spPr>
          <a:xfrm>
            <a:off x="2654604" y="2729554"/>
            <a:ext cx="1712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Select Application</a:t>
            </a:r>
            <a:endParaRPr lang="en-US" sz="16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E046EF-FE4D-E051-9B64-BBB30C99F382}"/>
              </a:ext>
            </a:extLst>
          </p:cNvPr>
          <p:cNvSpPr txBox="1"/>
          <p:nvPr/>
        </p:nvSpPr>
        <p:spPr>
          <a:xfrm>
            <a:off x="2656879" y="4014724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UI Name </a:t>
            </a:r>
            <a:endParaRPr lang="en-US" sz="1600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7FCF17-026B-7E31-23B1-406A09380480}"/>
              </a:ext>
            </a:extLst>
          </p:cNvPr>
          <p:cNvSpPr/>
          <p:nvPr/>
        </p:nvSpPr>
        <p:spPr>
          <a:xfrm>
            <a:off x="5090615" y="3957858"/>
            <a:ext cx="3248167" cy="3957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err="1"/>
              <a:t>PT_TaskReq_TableSection</a:t>
            </a:r>
            <a:endParaRPr lang="en-US" sz="1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E7EE8A3-9B02-6DA5-B493-03D5730731D3}"/>
              </a:ext>
            </a:extLst>
          </p:cNvPr>
          <p:cNvSpPr/>
          <p:nvPr/>
        </p:nvSpPr>
        <p:spPr>
          <a:xfrm>
            <a:off x="4618957" y="4862417"/>
            <a:ext cx="1020429" cy="2949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2516ED-A3DF-0EE5-D26F-1600355B776F}"/>
              </a:ext>
            </a:extLst>
          </p:cNvPr>
          <p:cNvSpPr/>
          <p:nvPr/>
        </p:nvSpPr>
        <p:spPr>
          <a:xfrm>
            <a:off x="5872572" y="4877164"/>
            <a:ext cx="1087700" cy="2802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Save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8DD95CC-4FAD-1604-C630-7C070F6F6EDC}"/>
              </a:ext>
            </a:extLst>
          </p:cNvPr>
          <p:cNvGrpSpPr/>
          <p:nvPr/>
        </p:nvGrpSpPr>
        <p:grpSpPr>
          <a:xfrm>
            <a:off x="5092887" y="3276610"/>
            <a:ext cx="1759422" cy="417031"/>
            <a:chOff x="783102" y="1204025"/>
            <a:chExt cx="2569806" cy="358075"/>
          </a:xfrm>
        </p:grpSpPr>
        <p:sp>
          <p:nvSpPr>
            <p:cNvPr id="57" name="Rectangle: Top Corners Rounded 56">
              <a:extLst>
                <a:ext uri="{FF2B5EF4-FFF2-40B4-BE49-F238E27FC236}">
                  <a16:creationId xmlns:a16="http://schemas.microsoft.com/office/drawing/2014/main" id="{36D09CD7-3854-357F-981C-1E09516AC9E3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Section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F2D38F9-0F96-3754-B24C-4CFB9476560A}"/>
                </a:ext>
              </a:extLst>
            </p:cNvPr>
            <p:cNvCxnSpPr>
              <a:cxnSpLocks/>
            </p:cNvCxnSpPr>
            <p:nvPr/>
          </p:nvCxnSpPr>
          <p:spPr>
            <a:xfrm>
              <a:off x="957686" y="1504950"/>
              <a:ext cx="21474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7BC772-3C6E-1D80-1022-281E4137E7D4}"/>
                    </a:ext>
                  </a:extLst>
                </p:cNvPr>
                <p:cNvSpPr txBox="1"/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7BC772-3C6E-1D80-1022-281E4137E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34826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6818" r="-54839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9260BF9-5A8E-CEDD-33E8-BD3844E62B37}"/>
              </a:ext>
            </a:extLst>
          </p:cNvPr>
          <p:cNvSpPr txBox="1"/>
          <p:nvPr/>
        </p:nvSpPr>
        <p:spPr>
          <a:xfrm>
            <a:off x="2656876" y="3345986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Select UI Type</a:t>
            </a:r>
            <a:endParaRPr lang="en-US" sz="1600" b="1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50B5707-2E2F-8926-5E39-699FE44568DA}"/>
              </a:ext>
            </a:extLst>
          </p:cNvPr>
          <p:cNvGrpSpPr/>
          <p:nvPr/>
        </p:nvGrpSpPr>
        <p:grpSpPr>
          <a:xfrm>
            <a:off x="738227" y="1143000"/>
            <a:ext cx="2213520" cy="417031"/>
            <a:chOff x="783102" y="1204025"/>
            <a:chExt cx="2569806" cy="358075"/>
          </a:xfrm>
        </p:grpSpPr>
        <p:sp>
          <p:nvSpPr>
            <p:cNvPr id="65" name="Rectangle: Top Corners Rounded 64">
              <a:extLst>
                <a:ext uri="{FF2B5EF4-FFF2-40B4-BE49-F238E27FC236}">
                  <a16:creationId xmlns:a16="http://schemas.microsoft.com/office/drawing/2014/main" id="{989261EB-BBAB-2088-FFEF-596FA0F0464A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Application</a:t>
              </a:r>
              <a:r>
                <a:rPr lang="en-US" sz="1600" b="1">
                  <a:solidFill>
                    <a:schemeClr val="tx1"/>
                  </a:solidFill>
                </a:rPr>
                <a:t> Template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999875-EB44-9EAC-456E-D668FAC9C415}"/>
                </a:ext>
              </a:extLst>
            </p:cNvPr>
            <p:cNvCxnSpPr>
              <a:cxnSpLocks/>
            </p:cNvCxnSpPr>
            <p:nvPr/>
          </p:nvCxnSpPr>
          <p:spPr>
            <a:xfrm>
              <a:off x="2067837" y="1504950"/>
              <a:ext cx="102524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CF4E665-3B0E-1F1E-4461-D43FDD749A77}"/>
                    </a:ext>
                  </a:extLst>
                </p:cNvPr>
                <p:cNvSpPr txBox="1"/>
                <p:nvPr/>
              </p:nvSpPr>
              <p:spPr>
                <a:xfrm rot="16200000">
                  <a:off x="2970163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CF4E665-3B0E-1F1E-4461-D43FDD749A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70163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6818" r="-23077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25F628D-9FE7-0D4E-4A0B-B8D3323F9328}"/>
              </a:ext>
            </a:extLst>
          </p:cNvPr>
          <p:cNvGrpSpPr/>
          <p:nvPr/>
        </p:nvGrpSpPr>
        <p:grpSpPr>
          <a:xfrm>
            <a:off x="8165432" y="1179870"/>
            <a:ext cx="3294046" cy="385301"/>
            <a:chOff x="4500751" y="1191993"/>
            <a:chExt cx="2957885" cy="331003"/>
          </a:xfrm>
        </p:grpSpPr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5DA99D61-2BD3-EC9B-3A1A-A71CCD23CCC3}"/>
                </a:ext>
              </a:extLst>
            </p:cNvPr>
            <p:cNvSpPr/>
            <p:nvPr/>
          </p:nvSpPr>
          <p:spPr>
            <a:xfrm>
              <a:off x="4500751" y="1191993"/>
              <a:ext cx="2957885" cy="331003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Component</a:t>
              </a:r>
              <a:r>
                <a:rPr lang="en-US" sz="1600" b="1">
                  <a:solidFill>
                    <a:schemeClr val="tx1"/>
                  </a:solidFill>
                </a:rPr>
                <a:t>    Table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5D309C4-4D88-3E9D-E272-D54CAC548831}"/>
                </a:ext>
              </a:extLst>
            </p:cNvPr>
            <p:cNvCxnSpPr>
              <a:cxnSpLocks/>
            </p:cNvCxnSpPr>
            <p:nvPr/>
          </p:nvCxnSpPr>
          <p:spPr>
            <a:xfrm>
              <a:off x="5631131" y="1476876"/>
              <a:ext cx="158911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912689F-15EA-7531-AA76-36520EE4CE05}"/>
                    </a:ext>
                  </a:extLst>
                </p:cNvPr>
                <p:cNvSpPr txBox="1"/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912689F-15EA-7531-AA76-36520EE4C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66554" y="1223210"/>
                  <a:ext cx="226023" cy="276999"/>
                </a:xfrm>
                <a:prstGeom prst="rect">
                  <a:avLst/>
                </a:prstGeom>
                <a:blipFill>
                  <a:blip r:embed="rId6"/>
                  <a:stretch>
                    <a:fillRect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0494C39-9149-778B-AED2-4BB2BEE20412}"/>
              </a:ext>
            </a:extLst>
          </p:cNvPr>
          <p:cNvGrpSpPr/>
          <p:nvPr/>
        </p:nvGrpSpPr>
        <p:grpSpPr>
          <a:xfrm>
            <a:off x="5374103" y="1147916"/>
            <a:ext cx="2612016" cy="417031"/>
            <a:chOff x="783102" y="1204025"/>
            <a:chExt cx="2569806" cy="358075"/>
          </a:xfrm>
        </p:grpSpPr>
        <p:sp>
          <p:nvSpPr>
            <p:cNvPr id="73" name="Rectangle: Top Corners Rounded 72">
              <a:extLst>
                <a:ext uri="{FF2B5EF4-FFF2-40B4-BE49-F238E27FC236}">
                  <a16:creationId xmlns:a16="http://schemas.microsoft.com/office/drawing/2014/main" id="{8CDE2919-7F66-C860-692B-828AD02E28FD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Section</a:t>
              </a:r>
              <a:r>
                <a:rPr lang="en-US" sz="1600" b="1">
                  <a:solidFill>
                    <a:schemeClr val="tx1"/>
                  </a:solidFill>
                </a:rPr>
                <a:t>   </a:t>
              </a:r>
              <a:r>
                <a:rPr lang="en-US" sz="1600" b="1" err="1">
                  <a:solidFill>
                    <a:schemeClr val="tx1"/>
                  </a:solidFill>
                </a:rPr>
                <a:t>TabUI</a:t>
              </a:r>
              <a:endParaRPr lang="en-US" sz="1600" b="1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3D5FD8D-6BCD-312C-AFE0-1BF28539C177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9" y="1504950"/>
              <a:ext cx="145770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F00C5A54-CC35-CC01-77FA-6E951A691DF0}"/>
                    </a:ext>
                  </a:extLst>
                </p:cNvPr>
                <p:cNvSpPr txBox="1"/>
                <p:nvPr/>
              </p:nvSpPr>
              <p:spPr>
                <a:xfrm rot="16200000">
                  <a:off x="2927452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F00C5A54-CC35-CC01-77FA-6E951A691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927452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4348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F33C644-78E8-9F71-74C9-6BB314E45B6E}"/>
              </a:ext>
            </a:extLst>
          </p:cNvPr>
          <p:cNvGrpSpPr/>
          <p:nvPr/>
        </p:nvGrpSpPr>
        <p:grpSpPr>
          <a:xfrm>
            <a:off x="3120189" y="1139895"/>
            <a:ext cx="2077453" cy="417031"/>
            <a:chOff x="783102" y="1204025"/>
            <a:chExt cx="2569806" cy="358075"/>
          </a:xfrm>
        </p:grpSpPr>
        <p:sp>
          <p:nvSpPr>
            <p:cNvPr id="77" name="Rectangle: Top Corners Rounded 76">
              <a:extLst>
                <a:ext uri="{FF2B5EF4-FFF2-40B4-BE49-F238E27FC236}">
                  <a16:creationId xmlns:a16="http://schemas.microsoft.com/office/drawing/2014/main" id="{B68248A7-4639-47D8-2C18-D0EDE6E15C26}"/>
                </a:ext>
              </a:extLst>
            </p:cNvPr>
            <p:cNvSpPr/>
            <p:nvPr/>
          </p:nvSpPr>
          <p:spPr>
            <a:xfrm>
              <a:off x="783102" y="1204025"/>
              <a:ext cx="2569806" cy="358075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tx1"/>
                  </a:solidFill>
                </a:rPr>
                <a:t>UI</a:t>
              </a:r>
              <a:r>
                <a:rPr lang="en-US" sz="1600" b="1">
                  <a:solidFill>
                    <a:schemeClr val="tx1"/>
                  </a:solidFill>
                </a:rPr>
                <a:t>   Task Manager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64BBA12-8D43-E2C3-6301-441F80E29E89}"/>
                </a:ext>
              </a:extLst>
            </p:cNvPr>
            <p:cNvCxnSpPr>
              <a:cxnSpLocks/>
            </p:cNvCxnSpPr>
            <p:nvPr/>
          </p:nvCxnSpPr>
          <p:spPr>
            <a:xfrm>
              <a:off x="1328814" y="1504950"/>
              <a:ext cx="17642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3774ED-26E3-186B-22B7-83ED8AB65F5F}"/>
                    </a:ext>
                  </a:extLst>
                </p:cNvPr>
                <p:cNvSpPr txBox="1"/>
                <p:nvPr/>
              </p:nvSpPr>
              <p:spPr>
                <a:xfrm rot="16200000">
                  <a:off x="2867458" y="1251284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3774ED-26E3-186B-22B7-83ED8AB65F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67458" y="1251284"/>
                  <a:ext cx="226023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9302" r="-29730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Oval 2">
            <a:hlinkClick r:id="rId7" action="ppaction://hlinksldjump"/>
            <a:extLst>
              <a:ext uri="{FF2B5EF4-FFF2-40B4-BE49-F238E27FC236}">
                <a16:creationId xmlns:a16="http://schemas.microsoft.com/office/drawing/2014/main" id="{CCBEC080-C7BB-5B15-E83E-4AE7C711EF39}"/>
              </a:ext>
            </a:extLst>
          </p:cNvPr>
          <p:cNvSpPr/>
          <p:nvPr/>
        </p:nvSpPr>
        <p:spPr>
          <a:xfrm>
            <a:off x="7355725" y="1983848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15C27BFF-1C22-EB7E-3808-37E9C72699C4}"/>
              </a:ext>
            </a:extLst>
          </p:cNvPr>
          <p:cNvSpPr/>
          <p:nvPr/>
        </p:nvSpPr>
        <p:spPr>
          <a:xfrm>
            <a:off x="6982875" y="3190629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hlinkClick r:id="rId7" action="ppaction://hlinksldjump"/>
            <a:extLst>
              <a:ext uri="{FF2B5EF4-FFF2-40B4-BE49-F238E27FC236}">
                <a16:creationId xmlns:a16="http://schemas.microsoft.com/office/drawing/2014/main" id="{9C7B691B-F903-D27E-76E3-C3501980326B}"/>
              </a:ext>
            </a:extLst>
          </p:cNvPr>
          <p:cNvSpPr/>
          <p:nvPr/>
        </p:nvSpPr>
        <p:spPr>
          <a:xfrm>
            <a:off x="7103191" y="4802861"/>
            <a:ext cx="336047" cy="33604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hlinkClick r:id="rId8" action="ppaction://hlinksldjump"/>
            <a:extLst>
              <a:ext uri="{FF2B5EF4-FFF2-40B4-BE49-F238E27FC236}">
                <a16:creationId xmlns:a16="http://schemas.microsoft.com/office/drawing/2014/main" id="{217591B5-F71A-DA7A-297F-140AED439A51}"/>
              </a:ext>
            </a:extLst>
          </p:cNvPr>
          <p:cNvSpPr/>
          <p:nvPr/>
        </p:nvSpPr>
        <p:spPr>
          <a:xfrm>
            <a:off x="7467833" y="4948510"/>
            <a:ext cx="2469648" cy="83814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>
              <a:buSzPts val="1000"/>
            </a:pPr>
            <a:r>
              <a:rPr lang="en-US" sz="1200">
                <a:solidFill>
                  <a:schemeClr val="bg1"/>
                </a:solidFill>
              </a:rPr>
              <a:t>Click on Save to create new UI and associate it with the application &amp; UI type</a:t>
            </a:r>
          </a:p>
        </p:txBody>
      </p:sp>
    </p:spTree>
    <p:extLst>
      <p:ext uri="{BB962C8B-B14F-4D97-AF65-F5344CB8AC3E}">
        <p14:creationId xmlns:p14="http://schemas.microsoft.com/office/powerpoint/2010/main" val="32114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A2A915D4CF63488A7C48AFCEBF7DC4" ma:contentTypeVersion="13" ma:contentTypeDescription="Create a new document." ma:contentTypeScope="" ma:versionID="26ae8bb1c8fcb53c68fcb736a0d675cb">
  <xsd:schema xmlns:xsd="http://www.w3.org/2001/XMLSchema" xmlns:xs="http://www.w3.org/2001/XMLSchema" xmlns:p="http://schemas.microsoft.com/office/2006/metadata/properties" xmlns:ns2="d285ed4f-ac3c-467f-95ca-92dc2c3819fc" xmlns:ns3="07123be4-a584-401c-9192-f0d6e1feb327" targetNamespace="http://schemas.microsoft.com/office/2006/metadata/properties" ma:root="true" ma:fieldsID="c6a9c85f2ffa45dcdd6064da49061a38" ns2:_="" ns3:_="">
    <xsd:import namespace="d285ed4f-ac3c-467f-95ca-92dc2c3819fc"/>
    <xsd:import namespace="07123be4-a584-401c-9192-f0d6e1feb3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85ed4f-ac3c-467f-95ca-92dc2c3819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123be4-a584-401c-9192-f0d6e1feb32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54430A-D84E-43E9-908A-A42553A4DBAB}">
  <ds:schemaRefs>
    <ds:schemaRef ds:uri="07123be4-a584-401c-9192-f0d6e1feb327"/>
    <ds:schemaRef ds:uri="d285ed4f-ac3c-467f-95ca-92dc2c3819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C2AA685-9B5A-46C5-83AB-4649DE9461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8FF05C-8373-4961-91A0-36DB0660A5BC}">
  <ds:schemaRefs>
    <ds:schemaRef ds:uri="07123be4-a584-401c-9192-f0d6e1feb327"/>
    <ds:schemaRef ds:uri="d285ed4f-ac3c-467f-95ca-92dc2c3819f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2292</Words>
  <Application>Microsoft Macintosh PowerPoint</Application>
  <PresentationFormat>Widescreen</PresentationFormat>
  <Paragraphs>702</Paragraphs>
  <Slides>44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Abadi</vt:lpstr>
      <vt:lpstr>Arial</vt:lpstr>
      <vt:lpstr>Calibri</vt:lpstr>
      <vt:lpstr>Calibri Light</vt:lpstr>
      <vt:lpstr>Cambria Math</vt:lpstr>
      <vt:lpstr>Symbol</vt:lpstr>
      <vt:lpstr>U.S. Bank Circular</vt:lpstr>
      <vt:lpstr>Office Theme</vt:lpstr>
      <vt:lpstr>Packager Shell Object</vt:lpstr>
      <vt:lpstr>Unified Servicing Portal - Introduction</vt:lpstr>
      <vt:lpstr>UO - Technical Design</vt:lpstr>
      <vt:lpstr>PowerPoint Presentation</vt:lpstr>
      <vt:lpstr>PowerPoint Presentation</vt:lpstr>
      <vt:lpstr>PowerPoint Presentation</vt:lpstr>
      <vt:lpstr>Demo USP Current State</vt:lpstr>
      <vt:lpstr>Unified Servicing Portal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Unified Servicing Dashboard</vt:lpstr>
      <vt:lpstr>Screen Editor</vt:lpstr>
      <vt:lpstr>PowerPoint Presentation</vt:lpstr>
      <vt:lpstr>PowerPoint Presentation</vt:lpstr>
      <vt:lpstr>PowerPoint Presentation</vt:lpstr>
      <vt:lpstr>Appendix</vt:lpstr>
      <vt:lpstr>CURRENT USBI DASHBOARD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Unified Servicing Dashboard</vt:lpstr>
      <vt:lpstr>Unified Servicing Dashboard</vt:lpstr>
      <vt:lpstr>Unified Servicing Dashboard</vt:lpstr>
      <vt:lpstr>Unified Servicing Dashboard</vt:lpstr>
      <vt:lpstr>Unified Servicing Dashboard</vt:lpstr>
      <vt:lpstr>Unified Servicing Dashboard</vt:lpstr>
      <vt:lpstr>Unified Servicing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U.S.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Simba, Kathleen</dc:creator>
  <cp:lastModifiedBy>Sultan, Awais</cp:lastModifiedBy>
  <cp:revision>2</cp:revision>
  <dcterms:created xsi:type="dcterms:W3CDTF">2024-04-03T20:26:54Z</dcterms:created>
  <dcterms:modified xsi:type="dcterms:W3CDTF">2024-05-09T13:43:04Z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0df1db-9955-4087-a541-42c2f5a9332e_Enabled">
    <vt:lpwstr>true</vt:lpwstr>
  </property>
  <property fmtid="{D5CDD505-2E9C-101B-9397-08002B2CF9AE}" pid="3" name="MSIP_Label_320df1db-9955-4087-a541-42c2f5a9332e_SetDate">
    <vt:lpwstr>2024-04-04T18:16:47Z</vt:lpwstr>
  </property>
  <property fmtid="{D5CDD505-2E9C-101B-9397-08002B2CF9AE}" pid="4" name="MSIP_Label_320df1db-9955-4087-a541-42c2f5a9332e_Method">
    <vt:lpwstr>Standard</vt:lpwstr>
  </property>
  <property fmtid="{D5CDD505-2E9C-101B-9397-08002B2CF9AE}" pid="5" name="MSIP_Label_320df1db-9955-4087-a541-42c2f5a9332e_Name">
    <vt:lpwstr>Confidential Information</vt:lpwstr>
  </property>
  <property fmtid="{D5CDD505-2E9C-101B-9397-08002B2CF9AE}" pid="6" name="MSIP_Label_320df1db-9955-4087-a541-42c2f5a9332e_SiteId">
    <vt:lpwstr>eef95730-77bf-4663-a55d-1ddff9335b5b</vt:lpwstr>
  </property>
  <property fmtid="{D5CDD505-2E9C-101B-9397-08002B2CF9AE}" pid="7" name="MSIP_Label_320df1db-9955-4087-a541-42c2f5a9332e_ActionId">
    <vt:lpwstr>779fdcf5-8db1-42b1-9569-f09e3948f021</vt:lpwstr>
  </property>
  <property fmtid="{D5CDD505-2E9C-101B-9397-08002B2CF9AE}" pid="8" name="MSIP_Label_320df1db-9955-4087-a541-42c2f5a9332e_ContentBits">
    <vt:lpwstr>0</vt:lpwstr>
  </property>
  <property fmtid="{D5CDD505-2E9C-101B-9397-08002B2CF9AE}" pid="9" name="ContentTypeId">
    <vt:lpwstr>0x0101005AA2A915D4CF63488A7C48AFCEBF7DC4</vt:lpwstr>
  </property>
</Properties>
</file>