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4.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5.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6.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7.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8.xml" ContentType="application/vnd.openxmlformats-officedocument.them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theme/theme9.xml" ContentType="application/vnd.openxmlformats-officedocument.them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theme/theme10.xml" ContentType="application/vnd.openxmlformats-officedocument.them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theme/theme11.xml" ContentType="application/vnd.openxmlformats-officedocument.them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theme/theme12.xml" ContentType="application/vnd.openxmlformats-officedocument.theme+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theme/theme13.xml" ContentType="application/vnd.openxmlformats-officedocument.them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heme/theme14.xml" ContentType="application/vnd.openxmlformats-officedocument.theme+xml"/>
  <Override PartName="/ppt/theme/theme1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78" r:id="rId4"/>
    <p:sldMasterId id="2147483772" r:id="rId5"/>
    <p:sldMasterId id="2147483780" r:id="rId6"/>
    <p:sldMasterId id="2147483828" r:id="rId7"/>
    <p:sldMasterId id="2147483843" r:id="rId8"/>
    <p:sldMasterId id="2147483873" r:id="rId9"/>
    <p:sldMasterId id="2147483890" r:id="rId10"/>
    <p:sldMasterId id="2147483922" r:id="rId11"/>
    <p:sldMasterId id="2147483937" r:id="rId12"/>
    <p:sldMasterId id="2147483952" r:id="rId13"/>
    <p:sldMasterId id="2147483982" r:id="rId14"/>
    <p:sldMasterId id="2147483999" r:id="rId15"/>
    <p:sldMasterId id="2147484020" r:id="rId16"/>
  </p:sldMasterIdLst>
  <p:notesMasterIdLst>
    <p:notesMasterId r:id="rId18"/>
  </p:notesMasterIdLst>
  <p:handoutMasterIdLst>
    <p:handoutMasterId r:id="rId19"/>
  </p:handoutMasterIdLst>
  <p:sldIdLst>
    <p:sldId id="486" r:id="rId17"/>
  </p:sldIdLst>
  <p:sldSz cx="9144000" cy="6858000" type="screen4x3"/>
  <p:notesSz cx="7010400" cy="9296400"/>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BCB836E-F70B-4043-9A46-B69409DD441C}">
          <p14:sldIdLst>
            <p14:sldId id="486"/>
          </p14:sldIdLst>
        </p14:section>
      </p14:sectionLst>
    </p:ext>
    <p:ext uri="{EFAFB233-063F-42B5-8137-9DF3F51BA10A}">
      <p15:sldGuideLst xmlns:p15="http://schemas.microsoft.com/office/powerpoint/2012/main">
        <p15:guide id="1" orient="horz" pos="3888">
          <p15:clr>
            <a:srgbClr val="A4A3A4"/>
          </p15:clr>
        </p15:guide>
        <p15:guide id="2" orient="horz" pos="3744">
          <p15:clr>
            <a:srgbClr val="A4A3A4"/>
          </p15:clr>
        </p15:guide>
        <p15:guide id="3" orient="horz" pos="4203">
          <p15:clr>
            <a:srgbClr val="A4A3A4"/>
          </p15:clr>
        </p15:guide>
        <p15:guide id="4" orient="horz" pos="144">
          <p15:clr>
            <a:srgbClr val="A4A3A4"/>
          </p15:clr>
        </p15:guide>
        <p15:guide id="5" orient="horz" pos="240">
          <p15:clr>
            <a:srgbClr val="A4A3A4"/>
          </p15:clr>
        </p15:guide>
        <p15:guide id="6" orient="horz" pos="1056">
          <p15:clr>
            <a:srgbClr val="A4A3A4"/>
          </p15:clr>
        </p15:guide>
        <p15:guide id="7" orient="horz" pos="1200">
          <p15:clr>
            <a:srgbClr val="A4A3A4"/>
          </p15:clr>
        </p15:guide>
        <p15:guide id="8" orient="horz" pos="873">
          <p15:clr>
            <a:srgbClr val="A4A3A4"/>
          </p15:clr>
        </p15:guide>
        <p15:guide id="9" orient="horz" pos="1488">
          <p15:clr>
            <a:srgbClr val="A4A3A4"/>
          </p15:clr>
        </p15:guide>
        <p15:guide id="10" orient="horz" pos="1776">
          <p15:clr>
            <a:srgbClr val="A4A3A4"/>
          </p15:clr>
        </p15:guide>
        <p15:guide id="11" orient="horz" pos="3552">
          <p15:clr>
            <a:srgbClr val="A4A3A4"/>
          </p15:clr>
        </p15:guide>
        <p15:guide id="12" orient="horz" pos="4032">
          <p15:clr>
            <a:srgbClr val="A4A3A4"/>
          </p15:clr>
        </p15:guide>
        <p15:guide id="13" pos="2976">
          <p15:clr>
            <a:srgbClr val="A4A3A4"/>
          </p15:clr>
        </p15:guide>
        <p15:guide id="14" pos="5376">
          <p15:clr>
            <a:srgbClr val="A4A3A4"/>
          </p15:clr>
        </p15:guide>
        <p15:guide id="15" pos="144">
          <p15:clr>
            <a:srgbClr val="A4A3A4"/>
          </p15:clr>
        </p15:guide>
        <p15:guide id="16" pos="213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cDonell, John P" initials="MJP" lastIdx="3" clrIdx="0">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7B2E8"/>
    <a:srgbClr val="C0C0C0"/>
    <a:srgbClr val="0C2074"/>
    <a:srgbClr val="E1E529"/>
    <a:srgbClr val="FFCC00"/>
    <a:srgbClr val="1C75B7"/>
    <a:srgbClr val="7D7D7D"/>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860" autoAdjust="0"/>
    <p:restoredTop sz="94571" autoAdjust="0"/>
  </p:normalViewPr>
  <p:slideViewPr>
    <p:cSldViewPr showGuides="1">
      <p:cViewPr varScale="1">
        <p:scale>
          <a:sx n="68" d="100"/>
          <a:sy n="68" d="100"/>
        </p:scale>
        <p:origin x="1344" y="60"/>
      </p:cViewPr>
      <p:guideLst>
        <p:guide orient="horz" pos="3888"/>
        <p:guide orient="horz" pos="3744"/>
        <p:guide orient="horz" pos="4203"/>
        <p:guide orient="horz" pos="144"/>
        <p:guide orient="horz" pos="240"/>
        <p:guide orient="horz" pos="1056"/>
        <p:guide orient="horz" pos="1200"/>
        <p:guide orient="horz" pos="873"/>
        <p:guide orient="horz" pos="1488"/>
        <p:guide orient="horz" pos="1776"/>
        <p:guide orient="horz" pos="3552"/>
        <p:guide orient="horz" pos="4032"/>
        <p:guide pos="2976"/>
        <p:guide pos="5376"/>
        <p:guide pos="144"/>
        <p:guide pos="2130"/>
      </p:guideLst>
    </p:cSldViewPr>
  </p:slideViewPr>
  <p:notesTextViewPr>
    <p:cViewPr>
      <p:scale>
        <a:sx n="100" d="100"/>
        <a:sy n="100" d="100"/>
      </p:scale>
      <p:origin x="0" y="0"/>
    </p:cViewPr>
  </p:notesTextViewPr>
  <p:sorterViewPr>
    <p:cViewPr varScale="1">
      <p:scale>
        <a:sx n="100" d="100"/>
        <a:sy n="100" d="100"/>
      </p:scale>
      <p:origin x="0" y="-7362"/>
    </p:cViewPr>
  </p:sorterViewPr>
  <p:notesViewPr>
    <p:cSldViewPr>
      <p:cViewPr>
        <p:scale>
          <a:sx n="75" d="100"/>
          <a:sy n="75" d="100"/>
        </p:scale>
        <p:origin x="2298" y="5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Master" Target="slideMasters/slideMaster10.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 Target="slides/slide1.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Master" Target="slideMasters/slideMaster13.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Master" Target="slideMasters/slideMaster12.xml"/><Relationship Id="rId23" Type="http://schemas.openxmlformats.org/officeDocument/2006/relationships/viewProps" Target="viewProps.xml"/><Relationship Id="rId10" Type="http://schemas.openxmlformats.org/officeDocument/2006/relationships/slideMaster" Target="slideMasters/slideMaster7.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0A51597D-2533-4919-9F56-EB376382431F}" type="datetimeFigureOut">
              <a:rPr lang="en-US" smtClean="0"/>
              <a:t>10/16/2019</a:t>
            </a:fld>
            <a:endParaRPr lang="en-US" dirty="0"/>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7299DF4D-C62B-4016-B29D-F0C99D2ADC74}" type="slidenum">
              <a:rPr lang="en-US" smtClean="0"/>
              <a:t>‹#›</a:t>
            </a:fld>
            <a:endParaRPr lang="en-US" dirty="0"/>
          </a:p>
        </p:txBody>
      </p:sp>
    </p:spTree>
    <p:extLst>
      <p:ext uri="{BB962C8B-B14F-4D97-AF65-F5344CB8AC3E}">
        <p14:creationId xmlns:p14="http://schemas.microsoft.com/office/powerpoint/2010/main" val="24922883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8601F5D1-2A17-464E-B26B-00AA5BE0803A}" type="datetimeFigureOut">
              <a:rPr lang="en-US" smtClean="0"/>
              <a:t>10/16/2019</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13F005EB-22FB-4FDC-8C6B-5A1CCF96C6D1}" type="slidenum">
              <a:rPr lang="en-US" smtClean="0"/>
              <a:t>‹#›</a:t>
            </a:fld>
            <a:endParaRPr lang="en-US" dirty="0"/>
          </a:p>
        </p:txBody>
      </p:sp>
    </p:spTree>
    <p:extLst>
      <p:ext uri="{BB962C8B-B14F-4D97-AF65-F5344CB8AC3E}">
        <p14:creationId xmlns:p14="http://schemas.microsoft.com/office/powerpoint/2010/main" val="3375236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baseline="0" dirty="0">
                <a:solidFill>
                  <a:srgbClr val="FF0000"/>
                </a:solidFill>
              </a:rPr>
              <a:t>Script </a:t>
            </a:r>
            <a:r>
              <a:rPr lang="en-US" sz="1200" b="0" baseline="0" dirty="0">
                <a:solidFill>
                  <a:srgbClr val="FF0000"/>
                </a:solidFill>
              </a:rPr>
              <a:t>- 2min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baseline="0" dirty="0"/>
              <a:t>CONTEXT</a:t>
            </a:r>
            <a:r>
              <a:rPr lang="en-US" baseline="0" dirty="0"/>
              <a:t> - Technology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RPA is a feature of Intelligent Process Automation.  It is another tool in the evolving automation ecosystem that sits along side our BPM tool set.  Its not a new technology but it is newly applied to a broader set of problems and issues facing business units today.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baseline="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Robotics is becoming a game changing technology for operational excellence capabilities internally.  It offers large savings on internal product costs. Industry survey’s indicate</a:t>
            </a:r>
            <a:r>
              <a:rPr lang="en-US" sz="1200" b="0" i="0" kern="1200" baseline="0" dirty="0">
                <a:solidFill>
                  <a:schemeClr val="tx1"/>
                </a:solidFill>
                <a:effectLst/>
                <a:latin typeface="+mn-lt"/>
                <a:ea typeface="+mn-ea"/>
                <a:cs typeface="+mn-cs"/>
              </a:rPr>
              <a:t> an a</a:t>
            </a:r>
            <a:r>
              <a:rPr lang="en-US" sz="1200" b="0" i="0" kern="1200" dirty="0">
                <a:solidFill>
                  <a:schemeClr val="tx1"/>
                </a:solidFill>
                <a:effectLst/>
                <a:latin typeface="+mn-lt"/>
                <a:ea typeface="+mn-ea"/>
                <a:cs typeface="+mn-cs"/>
              </a:rPr>
              <a:t>verage of about 30 to 50 percent savings, but </a:t>
            </a:r>
            <a:r>
              <a:rPr lang="en-US" sz="1200" b="0" i="0" kern="1200" baseline="0" dirty="0">
                <a:solidFill>
                  <a:schemeClr val="tx1"/>
                </a:solidFill>
                <a:effectLst/>
                <a:latin typeface="+mn-lt"/>
                <a:ea typeface="+mn-ea"/>
                <a:cs typeface="+mn-cs"/>
              </a:rPr>
              <a:t>we have seen on some of our opportunities a 99%  product </a:t>
            </a:r>
            <a:r>
              <a:rPr lang="en-US" sz="1200" b="0" i="0" kern="1200" dirty="0">
                <a:solidFill>
                  <a:schemeClr val="tx1"/>
                </a:solidFill>
                <a:effectLst/>
                <a:latin typeface="+mn-lt"/>
                <a:ea typeface="+mn-ea"/>
                <a:cs typeface="+mn-cs"/>
              </a:rPr>
              <a:t>cost reduction. We have an example of that we</a:t>
            </a:r>
            <a:r>
              <a:rPr lang="en-US" sz="1200" b="0" i="0" kern="1200" baseline="0" dirty="0">
                <a:solidFill>
                  <a:schemeClr val="tx1"/>
                </a:solidFill>
                <a:effectLst/>
                <a:latin typeface="+mn-lt"/>
                <a:ea typeface="+mn-ea"/>
                <a:cs typeface="+mn-cs"/>
              </a:rPr>
              <a:t> can show you a little later.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Where BPM is a deeper insight into process management helping optimize the process</a:t>
            </a:r>
            <a:r>
              <a:rPr lang="en-US" baseline="0" dirty="0"/>
              <a:t> itself, Robotics is a “technology light” solution that works to </a:t>
            </a:r>
            <a:r>
              <a:rPr lang="en-US" sz="1200" b="0" i="0" kern="1200" dirty="0">
                <a:solidFill>
                  <a:schemeClr val="tx1"/>
                </a:solidFill>
                <a:effectLst/>
                <a:latin typeface="+mn-lt"/>
                <a:ea typeface="+mn-ea"/>
                <a:cs typeface="+mn-cs"/>
              </a:rPr>
              <a:t>delegate all mundane tasks to robots</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allowing people to concentrate on parts of the process that require intelligence &amp; creativity and thus add more value to you</a:t>
            </a:r>
            <a:r>
              <a:rPr lang="en-US" sz="1200" b="0" i="0" kern="1200" baseline="0" dirty="0">
                <a:solidFill>
                  <a:schemeClr val="tx1"/>
                </a:solidFill>
                <a:effectLst/>
                <a:latin typeface="+mn-lt"/>
                <a:ea typeface="+mn-ea"/>
                <a:cs typeface="+mn-cs"/>
              </a:rPr>
              <a:t>r products</a:t>
            </a:r>
            <a:r>
              <a:rPr lang="en-US" sz="1200" b="0" i="0" kern="1200" dirty="0">
                <a:solidFill>
                  <a:schemeClr val="tx1"/>
                </a:solidFill>
                <a:effectLst/>
                <a:latin typeface="+mn-lt"/>
                <a:ea typeface="+mn-ea"/>
                <a:cs typeface="+mn-cs"/>
              </a:rPr>
              <a:t>.</a:t>
            </a:r>
            <a:r>
              <a:rPr lang="en-US" baseline="0"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baseline="0" dirty="0"/>
              <a:t>BPM and Robotics are not mutually exclusive !!  </a:t>
            </a:r>
            <a:r>
              <a:rPr lang="en-US" sz="1200" dirty="0">
                <a:solidFill>
                  <a:schemeClr val="tx1"/>
                </a:solidFill>
              </a:rPr>
              <a:t>Robotics and BPM tools are complementary technologies. Robotics is used to deliver the rapid optimization of desktop based business process activities while BPM and Case are used to deliver the end to end optimization of key business processes.  In effect Robotics deployment today is more of a tactical decision while BPM and Case projects are more strategic decisions towards a holistic digital transformation.  The SASR Access Request System is an example of how</a:t>
            </a:r>
            <a:r>
              <a:rPr lang="en-US" sz="1200" baseline="0" dirty="0">
                <a:solidFill>
                  <a:schemeClr val="tx1"/>
                </a:solidFill>
              </a:rPr>
              <a:t> BPM and Robotics combine to deliver a viable alternative to swivel chair operations at a very low cost. </a:t>
            </a:r>
            <a:endParaRPr lang="en-US" sz="1200" dirty="0">
              <a:solidFill>
                <a:schemeClr val="tx1"/>
              </a:solidFill>
            </a:endParaRPr>
          </a:p>
          <a:p>
            <a:pPr>
              <a:spcAft>
                <a:spcPts val="600"/>
              </a:spcAft>
            </a:pPr>
            <a:endParaRPr lang="en-CA" sz="1200" b="1" dirty="0">
              <a:solidFill>
                <a:schemeClr val="accent1"/>
              </a:solidFill>
            </a:endParaRPr>
          </a:p>
          <a:p>
            <a:pPr>
              <a:spcAft>
                <a:spcPts val="600"/>
              </a:spcAft>
            </a:pPr>
            <a:r>
              <a:rPr lang="en-CA" sz="1200" b="1" dirty="0">
                <a:solidFill>
                  <a:schemeClr val="accent1"/>
                </a:solidFill>
              </a:rPr>
              <a:t>Robotics keeps automation solutions </a:t>
            </a:r>
            <a:r>
              <a:rPr lang="en-CA" sz="1200" b="1" dirty="0">
                <a:solidFill>
                  <a:schemeClr val="accent2"/>
                </a:solidFill>
              </a:rPr>
              <a:t>lightweight </a:t>
            </a:r>
            <a:r>
              <a:rPr lang="en-CA" sz="1200" b="1" dirty="0">
                <a:solidFill>
                  <a:schemeClr val="accent1"/>
                </a:solidFill>
              </a:rPr>
              <a:t>and </a:t>
            </a:r>
            <a:r>
              <a:rPr lang="en-CA" sz="1200" b="1" dirty="0">
                <a:solidFill>
                  <a:schemeClr val="accent2"/>
                </a:solidFill>
              </a:rPr>
              <a:t>in-house.  </a:t>
            </a:r>
            <a:r>
              <a:rPr lang="en-CA" sz="1200" dirty="0"/>
              <a:t>Most Robotics solutions offer low-code/ no-code ways of prescribing and maintaining robotic activity, so that business stakeholders can develop and maintain automated solutions – with IT providing governance and guidance.</a:t>
            </a:r>
          </a:p>
          <a:p>
            <a:pPr>
              <a:spcAft>
                <a:spcPts val="600"/>
              </a:spcAft>
            </a:pPr>
            <a:endParaRPr lang="en-CA" sz="1200" dirty="0"/>
          </a:p>
        </p:txBody>
      </p:sp>
      <p:sp>
        <p:nvSpPr>
          <p:cNvPr id="4" name="Slide Number Placeholder 3"/>
          <p:cNvSpPr>
            <a:spLocks noGrp="1"/>
          </p:cNvSpPr>
          <p:nvPr>
            <p:ph type="sldNum" sz="quarter" idx="10"/>
          </p:nvPr>
        </p:nvSpPr>
        <p:spPr/>
        <p:txBody>
          <a:bodyPr/>
          <a:lstStyle/>
          <a:p>
            <a:fld id="{13F005EB-22FB-4FDC-8C6B-5A1CCF96C6D1}" type="slidenum">
              <a:rPr lang="en-US" smtClean="0"/>
              <a:t>1</a:t>
            </a:fld>
            <a:endParaRPr lang="en-US" dirty="0"/>
          </a:p>
        </p:txBody>
      </p:sp>
    </p:spTree>
    <p:extLst>
      <p:ext uri="{BB962C8B-B14F-4D97-AF65-F5344CB8AC3E}">
        <p14:creationId xmlns:p14="http://schemas.microsoft.com/office/powerpoint/2010/main" val="35000824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5.xml"/><Relationship Id="rId1" Type="http://schemas.openxmlformats.org/officeDocument/2006/relationships/vmlDrawing" Target="../drawings/vmlDrawing4.vml"/><Relationship Id="rId5" Type="http://schemas.openxmlformats.org/officeDocument/2006/relationships/image" Target="../media/image3.emf"/><Relationship Id="rId4" Type="http://schemas.openxmlformats.org/officeDocument/2006/relationships/oleObject" Target="../embeddings/oleObject4.bin"/></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7.xml"/><Relationship Id="rId1" Type="http://schemas.openxmlformats.org/officeDocument/2006/relationships/vmlDrawing" Target="../drawings/vmlDrawing6.vml"/><Relationship Id="rId5" Type="http://schemas.openxmlformats.org/officeDocument/2006/relationships/image" Target="../media/image4.emf"/><Relationship Id="rId4" Type="http://schemas.openxmlformats.org/officeDocument/2006/relationships/oleObject" Target="../embeddings/oleObject6.bin"/></Relationships>
</file>

<file path=ppt/slideLayouts/_rels/slideLayout20.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8.xml"/><Relationship Id="rId1" Type="http://schemas.openxmlformats.org/officeDocument/2006/relationships/vmlDrawing" Target="../drawings/vmlDrawing7.vml"/><Relationship Id="rId5" Type="http://schemas.openxmlformats.org/officeDocument/2006/relationships/image" Target="../media/image5.emf"/><Relationship Id="rId4" Type="http://schemas.openxmlformats.org/officeDocument/2006/relationships/oleObject" Target="../embeddings/oleObject7.bin"/></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10.xml"/><Relationship Id="rId1" Type="http://schemas.openxmlformats.org/officeDocument/2006/relationships/vmlDrawing" Target="../drawings/vmlDrawing9.vml"/><Relationship Id="rId5" Type="http://schemas.openxmlformats.org/officeDocument/2006/relationships/image" Target="../media/image4.emf"/><Relationship Id="rId4" Type="http://schemas.openxmlformats.org/officeDocument/2006/relationships/oleObject" Target="../embeddings/oleObject9.bin"/></Relationships>
</file>

<file path=ppt/slideLayouts/_rels/slideLayout34.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11.xml"/><Relationship Id="rId1" Type="http://schemas.openxmlformats.org/officeDocument/2006/relationships/vmlDrawing" Target="../drawings/vmlDrawing10.vml"/><Relationship Id="rId5" Type="http://schemas.openxmlformats.org/officeDocument/2006/relationships/image" Target="../media/image5.emf"/><Relationship Id="rId4" Type="http://schemas.openxmlformats.org/officeDocument/2006/relationships/oleObject" Target="../embeddings/oleObject10.bin"/></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7.xml"/><Relationship Id="rId2" Type="http://schemas.openxmlformats.org/officeDocument/2006/relationships/tags" Target="../tags/tag13.xml"/><Relationship Id="rId1" Type="http://schemas.openxmlformats.org/officeDocument/2006/relationships/vmlDrawing" Target="../drawings/vmlDrawing12.vml"/><Relationship Id="rId5" Type="http://schemas.openxmlformats.org/officeDocument/2006/relationships/image" Target="../media/image4.emf"/><Relationship Id="rId4" Type="http://schemas.openxmlformats.org/officeDocument/2006/relationships/oleObject" Target="../embeddings/oleObject12.bin"/></Relationships>
</file>

<file path=ppt/slideLayouts/_rels/slideLayout64.xml.rels><?xml version="1.0" encoding="UTF-8" standalone="yes"?>
<Relationships xmlns="http://schemas.openxmlformats.org/package/2006/relationships"><Relationship Id="rId3" Type="http://schemas.openxmlformats.org/officeDocument/2006/relationships/slideMaster" Target="../slideMasters/slideMaster7.xml"/><Relationship Id="rId2" Type="http://schemas.openxmlformats.org/officeDocument/2006/relationships/tags" Target="../tags/tag14.xml"/><Relationship Id="rId1" Type="http://schemas.openxmlformats.org/officeDocument/2006/relationships/vmlDrawing" Target="../drawings/vmlDrawing13.vml"/><Relationship Id="rId5" Type="http://schemas.openxmlformats.org/officeDocument/2006/relationships/image" Target="../media/image5.emf"/><Relationship Id="rId4" Type="http://schemas.openxmlformats.org/officeDocument/2006/relationships/oleObject" Target="../embeddings/oleObject13.bin"/></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3" Type="http://schemas.openxmlformats.org/officeDocument/2006/relationships/slideMaster" Target="../slideMasters/slideMaster7.xml"/><Relationship Id="rId2" Type="http://schemas.openxmlformats.org/officeDocument/2006/relationships/tags" Target="../tags/tag15.xml"/><Relationship Id="rId1" Type="http://schemas.openxmlformats.org/officeDocument/2006/relationships/vmlDrawing" Target="../drawings/vmlDrawing14.vml"/><Relationship Id="rId5" Type="http://schemas.openxmlformats.org/officeDocument/2006/relationships/image" Target="../media/image5.emf"/><Relationship Id="rId4" Type="http://schemas.openxmlformats.org/officeDocument/2006/relationships/oleObject" Target="../embeddings/oleObject14.bin"/></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3" Type="http://schemas.openxmlformats.org/officeDocument/2006/relationships/slideMaster" Target="../slideMasters/slideMaster8.xml"/><Relationship Id="rId2" Type="http://schemas.openxmlformats.org/officeDocument/2006/relationships/tags" Target="../tags/tag17.xml"/><Relationship Id="rId1" Type="http://schemas.openxmlformats.org/officeDocument/2006/relationships/vmlDrawing" Target="../drawings/vmlDrawing16.vml"/><Relationship Id="rId5" Type="http://schemas.openxmlformats.org/officeDocument/2006/relationships/image" Target="../media/image4.emf"/><Relationship Id="rId4" Type="http://schemas.openxmlformats.org/officeDocument/2006/relationships/oleObject" Target="../embeddings/oleObject16.bin"/></Relationships>
</file>

<file path=ppt/slideLayouts/_rels/slideLayout78.xml.rels><?xml version="1.0" encoding="UTF-8" standalone="yes"?>
<Relationships xmlns="http://schemas.openxmlformats.org/package/2006/relationships"><Relationship Id="rId3" Type="http://schemas.openxmlformats.org/officeDocument/2006/relationships/slideMaster" Target="../slideMasters/slideMaster8.xml"/><Relationship Id="rId2" Type="http://schemas.openxmlformats.org/officeDocument/2006/relationships/tags" Target="../tags/tag18.xml"/><Relationship Id="rId1" Type="http://schemas.openxmlformats.org/officeDocument/2006/relationships/vmlDrawing" Target="../drawings/vmlDrawing17.vml"/><Relationship Id="rId5" Type="http://schemas.openxmlformats.org/officeDocument/2006/relationships/image" Target="../media/image5.emf"/><Relationship Id="rId4" Type="http://schemas.openxmlformats.org/officeDocument/2006/relationships/oleObject" Target="../embeddings/oleObject17.bin"/></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3" Type="http://schemas.openxmlformats.org/officeDocument/2006/relationships/slideMaster" Target="../slideMasters/slideMaster9.xml"/><Relationship Id="rId2" Type="http://schemas.openxmlformats.org/officeDocument/2006/relationships/tags" Target="../tags/tag20.xml"/><Relationship Id="rId1" Type="http://schemas.openxmlformats.org/officeDocument/2006/relationships/vmlDrawing" Target="../drawings/vmlDrawing19.vml"/><Relationship Id="rId5" Type="http://schemas.openxmlformats.org/officeDocument/2006/relationships/image" Target="../media/image1.emf"/><Relationship Id="rId4" Type="http://schemas.openxmlformats.org/officeDocument/2006/relationships/oleObject" Target="../embeddings/oleObject19.bin"/></Relationships>
</file>

<file path=ppt/slideLayouts/_rels/slideLayout92.xml.rels><?xml version="1.0" encoding="UTF-8" standalone="yes"?>
<Relationships xmlns="http://schemas.openxmlformats.org/package/2006/relationships"><Relationship Id="rId3" Type="http://schemas.openxmlformats.org/officeDocument/2006/relationships/slideMaster" Target="../slideMasters/slideMaster9.xml"/><Relationship Id="rId2" Type="http://schemas.openxmlformats.org/officeDocument/2006/relationships/tags" Target="../tags/tag21.xml"/><Relationship Id="rId1" Type="http://schemas.openxmlformats.org/officeDocument/2006/relationships/vmlDrawing" Target="../drawings/vmlDrawing20.vml"/><Relationship Id="rId5" Type="http://schemas.openxmlformats.org/officeDocument/2006/relationships/image" Target="../media/image3.emf"/><Relationship Id="rId4" Type="http://schemas.openxmlformats.org/officeDocument/2006/relationships/oleObject" Target="../embeddings/oleObject20.bin"/></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3" Type="http://schemas.openxmlformats.org/officeDocument/2006/relationships/slideMaster" Target="../slideMasters/slideMaster9.xml"/><Relationship Id="rId2" Type="http://schemas.openxmlformats.org/officeDocument/2006/relationships/tags" Target="../tags/tag22.xml"/><Relationship Id="rId1" Type="http://schemas.openxmlformats.org/officeDocument/2006/relationships/vmlDrawing" Target="../drawings/vmlDrawing21.vml"/><Relationship Id="rId5" Type="http://schemas.openxmlformats.org/officeDocument/2006/relationships/image" Target="../media/image1.emf"/><Relationship Id="rId4" Type="http://schemas.openxmlformats.org/officeDocument/2006/relationships/oleObject" Target="../embeddings/oleObject21.bin"/></Relationships>
</file>

<file path=ppt/slideLayouts/_rels/slideLayout97.xml.rels><?xml version="1.0" encoding="UTF-8" standalone="yes"?>
<Relationships xmlns="http://schemas.openxmlformats.org/package/2006/relationships"><Relationship Id="rId3" Type="http://schemas.openxmlformats.org/officeDocument/2006/relationships/slideMaster" Target="../slideMasters/slideMaster9.xml"/><Relationship Id="rId2" Type="http://schemas.openxmlformats.org/officeDocument/2006/relationships/tags" Target="../tags/tag23.xml"/><Relationship Id="rId1" Type="http://schemas.openxmlformats.org/officeDocument/2006/relationships/vmlDrawing" Target="../drawings/vmlDrawing22.vml"/><Relationship Id="rId5" Type="http://schemas.openxmlformats.org/officeDocument/2006/relationships/image" Target="../media/image1.emf"/><Relationship Id="rId4" Type="http://schemas.openxmlformats.org/officeDocument/2006/relationships/oleObject" Target="../embeddings/oleObject22.bin"/></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3" Type="http://schemas.openxmlformats.org/officeDocument/2006/relationships/slideMaster" Target="../slideMasters/slideMaster10.xml"/><Relationship Id="rId2" Type="http://schemas.openxmlformats.org/officeDocument/2006/relationships/tags" Target="../tags/tag25.xml"/><Relationship Id="rId1" Type="http://schemas.openxmlformats.org/officeDocument/2006/relationships/vmlDrawing" Target="../drawings/vmlDrawing24.vml"/><Relationship Id="rId5" Type="http://schemas.openxmlformats.org/officeDocument/2006/relationships/image" Target="../media/image1.emf"/><Relationship Id="rId4" Type="http://schemas.openxmlformats.org/officeDocument/2006/relationships/oleObject" Target="../embeddings/oleObject24.bin"/></Relationships>
</file>

<file path=ppt/slideLayouts/_rels/slideLayout106.xml.rels><?xml version="1.0" encoding="UTF-8" standalone="yes"?>
<Relationships xmlns="http://schemas.openxmlformats.org/package/2006/relationships"><Relationship Id="rId3" Type="http://schemas.openxmlformats.org/officeDocument/2006/relationships/slideMaster" Target="../slideMasters/slideMaster10.xml"/><Relationship Id="rId2" Type="http://schemas.openxmlformats.org/officeDocument/2006/relationships/tags" Target="../tags/tag26.xml"/><Relationship Id="rId1" Type="http://schemas.openxmlformats.org/officeDocument/2006/relationships/vmlDrawing" Target="../drawings/vmlDrawing25.vml"/><Relationship Id="rId5" Type="http://schemas.openxmlformats.org/officeDocument/2006/relationships/image" Target="../media/image3.emf"/><Relationship Id="rId4" Type="http://schemas.openxmlformats.org/officeDocument/2006/relationships/oleObject" Target="../embeddings/oleObject25.bin"/></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3" Type="http://schemas.openxmlformats.org/officeDocument/2006/relationships/slideMaster" Target="../slideMasters/slideMaster10.xml"/><Relationship Id="rId2" Type="http://schemas.openxmlformats.org/officeDocument/2006/relationships/tags" Target="../tags/tag27.xml"/><Relationship Id="rId1" Type="http://schemas.openxmlformats.org/officeDocument/2006/relationships/vmlDrawing" Target="../drawings/vmlDrawing26.vml"/><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111.xml.rels><?xml version="1.0" encoding="UTF-8" standalone="yes"?>
<Relationships xmlns="http://schemas.openxmlformats.org/package/2006/relationships"><Relationship Id="rId3" Type="http://schemas.openxmlformats.org/officeDocument/2006/relationships/slideMaster" Target="../slideMasters/slideMaster10.xml"/><Relationship Id="rId2" Type="http://schemas.openxmlformats.org/officeDocument/2006/relationships/tags" Target="../tags/tag28.xml"/><Relationship Id="rId1" Type="http://schemas.openxmlformats.org/officeDocument/2006/relationships/vmlDrawing" Target="../drawings/vmlDrawing27.vml"/><Relationship Id="rId5" Type="http://schemas.openxmlformats.org/officeDocument/2006/relationships/image" Target="../media/image1.emf"/><Relationship Id="rId4" Type="http://schemas.openxmlformats.org/officeDocument/2006/relationships/oleObject" Target="../embeddings/oleObject27.bin"/></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3" Type="http://schemas.openxmlformats.org/officeDocument/2006/relationships/slideMaster" Target="../slideMasters/slideMaster11.xml"/><Relationship Id="rId2" Type="http://schemas.openxmlformats.org/officeDocument/2006/relationships/tags" Target="../tags/tag30.xml"/><Relationship Id="rId1" Type="http://schemas.openxmlformats.org/officeDocument/2006/relationships/vmlDrawing" Target="../drawings/vmlDrawing29.vml"/><Relationship Id="rId5" Type="http://schemas.openxmlformats.org/officeDocument/2006/relationships/image" Target="../media/image1.emf"/><Relationship Id="rId4" Type="http://schemas.openxmlformats.org/officeDocument/2006/relationships/oleObject" Target="../embeddings/oleObject29.bin"/></Relationships>
</file>

<file path=ppt/slideLayouts/_rels/slideLayout120.xml.rels><?xml version="1.0" encoding="UTF-8" standalone="yes"?>
<Relationships xmlns="http://schemas.openxmlformats.org/package/2006/relationships"><Relationship Id="rId3" Type="http://schemas.openxmlformats.org/officeDocument/2006/relationships/slideMaster" Target="../slideMasters/slideMaster11.xml"/><Relationship Id="rId2" Type="http://schemas.openxmlformats.org/officeDocument/2006/relationships/tags" Target="../tags/tag31.xml"/><Relationship Id="rId1" Type="http://schemas.openxmlformats.org/officeDocument/2006/relationships/vmlDrawing" Target="../drawings/vmlDrawing30.vml"/><Relationship Id="rId5" Type="http://schemas.openxmlformats.org/officeDocument/2006/relationships/image" Target="../media/image3.emf"/><Relationship Id="rId4" Type="http://schemas.openxmlformats.org/officeDocument/2006/relationships/oleObject" Target="../embeddings/oleObject30.bin"/></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3" Type="http://schemas.openxmlformats.org/officeDocument/2006/relationships/slideMaster" Target="../slideMasters/slideMaster11.xml"/><Relationship Id="rId2" Type="http://schemas.openxmlformats.org/officeDocument/2006/relationships/tags" Target="../tags/tag32.xml"/><Relationship Id="rId1" Type="http://schemas.openxmlformats.org/officeDocument/2006/relationships/vmlDrawing" Target="../drawings/vmlDrawing31.vml"/><Relationship Id="rId5" Type="http://schemas.openxmlformats.org/officeDocument/2006/relationships/image" Target="../media/image1.emf"/><Relationship Id="rId4" Type="http://schemas.openxmlformats.org/officeDocument/2006/relationships/oleObject" Target="../embeddings/oleObject31.bin"/></Relationships>
</file>

<file path=ppt/slideLayouts/_rels/slideLayout125.xml.rels><?xml version="1.0" encoding="UTF-8" standalone="yes"?>
<Relationships xmlns="http://schemas.openxmlformats.org/package/2006/relationships"><Relationship Id="rId3" Type="http://schemas.openxmlformats.org/officeDocument/2006/relationships/slideMaster" Target="../slideMasters/slideMaster11.xml"/><Relationship Id="rId2" Type="http://schemas.openxmlformats.org/officeDocument/2006/relationships/tags" Target="../tags/tag33.xml"/><Relationship Id="rId1" Type="http://schemas.openxmlformats.org/officeDocument/2006/relationships/vmlDrawing" Target="../drawings/vmlDrawing32.vml"/><Relationship Id="rId5" Type="http://schemas.openxmlformats.org/officeDocument/2006/relationships/image" Target="../media/image1.emf"/><Relationship Id="rId4" Type="http://schemas.openxmlformats.org/officeDocument/2006/relationships/oleObject" Target="../embeddings/oleObject32.bin"/></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1.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Master" Target="../slideMasters/slideMaster11.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9.xml.rels><?xml version="1.0" encoding="UTF-8" standalone="yes"?>
<Relationships xmlns="http://schemas.openxmlformats.org/package/2006/relationships"><Relationship Id="rId3" Type="http://schemas.openxmlformats.org/officeDocument/2006/relationships/slideMaster" Target="../slideMasters/slideMaster13.xml"/><Relationship Id="rId2" Type="http://schemas.openxmlformats.org/officeDocument/2006/relationships/tags" Target="../tags/tag35.xml"/><Relationship Id="rId1" Type="http://schemas.openxmlformats.org/officeDocument/2006/relationships/vmlDrawing" Target="../drawings/vmlDrawing34.vml"/><Relationship Id="rId5" Type="http://schemas.openxmlformats.org/officeDocument/2006/relationships/image" Target="../media/image4.emf"/><Relationship Id="rId4" Type="http://schemas.openxmlformats.org/officeDocument/2006/relationships/oleObject" Target="../embeddings/oleObject34.bin"/></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6.xml.rels><?xml version="1.0" encoding="UTF-8" standalone="yes"?>
<Relationships xmlns="http://schemas.openxmlformats.org/package/2006/relationships"><Relationship Id="rId3" Type="http://schemas.openxmlformats.org/officeDocument/2006/relationships/slideMaster" Target="../slideMasters/slideMaster13.xml"/><Relationship Id="rId2" Type="http://schemas.openxmlformats.org/officeDocument/2006/relationships/tags" Target="../tags/tag36.xml"/><Relationship Id="rId1" Type="http://schemas.openxmlformats.org/officeDocument/2006/relationships/vmlDrawing" Target="../drawings/vmlDrawing35.vml"/><Relationship Id="rId5" Type="http://schemas.openxmlformats.org/officeDocument/2006/relationships/image" Target="../media/image5.emf"/><Relationship Id="rId4" Type="http://schemas.openxmlformats.org/officeDocument/2006/relationships/oleObject" Target="../embeddings/oleObject35.bin"/></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grpSp>
        <p:nvGrpSpPr>
          <p:cNvPr id="13" name="Group 12"/>
          <p:cNvGrpSpPr/>
          <p:nvPr userDrawn="1"/>
        </p:nvGrpSpPr>
        <p:grpSpPr>
          <a:xfrm>
            <a:off x="8467" y="-22043"/>
            <a:ext cx="8617372" cy="5974110"/>
            <a:chOff x="0" y="-30510"/>
            <a:chExt cx="8617372" cy="5974110"/>
          </a:xfrm>
        </p:grpSpPr>
        <p:cxnSp>
          <p:nvCxnSpPr>
            <p:cNvPr id="14" name="Straight Connector 13"/>
            <p:cNvCxnSpPr/>
            <p:nvPr userDrawn="1"/>
          </p:nvCxnSpPr>
          <p:spPr>
            <a:xfrm>
              <a:off x="6288133" y="1710268"/>
              <a:ext cx="0" cy="4233332"/>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flipH="1">
              <a:off x="6271199" y="5912456"/>
              <a:ext cx="320040" cy="0"/>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rot="16200000" flipH="1">
              <a:off x="6408548" y="5774224"/>
              <a:ext cx="320040" cy="0"/>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flipH="1">
              <a:off x="0" y="5643456"/>
              <a:ext cx="6591240" cy="0"/>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8" name="Right Arrow Callout 12"/>
            <p:cNvSpPr/>
            <p:nvPr userDrawn="1"/>
          </p:nvSpPr>
          <p:spPr>
            <a:xfrm rot="16200000" flipH="1">
              <a:off x="5830366" y="404397"/>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chemeClr val="accent5"/>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
        <p:nvSpPr>
          <p:cNvPr id="2" name="Title 1"/>
          <p:cNvSpPr>
            <a:spLocks noGrp="1"/>
          </p:cNvSpPr>
          <p:nvPr>
            <p:ph type="title" hasCustomPrompt="1"/>
          </p:nvPr>
        </p:nvSpPr>
        <p:spPr>
          <a:xfrm>
            <a:off x="457200" y="964310"/>
            <a:ext cx="5638800" cy="1362075"/>
          </a:xfrm>
        </p:spPr>
        <p:txBody>
          <a:bodyPr anchor="b" anchorCtr="0">
            <a:normAutofit/>
          </a:bodyPr>
          <a:lstStyle>
            <a:lvl1pPr algn="l">
              <a:defRPr sz="3600" b="1" cap="none"/>
            </a:lvl1pPr>
          </a:lstStyle>
          <a:p>
            <a:r>
              <a:rPr lang="en-US" dirty="0"/>
              <a:t>Click to edit master title style</a:t>
            </a:r>
          </a:p>
        </p:txBody>
      </p:sp>
    </p:spTree>
    <p:extLst>
      <p:ext uri="{BB962C8B-B14F-4D97-AF65-F5344CB8AC3E}">
        <p14:creationId xmlns:p14="http://schemas.microsoft.com/office/powerpoint/2010/main" val="2666075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divider w/text">
    <p:spTree>
      <p:nvGrpSpPr>
        <p:cNvPr id="1" name=""/>
        <p:cNvGrpSpPr/>
        <p:nvPr/>
      </p:nvGrpSpPr>
      <p:grpSpPr>
        <a:xfrm>
          <a:off x="0" y="0"/>
          <a:ext cx="0" cy="0"/>
          <a:chOff x="0" y="0"/>
          <a:chExt cx="0" cy="0"/>
        </a:xfrm>
      </p:grpSpPr>
      <p:grpSp>
        <p:nvGrpSpPr>
          <p:cNvPr id="5" name="Group 4"/>
          <p:cNvGrpSpPr/>
          <p:nvPr userDrawn="1"/>
        </p:nvGrpSpPr>
        <p:grpSpPr>
          <a:xfrm>
            <a:off x="8467" y="-22043"/>
            <a:ext cx="8617372" cy="5974110"/>
            <a:chOff x="0" y="-30510"/>
            <a:chExt cx="8617372" cy="5974110"/>
          </a:xfrm>
        </p:grpSpPr>
        <p:cxnSp>
          <p:nvCxnSpPr>
            <p:cNvPr id="24" name="Straight Connector 23"/>
            <p:cNvCxnSpPr/>
            <p:nvPr userDrawn="1"/>
          </p:nvCxnSpPr>
          <p:spPr>
            <a:xfrm>
              <a:off x="6288133" y="1710268"/>
              <a:ext cx="0" cy="4233332"/>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userDrawn="1"/>
          </p:nvCxnSpPr>
          <p:spPr>
            <a:xfrm flipH="1">
              <a:off x="6271199" y="5912456"/>
              <a:ext cx="320040" cy="0"/>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userDrawn="1"/>
          </p:nvCxnSpPr>
          <p:spPr>
            <a:xfrm rot="16200000" flipH="1">
              <a:off x="6408548" y="5774224"/>
              <a:ext cx="320040" cy="0"/>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flipH="1">
              <a:off x="0" y="5643456"/>
              <a:ext cx="6591240" cy="0"/>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Right Arrow Callout 12"/>
            <p:cNvSpPr/>
            <p:nvPr userDrawn="1"/>
          </p:nvSpPr>
          <p:spPr>
            <a:xfrm rot="16200000" flipH="1">
              <a:off x="5830366" y="404397"/>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
        <p:nvSpPr>
          <p:cNvPr id="2" name="Title 1"/>
          <p:cNvSpPr>
            <a:spLocks noGrp="1"/>
          </p:cNvSpPr>
          <p:nvPr userDrawn="1">
            <p:ph type="title" hasCustomPrompt="1"/>
          </p:nvPr>
        </p:nvSpPr>
        <p:spPr>
          <a:xfrm>
            <a:off x="457200" y="963704"/>
            <a:ext cx="5638800" cy="1362075"/>
          </a:xfrm>
        </p:spPr>
        <p:txBody>
          <a:bodyPr anchor="b" anchorCtr="0">
            <a:normAutofit/>
          </a:bodyPr>
          <a:lstStyle>
            <a:lvl1pPr algn="l">
              <a:defRPr sz="3600" b="1" cap="none"/>
            </a:lvl1pPr>
          </a:lstStyle>
          <a:p>
            <a:r>
              <a:rPr lang="en-US" dirty="0"/>
              <a:t>Click to edit master title style</a:t>
            </a:r>
          </a:p>
        </p:txBody>
      </p:sp>
      <p:sp>
        <p:nvSpPr>
          <p:cNvPr id="3" name="Text Placeholder 2"/>
          <p:cNvSpPr>
            <a:spLocks noGrp="1"/>
          </p:cNvSpPr>
          <p:nvPr userDrawn="1">
            <p:ph type="body" idx="1"/>
          </p:nvPr>
        </p:nvSpPr>
        <p:spPr>
          <a:xfrm>
            <a:off x="457200" y="2362200"/>
            <a:ext cx="5638800" cy="3200400"/>
          </a:xfrm>
        </p:spPr>
        <p:txBody>
          <a:bodyPr anchor="t" anchorCtr="0"/>
          <a:lstStyle>
            <a:lvl1pPr marL="0" indent="0">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2063717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tatement/quote slide">
    <p:spTree>
      <p:nvGrpSpPr>
        <p:cNvPr id="1" name=""/>
        <p:cNvGrpSpPr/>
        <p:nvPr/>
      </p:nvGrpSpPr>
      <p:grpSpPr>
        <a:xfrm>
          <a:off x="0" y="0"/>
          <a:ext cx="0" cy="0"/>
          <a:chOff x="0" y="0"/>
          <a:chExt cx="0" cy="0"/>
        </a:xfrm>
      </p:grpSpPr>
      <p:sp>
        <p:nvSpPr>
          <p:cNvPr id="7" name="Text Placeholder 2"/>
          <p:cNvSpPr>
            <a:spLocks noGrp="1"/>
          </p:cNvSpPr>
          <p:nvPr userDrawn="1">
            <p:ph type="body" idx="10"/>
          </p:nvPr>
        </p:nvSpPr>
        <p:spPr>
          <a:xfrm>
            <a:off x="3352800" y="2725948"/>
            <a:ext cx="5334000" cy="674686"/>
          </a:xfrm>
        </p:spPr>
        <p:txBody>
          <a:bodyPr anchor="t" anchorCtr="0"/>
          <a:lstStyle>
            <a:lvl1pPr marL="0" indent="0">
              <a:buNone/>
              <a:defRPr sz="24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8" name="Title 1"/>
          <p:cNvSpPr>
            <a:spLocks noGrp="1"/>
          </p:cNvSpPr>
          <p:nvPr userDrawn="1">
            <p:ph type="title" hasCustomPrompt="1"/>
          </p:nvPr>
        </p:nvSpPr>
        <p:spPr>
          <a:xfrm>
            <a:off x="3352800" y="1760538"/>
            <a:ext cx="5334000" cy="982662"/>
          </a:xfrm>
        </p:spPr>
        <p:txBody>
          <a:bodyPr anchor="b" anchorCtr="0">
            <a:normAutofit/>
          </a:bodyPr>
          <a:lstStyle>
            <a:lvl1pPr algn="l">
              <a:defRPr sz="3200" b="1" cap="none"/>
            </a:lvl1pPr>
          </a:lstStyle>
          <a:p>
            <a:r>
              <a:rPr lang="en-US" dirty="0"/>
              <a:t>Click to edit master title style</a:t>
            </a:r>
          </a:p>
        </p:txBody>
      </p:sp>
      <p:grpSp>
        <p:nvGrpSpPr>
          <p:cNvPr id="2" name="Group 1"/>
          <p:cNvGrpSpPr/>
          <p:nvPr userDrawn="1"/>
        </p:nvGrpSpPr>
        <p:grpSpPr>
          <a:xfrm>
            <a:off x="0" y="-22043"/>
            <a:ext cx="3116640" cy="5974110"/>
            <a:chOff x="0" y="-22043"/>
            <a:chExt cx="3116640" cy="5974110"/>
          </a:xfrm>
        </p:grpSpPr>
        <p:cxnSp>
          <p:nvCxnSpPr>
            <p:cNvPr id="56" name="Straight Connector 55"/>
            <p:cNvCxnSpPr/>
            <p:nvPr userDrawn="1"/>
          </p:nvCxnSpPr>
          <p:spPr>
            <a:xfrm>
              <a:off x="787401" y="1718735"/>
              <a:ext cx="0" cy="4233332"/>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userDrawn="1"/>
          </p:nvCxnSpPr>
          <p:spPr>
            <a:xfrm flipH="1">
              <a:off x="770467" y="5920923"/>
              <a:ext cx="320040"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userDrawn="1"/>
          </p:nvCxnSpPr>
          <p:spPr>
            <a:xfrm rot="16200000" flipH="1">
              <a:off x="907816" y="5782691"/>
              <a:ext cx="320040"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userDrawn="1"/>
          </p:nvCxnSpPr>
          <p:spPr>
            <a:xfrm flipH="1">
              <a:off x="0" y="5651923"/>
              <a:ext cx="1090507"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Right Arrow Callout 12"/>
            <p:cNvSpPr/>
            <p:nvPr userDrawn="1"/>
          </p:nvSpPr>
          <p:spPr>
            <a:xfrm rot="16200000" flipH="1">
              <a:off x="329634" y="412864"/>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rgbClr val="67B2E8"/>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Tree>
    <p:extLst>
      <p:ext uri="{BB962C8B-B14F-4D97-AF65-F5344CB8AC3E}">
        <p14:creationId xmlns:p14="http://schemas.microsoft.com/office/powerpoint/2010/main" val="41343678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tatement/quote slide w/text">
    <p:spTree>
      <p:nvGrpSpPr>
        <p:cNvPr id="1" name=""/>
        <p:cNvGrpSpPr/>
        <p:nvPr/>
      </p:nvGrpSpPr>
      <p:grpSpPr>
        <a:xfrm>
          <a:off x="0" y="0"/>
          <a:ext cx="0" cy="0"/>
          <a:chOff x="0" y="0"/>
          <a:chExt cx="0" cy="0"/>
        </a:xfrm>
      </p:grpSpPr>
      <p:grpSp>
        <p:nvGrpSpPr>
          <p:cNvPr id="14" name="Group 13"/>
          <p:cNvGrpSpPr/>
          <p:nvPr userDrawn="1"/>
        </p:nvGrpSpPr>
        <p:grpSpPr>
          <a:xfrm>
            <a:off x="0" y="-20985"/>
            <a:ext cx="3116640" cy="5974110"/>
            <a:chOff x="0" y="-22043"/>
            <a:chExt cx="3116640" cy="5974110"/>
          </a:xfrm>
        </p:grpSpPr>
        <p:cxnSp>
          <p:nvCxnSpPr>
            <p:cNvPr id="15" name="Straight Connector 14"/>
            <p:cNvCxnSpPr/>
            <p:nvPr userDrawn="1"/>
          </p:nvCxnSpPr>
          <p:spPr>
            <a:xfrm>
              <a:off x="787401" y="1718735"/>
              <a:ext cx="0" cy="4233332"/>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flipH="1">
              <a:off x="770467" y="5920923"/>
              <a:ext cx="320040" cy="0"/>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rot="16200000" flipH="1">
              <a:off x="907816" y="5782691"/>
              <a:ext cx="320040" cy="0"/>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flipH="1">
              <a:off x="0" y="5651923"/>
              <a:ext cx="1090507" cy="0"/>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9" name="Right Arrow Callout 12"/>
            <p:cNvSpPr/>
            <p:nvPr userDrawn="1"/>
          </p:nvSpPr>
          <p:spPr>
            <a:xfrm rot="16200000" flipH="1">
              <a:off x="329634" y="412864"/>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chemeClr val="accent6"/>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chemeClr val="tx1"/>
                  </a:solidFill>
                </a:ln>
              </a:endParaRPr>
            </a:p>
          </p:txBody>
        </p:sp>
      </p:grpSp>
      <p:sp>
        <p:nvSpPr>
          <p:cNvPr id="6" name="Text Placeholder 2"/>
          <p:cNvSpPr>
            <a:spLocks noGrp="1"/>
          </p:cNvSpPr>
          <p:nvPr>
            <p:ph type="body" idx="1"/>
          </p:nvPr>
        </p:nvSpPr>
        <p:spPr>
          <a:xfrm>
            <a:off x="3352800" y="2734574"/>
            <a:ext cx="5334000" cy="3200400"/>
          </a:xfrm>
        </p:spPr>
        <p:txBody>
          <a:bodyPr anchor="t" anchorCtr="0"/>
          <a:lstStyle>
            <a:lvl1pPr marL="0" indent="0">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Title 1"/>
          <p:cNvSpPr>
            <a:spLocks noGrp="1"/>
          </p:cNvSpPr>
          <p:nvPr>
            <p:ph type="title" hasCustomPrompt="1"/>
          </p:nvPr>
        </p:nvSpPr>
        <p:spPr>
          <a:xfrm>
            <a:off x="3352800" y="1760538"/>
            <a:ext cx="5334000" cy="982662"/>
          </a:xfrm>
        </p:spPr>
        <p:txBody>
          <a:bodyPr anchor="b" anchorCtr="0">
            <a:normAutofit/>
          </a:bodyPr>
          <a:lstStyle>
            <a:lvl1pPr algn="l">
              <a:defRPr sz="3200" b="1" cap="none"/>
            </a:lvl1pPr>
          </a:lstStyle>
          <a:p>
            <a:r>
              <a:rPr lang="en-US" dirty="0"/>
              <a:t>Click to edit master title style</a:t>
            </a:r>
          </a:p>
        </p:txBody>
      </p:sp>
    </p:spTree>
    <p:extLst>
      <p:ext uri="{BB962C8B-B14F-4D97-AF65-F5344CB8AC3E}">
        <p14:creationId xmlns:p14="http://schemas.microsoft.com/office/powerpoint/2010/main" val="22483852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sub title/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917700"/>
            <a:ext cx="8229600" cy="40258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4679315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grpSp>
        <p:nvGrpSpPr>
          <p:cNvPr id="13" name="Group 12"/>
          <p:cNvGrpSpPr/>
          <p:nvPr userDrawn="1"/>
        </p:nvGrpSpPr>
        <p:grpSpPr>
          <a:xfrm>
            <a:off x="8467" y="-22043"/>
            <a:ext cx="8617372" cy="5974110"/>
            <a:chOff x="0" y="-30510"/>
            <a:chExt cx="8617372" cy="5974110"/>
          </a:xfrm>
        </p:grpSpPr>
        <p:cxnSp>
          <p:nvCxnSpPr>
            <p:cNvPr id="14" name="Straight Connector 13"/>
            <p:cNvCxnSpPr/>
            <p:nvPr userDrawn="1"/>
          </p:nvCxnSpPr>
          <p:spPr>
            <a:xfrm>
              <a:off x="6288133" y="1710268"/>
              <a:ext cx="0" cy="4233332"/>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flipH="1">
              <a:off x="6271199" y="5912456"/>
              <a:ext cx="320040" cy="0"/>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rot="16200000" flipH="1">
              <a:off x="6408548" y="5774224"/>
              <a:ext cx="320040" cy="0"/>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flipH="1">
              <a:off x="0" y="5643456"/>
              <a:ext cx="6591240" cy="0"/>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8" name="Right Arrow Callout 12"/>
            <p:cNvSpPr/>
            <p:nvPr userDrawn="1"/>
          </p:nvSpPr>
          <p:spPr>
            <a:xfrm rot="16200000" flipH="1">
              <a:off x="5830366" y="404397"/>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chemeClr val="accent5"/>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rgbClr val="0C2074"/>
                  </a:solidFill>
                </a:ln>
                <a:solidFill>
                  <a:prstClr val="white"/>
                </a:solidFill>
              </a:endParaRPr>
            </a:p>
          </p:txBody>
        </p:sp>
      </p:grpSp>
      <p:sp>
        <p:nvSpPr>
          <p:cNvPr id="2" name="Title 1"/>
          <p:cNvSpPr>
            <a:spLocks noGrp="1"/>
          </p:cNvSpPr>
          <p:nvPr>
            <p:ph type="title" hasCustomPrompt="1"/>
          </p:nvPr>
        </p:nvSpPr>
        <p:spPr>
          <a:xfrm>
            <a:off x="457200" y="964310"/>
            <a:ext cx="5638800" cy="1362075"/>
          </a:xfrm>
        </p:spPr>
        <p:txBody>
          <a:bodyPr anchor="b" anchorCtr="0">
            <a:normAutofit/>
          </a:bodyPr>
          <a:lstStyle>
            <a:lvl1pPr algn="l">
              <a:defRPr sz="3600" b="1" cap="none"/>
            </a:lvl1pPr>
          </a:lstStyle>
          <a:p>
            <a:r>
              <a:rPr lang="en-US" dirty="0"/>
              <a:t>Click to edit master title style</a:t>
            </a:r>
          </a:p>
        </p:txBody>
      </p:sp>
    </p:spTree>
    <p:extLst>
      <p:ext uri="{BB962C8B-B14F-4D97-AF65-F5344CB8AC3E}">
        <p14:creationId xmlns:p14="http://schemas.microsoft.com/office/powerpoint/2010/main" val="37918060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divider w/text">
    <p:spTree>
      <p:nvGrpSpPr>
        <p:cNvPr id="1" name=""/>
        <p:cNvGrpSpPr/>
        <p:nvPr/>
      </p:nvGrpSpPr>
      <p:grpSpPr>
        <a:xfrm>
          <a:off x="0" y="0"/>
          <a:ext cx="0" cy="0"/>
          <a:chOff x="0" y="0"/>
          <a:chExt cx="0" cy="0"/>
        </a:xfrm>
      </p:grpSpPr>
      <p:grpSp>
        <p:nvGrpSpPr>
          <p:cNvPr id="5" name="Group 4"/>
          <p:cNvGrpSpPr/>
          <p:nvPr userDrawn="1"/>
        </p:nvGrpSpPr>
        <p:grpSpPr>
          <a:xfrm>
            <a:off x="8467" y="-22043"/>
            <a:ext cx="8617372" cy="5974110"/>
            <a:chOff x="0" y="-30510"/>
            <a:chExt cx="8617372" cy="5974110"/>
          </a:xfrm>
        </p:grpSpPr>
        <p:cxnSp>
          <p:nvCxnSpPr>
            <p:cNvPr id="24" name="Straight Connector 23"/>
            <p:cNvCxnSpPr/>
            <p:nvPr userDrawn="1"/>
          </p:nvCxnSpPr>
          <p:spPr>
            <a:xfrm>
              <a:off x="6288133" y="1710268"/>
              <a:ext cx="0" cy="4233332"/>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userDrawn="1"/>
          </p:nvCxnSpPr>
          <p:spPr>
            <a:xfrm flipH="1">
              <a:off x="6271199" y="5912456"/>
              <a:ext cx="320040" cy="0"/>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userDrawn="1"/>
          </p:nvCxnSpPr>
          <p:spPr>
            <a:xfrm rot="16200000" flipH="1">
              <a:off x="6408548" y="5774224"/>
              <a:ext cx="320040" cy="0"/>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flipH="1">
              <a:off x="0" y="5643456"/>
              <a:ext cx="6591240" cy="0"/>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Right Arrow Callout 12"/>
            <p:cNvSpPr/>
            <p:nvPr userDrawn="1"/>
          </p:nvSpPr>
          <p:spPr>
            <a:xfrm rot="16200000" flipH="1">
              <a:off x="5830366" y="404397"/>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rgbClr val="0C2074"/>
                  </a:solidFill>
                </a:ln>
                <a:solidFill>
                  <a:prstClr val="white"/>
                </a:solidFill>
              </a:endParaRPr>
            </a:p>
          </p:txBody>
        </p:sp>
      </p:grpSp>
      <p:sp>
        <p:nvSpPr>
          <p:cNvPr id="2" name="Title 1"/>
          <p:cNvSpPr>
            <a:spLocks noGrp="1"/>
          </p:cNvSpPr>
          <p:nvPr userDrawn="1">
            <p:ph type="title" hasCustomPrompt="1"/>
          </p:nvPr>
        </p:nvSpPr>
        <p:spPr>
          <a:xfrm>
            <a:off x="457200" y="963704"/>
            <a:ext cx="5638800" cy="1362075"/>
          </a:xfrm>
        </p:spPr>
        <p:txBody>
          <a:bodyPr anchor="b" anchorCtr="0">
            <a:normAutofit/>
          </a:bodyPr>
          <a:lstStyle>
            <a:lvl1pPr algn="l">
              <a:defRPr sz="3600" b="1" cap="none"/>
            </a:lvl1pPr>
          </a:lstStyle>
          <a:p>
            <a:r>
              <a:rPr lang="en-US" dirty="0"/>
              <a:t>Click to edit master title style</a:t>
            </a:r>
          </a:p>
        </p:txBody>
      </p:sp>
      <p:sp>
        <p:nvSpPr>
          <p:cNvPr id="3" name="Text Placeholder 2"/>
          <p:cNvSpPr>
            <a:spLocks noGrp="1"/>
          </p:cNvSpPr>
          <p:nvPr userDrawn="1">
            <p:ph type="body" idx="1"/>
          </p:nvPr>
        </p:nvSpPr>
        <p:spPr>
          <a:xfrm>
            <a:off x="457200" y="2362200"/>
            <a:ext cx="5638800" cy="3200400"/>
          </a:xfrm>
        </p:spPr>
        <p:txBody>
          <a:bodyPr anchor="t" anchorCtr="0"/>
          <a:lstStyle>
            <a:lvl1pPr marL="0" indent="0">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3706628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tatement/quote slide">
    <p:spTree>
      <p:nvGrpSpPr>
        <p:cNvPr id="1" name=""/>
        <p:cNvGrpSpPr/>
        <p:nvPr/>
      </p:nvGrpSpPr>
      <p:grpSpPr>
        <a:xfrm>
          <a:off x="0" y="0"/>
          <a:ext cx="0" cy="0"/>
          <a:chOff x="0" y="0"/>
          <a:chExt cx="0" cy="0"/>
        </a:xfrm>
      </p:grpSpPr>
      <p:sp>
        <p:nvSpPr>
          <p:cNvPr id="7" name="Text Placeholder 2"/>
          <p:cNvSpPr>
            <a:spLocks noGrp="1"/>
          </p:cNvSpPr>
          <p:nvPr userDrawn="1">
            <p:ph type="body" idx="10"/>
          </p:nvPr>
        </p:nvSpPr>
        <p:spPr>
          <a:xfrm>
            <a:off x="3352800" y="2725948"/>
            <a:ext cx="5334000" cy="674686"/>
          </a:xfrm>
        </p:spPr>
        <p:txBody>
          <a:bodyPr anchor="t" anchorCtr="0"/>
          <a:lstStyle>
            <a:lvl1pPr marL="0" indent="0">
              <a:buNone/>
              <a:defRPr sz="24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8" name="Title 1"/>
          <p:cNvSpPr>
            <a:spLocks noGrp="1"/>
          </p:cNvSpPr>
          <p:nvPr userDrawn="1">
            <p:ph type="title" hasCustomPrompt="1"/>
          </p:nvPr>
        </p:nvSpPr>
        <p:spPr>
          <a:xfrm>
            <a:off x="3352800" y="1760538"/>
            <a:ext cx="5334000" cy="982662"/>
          </a:xfrm>
        </p:spPr>
        <p:txBody>
          <a:bodyPr anchor="b" anchorCtr="0">
            <a:normAutofit/>
          </a:bodyPr>
          <a:lstStyle>
            <a:lvl1pPr algn="l">
              <a:defRPr sz="3200" b="1" cap="none"/>
            </a:lvl1pPr>
          </a:lstStyle>
          <a:p>
            <a:r>
              <a:rPr lang="en-US" dirty="0"/>
              <a:t>Click to edit master title style</a:t>
            </a:r>
          </a:p>
        </p:txBody>
      </p:sp>
      <p:grpSp>
        <p:nvGrpSpPr>
          <p:cNvPr id="2" name="Group 1"/>
          <p:cNvGrpSpPr/>
          <p:nvPr userDrawn="1"/>
        </p:nvGrpSpPr>
        <p:grpSpPr>
          <a:xfrm>
            <a:off x="0" y="-22043"/>
            <a:ext cx="3116640" cy="5974110"/>
            <a:chOff x="0" y="-22043"/>
            <a:chExt cx="3116640" cy="5974110"/>
          </a:xfrm>
        </p:grpSpPr>
        <p:cxnSp>
          <p:nvCxnSpPr>
            <p:cNvPr id="56" name="Straight Connector 55"/>
            <p:cNvCxnSpPr/>
            <p:nvPr userDrawn="1"/>
          </p:nvCxnSpPr>
          <p:spPr>
            <a:xfrm>
              <a:off x="787401" y="1718735"/>
              <a:ext cx="0" cy="4233332"/>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userDrawn="1"/>
          </p:nvCxnSpPr>
          <p:spPr>
            <a:xfrm flipH="1">
              <a:off x="770467" y="5920923"/>
              <a:ext cx="320040"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userDrawn="1"/>
          </p:nvCxnSpPr>
          <p:spPr>
            <a:xfrm rot="16200000" flipH="1">
              <a:off x="907816" y="5782691"/>
              <a:ext cx="320040"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userDrawn="1"/>
          </p:nvCxnSpPr>
          <p:spPr>
            <a:xfrm flipH="1">
              <a:off x="0" y="5651923"/>
              <a:ext cx="1090507"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Right Arrow Callout 12"/>
            <p:cNvSpPr/>
            <p:nvPr userDrawn="1"/>
          </p:nvSpPr>
          <p:spPr>
            <a:xfrm rot="16200000" flipH="1">
              <a:off x="329634" y="412864"/>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rgbClr val="67B2E8"/>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rgbClr val="0C2074"/>
                  </a:solidFill>
                </a:ln>
                <a:solidFill>
                  <a:prstClr val="white"/>
                </a:solidFill>
              </a:endParaRPr>
            </a:p>
          </p:txBody>
        </p:sp>
      </p:grpSp>
    </p:spTree>
    <p:extLst>
      <p:ext uri="{BB962C8B-B14F-4D97-AF65-F5344CB8AC3E}">
        <p14:creationId xmlns:p14="http://schemas.microsoft.com/office/powerpoint/2010/main" val="3849798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tatement/quote slide w/text">
    <p:spTree>
      <p:nvGrpSpPr>
        <p:cNvPr id="1" name=""/>
        <p:cNvGrpSpPr/>
        <p:nvPr/>
      </p:nvGrpSpPr>
      <p:grpSpPr>
        <a:xfrm>
          <a:off x="0" y="0"/>
          <a:ext cx="0" cy="0"/>
          <a:chOff x="0" y="0"/>
          <a:chExt cx="0" cy="0"/>
        </a:xfrm>
      </p:grpSpPr>
      <p:grpSp>
        <p:nvGrpSpPr>
          <p:cNvPr id="14" name="Group 13"/>
          <p:cNvGrpSpPr/>
          <p:nvPr userDrawn="1"/>
        </p:nvGrpSpPr>
        <p:grpSpPr>
          <a:xfrm>
            <a:off x="0" y="-20985"/>
            <a:ext cx="3116640" cy="5974110"/>
            <a:chOff x="0" y="-22043"/>
            <a:chExt cx="3116640" cy="5974110"/>
          </a:xfrm>
        </p:grpSpPr>
        <p:cxnSp>
          <p:nvCxnSpPr>
            <p:cNvPr id="15" name="Straight Connector 14"/>
            <p:cNvCxnSpPr/>
            <p:nvPr userDrawn="1"/>
          </p:nvCxnSpPr>
          <p:spPr>
            <a:xfrm>
              <a:off x="787401" y="1718735"/>
              <a:ext cx="0" cy="4233332"/>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flipH="1">
              <a:off x="770467" y="5920923"/>
              <a:ext cx="320040" cy="0"/>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rot="16200000" flipH="1">
              <a:off x="907816" y="5782691"/>
              <a:ext cx="320040" cy="0"/>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flipH="1">
              <a:off x="0" y="5651923"/>
              <a:ext cx="1090507" cy="0"/>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9" name="Right Arrow Callout 12"/>
            <p:cNvSpPr/>
            <p:nvPr userDrawn="1"/>
          </p:nvSpPr>
          <p:spPr>
            <a:xfrm rot="16200000" flipH="1">
              <a:off x="329634" y="412864"/>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chemeClr val="accent6"/>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rgbClr val="0C2074"/>
                  </a:solidFill>
                </a:ln>
                <a:solidFill>
                  <a:prstClr val="white"/>
                </a:solidFill>
              </a:endParaRPr>
            </a:p>
          </p:txBody>
        </p:sp>
      </p:grpSp>
      <p:sp>
        <p:nvSpPr>
          <p:cNvPr id="6" name="Text Placeholder 2"/>
          <p:cNvSpPr>
            <a:spLocks noGrp="1"/>
          </p:cNvSpPr>
          <p:nvPr>
            <p:ph type="body" idx="1"/>
          </p:nvPr>
        </p:nvSpPr>
        <p:spPr>
          <a:xfrm>
            <a:off x="3352800" y="2734574"/>
            <a:ext cx="5334000" cy="3200400"/>
          </a:xfrm>
        </p:spPr>
        <p:txBody>
          <a:bodyPr anchor="t" anchorCtr="0"/>
          <a:lstStyle>
            <a:lvl1pPr marL="0" indent="0">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Title 1"/>
          <p:cNvSpPr>
            <a:spLocks noGrp="1"/>
          </p:cNvSpPr>
          <p:nvPr>
            <p:ph type="title" hasCustomPrompt="1"/>
          </p:nvPr>
        </p:nvSpPr>
        <p:spPr>
          <a:xfrm>
            <a:off x="3352800" y="1760538"/>
            <a:ext cx="5334000" cy="982662"/>
          </a:xfrm>
        </p:spPr>
        <p:txBody>
          <a:bodyPr anchor="b" anchorCtr="0">
            <a:normAutofit/>
          </a:bodyPr>
          <a:lstStyle>
            <a:lvl1pPr algn="l">
              <a:defRPr sz="3200" b="1" cap="none"/>
            </a:lvl1pPr>
          </a:lstStyle>
          <a:p>
            <a:r>
              <a:rPr lang="en-US" dirty="0"/>
              <a:t>Click to edit master title style</a:t>
            </a:r>
          </a:p>
        </p:txBody>
      </p:sp>
    </p:spTree>
    <p:extLst>
      <p:ext uri="{BB962C8B-B14F-4D97-AF65-F5344CB8AC3E}">
        <p14:creationId xmlns:p14="http://schemas.microsoft.com/office/powerpoint/2010/main" val="339543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option 2">
    <p:spTree>
      <p:nvGrpSpPr>
        <p:cNvPr id="1" name=""/>
        <p:cNvGrpSpPr/>
        <p:nvPr/>
      </p:nvGrpSpPr>
      <p:grpSpPr>
        <a:xfrm>
          <a:off x="0" y="0"/>
          <a:ext cx="0" cy="0"/>
          <a:chOff x="0" y="0"/>
          <a:chExt cx="0" cy="0"/>
        </a:xfrm>
      </p:grpSpPr>
      <p:grpSp>
        <p:nvGrpSpPr>
          <p:cNvPr id="18" name="Group 17"/>
          <p:cNvGrpSpPr/>
          <p:nvPr userDrawn="1"/>
        </p:nvGrpSpPr>
        <p:grpSpPr>
          <a:xfrm>
            <a:off x="8467" y="-22043"/>
            <a:ext cx="8617372" cy="5974110"/>
            <a:chOff x="0" y="-30510"/>
            <a:chExt cx="8617372" cy="5974110"/>
          </a:xfrm>
        </p:grpSpPr>
        <p:cxnSp>
          <p:nvCxnSpPr>
            <p:cNvPr id="19" name="Straight Connector 18"/>
            <p:cNvCxnSpPr/>
            <p:nvPr userDrawn="1"/>
          </p:nvCxnSpPr>
          <p:spPr>
            <a:xfrm>
              <a:off x="6288133" y="1710268"/>
              <a:ext cx="0" cy="4233332"/>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flipH="1">
              <a:off x="6271199" y="5912456"/>
              <a:ext cx="320040" cy="0"/>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userDrawn="1"/>
          </p:nvCxnSpPr>
          <p:spPr>
            <a:xfrm rot="16200000" flipH="1">
              <a:off x="6408548" y="5774224"/>
              <a:ext cx="320040" cy="0"/>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userDrawn="1"/>
          </p:nvCxnSpPr>
          <p:spPr>
            <a:xfrm flipH="1">
              <a:off x="0" y="5643456"/>
              <a:ext cx="6591240" cy="0"/>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sp>
          <p:nvSpPr>
            <p:cNvPr id="33" name="Right Arrow Callout 12"/>
            <p:cNvSpPr/>
            <p:nvPr userDrawn="1"/>
          </p:nvSpPr>
          <p:spPr>
            <a:xfrm rot="16200000" flipH="1">
              <a:off x="5830366" y="404397"/>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rgbClr val="0C2074"/>
                  </a:solidFill>
                </a:ln>
                <a:solidFill>
                  <a:prstClr val="white"/>
                </a:solidFill>
              </a:endParaRPr>
            </a:p>
          </p:txBody>
        </p:sp>
      </p:grpSp>
      <p:sp>
        <p:nvSpPr>
          <p:cNvPr id="6" name="Title 1"/>
          <p:cNvSpPr>
            <a:spLocks noGrp="1"/>
          </p:cNvSpPr>
          <p:nvPr>
            <p:ph type="title" hasCustomPrompt="1"/>
          </p:nvPr>
        </p:nvSpPr>
        <p:spPr>
          <a:xfrm>
            <a:off x="457200" y="968828"/>
            <a:ext cx="5659438" cy="1362075"/>
          </a:xfrm>
        </p:spPr>
        <p:txBody>
          <a:bodyPr anchor="b" anchorCtr="0">
            <a:normAutofit/>
          </a:bodyPr>
          <a:lstStyle>
            <a:lvl1pPr algn="l">
              <a:defRPr sz="3600" b="1" cap="none"/>
            </a:lvl1pPr>
          </a:lstStyle>
          <a:p>
            <a:r>
              <a:rPr lang="en-US" dirty="0"/>
              <a:t>Click to edit master title style</a:t>
            </a:r>
          </a:p>
        </p:txBody>
      </p:sp>
      <p:sp>
        <p:nvSpPr>
          <p:cNvPr id="7" name="Text Placeholder 2"/>
          <p:cNvSpPr>
            <a:spLocks noGrp="1"/>
          </p:cNvSpPr>
          <p:nvPr>
            <p:ph type="body" idx="1"/>
          </p:nvPr>
        </p:nvSpPr>
        <p:spPr>
          <a:xfrm>
            <a:off x="457200" y="2601914"/>
            <a:ext cx="5659438" cy="674686"/>
          </a:xfrm>
        </p:spPr>
        <p:txBody>
          <a:bodyPr anchor="t" anchorCtr="0"/>
          <a:lstStyle>
            <a:lvl1pPr marL="0" indent="0">
              <a:buNone/>
              <a:defRPr sz="24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8" name="Text Placeholder 2"/>
          <p:cNvSpPr>
            <a:spLocks noGrp="1"/>
          </p:cNvSpPr>
          <p:nvPr>
            <p:ph type="body" idx="12"/>
          </p:nvPr>
        </p:nvSpPr>
        <p:spPr>
          <a:xfrm>
            <a:off x="400050" y="4800600"/>
            <a:ext cx="5334000" cy="341656"/>
          </a:xfrm>
        </p:spPr>
        <p:txBody>
          <a:bodyPr anchor="t" anchorCtr="0"/>
          <a:lstStyle>
            <a:lvl1pPr marL="0" indent="0">
              <a:buNone/>
              <a:defRPr sz="18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2"/>
          <p:cNvSpPr>
            <a:spLocks noGrp="1"/>
          </p:cNvSpPr>
          <p:nvPr>
            <p:ph type="body" idx="13"/>
          </p:nvPr>
        </p:nvSpPr>
        <p:spPr>
          <a:xfrm>
            <a:off x="400050" y="5143155"/>
            <a:ext cx="5334000" cy="341656"/>
          </a:xfrm>
        </p:spPr>
        <p:txBody>
          <a:bodyPr anchor="t" anchorCtr="0"/>
          <a:lstStyle>
            <a:lvl1pPr marL="0" indent="0">
              <a:buNone/>
              <a:defRPr sz="1600" i="1">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pic>
        <p:nvPicPr>
          <p:cNvPr id="13" name="Picture 12"/>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57200" y="6386667"/>
            <a:ext cx="1143000" cy="285442"/>
          </a:xfrm>
          <a:prstGeom prst="rect">
            <a:avLst/>
          </a:prstGeom>
          <a:noFill/>
        </p:spPr>
      </p:pic>
    </p:spTree>
    <p:extLst>
      <p:ext uri="{BB962C8B-B14F-4D97-AF65-F5344CB8AC3E}">
        <p14:creationId xmlns:p14="http://schemas.microsoft.com/office/powerpoint/2010/main" val="37626514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68300" y="533400"/>
            <a:ext cx="8547100" cy="609600"/>
          </a:xfrm>
        </p:spPr>
        <p:txBody>
          <a:bodyPr/>
          <a:lstStyle>
            <a:lvl1pPr>
              <a:defRPr sz="2000" b="1"/>
            </a:lvl1pPr>
          </a:lstStyle>
          <a:p>
            <a:r>
              <a:rPr lang="en-US" dirty="0"/>
              <a:t>Click to edit Master title style</a:t>
            </a:r>
            <a:br>
              <a:rPr lang="en-US" dirty="0"/>
            </a:br>
            <a:endParaRPr lang="en-US" dirty="0"/>
          </a:p>
        </p:txBody>
      </p:sp>
      <p:sp>
        <p:nvSpPr>
          <p:cNvPr id="3" name="Content Placeholder 2"/>
          <p:cNvSpPr>
            <a:spLocks noGrp="1"/>
          </p:cNvSpPr>
          <p:nvPr>
            <p:ph idx="1"/>
          </p:nvPr>
        </p:nvSpPr>
        <p:spPr>
          <a:xfrm>
            <a:off x="381000" y="1219200"/>
            <a:ext cx="8534400" cy="4953000"/>
          </a:xfrm>
          <a:noFill/>
          <a:ln>
            <a:noFill/>
          </a:ln>
          <a:effectLst/>
          <a:extLst/>
        </p:spPr>
        <p:txBody>
          <a:bodyPr/>
          <a:lstStyle>
            <a:lvl1pPr>
              <a:defRPr lang="en-US" sz="1200" smtClean="0"/>
            </a:lvl1pPr>
            <a:lvl2pPr>
              <a:defRPr lang="en-US" sz="1100" smtClean="0"/>
            </a:lvl2pPr>
            <a:lvl3pPr>
              <a:defRPr lang="en-US" sz="1100" smtClean="0"/>
            </a:lvl3pPr>
            <a:lvl4pPr>
              <a:defRPr lang="en-US" sz="1100" smtClean="0"/>
            </a:lvl4pPr>
            <a:lvl5pPr>
              <a:defRPr lang="en-US"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ight Arrow Callout 12"/>
          <p:cNvSpPr/>
          <p:nvPr userDrawn="1"/>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rgbClr val="0C2074"/>
                </a:solidFill>
              </a:ln>
              <a:solidFill>
                <a:prstClr val="white"/>
              </a:solidFill>
            </a:endParaRPr>
          </a:p>
        </p:txBody>
      </p:sp>
    </p:spTree>
    <p:extLst>
      <p:ext uri="{BB962C8B-B14F-4D97-AF65-F5344CB8AC3E}">
        <p14:creationId xmlns:p14="http://schemas.microsoft.com/office/powerpoint/2010/main" val="32164421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grpSp>
        <p:nvGrpSpPr>
          <p:cNvPr id="13" name="Group 12"/>
          <p:cNvGrpSpPr/>
          <p:nvPr userDrawn="1"/>
        </p:nvGrpSpPr>
        <p:grpSpPr>
          <a:xfrm>
            <a:off x="8467" y="-22043"/>
            <a:ext cx="8617372" cy="5974110"/>
            <a:chOff x="0" y="-30510"/>
            <a:chExt cx="8617372" cy="5974110"/>
          </a:xfrm>
        </p:grpSpPr>
        <p:cxnSp>
          <p:nvCxnSpPr>
            <p:cNvPr id="14" name="Straight Connector 13"/>
            <p:cNvCxnSpPr/>
            <p:nvPr userDrawn="1"/>
          </p:nvCxnSpPr>
          <p:spPr>
            <a:xfrm>
              <a:off x="6288133" y="1710268"/>
              <a:ext cx="0" cy="4233332"/>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flipH="1">
              <a:off x="6271199" y="5912456"/>
              <a:ext cx="320040" cy="0"/>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rot="16200000" flipH="1">
              <a:off x="6408548" y="5774224"/>
              <a:ext cx="320040" cy="0"/>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flipH="1">
              <a:off x="0" y="5643456"/>
              <a:ext cx="6591240" cy="0"/>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8" name="Right Arrow Callout 12"/>
            <p:cNvSpPr/>
            <p:nvPr userDrawn="1"/>
          </p:nvSpPr>
          <p:spPr>
            <a:xfrm rot="16200000" flipH="1">
              <a:off x="5830366" y="404397"/>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chemeClr val="accent5"/>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rgbClr val="0C2074"/>
                  </a:solidFill>
                </a:ln>
                <a:solidFill>
                  <a:prstClr val="white"/>
                </a:solidFill>
              </a:endParaRPr>
            </a:p>
          </p:txBody>
        </p:sp>
      </p:grpSp>
      <p:sp>
        <p:nvSpPr>
          <p:cNvPr id="2" name="Title 1"/>
          <p:cNvSpPr>
            <a:spLocks noGrp="1"/>
          </p:cNvSpPr>
          <p:nvPr>
            <p:ph type="title" hasCustomPrompt="1"/>
          </p:nvPr>
        </p:nvSpPr>
        <p:spPr>
          <a:xfrm>
            <a:off x="457200" y="964310"/>
            <a:ext cx="5638800" cy="1362075"/>
          </a:xfrm>
        </p:spPr>
        <p:txBody>
          <a:bodyPr anchor="b" anchorCtr="0">
            <a:normAutofit/>
          </a:bodyPr>
          <a:lstStyle>
            <a:lvl1pPr algn="l">
              <a:defRPr sz="3600" b="1" cap="none"/>
            </a:lvl1pPr>
          </a:lstStyle>
          <a:p>
            <a:r>
              <a:rPr lang="en-US" dirty="0"/>
              <a:t>Click to edit master title style</a:t>
            </a:r>
          </a:p>
        </p:txBody>
      </p:sp>
    </p:spTree>
    <p:extLst>
      <p:ext uri="{BB962C8B-B14F-4D97-AF65-F5344CB8AC3E}">
        <p14:creationId xmlns:p14="http://schemas.microsoft.com/office/powerpoint/2010/main" val="12144888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divider w/text">
    <p:spTree>
      <p:nvGrpSpPr>
        <p:cNvPr id="1" name=""/>
        <p:cNvGrpSpPr/>
        <p:nvPr/>
      </p:nvGrpSpPr>
      <p:grpSpPr>
        <a:xfrm>
          <a:off x="0" y="0"/>
          <a:ext cx="0" cy="0"/>
          <a:chOff x="0" y="0"/>
          <a:chExt cx="0" cy="0"/>
        </a:xfrm>
      </p:grpSpPr>
      <p:grpSp>
        <p:nvGrpSpPr>
          <p:cNvPr id="5" name="Group 4"/>
          <p:cNvGrpSpPr/>
          <p:nvPr userDrawn="1"/>
        </p:nvGrpSpPr>
        <p:grpSpPr>
          <a:xfrm>
            <a:off x="8467" y="-22043"/>
            <a:ext cx="8617372" cy="5974110"/>
            <a:chOff x="0" y="-30510"/>
            <a:chExt cx="8617372" cy="5974110"/>
          </a:xfrm>
        </p:grpSpPr>
        <p:cxnSp>
          <p:nvCxnSpPr>
            <p:cNvPr id="24" name="Straight Connector 23"/>
            <p:cNvCxnSpPr/>
            <p:nvPr userDrawn="1"/>
          </p:nvCxnSpPr>
          <p:spPr>
            <a:xfrm>
              <a:off x="6288133" y="1710268"/>
              <a:ext cx="0" cy="4233332"/>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userDrawn="1"/>
          </p:nvCxnSpPr>
          <p:spPr>
            <a:xfrm flipH="1">
              <a:off x="6271199" y="5912456"/>
              <a:ext cx="320040" cy="0"/>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userDrawn="1"/>
          </p:nvCxnSpPr>
          <p:spPr>
            <a:xfrm rot="16200000" flipH="1">
              <a:off x="6408548" y="5774224"/>
              <a:ext cx="320040" cy="0"/>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flipH="1">
              <a:off x="0" y="5643456"/>
              <a:ext cx="6591240" cy="0"/>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Right Arrow Callout 12"/>
            <p:cNvSpPr/>
            <p:nvPr userDrawn="1"/>
          </p:nvSpPr>
          <p:spPr>
            <a:xfrm rot="16200000" flipH="1">
              <a:off x="5830366" y="404397"/>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rgbClr val="0C2074"/>
                  </a:solidFill>
                </a:ln>
                <a:solidFill>
                  <a:prstClr val="white"/>
                </a:solidFill>
              </a:endParaRPr>
            </a:p>
          </p:txBody>
        </p:sp>
      </p:grpSp>
      <p:sp>
        <p:nvSpPr>
          <p:cNvPr id="2" name="Title 1"/>
          <p:cNvSpPr>
            <a:spLocks noGrp="1"/>
          </p:cNvSpPr>
          <p:nvPr userDrawn="1">
            <p:ph type="title" hasCustomPrompt="1"/>
          </p:nvPr>
        </p:nvSpPr>
        <p:spPr>
          <a:xfrm>
            <a:off x="457200" y="963704"/>
            <a:ext cx="5638800" cy="1362075"/>
          </a:xfrm>
        </p:spPr>
        <p:txBody>
          <a:bodyPr anchor="b" anchorCtr="0">
            <a:normAutofit/>
          </a:bodyPr>
          <a:lstStyle>
            <a:lvl1pPr algn="l">
              <a:defRPr sz="3600" b="1" cap="none"/>
            </a:lvl1pPr>
          </a:lstStyle>
          <a:p>
            <a:r>
              <a:rPr lang="en-US" dirty="0"/>
              <a:t>Click to edit master title style</a:t>
            </a:r>
          </a:p>
        </p:txBody>
      </p:sp>
      <p:sp>
        <p:nvSpPr>
          <p:cNvPr id="3" name="Text Placeholder 2"/>
          <p:cNvSpPr>
            <a:spLocks noGrp="1"/>
          </p:cNvSpPr>
          <p:nvPr userDrawn="1">
            <p:ph type="body" idx="1"/>
          </p:nvPr>
        </p:nvSpPr>
        <p:spPr>
          <a:xfrm>
            <a:off x="457200" y="2362200"/>
            <a:ext cx="5638800" cy="3200400"/>
          </a:xfrm>
        </p:spPr>
        <p:txBody>
          <a:bodyPr anchor="t" anchorCtr="0"/>
          <a:lstStyle>
            <a:lvl1pPr marL="0" indent="0">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38040422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tatement/quote slide">
    <p:spTree>
      <p:nvGrpSpPr>
        <p:cNvPr id="1" name=""/>
        <p:cNvGrpSpPr/>
        <p:nvPr/>
      </p:nvGrpSpPr>
      <p:grpSpPr>
        <a:xfrm>
          <a:off x="0" y="0"/>
          <a:ext cx="0" cy="0"/>
          <a:chOff x="0" y="0"/>
          <a:chExt cx="0" cy="0"/>
        </a:xfrm>
      </p:grpSpPr>
      <p:sp>
        <p:nvSpPr>
          <p:cNvPr id="7" name="Text Placeholder 2"/>
          <p:cNvSpPr>
            <a:spLocks noGrp="1"/>
          </p:cNvSpPr>
          <p:nvPr userDrawn="1">
            <p:ph type="body" idx="10"/>
          </p:nvPr>
        </p:nvSpPr>
        <p:spPr>
          <a:xfrm>
            <a:off x="3352800" y="2725948"/>
            <a:ext cx="5334000" cy="674686"/>
          </a:xfrm>
        </p:spPr>
        <p:txBody>
          <a:bodyPr anchor="t" anchorCtr="0"/>
          <a:lstStyle>
            <a:lvl1pPr marL="0" indent="0">
              <a:buNone/>
              <a:defRPr sz="24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8" name="Title 1"/>
          <p:cNvSpPr>
            <a:spLocks noGrp="1"/>
          </p:cNvSpPr>
          <p:nvPr userDrawn="1">
            <p:ph type="title" hasCustomPrompt="1"/>
          </p:nvPr>
        </p:nvSpPr>
        <p:spPr>
          <a:xfrm>
            <a:off x="3352800" y="1760538"/>
            <a:ext cx="5334000" cy="982662"/>
          </a:xfrm>
        </p:spPr>
        <p:txBody>
          <a:bodyPr anchor="b" anchorCtr="0">
            <a:normAutofit/>
          </a:bodyPr>
          <a:lstStyle>
            <a:lvl1pPr algn="l">
              <a:defRPr sz="3200" b="1" cap="none"/>
            </a:lvl1pPr>
          </a:lstStyle>
          <a:p>
            <a:r>
              <a:rPr lang="en-US" dirty="0"/>
              <a:t>Click to edit master title style</a:t>
            </a:r>
          </a:p>
        </p:txBody>
      </p:sp>
      <p:grpSp>
        <p:nvGrpSpPr>
          <p:cNvPr id="2" name="Group 1"/>
          <p:cNvGrpSpPr/>
          <p:nvPr userDrawn="1"/>
        </p:nvGrpSpPr>
        <p:grpSpPr>
          <a:xfrm>
            <a:off x="0" y="-22043"/>
            <a:ext cx="3116640" cy="5974110"/>
            <a:chOff x="0" y="-22043"/>
            <a:chExt cx="3116640" cy="5974110"/>
          </a:xfrm>
        </p:grpSpPr>
        <p:cxnSp>
          <p:nvCxnSpPr>
            <p:cNvPr id="56" name="Straight Connector 55"/>
            <p:cNvCxnSpPr/>
            <p:nvPr userDrawn="1"/>
          </p:nvCxnSpPr>
          <p:spPr>
            <a:xfrm>
              <a:off x="787401" y="1718735"/>
              <a:ext cx="0" cy="4233332"/>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userDrawn="1"/>
          </p:nvCxnSpPr>
          <p:spPr>
            <a:xfrm flipH="1">
              <a:off x="770467" y="5920923"/>
              <a:ext cx="320040"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userDrawn="1"/>
          </p:nvCxnSpPr>
          <p:spPr>
            <a:xfrm rot="16200000" flipH="1">
              <a:off x="907816" y="5782691"/>
              <a:ext cx="320040"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userDrawn="1"/>
          </p:nvCxnSpPr>
          <p:spPr>
            <a:xfrm flipH="1">
              <a:off x="0" y="5651923"/>
              <a:ext cx="1090507"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Right Arrow Callout 12"/>
            <p:cNvSpPr/>
            <p:nvPr userDrawn="1"/>
          </p:nvSpPr>
          <p:spPr>
            <a:xfrm rot="16200000" flipH="1">
              <a:off x="329634" y="412864"/>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rgbClr val="67B2E8"/>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rgbClr val="0C2074"/>
                  </a:solidFill>
                </a:ln>
                <a:solidFill>
                  <a:prstClr val="white"/>
                </a:solidFill>
              </a:endParaRPr>
            </a:p>
          </p:txBody>
        </p:sp>
      </p:grpSp>
    </p:spTree>
    <p:extLst>
      <p:ext uri="{BB962C8B-B14F-4D97-AF65-F5344CB8AC3E}">
        <p14:creationId xmlns:p14="http://schemas.microsoft.com/office/powerpoint/2010/main" val="12656694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atement/quote slide w/text">
    <p:spTree>
      <p:nvGrpSpPr>
        <p:cNvPr id="1" name=""/>
        <p:cNvGrpSpPr/>
        <p:nvPr/>
      </p:nvGrpSpPr>
      <p:grpSpPr>
        <a:xfrm>
          <a:off x="0" y="0"/>
          <a:ext cx="0" cy="0"/>
          <a:chOff x="0" y="0"/>
          <a:chExt cx="0" cy="0"/>
        </a:xfrm>
      </p:grpSpPr>
      <p:grpSp>
        <p:nvGrpSpPr>
          <p:cNvPr id="14" name="Group 13"/>
          <p:cNvGrpSpPr/>
          <p:nvPr userDrawn="1"/>
        </p:nvGrpSpPr>
        <p:grpSpPr>
          <a:xfrm>
            <a:off x="0" y="-20985"/>
            <a:ext cx="3116640" cy="5974110"/>
            <a:chOff x="0" y="-22043"/>
            <a:chExt cx="3116640" cy="5974110"/>
          </a:xfrm>
        </p:grpSpPr>
        <p:cxnSp>
          <p:nvCxnSpPr>
            <p:cNvPr id="15" name="Straight Connector 14"/>
            <p:cNvCxnSpPr/>
            <p:nvPr userDrawn="1"/>
          </p:nvCxnSpPr>
          <p:spPr>
            <a:xfrm>
              <a:off x="787401" y="1718735"/>
              <a:ext cx="0" cy="4233332"/>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flipH="1">
              <a:off x="770467" y="5920923"/>
              <a:ext cx="320040" cy="0"/>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rot="16200000" flipH="1">
              <a:off x="907816" y="5782691"/>
              <a:ext cx="320040" cy="0"/>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flipH="1">
              <a:off x="0" y="5651923"/>
              <a:ext cx="1090507" cy="0"/>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9" name="Right Arrow Callout 12"/>
            <p:cNvSpPr/>
            <p:nvPr userDrawn="1"/>
          </p:nvSpPr>
          <p:spPr>
            <a:xfrm rot="16200000" flipH="1">
              <a:off x="329634" y="412864"/>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chemeClr val="accent6"/>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rgbClr val="0C2074"/>
                  </a:solidFill>
                </a:ln>
                <a:solidFill>
                  <a:prstClr val="white"/>
                </a:solidFill>
              </a:endParaRPr>
            </a:p>
          </p:txBody>
        </p:sp>
      </p:grpSp>
      <p:sp>
        <p:nvSpPr>
          <p:cNvPr id="6" name="Text Placeholder 2"/>
          <p:cNvSpPr>
            <a:spLocks noGrp="1"/>
          </p:cNvSpPr>
          <p:nvPr>
            <p:ph type="body" idx="1"/>
          </p:nvPr>
        </p:nvSpPr>
        <p:spPr>
          <a:xfrm>
            <a:off x="3352800" y="2734574"/>
            <a:ext cx="5334000" cy="3200400"/>
          </a:xfrm>
        </p:spPr>
        <p:txBody>
          <a:bodyPr anchor="t" anchorCtr="0"/>
          <a:lstStyle>
            <a:lvl1pPr marL="0" indent="0">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Title 1"/>
          <p:cNvSpPr>
            <a:spLocks noGrp="1"/>
          </p:cNvSpPr>
          <p:nvPr>
            <p:ph type="title" hasCustomPrompt="1"/>
          </p:nvPr>
        </p:nvSpPr>
        <p:spPr>
          <a:xfrm>
            <a:off x="3352800" y="1760538"/>
            <a:ext cx="5334000" cy="982662"/>
          </a:xfrm>
        </p:spPr>
        <p:txBody>
          <a:bodyPr anchor="b" anchorCtr="0">
            <a:normAutofit/>
          </a:bodyPr>
          <a:lstStyle>
            <a:lvl1pPr algn="l">
              <a:defRPr sz="3200" b="1" cap="none"/>
            </a:lvl1pPr>
          </a:lstStyle>
          <a:p>
            <a:r>
              <a:rPr lang="en-US" dirty="0"/>
              <a:t>Click to edit master title style</a:t>
            </a:r>
          </a:p>
        </p:txBody>
      </p:sp>
    </p:spTree>
    <p:extLst>
      <p:ext uri="{BB962C8B-B14F-4D97-AF65-F5344CB8AC3E}">
        <p14:creationId xmlns:p14="http://schemas.microsoft.com/office/powerpoint/2010/main" val="21413174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option 2">
    <p:spTree>
      <p:nvGrpSpPr>
        <p:cNvPr id="1" name=""/>
        <p:cNvGrpSpPr/>
        <p:nvPr/>
      </p:nvGrpSpPr>
      <p:grpSpPr>
        <a:xfrm>
          <a:off x="0" y="0"/>
          <a:ext cx="0" cy="0"/>
          <a:chOff x="0" y="0"/>
          <a:chExt cx="0" cy="0"/>
        </a:xfrm>
      </p:grpSpPr>
      <p:grpSp>
        <p:nvGrpSpPr>
          <p:cNvPr id="18" name="Group 17"/>
          <p:cNvGrpSpPr/>
          <p:nvPr userDrawn="1"/>
        </p:nvGrpSpPr>
        <p:grpSpPr>
          <a:xfrm>
            <a:off x="8467" y="-22043"/>
            <a:ext cx="8617372" cy="5974110"/>
            <a:chOff x="0" y="-30510"/>
            <a:chExt cx="8617372" cy="5974110"/>
          </a:xfrm>
        </p:grpSpPr>
        <p:cxnSp>
          <p:nvCxnSpPr>
            <p:cNvPr id="19" name="Straight Connector 18"/>
            <p:cNvCxnSpPr/>
            <p:nvPr userDrawn="1"/>
          </p:nvCxnSpPr>
          <p:spPr>
            <a:xfrm>
              <a:off x="6288133" y="1710268"/>
              <a:ext cx="0" cy="4233332"/>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flipH="1">
              <a:off x="6271199" y="5912456"/>
              <a:ext cx="320040" cy="0"/>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userDrawn="1"/>
          </p:nvCxnSpPr>
          <p:spPr>
            <a:xfrm rot="16200000" flipH="1">
              <a:off x="6408548" y="5774224"/>
              <a:ext cx="320040" cy="0"/>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userDrawn="1"/>
          </p:nvCxnSpPr>
          <p:spPr>
            <a:xfrm flipH="1">
              <a:off x="0" y="5643456"/>
              <a:ext cx="6591240" cy="0"/>
            </a:xfrm>
            <a:prstGeom prst="line">
              <a:avLst/>
            </a:prstGeom>
            <a:ln w="63500">
              <a:solidFill>
                <a:srgbClr val="0C2074"/>
              </a:solidFill>
            </a:ln>
          </p:spPr>
          <p:style>
            <a:lnRef idx="1">
              <a:schemeClr val="accent1"/>
            </a:lnRef>
            <a:fillRef idx="0">
              <a:schemeClr val="accent1"/>
            </a:fillRef>
            <a:effectRef idx="0">
              <a:schemeClr val="accent1"/>
            </a:effectRef>
            <a:fontRef idx="minor">
              <a:schemeClr val="tx1"/>
            </a:fontRef>
          </p:style>
        </p:cxnSp>
        <p:sp>
          <p:nvSpPr>
            <p:cNvPr id="33" name="Right Arrow Callout 12"/>
            <p:cNvSpPr/>
            <p:nvPr userDrawn="1"/>
          </p:nvSpPr>
          <p:spPr>
            <a:xfrm rot="16200000" flipH="1">
              <a:off x="5830366" y="404397"/>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rgbClr val="0C2074"/>
                  </a:solidFill>
                </a:ln>
                <a:solidFill>
                  <a:prstClr val="white"/>
                </a:solidFill>
              </a:endParaRPr>
            </a:p>
          </p:txBody>
        </p:sp>
      </p:grpSp>
      <p:sp>
        <p:nvSpPr>
          <p:cNvPr id="6" name="Title 1"/>
          <p:cNvSpPr>
            <a:spLocks noGrp="1"/>
          </p:cNvSpPr>
          <p:nvPr>
            <p:ph type="title" hasCustomPrompt="1"/>
          </p:nvPr>
        </p:nvSpPr>
        <p:spPr>
          <a:xfrm>
            <a:off x="457200" y="968828"/>
            <a:ext cx="5659438" cy="1362075"/>
          </a:xfrm>
        </p:spPr>
        <p:txBody>
          <a:bodyPr anchor="b" anchorCtr="0">
            <a:normAutofit/>
          </a:bodyPr>
          <a:lstStyle>
            <a:lvl1pPr algn="l">
              <a:defRPr sz="3600" b="1" cap="none"/>
            </a:lvl1pPr>
          </a:lstStyle>
          <a:p>
            <a:r>
              <a:rPr lang="en-US" dirty="0"/>
              <a:t>Click to edit master title style</a:t>
            </a:r>
          </a:p>
        </p:txBody>
      </p:sp>
      <p:sp>
        <p:nvSpPr>
          <p:cNvPr id="7" name="Text Placeholder 2"/>
          <p:cNvSpPr>
            <a:spLocks noGrp="1"/>
          </p:cNvSpPr>
          <p:nvPr>
            <p:ph type="body" idx="1"/>
          </p:nvPr>
        </p:nvSpPr>
        <p:spPr>
          <a:xfrm>
            <a:off x="457200" y="2601914"/>
            <a:ext cx="5659438" cy="674686"/>
          </a:xfrm>
        </p:spPr>
        <p:txBody>
          <a:bodyPr anchor="t" anchorCtr="0"/>
          <a:lstStyle>
            <a:lvl1pPr marL="0" indent="0">
              <a:buNone/>
              <a:defRPr sz="24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8" name="Text Placeholder 2"/>
          <p:cNvSpPr>
            <a:spLocks noGrp="1"/>
          </p:cNvSpPr>
          <p:nvPr>
            <p:ph type="body" idx="12"/>
          </p:nvPr>
        </p:nvSpPr>
        <p:spPr>
          <a:xfrm>
            <a:off x="400050" y="4800600"/>
            <a:ext cx="5334000" cy="341656"/>
          </a:xfrm>
        </p:spPr>
        <p:txBody>
          <a:bodyPr anchor="t" anchorCtr="0"/>
          <a:lstStyle>
            <a:lvl1pPr marL="0" indent="0">
              <a:buNone/>
              <a:defRPr sz="18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2"/>
          <p:cNvSpPr>
            <a:spLocks noGrp="1"/>
          </p:cNvSpPr>
          <p:nvPr>
            <p:ph type="body" idx="13"/>
          </p:nvPr>
        </p:nvSpPr>
        <p:spPr>
          <a:xfrm>
            <a:off x="400050" y="5143155"/>
            <a:ext cx="5334000" cy="341656"/>
          </a:xfrm>
        </p:spPr>
        <p:txBody>
          <a:bodyPr anchor="t" anchorCtr="0"/>
          <a:lstStyle>
            <a:lvl1pPr marL="0" indent="0">
              <a:buNone/>
              <a:defRPr sz="1600" i="1">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pic>
        <p:nvPicPr>
          <p:cNvPr id="13" name="Picture 12"/>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57200" y="6386667"/>
            <a:ext cx="1143000" cy="285442"/>
          </a:xfrm>
          <a:prstGeom prst="rect">
            <a:avLst/>
          </a:prstGeom>
          <a:noFill/>
        </p:spPr>
      </p:pic>
    </p:spTree>
    <p:extLst>
      <p:ext uri="{BB962C8B-B14F-4D97-AF65-F5344CB8AC3E}">
        <p14:creationId xmlns:p14="http://schemas.microsoft.com/office/powerpoint/2010/main" val="6997959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Title/content">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5125" name="think-cell Slide" r:id="rId4" imgW="270" imgH="270" progId="TCLayout.ActiveDocument.1">
                  <p:embed/>
                </p:oleObj>
              </mc:Choice>
              <mc:Fallback>
                <p:oleObj name="think-cell Slide" r:id="rId4" imgW="270" imgH="270" progId="TCLayout.ActiveDocument.1">
                  <p:embed/>
                  <p:pic>
                    <p:nvPicPr>
                      <p:cNvPr id="5" name="Object 4"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ight Arrow Callout 12"/>
          <p:cNvSpPr/>
          <p:nvPr userDrawn="1"/>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rgbClr val="0C2074"/>
                </a:solidFill>
              </a:ln>
              <a:solidFill>
                <a:prstClr val="white"/>
              </a:solidFill>
            </a:endParaRPr>
          </a:p>
        </p:txBody>
      </p:sp>
    </p:spTree>
    <p:extLst>
      <p:ext uri="{BB962C8B-B14F-4D97-AF65-F5344CB8AC3E}">
        <p14:creationId xmlns:p14="http://schemas.microsoft.com/office/powerpoint/2010/main" val="28985563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68300" y="533400"/>
            <a:ext cx="8547100" cy="609600"/>
          </a:xfrm>
        </p:spPr>
        <p:txBody>
          <a:bodyPr/>
          <a:lstStyle>
            <a:lvl1pPr>
              <a:defRPr sz="2000" b="1"/>
            </a:lvl1pPr>
          </a:lstStyle>
          <a:p>
            <a:r>
              <a:rPr lang="en-US" dirty="0"/>
              <a:t>Click to edit Master title style</a:t>
            </a:r>
            <a:br>
              <a:rPr lang="en-US" dirty="0"/>
            </a:br>
            <a:endParaRPr lang="en-US" dirty="0"/>
          </a:p>
        </p:txBody>
      </p:sp>
      <p:sp>
        <p:nvSpPr>
          <p:cNvPr id="3" name="Content Placeholder 2"/>
          <p:cNvSpPr>
            <a:spLocks noGrp="1"/>
          </p:cNvSpPr>
          <p:nvPr>
            <p:ph idx="1"/>
          </p:nvPr>
        </p:nvSpPr>
        <p:spPr>
          <a:xfrm>
            <a:off x="381000" y="1219200"/>
            <a:ext cx="8534400" cy="4953000"/>
          </a:xfrm>
          <a:noFill/>
          <a:ln>
            <a:noFill/>
          </a:ln>
          <a:effectLst/>
          <a:extLst/>
        </p:spPr>
        <p:txBody>
          <a:bodyPr/>
          <a:lstStyle>
            <a:lvl1pPr>
              <a:defRPr lang="en-US" sz="1200" smtClean="0"/>
            </a:lvl1pPr>
            <a:lvl2pPr>
              <a:defRPr lang="en-US" sz="1100" smtClean="0"/>
            </a:lvl2pPr>
            <a:lvl3pPr>
              <a:defRPr lang="en-US" sz="1100" smtClean="0"/>
            </a:lvl3pPr>
            <a:lvl4pPr>
              <a:defRPr lang="en-US" sz="1100" smtClean="0"/>
            </a:lvl4pPr>
            <a:lvl5pPr>
              <a:defRPr lang="en-US"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ight Arrow Callout 12"/>
          <p:cNvSpPr/>
          <p:nvPr userDrawn="1"/>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rgbClr val="0C2074"/>
                </a:solidFill>
              </a:ln>
              <a:solidFill>
                <a:prstClr val="white"/>
              </a:solidFill>
            </a:endParaRPr>
          </a:p>
        </p:txBody>
      </p:sp>
    </p:spTree>
    <p:extLst>
      <p:ext uri="{BB962C8B-B14F-4D97-AF65-F5344CB8AC3E}">
        <p14:creationId xmlns:p14="http://schemas.microsoft.com/office/powerpoint/2010/main" val="4399641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173" name="think-cell Slide" r:id="rId4" imgW="360" imgH="360" progId="TCLayout.ActiveDocument.1">
                  <p:embed/>
                </p:oleObj>
              </mc:Choice>
              <mc:Fallback>
                <p:oleObj name="think-cell Slide" r:id="rId4" imgW="360" imgH="360" progId="TCLayout.ActiveDocument.1">
                  <p:embed/>
                  <p:pic>
                    <p:nvPicPr>
                      <p:cNvPr id="4" name="Object 3"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407568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sub title/content ">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197" name="think-cell Slide" r:id="rId4" imgW="270" imgH="270" progId="TCLayout.ActiveDocument.1">
                  <p:embed/>
                </p:oleObj>
              </mc:Choice>
              <mc:Fallback>
                <p:oleObj name="think-cell Slide" r:id="rId4" imgW="270" imgH="270" progId="TCLayout.ActiveDocument.1">
                  <p:embed/>
                  <p:pic>
                    <p:nvPicPr>
                      <p:cNvPr id="5" name="Object 4"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917700"/>
            <a:ext cx="8229600" cy="40258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7482847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400327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1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71697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Title/ 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43189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2 col w/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quarter" idx="10"/>
          </p:nvPr>
        </p:nvSpPr>
        <p:spPr>
          <a:xfrm>
            <a:off x="457200"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11"/>
          </p:nvPr>
        </p:nvSpPr>
        <p:spPr>
          <a:xfrm>
            <a:off x="4645152"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2"/>
          </p:nvPr>
        </p:nvSpPr>
        <p:spPr>
          <a:xfrm>
            <a:off x="457200" y="3124200"/>
            <a:ext cx="8229600" cy="291084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145583373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07318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47113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lef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p:cNvSpPr>
            <a:spLocks noGrp="1"/>
          </p:cNvSpPr>
          <p:nvPr>
            <p:ph type="pic" sz="quarter" idx="10"/>
          </p:nvPr>
        </p:nvSpPr>
        <p:spPr>
          <a:xfrm>
            <a:off x="4648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18541378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righ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5"/>
          <p:cNvSpPr>
            <a:spLocks noGrp="1"/>
          </p:cNvSpPr>
          <p:nvPr>
            <p:ph type="pic" sz="quarter" idx="10"/>
          </p:nvPr>
        </p:nvSpPr>
        <p:spPr>
          <a:xfrm>
            <a:off x="457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19968377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1 sub title/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6746326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2 sub titles/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04843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2 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3646449"/>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0375001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2 sub titles/2 row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16151"/>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4332249"/>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idx="1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2"/>
          <p:cNvSpPr>
            <a:spLocks noGrp="1"/>
          </p:cNvSpPr>
          <p:nvPr>
            <p:ph type="body" idx="12"/>
          </p:nvPr>
        </p:nvSpPr>
        <p:spPr>
          <a:xfrm>
            <a:off x="457200" y="3584691"/>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0792226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Title/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0245" name="think-cell Slide" r:id="rId4" imgW="360" imgH="360" progId="TCLayout.ActiveDocument.1">
                  <p:embed/>
                </p:oleObj>
              </mc:Choice>
              <mc:Fallback>
                <p:oleObj name="think-cell Slide" r:id="rId4" imgW="360" imgH="360" progId="TCLayout.ActiveDocument.1">
                  <p:embed/>
                  <p:pic>
                    <p:nvPicPr>
                      <p:cNvPr id="4" name="Object 3"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2713287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sub title/content ">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1269" name="think-cell Slide" r:id="rId4" imgW="270" imgH="270" progId="TCLayout.ActiveDocument.1">
                  <p:embed/>
                </p:oleObj>
              </mc:Choice>
              <mc:Fallback>
                <p:oleObj name="think-cell Slide" r:id="rId4" imgW="270" imgH="270" progId="TCLayout.ActiveDocument.1">
                  <p:embed/>
                  <p:pic>
                    <p:nvPicPr>
                      <p:cNvPr id="5" name="Object 4"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917700"/>
            <a:ext cx="8229600" cy="40258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276617941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601502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1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3184107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Title/ 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8674612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2 col w/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quarter" idx="10"/>
          </p:nvPr>
        </p:nvSpPr>
        <p:spPr>
          <a:xfrm>
            <a:off x="457200"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11"/>
          </p:nvPr>
        </p:nvSpPr>
        <p:spPr>
          <a:xfrm>
            <a:off x="4645152"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2"/>
          </p:nvPr>
        </p:nvSpPr>
        <p:spPr>
          <a:xfrm>
            <a:off x="457200" y="3124200"/>
            <a:ext cx="8229600" cy="291084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87022606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5904665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9521933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lef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p:cNvSpPr>
            <a:spLocks noGrp="1"/>
          </p:cNvSpPr>
          <p:nvPr>
            <p:ph type="pic" sz="quarter" idx="10"/>
          </p:nvPr>
        </p:nvSpPr>
        <p:spPr>
          <a:xfrm>
            <a:off x="4648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317629683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righ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5"/>
          <p:cNvSpPr>
            <a:spLocks noGrp="1"/>
          </p:cNvSpPr>
          <p:nvPr>
            <p:ph type="pic" sz="quarter" idx="10"/>
          </p:nvPr>
        </p:nvSpPr>
        <p:spPr>
          <a:xfrm>
            <a:off x="457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277136760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1 sub title/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9653370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2 sub titles/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5073376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2 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3646449"/>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550830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2 sub titles/2 row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16151"/>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4332249"/>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idx="1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2"/>
          <p:cNvSpPr>
            <a:spLocks noGrp="1"/>
          </p:cNvSpPr>
          <p:nvPr>
            <p:ph type="body" idx="12"/>
          </p:nvPr>
        </p:nvSpPr>
        <p:spPr>
          <a:xfrm>
            <a:off x="457200" y="3584691"/>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0292543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9265289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sub title/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917700"/>
            <a:ext cx="8229600" cy="40258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295345752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5115255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1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4260624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Title/ 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3674985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lef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p:cNvSpPr>
            <a:spLocks noGrp="1"/>
          </p:cNvSpPr>
          <p:nvPr>
            <p:ph type="pic" sz="quarter" idx="10"/>
          </p:nvPr>
        </p:nvSpPr>
        <p:spPr>
          <a:xfrm>
            <a:off x="4648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285055188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righ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5"/>
          <p:cNvSpPr>
            <a:spLocks noGrp="1"/>
          </p:cNvSpPr>
          <p:nvPr>
            <p:ph type="pic" sz="quarter" idx="10"/>
          </p:nvPr>
        </p:nvSpPr>
        <p:spPr>
          <a:xfrm>
            <a:off x="457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127189606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1 sub title/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19700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19700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57200" y="4038600"/>
            <a:ext cx="8229600" cy="1905000"/>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4554814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2 col w/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13" name="Content Placeholder 2"/>
          <p:cNvSpPr>
            <a:spLocks noGrp="1"/>
          </p:cNvSpPr>
          <p:nvPr>
            <p:ph sz="half" idx="1"/>
          </p:nvPr>
        </p:nvSpPr>
        <p:spPr>
          <a:xfrm>
            <a:off x="457200" y="1380744"/>
            <a:ext cx="4038600" cy="15910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sz="half" idx="13"/>
          </p:nvPr>
        </p:nvSpPr>
        <p:spPr>
          <a:xfrm>
            <a:off x="4648200" y="1380744"/>
            <a:ext cx="4038600" cy="15910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Picture Placeholder 5"/>
          <p:cNvSpPr>
            <a:spLocks noGrp="1"/>
          </p:cNvSpPr>
          <p:nvPr>
            <p:ph type="pic" sz="quarter" idx="10"/>
          </p:nvPr>
        </p:nvSpPr>
        <p:spPr>
          <a:xfrm>
            <a:off x="457200" y="3124200"/>
            <a:ext cx="8229600" cy="28194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309938835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2 sub titles/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1269245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2 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3646449"/>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2766747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2 sub titles/2 row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16151"/>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4332249"/>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idx="1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2"/>
          <p:cNvSpPr>
            <a:spLocks noGrp="1"/>
          </p:cNvSpPr>
          <p:nvPr>
            <p:ph type="body" idx="12"/>
          </p:nvPr>
        </p:nvSpPr>
        <p:spPr>
          <a:xfrm>
            <a:off x="457200" y="3584691"/>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8345164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2645758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6249690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Section divider 1">
    <p:spTree>
      <p:nvGrpSpPr>
        <p:cNvPr id="1" name=""/>
        <p:cNvGrpSpPr/>
        <p:nvPr/>
      </p:nvGrpSpPr>
      <p:grpSpPr>
        <a:xfrm>
          <a:off x="0" y="0"/>
          <a:ext cx="0" cy="0"/>
          <a:chOff x="0" y="0"/>
          <a:chExt cx="0" cy="0"/>
        </a:xfrm>
      </p:grpSpPr>
      <p:sp>
        <p:nvSpPr>
          <p:cNvPr id="7" name="Rectangle 9"/>
          <p:cNvSpPr/>
          <p:nvPr userDrawn="1"/>
        </p:nvSpPr>
        <p:spPr>
          <a:xfrm>
            <a:off x="3175" y="3477259"/>
            <a:ext cx="9140824" cy="2679702"/>
          </a:xfrm>
          <a:prstGeom prst="rect">
            <a:avLst/>
          </a:prstGeom>
          <a:gradFill flip="none" rotWithShape="1">
            <a:gsLst>
              <a:gs pos="0">
                <a:schemeClr val="accent3"/>
              </a:gs>
              <a:gs pos="100000">
                <a:schemeClr val="accent3"/>
              </a:gs>
            </a:gsLst>
            <a:lin ang="2700000" scaled="1"/>
            <a:tileRect/>
          </a:gradFill>
          <a:ln>
            <a:noFill/>
          </a:ln>
          <a:effectLst/>
          <a:scene3d>
            <a:camera prst="orthographicFront">
              <a:rot lat="0" lon="0" rev="0"/>
            </a:camera>
            <a:lightRig rig="contrasting" dir="t">
              <a:rot lat="0" lon="0" rev="7800000"/>
            </a:lightRig>
          </a:scene3d>
          <a:sp3d>
            <a:bevelT w="317500" h="152400" prst="ribl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5" name="Text Placeholder 2"/>
          <p:cNvSpPr>
            <a:spLocks noGrp="1"/>
          </p:cNvSpPr>
          <p:nvPr userDrawn="1">
            <p:ph type="body" sz="quarter" idx="10"/>
          </p:nvPr>
        </p:nvSpPr>
        <p:spPr>
          <a:xfrm>
            <a:off x="520066" y="4513739"/>
            <a:ext cx="5408294" cy="303846"/>
          </a:xfrm>
          <a:prstGeom prst="rect">
            <a:avLst/>
          </a:prstGeom>
        </p:spPr>
        <p:txBody>
          <a:bodyPr anchor="b"/>
          <a:lstStyle>
            <a:lvl1pPr marL="0" indent="0">
              <a:lnSpc>
                <a:spcPts val="1200"/>
              </a:lnSpc>
              <a:buNone/>
              <a:defRPr sz="2000" b="1">
                <a:solidFill>
                  <a:schemeClr val="tx1"/>
                </a:solidFill>
                <a:latin typeface="Arial" panose="020B0604020202020204" pitchFamily="34" charset="0"/>
              </a:defRPr>
            </a:lvl1pPr>
          </a:lstStyle>
          <a:p>
            <a:pPr lvl="0"/>
            <a:r>
              <a:rPr lang="en-US"/>
              <a:t>Click to edit Master text styles</a:t>
            </a:r>
          </a:p>
        </p:txBody>
      </p:sp>
      <p:sp>
        <p:nvSpPr>
          <p:cNvPr id="6" name="Text Placeholder 2"/>
          <p:cNvSpPr>
            <a:spLocks noGrp="1"/>
          </p:cNvSpPr>
          <p:nvPr userDrawn="1">
            <p:ph type="body" sz="quarter" idx="11"/>
          </p:nvPr>
        </p:nvSpPr>
        <p:spPr>
          <a:xfrm>
            <a:off x="520066" y="4886325"/>
            <a:ext cx="5370194" cy="752475"/>
          </a:xfrm>
          <a:prstGeom prst="rect">
            <a:avLst/>
          </a:prstGeom>
        </p:spPr>
        <p:txBody>
          <a:bodyPr anchor="t"/>
          <a:lstStyle>
            <a:lvl1pPr marL="0" indent="0">
              <a:lnSpc>
                <a:spcPts val="3200"/>
              </a:lnSpc>
              <a:spcBef>
                <a:spcPts val="0"/>
              </a:spcBef>
              <a:buNone/>
              <a:defRPr sz="3600" b="1">
                <a:solidFill>
                  <a:schemeClr val="bg1"/>
                </a:solidFill>
                <a:latin typeface="Arial" panose="020B0604020202020204" pitchFamily="34" charset="0"/>
              </a:defRPr>
            </a:lvl1pPr>
          </a:lstStyle>
          <a:p>
            <a:pPr lvl="0"/>
            <a:r>
              <a:rPr lang="en-US" dirty="0"/>
              <a:t>Click to edit Master text styles</a:t>
            </a:r>
          </a:p>
        </p:txBody>
      </p:sp>
      <p:sp>
        <p:nvSpPr>
          <p:cNvPr id="9" name="Right Arrow Callout 12"/>
          <p:cNvSpPr/>
          <p:nvPr userDrawn="1"/>
        </p:nvSpPr>
        <p:spPr>
          <a:xfrm rot="5400000">
            <a:off x="7626779" y="2830517"/>
            <a:ext cx="870477" cy="216396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0477" h="2163966">
                <a:moveTo>
                  <a:pt x="0" y="2163965"/>
                </a:moveTo>
                <a:lnTo>
                  <a:pt x="275168" y="2163966"/>
                </a:lnTo>
                <a:cubicBezTo>
                  <a:pt x="275169" y="2010772"/>
                  <a:pt x="275167" y="783635"/>
                  <a:pt x="275168" y="630441"/>
                </a:cubicBezTo>
                <a:cubicBezTo>
                  <a:pt x="274724" y="525666"/>
                  <a:pt x="274281" y="420891"/>
                  <a:pt x="273837" y="316116"/>
                </a:cubicBezTo>
                <a:lnTo>
                  <a:pt x="778802" y="317307"/>
                </a:lnTo>
                <a:lnTo>
                  <a:pt x="870477" y="594722"/>
                </a:lnTo>
                <a:lnTo>
                  <a:pt x="778802" y="874518"/>
                </a:lnTo>
                <a:lnTo>
                  <a:pt x="463296" y="875711"/>
                </a:lnTo>
                <a:cubicBezTo>
                  <a:pt x="462060" y="583807"/>
                  <a:pt x="465576" y="291904"/>
                  <a:pt x="464340" y="0"/>
                </a:cubicBezTo>
              </a:path>
            </a:pathLst>
          </a:custGeom>
          <a:noFill/>
          <a:ln w="444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Tree>
    <p:extLst>
      <p:ext uri="{BB962C8B-B14F-4D97-AF65-F5344CB8AC3E}">
        <p14:creationId xmlns:p14="http://schemas.microsoft.com/office/powerpoint/2010/main" val="56272718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Title option 2">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57200" y="6369625"/>
            <a:ext cx="1143000" cy="285442"/>
          </a:xfrm>
          <a:prstGeom prst="rect">
            <a:avLst/>
          </a:prstGeom>
        </p:spPr>
      </p:pic>
      <p:pic>
        <p:nvPicPr>
          <p:cNvPr id="5" name="Picture 4"/>
          <p:cNvPicPr>
            <a:picLocks noChangeAspect="1"/>
          </p:cNvPicPr>
          <p:nvPr userDrawn="1"/>
        </p:nvPicPr>
        <p:blipFill rotWithShape="1">
          <a:blip r:embed="rId3" cstate="screen">
            <a:extLst>
              <a:ext uri="{28A0092B-C50C-407E-A947-70E740481C1C}">
                <a14:useLocalDpi xmlns:a14="http://schemas.microsoft.com/office/drawing/2010/main" val="0"/>
              </a:ext>
            </a:extLst>
          </a:blip>
          <a:srcRect t="8106"/>
          <a:stretch/>
        </p:blipFill>
        <p:spPr>
          <a:xfrm>
            <a:off x="-18" y="0"/>
            <a:ext cx="8686818" cy="5943600"/>
          </a:xfrm>
          <a:prstGeom prst="rect">
            <a:avLst/>
          </a:prstGeom>
        </p:spPr>
      </p:pic>
      <p:sp>
        <p:nvSpPr>
          <p:cNvPr id="6" name="Title 1"/>
          <p:cNvSpPr>
            <a:spLocks noGrp="1"/>
          </p:cNvSpPr>
          <p:nvPr>
            <p:ph type="title" hasCustomPrompt="1"/>
          </p:nvPr>
        </p:nvSpPr>
        <p:spPr>
          <a:xfrm>
            <a:off x="457200" y="968828"/>
            <a:ext cx="5659438" cy="1362075"/>
          </a:xfrm>
        </p:spPr>
        <p:txBody>
          <a:bodyPr anchor="b" anchorCtr="0">
            <a:normAutofit/>
          </a:bodyPr>
          <a:lstStyle>
            <a:lvl1pPr algn="l">
              <a:defRPr sz="3600" b="1" cap="none"/>
            </a:lvl1pPr>
          </a:lstStyle>
          <a:p>
            <a:r>
              <a:rPr lang="en-US" dirty="0"/>
              <a:t>Click to edit master title style</a:t>
            </a:r>
          </a:p>
        </p:txBody>
      </p:sp>
      <p:sp>
        <p:nvSpPr>
          <p:cNvPr id="7" name="Text Placeholder 2"/>
          <p:cNvSpPr>
            <a:spLocks noGrp="1"/>
          </p:cNvSpPr>
          <p:nvPr>
            <p:ph type="body" idx="1"/>
          </p:nvPr>
        </p:nvSpPr>
        <p:spPr>
          <a:xfrm>
            <a:off x="457200" y="2601914"/>
            <a:ext cx="5659438" cy="674686"/>
          </a:xfrm>
        </p:spPr>
        <p:txBody>
          <a:bodyPr anchor="t" anchorCtr="0"/>
          <a:lstStyle>
            <a:lvl1pPr marL="0" indent="0">
              <a:buNone/>
              <a:defRPr sz="24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8" name="Text Placeholder 2"/>
          <p:cNvSpPr>
            <a:spLocks noGrp="1"/>
          </p:cNvSpPr>
          <p:nvPr>
            <p:ph type="body" idx="12"/>
          </p:nvPr>
        </p:nvSpPr>
        <p:spPr>
          <a:xfrm>
            <a:off x="400050" y="4800600"/>
            <a:ext cx="5334000" cy="341656"/>
          </a:xfrm>
        </p:spPr>
        <p:txBody>
          <a:bodyPr anchor="t" anchorCtr="0"/>
          <a:lstStyle>
            <a:lvl1pPr marL="0" indent="0">
              <a:buNone/>
              <a:defRPr sz="18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2"/>
          <p:cNvSpPr>
            <a:spLocks noGrp="1"/>
          </p:cNvSpPr>
          <p:nvPr>
            <p:ph type="body" idx="13"/>
          </p:nvPr>
        </p:nvSpPr>
        <p:spPr>
          <a:xfrm>
            <a:off x="400050" y="5143155"/>
            <a:ext cx="5334000" cy="341656"/>
          </a:xfrm>
        </p:spPr>
        <p:txBody>
          <a:bodyPr anchor="t" anchorCtr="0"/>
          <a:lstStyle>
            <a:lvl1pPr marL="0" indent="0">
              <a:buNone/>
              <a:defRPr sz="1600" i="1">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9332675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3317" name="think-cell Slide" r:id="rId4" imgW="360" imgH="360" progId="TCLayout.ActiveDocument.1">
                  <p:embed/>
                </p:oleObj>
              </mc:Choice>
              <mc:Fallback>
                <p:oleObj name="think-cell Slide" r:id="rId4" imgW="360" imgH="360" progId="TCLayout.ActiveDocument.1">
                  <p:embed/>
                  <p:pic>
                    <p:nvPicPr>
                      <p:cNvPr id="4" name="Object 3"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5155590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sub title/content ">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4341" name="think-cell Slide" r:id="rId4" imgW="270" imgH="270" progId="TCLayout.ActiveDocument.1">
                  <p:embed/>
                </p:oleObj>
              </mc:Choice>
              <mc:Fallback>
                <p:oleObj name="think-cell Slide" r:id="rId4" imgW="270" imgH="270" progId="TCLayout.ActiveDocument.1">
                  <p:embed/>
                  <p:pic>
                    <p:nvPicPr>
                      <p:cNvPr id="5" name="Object 4"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917700"/>
            <a:ext cx="8229600" cy="40258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03980446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Obj" preserve="1">
  <p:cSld name="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7973816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1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0580111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Title/ 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2172008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2 col w/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quarter" idx="10"/>
          </p:nvPr>
        </p:nvSpPr>
        <p:spPr>
          <a:xfrm>
            <a:off x="457200"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11"/>
          </p:nvPr>
        </p:nvSpPr>
        <p:spPr>
          <a:xfrm>
            <a:off x="4645152"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2"/>
          </p:nvPr>
        </p:nvSpPr>
        <p:spPr>
          <a:xfrm>
            <a:off x="457200" y="3124200"/>
            <a:ext cx="8229600" cy="291084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10491548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reserve="1">
  <p:cSld name="Title no conten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5365"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8989572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8577931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lef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p:cNvSpPr>
            <a:spLocks noGrp="1"/>
          </p:cNvSpPr>
          <p:nvPr>
            <p:ph type="pic" sz="quarter" idx="10"/>
          </p:nvPr>
        </p:nvSpPr>
        <p:spPr>
          <a:xfrm>
            <a:off x="4648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184138736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righ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5"/>
          <p:cNvSpPr>
            <a:spLocks noGrp="1"/>
          </p:cNvSpPr>
          <p:nvPr>
            <p:ph type="pic" sz="quarter" idx="10"/>
          </p:nvPr>
        </p:nvSpPr>
        <p:spPr>
          <a:xfrm>
            <a:off x="457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66810694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1 sub title/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3314481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2 sub titles/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9726659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2 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3646449"/>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9195520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2 sub titles/2 row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16151"/>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4332249"/>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idx="1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2"/>
          <p:cNvSpPr>
            <a:spLocks noGrp="1"/>
          </p:cNvSpPr>
          <p:nvPr>
            <p:ph type="body" idx="12"/>
          </p:nvPr>
        </p:nvSpPr>
        <p:spPr>
          <a:xfrm>
            <a:off x="457200" y="3584691"/>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56676789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Title/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nvPr>
        </p:nvGraphicFramePr>
        <p:xfrm>
          <a:off x="1589" y="1592"/>
          <a:ext cx="1587" cy="1587"/>
        </p:xfrm>
        <a:graphic>
          <a:graphicData uri="http://schemas.openxmlformats.org/presentationml/2006/ole">
            <mc:AlternateContent xmlns:mc="http://schemas.openxmlformats.org/markup-compatibility/2006">
              <mc:Choice xmlns:v="urn:schemas-microsoft-com:vml" Requires="v">
                <p:oleObj spid="_x0000_s17413" name="think-cell Slide" r:id="rId4" imgW="360" imgH="360" progId="TCLayout.ActiveDocument.1">
                  <p:embed/>
                </p:oleObj>
              </mc:Choice>
              <mc:Fallback>
                <p:oleObj name="think-cell Slide" r:id="rId4" imgW="360" imgH="360" progId="TCLayout.ActiveDocument.1">
                  <p:embed/>
                  <p:pic>
                    <p:nvPicPr>
                      <p:cNvPr id="4" name="Object 3" hidden="1"/>
                      <p:cNvPicPr/>
                      <p:nvPr/>
                    </p:nvPicPr>
                    <p:blipFill>
                      <a:blip r:embed="rId5"/>
                      <a:stretch>
                        <a:fillRect/>
                      </a:stretch>
                    </p:blipFill>
                    <p:spPr>
                      <a:xfrm>
                        <a:off x="1589" y="1592"/>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1053091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sub title/content ">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nvPr>
        </p:nvGraphicFramePr>
        <p:xfrm>
          <a:off x="1589" y="1592"/>
          <a:ext cx="1587" cy="1587"/>
        </p:xfrm>
        <a:graphic>
          <a:graphicData uri="http://schemas.openxmlformats.org/presentationml/2006/ole">
            <mc:AlternateContent xmlns:mc="http://schemas.openxmlformats.org/markup-compatibility/2006">
              <mc:Choice xmlns:v="urn:schemas-microsoft-com:vml" Requires="v">
                <p:oleObj spid="_x0000_s18437" name="think-cell Slide" r:id="rId4" imgW="270" imgH="270" progId="TCLayout.ActiveDocument.1">
                  <p:embed/>
                </p:oleObj>
              </mc:Choice>
              <mc:Fallback>
                <p:oleObj name="think-cell Slide" r:id="rId4" imgW="270" imgH="270" progId="TCLayout.ActiveDocument.1">
                  <p:embed/>
                  <p:pic>
                    <p:nvPicPr>
                      <p:cNvPr id="5" name="Object 4" hidden="1"/>
                      <p:cNvPicPr/>
                      <p:nvPr/>
                    </p:nvPicPr>
                    <p:blipFill>
                      <a:blip r:embed="rId5"/>
                      <a:stretch>
                        <a:fillRect/>
                      </a:stretch>
                    </p:blipFill>
                    <p:spPr>
                      <a:xfrm>
                        <a:off x="1589" y="1592"/>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917704"/>
            <a:ext cx="8229600" cy="40258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Tree>
    <p:extLst>
      <p:ext uri="{BB962C8B-B14F-4D97-AF65-F5344CB8AC3E}">
        <p14:creationId xmlns:p14="http://schemas.microsoft.com/office/powerpoint/2010/main" val="184706882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 preserve="1">
  <p:cSld name="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0350706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1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7"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8999192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TxTwoObj" preserve="1">
  <p:cSld name="Title/ 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7" y="1143000"/>
            <a:ext cx="4041775" cy="639762"/>
          </a:xfrm>
        </p:spPr>
        <p:txBody>
          <a:bodyPr anchor="b"/>
          <a:lstStyle>
            <a:lvl1pPr marL="0" indent="0">
              <a:spcAft>
                <a:spcPts val="200"/>
              </a:spcAft>
              <a:buNone/>
              <a:defRPr sz="2200" b="0">
                <a:solidFill>
                  <a:schemeClr val="accent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7"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8410511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2 col w/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quarter" idx="10"/>
          </p:nvPr>
        </p:nvSpPr>
        <p:spPr>
          <a:xfrm>
            <a:off x="457200"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11"/>
          </p:nvPr>
        </p:nvSpPr>
        <p:spPr>
          <a:xfrm>
            <a:off x="4645152"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2"/>
          </p:nvPr>
        </p:nvSpPr>
        <p:spPr>
          <a:xfrm>
            <a:off x="457200" y="3124200"/>
            <a:ext cx="8229600" cy="291084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375820908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8449312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135337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lef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p:cNvSpPr>
            <a:spLocks noGrp="1"/>
          </p:cNvSpPr>
          <p:nvPr>
            <p:ph type="pic" sz="quarter" idx="10"/>
          </p:nvPr>
        </p:nvSpPr>
        <p:spPr>
          <a:xfrm>
            <a:off x="4648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104865941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righ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5"/>
          <p:cNvSpPr>
            <a:spLocks noGrp="1"/>
          </p:cNvSpPr>
          <p:nvPr>
            <p:ph type="pic" sz="quarter" idx="10"/>
          </p:nvPr>
        </p:nvSpPr>
        <p:spPr>
          <a:xfrm>
            <a:off x="457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383172"/>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1 sub title/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7"/>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7" y="1916117"/>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51" y="4049717"/>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1685271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2 sub titles/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7"/>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7" y="1143000"/>
            <a:ext cx="4041775" cy="639762"/>
          </a:xfrm>
        </p:spPr>
        <p:txBody>
          <a:bodyPr anchor="b"/>
          <a:lstStyle>
            <a:lvl1pPr marL="0" indent="0">
              <a:spcAft>
                <a:spcPts val="200"/>
              </a:spcAft>
              <a:buNone/>
              <a:defRPr sz="2200" b="0">
                <a:solidFill>
                  <a:schemeClr val="accent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7" y="1916117"/>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51" y="4049717"/>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24965814"/>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2 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3646449"/>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7817710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2 sub titles/2 row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16151"/>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4332249"/>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idx="11"/>
          </p:nvPr>
        </p:nvSpPr>
        <p:spPr>
          <a:xfrm>
            <a:off x="457200" y="1143000"/>
            <a:ext cx="8229600" cy="639762"/>
          </a:xfrm>
        </p:spPr>
        <p:txBody>
          <a:bodyPr anchor="b"/>
          <a:lstStyle>
            <a:lvl1pPr marL="0" indent="0">
              <a:spcAft>
                <a:spcPts val="200"/>
              </a:spcAft>
              <a:buNone/>
              <a:defRPr sz="2200" b="0">
                <a:solidFill>
                  <a:schemeClr val="accent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7" name="Text Placeholder 2"/>
          <p:cNvSpPr>
            <a:spLocks noGrp="1"/>
          </p:cNvSpPr>
          <p:nvPr>
            <p:ph type="body" idx="12"/>
          </p:nvPr>
        </p:nvSpPr>
        <p:spPr>
          <a:xfrm>
            <a:off x="457200" y="3584691"/>
            <a:ext cx="8229600" cy="639762"/>
          </a:xfrm>
        </p:spPr>
        <p:txBody>
          <a:bodyPr anchor="b"/>
          <a:lstStyle>
            <a:lvl1pPr marL="0" indent="0">
              <a:spcAft>
                <a:spcPts val="200"/>
              </a:spcAft>
              <a:buNone/>
              <a:defRPr sz="2200" b="0">
                <a:solidFill>
                  <a:schemeClr val="accent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Tree>
    <p:extLst>
      <p:ext uri="{BB962C8B-B14F-4D97-AF65-F5344CB8AC3E}">
        <p14:creationId xmlns:p14="http://schemas.microsoft.com/office/powerpoint/2010/main" val="192111886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Title/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0485" name="think-cell Slide" r:id="rId4" imgW="270" imgH="270" progId="TCLayout.ActiveDocument.1">
                  <p:embed/>
                </p:oleObj>
              </mc:Choice>
              <mc:Fallback>
                <p:oleObj name="think-cell Slide" r:id="rId4" imgW="270" imgH="270" progId="TCLayout.ActiveDocument.1">
                  <p:embed/>
                  <p:pic>
                    <p:nvPicPr>
                      <p:cNvPr id="4" name="Object 3"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86955391"/>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tle/sub title/content ">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1509" name="think-cell Slide" r:id="rId4" imgW="270" imgH="270" progId="TCLayout.ActiveDocument.1">
                  <p:embed/>
                </p:oleObj>
              </mc:Choice>
              <mc:Fallback>
                <p:oleObj name="think-cell Slide" r:id="rId4" imgW="270" imgH="270" progId="TCLayout.ActiveDocument.1">
                  <p:embed/>
                  <p:pic>
                    <p:nvPicPr>
                      <p:cNvPr id="5" name="Object 4"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917700"/>
            <a:ext cx="8229600" cy="40258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52092283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0739246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tle/1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14979835"/>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woTxTwoObj" preserve="1">
  <p:cSld name="Title/ 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2616424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itleOnly" preserve="1">
  <p:cSld name="Title no conten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2533"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285944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3557"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Tree>
    <p:extLst>
      <p:ext uri="{BB962C8B-B14F-4D97-AF65-F5344CB8AC3E}">
        <p14:creationId xmlns:p14="http://schemas.microsoft.com/office/powerpoint/2010/main" val="2566303464"/>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lef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p:cNvSpPr>
            <a:spLocks noGrp="1"/>
          </p:cNvSpPr>
          <p:nvPr>
            <p:ph type="pic" sz="quarter" idx="10"/>
          </p:nvPr>
        </p:nvSpPr>
        <p:spPr>
          <a:xfrm>
            <a:off x="4648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19805199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le/righ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5"/>
          <p:cNvSpPr>
            <a:spLocks noGrp="1"/>
          </p:cNvSpPr>
          <p:nvPr>
            <p:ph type="pic" sz="quarter" idx="10"/>
          </p:nvPr>
        </p:nvSpPr>
        <p:spPr>
          <a:xfrm>
            <a:off x="457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3183189058"/>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itle/1 sub title/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11595711"/>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itle/2 sub titles/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24890892"/>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itle/2 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3646449"/>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17770019"/>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2 sub titles/2 row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16151"/>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4332249"/>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idx="1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2"/>
          <p:cNvSpPr>
            <a:spLocks noGrp="1"/>
          </p:cNvSpPr>
          <p:nvPr>
            <p:ph type="body" idx="12"/>
          </p:nvPr>
        </p:nvSpPr>
        <p:spPr>
          <a:xfrm>
            <a:off x="457200" y="3584691"/>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2506888763"/>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userDrawn="1">
  <p:cSld name="Title option 2">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57200" y="6369625"/>
            <a:ext cx="1143000" cy="285442"/>
          </a:xfrm>
          <a:prstGeom prst="rect">
            <a:avLst/>
          </a:prstGeom>
        </p:spPr>
      </p:pic>
      <p:pic>
        <p:nvPicPr>
          <p:cNvPr id="5" name="Picture 4"/>
          <p:cNvPicPr>
            <a:picLocks noChangeAspect="1"/>
          </p:cNvPicPr>
          <p:nvPr userDrawn="1"/>
        </p:nvPicPr>
        <p:blipFill rotWithShape="1">
          <a:blip r:embed="rId3" cstate="screen">
            <a:extLst>
              <a:ext uri="{28A0092B-C50C-407E-A947-70E740481C1C}">
                <a14:useLocalDpi xmlns:a14="http://schemas.microsoft.com/office/drawing/2010/main" val="0"/>
              </a:ext>
            </a:extLst>
          </a:blip>
          <a:srcRect t="8106"/>
          <a:stretch/>
        </p:blipFill>
        <p:spPr>
          <a:xfrm>
            <a:off x="-18" y="0"/>
            <a:ext cx="8686818" cy="5943600"/>
          </a:xfrm>
          <a:prstGeom prst="rect">
            <a:avLst/>
          </a:prstGeom>
        </p:spPr>
      </p:pic>
      <p:sp>
        <p:nvSpPr>
          <p:cNvPr id="6" name="Title 1"/>
          <p:cNvSpPr>
            <a:spLocks noGrp="1"/>
          </p:cNvSpPr>
          <p:nvPr>
            <p:ph type="title" hasCustomPrompt="1"/>
          </p:nvPr>
        </p:nvSpPr>
        <p:spPr>
          <a:xfrm>
            <a:off x="457200" y="968828"/>
            <a:ext cx="5659438" cy="1362075"/>
          </a:xfrm>
        </p:spPr>
        <p:txBody>
          <a:bodyPr anchor="b" anchorCtr="0">
            <a:normAutofit/>
          </a:bodyPr>
          <a:lstStyle>
            <a:lvl1pPr algn="l">
              <a:defRPr sz="3600" b="1" cap="none"/>
            </a:lvl1pPr>
          </a:lstStyle>
          <a:p>
            <a:r>
              <a:rPr lang="en-US" dirty="0"/>
              <a:t>Click to edit master title style</a:t>
            </a:r>
          </a:p>
        </p:txBody>
      </p:sp>
      <p:sp>
        <p:nvSpPr>
          <p:cNvPr id="7" name="Text Placeholder 2"/>
          <p:cNvSpPr>
            <a:spLocks noGrp="1"/>
          </p:cNvSpPr>
          <p:nvPr>
            <p:ph type="body" idx="1"/>
          </p:nvPr>
        </p:nvSpPr>
        <p:spPr>
          <a:xfrm>
            <a:off x="457200" y="2601914"/>
            <a:ext cx="5659438" cy="674686"/>
          </a:xfrm>
        </p:spPr>
        <p:txBody>
          <a:bodyPr anchor="t" anchorCtr="0"/>
          <a:lstStyle>
            <a:lvl1pPr marL="0" indent="0">
              <a:buNone/>
              <a:defRPr sz="24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8" name="Text Placeholder 2"/>
          <p:cNvSpPr>
            <a:spLocks noGrp="1"/>
          </p:cNvSpPr>
          <p:nvPr>
            <p:ph type="body" idx="12"/>
          </p:nvPr>
        </p:nvSpPr>
        <p:spPr>
          <a:xfrm>
            <a:off x="400050" y="4800600"/>
            <a:ext cx="5334000" cy="341656"/>
          </a:xfrm>
        </p:spPr>
        <p:txBody>
          <a:bodyPr anchor="t" anchorCtr="0"/>
          <a:lstStyle>
            <a:lvl1pPr marL="0" indent="0">
              <a:buNone/>
              <a:defRPr sz="18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Text Placeholder 2"/>
          <p:cNvSpPr>
            <a:spLocks noGrp="1"/>
          </p:cNvSpPr>
          <p:nvPr>
            <p:ph type="body" idx="13"/>
          </p:nvPr>
        </p:nvSpPr>
        <p:spPr>
          <a:xfrm>
            <a:off x="400050" y="5143155"/>
            <a:ext cx="5334000" cy="341656"/>
          </a:xfrm>
        </p:spPr>
        <p:txBody>
          <a:bodyPr anchor="t" anchorCtr="0"/>
          <a:lstStyle>
            <a:lvl1pPr marL="0" indent="0">
              <a:buNone/>
              <a:defRPr sz="1600" i="1">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3271805447"/>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obj" preserve="1">
  <p:cSld name="Title/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5605" name="think-cell Slide" r:id="rId4" imgW="270" imgH="270" progId="TCLayout.ActiveDocument.1">
                  <p:embed/>
                </p:oleObj>
              </mc:Choice>
              <mc:Fallback>
                <p:oleObj name="think-cell Slide" r:id="rId4" imgW="270" imgH="270" progId="TCLayout.ActiveDocument.1">
                  <p:embed/>
                  <p:pic>
                    <p:nvPicPr>
                      <p:cNvPr id="4" name="Object 3"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41063080"/>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sub title/content ">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6629" name="think-cell Slide" r:id="rId4" imgW="270" imgH="270" progId="TCLayout.ActiveDocument.1">
                  <p:embed/>
                </p:oleObj>
              </mc:Choice>
              <mc:Fallback>
                <p:oleObj name="think-cell Slide" r:id="rId4" imgW="270" imgH="270" progId="TCLayout.ActiveDocument.1">
                  <p:embed/>
                  <p:pic>
                    <p:nvPicPr>
                      <p:cNvPr id="5" name="Object 4"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917700"/>
            <a:ext cx="8229600" cy="40258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954276013"/>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twoObj" preserve="1">
  <p:cSld name="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88693751"/>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1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7354520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twoTxTwoObj" preserve="1">
  <p:cSld name="Title/ 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55906573"/>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titleOnly" preserve="1">
  <p:cSld name="Title no conten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7653"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61132831"/>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8677"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Tree>
    <p:extLst>
      <p:ext uri="{BB962C8B-B14F-4D97-AF65-F5344CB8AC3E}">
        <p14:creationId xmlns:p14="http://schemas.microsoft.com/office/powerpoint/2010/main" val="1072172210"/>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lef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p:cNvSpPr>
            <a:spLocks noGrp="1"/>
          </p:cNvSpPr>
          <p:nvPr>
            <p:ph type="pic" sz="quarter" idx="10"/>
          </p:nvPr>
        </p:nvSpPr>
        <p:spPr>
          <a:xfrm>
            <a:off x="4648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1231907575"/>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righ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5"/>
          <p:cNvSpPr>
            <a:spLocks noGrp="1"/>
          </p:cNvSpPr>
          <p:nvPr>
            <p:ph type="pic" sz="quarter" idx="10"/>
          </p:nvPr>
        </p:nvSpPr>
        <p:spPr>
          <a:xfrm>
            <a:off x="457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836852116"/>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itle/1 sub title/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73442561"/>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2 sub titles/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87509978"/>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2 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3646449"/>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11236592"/>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itle/2 sub titles/2 row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16151"/>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4332249"/>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idx="1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2"/>
          <p:cNvSpPr>
            <a:spLocks noGrp="1"/>
          </p:cNvSpPr>
          <p:nvPr>
            <p:ph type="body" idx="12"/>
          </p:nvPr>
        </p:nvSpPr>
        <p:spPr>
          <a:xfrm>
            <a:off x="457200" y="3584691"/>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4150729834"/>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userDrawn="1">
  <p:cSld name="Title option 2">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57200" y="6369625"/>
            <a:ext cx="1143000" cy="285442"/>
          </a:xfrm>
          <a:prstGeom prst="rect">
            <a:avLst/>
          </a:prstGeom>
        </p:spPr>
      </p:pic>
      <p:pic>
        <p:nvPicPr>
          <p:cNvPr id="5" name="Picture 4"/>
          <p:cNvPicPr>
            <a:picLocks noChangeAspect="1"/>
          </p:cNvPicPr>
          <p:nvPr userDrawn="1"/>
        </p:nvPicPr>
        <p:blipFill rotWithShape="1">
          <a:blip r:embed="rId3" cstate="screen">
            <a:extLst>
              <a:ext uri="{28A0092B-C50C-407E-A947-70E740481C1C}">
                <a14:useLocalDpi xmlns:a14="http://schemas.microsoft.com/office/drawing/2010/main" val="0"/>
              </a:ext>
            </a:extLst>
          </a:blip>
          <a:srcRect t="8106"/>
          <a:stretch/>
        </p:blipFill>
        <p:spPr>
          <a:xfrm>
            <a:off x="-18" y="0"/>
            <a:ext cx="8686818" cy="5943600"/>
          </a:xfrm>
          <a:prstGeom prst="rect">
            <a:avLst/>
          </a:prstGeom>
        </p:spPr>
      </p:pic>
      <p:sp>
        <p:nvSpPr>
          <p:cNvPr id="6" name="Title 1"/>
          <p:cNvSpPr>
            <a:spLocks noGrp="1"/>
          </p:cNvSpPr>
          <p:nvPr>
            <p:ph type="title" hasCustomPrompt="1"/>
          </p:nvPr>
        </p:nvSpPr>
        <p:spPr>
          <a:xfrm>
            <a:off x="457200" y="968828"/>
            <a:ext cx="5659438" cy="1362075"/>
          </a:xfrm>
        </p:spPr>
        <p:txBody>
          <a:bodyPr anchor="b" anchorCtr="0">
            <a:normAutofit/>
          </a:bodyPr>
          <a:lstStyle>
            <a:lvl1pPr algn="l">
              <a:defRPr sz="3600" b="1" cap="none"/>
            </a:lvl1pPr>
          </a:lstStyle>
          <a:p>
            <a:r>
              <a:rPr lang="en-US" dirty="0"/>
              <a:t>Click to edit master title style</a:t>
            </a:r>
          </a:p>
        </p:txBody>
      </p:sp>
      <p:sp>
        <p:nvSpPr>
          <p:cNvPr id="7" name="Text Placeholder 2"/>
          <p:cNvSpPr>
            <a:spLocks noGrp="1"/>
          </p:cNvSpPr>
          <p:nvPr>
            <p:ph type="body" idx="1"/>
          </p:nvPr>
        </p:nvSpPr>
        <p:spPr>
          <a:xfrm>
            <a:off x="457200" y="2601914"/>
            <a:ext cx="5659438" cy="674686"/>
          </a:xfrm>
        </p:spPr>
        <p:txBody>
          <a:bodyPr anchor="t" anchorCtr="0"/>
          <a:lstStyle>
            <a:lvl1pPr marL="0" indent="0">
              <a:buNone/>
              <a:defRPr sz="24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8" name="Text Placeholder 2"/>
          <p:cNvSpPr>
            <a:spLocks noGrp="1"/>
          </p:cNvSpPr>
          <p:nvPr>
            <p:ph type="body" idx="12"/>
          </p:nvPr>
        </p:nvSpPr>
        <p:spPr>
          <a:xfrm>
            <a:off x="400050" y="4800600"/>
            <a:ext cx="5334000" cy="341656"/>
          </a:xfrm>
        </p:spPr>
        <p:txBody>
          <a:bodyPr anchor="t" anchorCtr="0"/>
          <a:lstStyle>
            <a:lvl1pPr marL="0" indent="0">
              <a:buNone/>
              <a:defRPr sz="18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Text Placeholder 2"/>
          <p:cNvSpPr>
            <a:spLocks noGrp="1"/>
          </p:cNvSpPr>
          <p:nvPr>
            <p:ph type="body" idx="13"/>
          </p:nvPr>
        </p:nvSpPr>
        <p:spPr>
          <a:xfrm>
            <a:off x="400050" y="5143155"/>
            <a:ext cx="5334000" cy="341656"/>
          </a:xfrm>
        </p:spPr>
        <p:txBody>
          <a:bodyPr anchor="t" anchorCtr="0"/>
          <a:lstStyle>
            <a:lvl1pPr marL="0" indent="0">
              <a:buNone/>
              <a:defRPr sz="1600" i="1">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141401080"/>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obj" preserve="1">
  <p:cSld name="Title/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0725" name="think-cell Slide" r:id="rId4" imgW="270" imgH="270" progId="TCLayout.ActiveDocument.1">
                  <p:embed/>
                </p:oleObj>
              </mc:Choice>
              <mc:Fallback>
                <p:oleObj name="think-cell Slide" r:id="rId4" imgW="270" imgH="270" progId="TCLayout.ActiveDocument.1">
                  <p:embed/>
                  <p:pic>
                    <p:nvPicPr>
                      <p:cNvPr id="4" name="Object 3"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71293886"/>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itle/sub title/content ">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1749" name="think-cell Slide" r:id="rId4" imgW="270" imgH="270" progId="TCLayout.ActiveDocument.1">
                  <p:embed/>
                </p:oleObj>
              </mc:Choice>
              <mc:Fallback>
                <p:oleObj name="think-cell Slide" r:id="rId4" imgW="270" imgH="270" progId="TCLayout.ActiveDocument.1">
                  <p:embed/>
                  <p:pic>
                    <p:nvPicPr>
                      <p:cNvPr id="5" name="Object 4"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917700"/>
            <a:ext cx="8229600" cy="40258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169213235"/>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twoObj" preserve="1">
  <p:cSld name="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72886015"/>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itle/1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48927055"/>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twoTxTwoObj" preserve="1">
  <p:cSld name="Title/ 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11265457"/>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titleOnly" preserve="1">
  <p:cSld name="Title no conten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2773"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26435508"/>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3797"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Tree>
    <p:extLst>
      <p:ext uri="{BB962C8B-B14F-4D97-AF65-F5344CB8AC3E}">
        <p14:creationId xmlns:p14="http://schemas.microsoft.com/office/powerpoint/2010/main" val="1671388025"/>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itle/lef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p:cNvSpPr>
            <a:spLocks noGrp="1"/>
          </p:cNvSpPr>
          <p:nvPr>
            <p:ph type="pic" sz="quarter" idx="10"/>
          </p:nvPr>
        </p:nvSpPr>
        <p:spPr>
          <a:xfrm>
            <a:off x="4648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1712300669"/>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Title/righ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5"/>
          <p:cNvSpPr>
            <a:spLocks noGrp="1"/>
          </p:cNvSpPr>
          <p:nvPr>
            <p:ph type="pic" sz="quarter" idx="10"/>
          </p:nvPr>
        </p:nvSpPr>
        <p:spPr>
          <a:xfrm>
            <a:off x="457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3836785113"/>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itle/1 sub title/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52982366"/>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itle/2 sub titles/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01849738"/>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itle/2 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3646449"/>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22816338"/>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itle/2 sub titles/2 row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16151"/>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4332249"/>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idx="1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2"/>
          <p:cNvSpPr>
            <a:spLocks noGrp="1"/>
          </p:cNvSpPr>
          <p:nvPr>
            <p:ph type="body" idx="12"/>
          </p:nvPr>
        </p:nvSpPr>
        <p:spPr>
          <a:xfrm>
            <a:off x="457200" y="3584691"/>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2536988577"/>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userDrawn="1">
  <p:cSld name="Title option 2">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57200" y="6369625"/>
            <a:ext cx="1143000" cy="285442"/>
          </a:xfrm>
          <a:prstGeom prst="rect">
            <a:avLst/>
          </a:prstGeom>
        </p:spPr>
      </p:pic>
      <p:pic>
        <p:nvPicPr>
          <p:cNvPr id="5" name="Picture 4"/>
          <p:cNvPicPr>
            <a:picLocks noChangeAspect="1"/>
          </p:cNvPicPr>
          <p:nvPr userDrawn="1"/>
        </p:nvPicPr>
        <p:blipFill rotWithShape="1">
          <a:blip r:embed="rId3" cstate="screen">
            <a:extLst>
              <a:ext uri="{28A0092B-C50C-407E-A947-70E740481C1C}">
                <a14:useLocalDpi xmlns:a14="http://schemas.microsoft.com/office/drawing/2010/main" val="0"/>
              </a:ext>
            </a:extLst>
          </a:blip>
          <a:srcRect t="8106"/>
          <a:stretch/>
        </p:blipFill>
        <p:spPr>
          <a:xfrm>
            <a:off x="-18" y="0"/>
            <a:ext cx="8686818" cy="5943600"/>
          </a:xfrm>
          <a:prstGeom prst="rect">
            <a:avLst/>
          </a:prstGeom>
        </p:spPr>
      </p:pic>
      <p:sp>
        <p:nvSpPr>
          <p:cNvPr id="6" name="Title 1"/>
          <p:cNvSpPr>
            <a:spLocks noGrp="1"/>
          </p:cNvSpPr>
          <p:nvPr>
            <p:ph type="title" hasCustomPrompt="1"/>
          </p:nvPr>
        </p:nvSpPr>
        <p:spPr>
          <a:xfrm>
            <a:off x="457200" y="968828"/>
            <a:ext cx="5659438" cy="1362075"/>
          </a:xfrm>
        </p:spPr>
        <p:txBody>
          <a:bodyPr anchor="b" anchorCtr="0">
            <a:normAutofit/>
          </a:bodyPr>
          <a:lstStyle>
            <a:lvl1pPr algn="l">
              <a:defRPr sz="3600" b="1" cap="none"/>
            </a:lvl1pPr>
          </a:lstStyle>
          <a:p>
            <a:r>
              <a:rPr lang="en-US" dirty="0"/>
              <a:t>Click to edit master title style</a:t>
            </a:r>
          </a:p>
        </p:txBody>
      </p:sp>
      <p:sp>
        <p:nvSpPr>
          <p:cNvPr id="7" name="Text Placeholder 2"/>
          <p:cNvSpPr>
            <a:spLocks noGrp="1"/>
          </p:cNvSpPr>
          <p:nvPr>
            <p:ph type="body" idx="1"/>
          </p:nvPr>
        </p:nvSpPr>
        <p:spPr>
          <a:xfrm>
            <a:off x="457200" y="2601914"/>
            <a:ext cx="5659438" cy="674686"/>
          </a:xfrm>
        </p:spPr>
        <p:txBody>
          <a:bodyPr anchor="t" anchorCtr="0"/>
          <a:lstStyle>
            <a:lvl1pPr marL="0" indent="0">
              <a:buNone/>
              <a:defRPr sz="24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8" name="Text Placeholder 2"/>
          <p:cNvSpPr>
            <a:spLocks noGrp="1"/>
          </p:cNvSpPr>
          <p:nvPr>
            <p:ph type="body" idx="12"/>
          </p:nvPr>
        </p:nvSpPr>
        <p:spPr>
          <a:xfrm>
            <a:off x="400050" y="4800600"/>
            <a:ext cx="5334000" cy="341656"/>
          </a:xfrm>
        </p:spPr>
        <p:txBody>
          <a:bodyPr anchor="t" anchorCtr="0"/>
          <a:lstStyle>
            <a:lvl1pPr marL="0" indent="0">
              <a:buNone/>
              <a:defRPr sz="18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Text Placeholder 2"/>
          <p:cNvSpPr>
            <a:spLocks noGrp="1"/>
          </p:cNvSpPr>
          <p:nvPr>
            <p:ph type="body" idx="13"/>
          </p:nvPr>
        </p:nvSpPr>
        <p:spPr>
          <a:xfrm>
            <a:off x="400050" y="5143155"/>
            <a:ext cx="5334000" cy="341656"/>
          </a:xfrm>
        </p:spPr>
        <p:txBody>
          <a:bodyPr anchor="t" anchorCtr="0"/>
          <a:lstStyle>
            <a:lvl1pPr marL="0" indent="0">
              <a:buNone/>
              <a:defRPr sz="1600" i="1">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3788435856"/>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userDrawn="1">
  <p:cSld name="Title w/photo">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screen">
            <a:extLst>
              <a:ext uri="{28A0092B-C50C-407E-A947-70E740481C1C}">
                <a14:useLocalDpi xmlns:a14="http://schemas.microsoft.com/office/drawing/2010/main" val="0"/>
              </a:ext>
            </a:extLst>
          </a:blip>
          <a:srcRect t="15214"/>
          <a:stretch/>
        </p:blipFill>
        <p:spPr>
          <a:xfrm>
            <a:off x="0" y="0"/>
            <a:ext cx="8674626" cy="5202186"/>
          </a:xfrm>
          <a:prstGeom prst="rect">
            <a:avLst/>
          </a:prstGeom>
        </p:spPr>
      </p:pic>
      <p:pic>
        <p:nvPicPr>
          <p:cNvPr id="6" name="Picture 5"/>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457200" y="6369625"/>
            <a:ext cx="1143000" cy="285442"/>
          </a:xfrm>
          <a:prstGeom prst="rect">
            <a:avLst/>
          </a:prstGeom>
        </p:spPr>
      </p:pic>
      <p:sp>
        <p:nvSpPr>
          <p:cNvPr id="8" name="Picture Placeholder 4"/>
          <p:cNvSpPr>
            <a:spLocks noGrp="1"/>
          </p:cNvSpPr>
          <p:nvPr>
            <p:ph type="pic" sz="quarter" idx="10"/>
          </p:nvPr>
        </p:nvSpPr>
        <p:spPr>
          <a:xfrm>
            <a:off x="0" y="0"/>
            <a:ext cx="7772400" cy="4505325"/>
          </a:xfrm>
        </p:spPr>
        <p:txBody>
          <a:bodyPr lIns="274320" tIns="548640"/>
          <a:lstStyle>
            <a:lvl1pPr marL="9144" indent="0">
              <a:buFontTx/>
              <a:buNone/>
              <a:defRPr sz="2800"/>
            </a:lvl1pPr>
          </a:lstStyle>
          <a:p>
            <a:r>
              <a:rPr lang="en-US" dirty="0"/>
              <a:t>Click icon to add picture</a:t>
            </a:r>
          </a:p>
        </p:txBody>
      </p:sp>
      <p:sp>
        <p:nvSpPr>
          <p:cNvPr id="9" name="Title 1"/>
          <p:cNvSpPr>
            <a:spLocks noGrp="1"/>
          </p:cNvSpPr>
          <p:nvPr>
            <p:ph type="title" hasCustomPrompt="1"/>
          </p:nvPr>
        </p:nvSpPr>
        <p:spPr>
          <a:xfrm>
            <a:off x="457200" y="4604658"/>
            <a:ext cx="7315200" cy="957942"/>
          </a:xfrm>
        </p:spPr>
        <p:txBody>
          <a:bodyPr anchor="b" anchorCtr="0">
            <a:noAutofit/>
          </a:bodyPr>
          <a:lstStyle>
            <a:lvl1pPr algn="l">
              <a:defRPr sz="3200" b="1" cap="none" baseline="0"/>
            </a:lvl1pPr>
          </a:lstStyle>
          <a:p>
            <a:r>
              <a:rPr lang="en-US" dirty="0"/>
              <a:t>Click to edit master title style</a:t>
            </a:r>
          </a:p>
        </p:txBody>
      </p:sp>
      <p:sp>
        <p:nvSpPr>
          <p:cNvPr id="10" name="Text Placeholder 2"/>
          <p:cNvSpPr>
            <a:spLocks noGrp="1"/>
          </p:cNvSpPr>
          <p:nvPr>
            <p:ph type="body" idx="1"/>
          </p:nvPr>
        </p:nvSpPr>
        <p:spPr>
          <a:xfrm>
            <a:off x="457200" y="5640389"/>
            <a:ext cx="7315200" cy="674686"/>
          </a:xfrm>
        </p:spPr>
        <p:txBody>
          <a:bodyPr anchor="t" anchorCtr="0"/>
          <a:lstStyle>
            <a:lvl1pPr marL="0" indent="0">
              <a:buNone/>
              <a:defRPr sz="20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930455613"/>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userDrawn="1">
  <p:cSld name="Expanded title/3 sub titles/3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457200" y="2068551"/>
            <a:ext cx="2666189" cy="43322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3260459" y="2068551"/>
            <a:ext cx="2611437" cy="43322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p:cNvSpPr>
            <a:spLocks noGrp="1"/>
          </p:cNvSpPr>
          <p:nvPr>
            <p:ph type="body" idx="10"/>
          </p:nvPr>
        </p:nvSpPr>
        <p:spPr>
          <a:xfrm>
            <a:off x="457200" y="1403197"/>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1"/>
          </p:nvPr>
        </p:nvSpPr>
        <p:spPr>
          <a:xfrm>
            <a:off x="3256156" y="1403197"/>
            <a:ext cx="2609385"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5"/>
          <p:cNvSpPr>
            <a:spLocks noGrp="1"/>
          </p:cNvSpPr>
          <p:nvPr>
            <p:ph sz="quarter" idx="12"/>
          </p:nvPr>
        </p:nvSpPr>
        <p:spPr>
          <a:xfrm>
            <a:off x="6003676" y="2068551"/>
            <a:ext cx="2667237" cy="4332249"/>
          </a:xfrm>
        </p:spPr>
        <p:txBody>
          <a:bodyPr/>
          <a:lstStyle>
            <a:lvl1pPr>
              <a:defRPr sz="1400"/>
            </a:lvl1pPr>
            <a:lvl2pPr>
              <a:defRPr sz="1200"/>
            </a:lvl2pPr>
            <a:lvl3pPr>
              <a:defRPr sz="1100"/>
            </a:lvl3pPr>
            <a:lvl4pPr>
              <a:defRPr sz="1000"/>
            </a:lvl4pPr>
            <a:lvl5pPr>
              <a:defRPr sz="9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2"/>
          <p:cNvSpPr>
            <a:spLocks noGrp="1"/>
          </p:cNvSpPr>
          <p:nvPr>
            <p:ph type="body" idx="13"/>
          </p:nvPr>
        </p:nvSpPr>
        <p:spPr>
          <a:xfrm>
            <a:off x="5999356" y="1403197"/>
            <a:ext cx="2665141" cy="541338"/>
          </a:xfrm>
        </p:spPr>
        <p:txBody>
          <a:bodyPr anchor="b"/>
          <a:lstStyle>
            <a:lvl1pPr marL="0" indent="0">
              <a:spcAft>
                <a:spcPts val="200"/>
              </a:spcAft>
              <a:buNone/>
              <a:defRPr sz="1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81108983"/>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grpSp>
        <p:nvGrpSpPr>
          <p:cNvPr id="13" name="Group 12"/>
          <p:cNvGrpSpPr/>
          <p:nvPr userDrawn="1"/>
        </p:nvGrpSpPr>
        <p:grpSpPr>
          <a:xfrm>
            <a:off x="8467" y="-22043"/>
            <a:ext cx="8617372" cy="5974110"/>
            <a:chOff x="0" y="-30510"/>
            <a:chExt cx="8617372" cy="5974110"/>
          </a:xfrm>
        </p:grpSpPr>
        <p:cxnSp>
          <p:nvCxnSpPr>
            <p:cNvPr id="14" name="Straight Connector 13"/>
            <p:cNvCxnSpPr/>
            <p:nvPr userDrawn="1"/>
          </p:nvCxnSpPr>
          <p:spPr>
            <a:xfrm>
              <a:off x="6288133" y="1710268"/>
              <a:ext cx="0" cy="4233332"/>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flipH="1">
              <a:off x="6271199" y="5912456"/>
              <a:ext cx="320040" cy="0"/>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rot="16200000" flipH="1">
              <a:off x="6408548" y="5774224"/>
              <a:ext cx="320040" cy="0"/>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flipH="1">
              <a:off x="0" y="5643456"/>
              <a:ext cx="6591240" cy="0"/>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8" name="Right Arrow Callout 12"/>
            <p:cNvSpPr/>
            <p:nvPr userDrawn="1"/>
          </p:nvSpPr>
          <p:spPr>
            <a:xfrm rot="16200000" flipH="1">
              <a:off x="5830366" y="404397"/>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chemeClr val="accent5"/>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rgbClr val="0C2074"/>
                  </a:solidFill>
                </a:ln>
                <a:solidFill>
                  <a:prstClr val="white"/>
                </a:solidFill>
              </a:endParaRPr>
            </a:p>
          </p:txBody>
        </p:sp>
      </p:grpSp>
      <p:sp>
        <p:nvSpPr>
          <p:cNvPr id="2" name="Title 1"/>
          <p:cNvSpPr>
            <a:spLocks noGrp="1"/>
          </p:cNvSpPr>
          <p:nvPr>
            <p:ph type="title" hasCustomPrompt="1"/>
          </p:nvPr>
        </p:nvSpPr>
        <p:spPr>
          <a:xfrm>
            <a:off x="457200" y="964310"/>
            <a:ext cx="5638800" cy="1362075"/>
          </a:xfrm>
        </p:spPr>
        <p:txBody>
          <a:bodyPr anchor="b" anchorCtr="0">
            <a:normAutofit/>
          </a:bodyPr>
          <a:lstStyle>
            <a:lvl1pPr algn="l">
              <a:defRPr sz="3600" b="1" cap="none"/>
            </a:lvl1pPr>
          </a:lstStyle>
          <a:p>
            <a:r>
              <a:rPr lang="en-US" dirty="0"/>
              <a:t>Click to edit master title style</a:t>
            </a:r>
          </a:p>
        </p:txBody>
      </p:sp>
    </p:spTree>
    <p:extLst>
      <p:ext uri="{BB962C8B-B14F-4D97-AF65-F5344CB8AC3E}">
        <p14:creationId xmlns:p14="http://schemas.microsoft.com/office/powerpoint/2010/main" val="4230458613"/>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secHead" preserve="1">
  <p:cSld name="Section divider w/text">
    <p:spTree>
      <p:nvGrpSpPr>
        <p:cNvPr id="1" name=""/>
        <p:cNvGrpSpPr/>
        <p:nvPr/>
      </p:nvGrpSpPr>
      <p:grpSpPr>
        <a:xfrm>
          <a:off x="0" y="0"/>
          <a:ext cx="0" cy="0"/>
          <a:chOff x="0" y="0"/>
          <a:chExt cx="0" cy="0"/>
        </a:xfrm>
      </p:grpSpPr>
      <p:grpSp>
        <p:nvGrpSpPr>
          <p:cNvPr id="5" name="Group 4"/>
          <p:cNvGrpSpPr/>
          <p:nvPr userDrawn="1"/>
        </p:nvGrpSpPr>
        <p:grpSpPr>
          <a:xfrm>
            <a:off x="8467" y="-22043"/>
            <a:ext cx="8617372" cy="5974110"/>
            <a:chOff x="0" y="-30510"/>
            <a:chExt cx="8617372" cy="5974110"/>
          </a:xfrm>
        </p:grpSpPr>
        <p:cxnSp>
          <p:nvCxnSpPr>
            <p:cNvPr id="24" name="Straight Connector 23"/>
            <p:cNvCxnSpPr/>
            <p:nvPr userDrawn="1"/>
          </p:nvCxnSpPr>
          <p:spPr>
            <a:xfrm>
              <a:off x="6288133" y="1710268"/>
              <a:ext cx="0" cy="4233332"/>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userDrawn="1"/>
          </p:nvCxnSpPr>
          <p:spPr>
            <a:xfrm flipH="1">
              <a:off x="6271199" y="5912456"/>
              <a:ext cx="320040" cy="0"/>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userDrawn="1"/>
          </p:nvCxnSpPr>
          <p:spPr>
            <a:xfrm rot="16200000" flipH="1">
              <a:off x="6408548" y="5774224"/>
              <a:ext cx="320040" cy="0"/>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flipH="1">
              <a:off x="0" y="5643456"/>
              <a:ext cx="6591240" cy="0"/>
            </a:xfrm>
            <a:prstGeom prst="line">
              <a:avLst/>
            </a:prstGeom>
            <a:ln w="635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Right Arrow Callout 12"/>
            <p:cNvSpPr/>
            <p:nvPr userDrawn="1"/>
          </p:nvSpPr>
          <p:spPr>
            <a:xfrm rot="16200000" flipH="1">
              <a:off x="5830366" y="404397"/>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rgbClr val="0C2074"/>
                  </a:solidFill>
                </a:ln>
                <a:solidFill>
                  <a:prstClr val="white"/>
                </a:solidFill>
              </a:endParaRPr>
            </a:p>
          </p:txBody>
        </p:sp>
      </p:grpSp>
      <p:sp>
        <p:nvSpPr>
          <p:cNvPr id="2" name="Title 1"/>
          <p:cNvSpPr>
            <a:spLocks noGrp="1"/>
          </p:cNvSpPr>
          <p:nvPr userDrawn="1">
            <p:ph type="title" hasCustomPrompt="1"/>
          </p:nvPr>
        </p:nvSpPr>
        <p:spPr>
          <a:xfrm>
            <a:off x="457200" y="963704"/>
            <a:ext cx="5638800" cy="1362075"/>
          </a:xfrm>
        </p:spPr>
        <p:txBody>
          <a:bodyPr anchor="b" anchorCtr="0">
            <a:normAutofit/>
          </a:bodyPr>
          <a:lstStyle>
            <a:lvl1pPr algn="l">
              <a:defRPr sz="3600" b="1" cap="none"/>
            </a:lvl1pPr>
          </a:lstStyle>
          <a:p>
            <a:r>
              <a:rPr lang="en-US" dirty="0"/>
              <a:t>Click to edit master title style</a:t>
            </a:r>
          </a:p>
        </p:txBody>
      </p:sp>
      <p:sp>
        <p:nvSpPr>
          <p:cNvPr id="3" name="Text Placeholder 2"/>
          <p:cNvSpPr>
            <a:spLocks noGrp="1"/>
          </p:cNvSpPr>
          <p:nvPr userDrawn="1">
            <p:ph type="body" idx="1"/>
          </p:nvPr>
        </p:nvSpPr>
        <p:spPr>
          <a:xfrm>
            <a:off x="457200" y="2362200"/>
            <a:ext cx="5638800" cy="3200400"/>
          </a:xfrm>
        </p:spPr>
        <p:txBody>
          <a:bodyPr anchor="t" anchorCtr="0"/>
          <a:lstStyle>
            <a:lvl1pPr marL="0" indent="0">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1138182224"/>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Statement/quote slide">
    <p:spTree>
      <p:nvGrpSpPr>
        <p:cNvPr id="1" name=""/>
        <p:cNvGrpSpPr/>
        <p:nvPr/>
      </p:nvGrpSpPr>
      <p:grpSpPr>
        <a:xfrm>
          <a:off x="0" y="0"/>
          <a:ext cx="0" cy="0"/>
          <a:chOff x="0" y="0"/>
          <a:chExt cx="0" cy="0"/>
        </a:xfrm>
      </p:grpSpPr>
      <p:sp>
        <p:nvSpPr>
          <p:cNvPr id="7" name="Text Placeholder 2"/>
          <p:cNvSpPr>
            <a:spLocks noGrp="1"/>
          </p:cNvSpPr>
          <p:nvPr userDrawn="1">
            <p:ph type="body" idx="10"/>
          </p:nvPr>
        </p:nvSpPr>
        <p:spPr>
          <a:xfrm>
            <a:off x="3352800" y="2725948"/>
            <a:ext cx="5334000" cy="674686"/>
          </a:xfrm>
        </p:spPr>
        <p:txBody>
          <a:bodyPr anchor="t" anchorCtr="0"/>
          <a:lstStyle>
            <a:lvl1pPr marL="0" indent="0">
              <a:buNone/>
              <a:defRPr sz="24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8" name="Title 1"/>
          <p:cNvSpPr>
            <a:spLocks noGrp="1"/>
          </p:cNvSpPr>
          <p:nvPr userDrawn="1">
            <p:ph type="title" hasCustomPrompt="1"/>
          </p:nvPr>
        </p:nvSpPr>
        <p:spPr>
          <a:xfrm>
            <a:off x="3352800" y="1760538"/>
            <a:ext cx="5334000" cy="982662"/>
          </a:xfrm>
        </p:spPr>
        <p:txBody>
          <a:bodyPr anchor="b" anchorCtr="0">
            <a:normAutofit/>
          </a:bodyPr>
          <a:lstStyle>
            <a:lvl1pPr algn="l">
              <a:defRPr sz="3200" b="1" cap="none"/>
            </a:lvl1pPr>
          </a:lstStyle>
          <a:p>
            <a:r>
              <a:rPr lang="en-US" dirty="0"/>
              <a:t>Click to edit master title style</a:t>
            </a:r>
          </a:p>
        </p:txBody>
      </p:sp>
      <p:grpSp>
        <p:nvGrpSpPr>
          <p:cNvPr id="2" name="Group 1"/>
          <p:cNvGrpSpPr/>
          <p:nvPr userDrawn="1"/>
        </p:nvGrpSpPr>
        <p:grpSpPr>
          <a:xfrm>
            <a:off x="0" y="-22043"/>
            <a:ext cx="3116640" cy="5974110"/>
            <a:chOff x="0" y="-22043"/>
            <a:chExt cx="3116640" cy="5974110"/>
          </a:xfrm>
        </p:grpSpPr>
        <p:cxnSp>
          <p:nvCxnSpPr>
            <p:cNvPr id="56" name="Straight Connector 55"/>
            <p:cNvCxnSpPr/>
            <p:nvPr userDrawn="1"/>
          </p:nvCxnSpPr>
          <p:spPr>
            <a:xfrm>
              <a:off x="787401" y="1718735"/>
              <a:ext cx="0" cy="4233332"/>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userDrawn="1"/>
          </p:nvCxnSpPr>
          <p:spPr>
            <a:xfrm flipH="1">
              <a:off x="770467" y="5920923"/>
              <a:ext cx="320040"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userDrawn="1"/>
          </p:nvCxnSpPr>
          <p:spPr>
            <a:xfrm rot="16200000" flipH="1">
              <a:off x="907816" y="5782691"/>
              <a:ext cx="320040"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userDrawn="1"/>
          </p:nvCxnSpPr>
          <p:spPr>
            <a:xfrm flipH="1">
              <a:off x="0" y="5651923"/>
              <a:ext cx="1090507"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Right Arrow Callout 12"/>
            <p:cNvSpPr/>
            <p:nvPr userDrawn="1"/>
          </p:nvSpPr>
          <p:spPr>
            <a:xfrm rot="16200000" flipH="1">
              <a:off x="329634" y="412864"/>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rgbClr val="67B2E8"/>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rgbClr val="0C2074"/>
                  </a:solidFill>
                </a:ln>
                <a:solidFill>
                  <a:prstClr val="white"/>
                </a:solidFill>
              </a:endParaRPr>
            </a:p>
          </p:txBody>
        </p:sp>
      </p:grpSp>
    </p:spTree>
    <p:extLst>
      <p:ext uri="{BB962C8B-B14F-4D97-AF65-F5344CB8AC3E}">
        <p14:creationId xmlns:p14="http://schemas.microsoft.com/office/powerpoint/2010/main" val="51375215"/>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Statement/quote slide w/text">
    <p:spTree>
      <p:nvGrpSpPr>
        <p:cNvPr id="1" name=""/>
        <p:cNvGrpSpPr/>
        <p:nvPr/>
      </p:nvGrpSpPr>
      <p:grpSpPr>
        <a:xfrm>
          <a:off x="0" y="0"/>
          <a:ext cx="0" cy="0"/>
          <a:chOff x="0" y="0"/>
          <a:chExt cx="0" cy="0"/>
        </a:xfrm>
      </p:grpSpPr>
      <p:grpSp>
        <p:nvGrpSpPr>
          <p:cNvPr id="14" name="Group 13"/>
          <p:cNvGrpSpPr/>
          <p:nvPr userDrawn="1"/>
        </p:nvGrpSpPr>
        <p:grpSpPr>
          <a:xfrm>
            <a:off x="0" y="-20985"/>
            <a:ext cx="3116640" cy="5974110"/>
            <a:chOff x="0" y="-22043"/>
            <a:chExt cx="3116640" cy="5974110"/>
          </a:xfrm>
        </p:grpSpPr>
        <p:cxnSp>
          <p:nvCxnSpPr>
            <p:cNvPr id="15" name="Straight Connector 14"/>
            <p:cNvCxnSpPr/>
            <p:nvPr userDrawn="1"/>
          </p:nvCxnSpPr>
          <p:spPr>
            <a:xfrm>
              <a:off x="787401" y="1718735"/>
              <a:ext cx="0" cy="4233332"/>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flipH="1">
              <a:off x="770467" y="5920923"/>
              <a:ext cx="320040" cy="0"/>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rot="16200000" flipH="1">
              <a:off x="907816" y="5782691"/>
              <a:ext cx="320040" cy="0"/>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flipH="1">
              <a:off x="0" y="5651923"/>
              <a:ext cx="1090507" cy="0"/>
            </a:xfrm>
            <a:prstGeom prst="line">
              <a:avLst/>
            </a:prstGeom>
            <a:ln w="635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9" name="Right Arrow Callout 12"/>
            <p:cNvSpPr/>
            <p:nvPr userDrawn="1"/>
          </p:nvSpPr>
          <p:spPr>
            <a:xfrm rot="16200000" flipH="1">
              <a:off x="329634" y="412864"/>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chemeClr val="accent6"/>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rgbClr val="0C2074"/>
                  </a:solidFill>
                </a:ln>
                <a:solidFill>
                  <a:prstClr val="white"/>
                </a:solidFill>
              </a:endParaRPr>
            </a:p>
          </p:txBody>
        </p:sp>
      </p:grpSp>
      <p:sp>
        <p:nvSpPr>
          <p:cNvPr id="6" name="Text Placeholder 2"/>
          <p:cNvSpPr>
            <a:spLocks noGrp="1"/>
          </p:cNvSpPr>
          <p:nvPr>
            <p:ph type="body" idx="1"/>
          </p:nvPr>
        </p:nvSpPr>
        <p:spPr>
          <a:xfrm>
            <a:off x="3352800" y="2734574"/>
            <a:ext cx="5334000" cy="3200400"/>
          </a:xfrm>
        </p:spPr>
        <p:txBody>
          <a:bodyPr anchor="t" anchorCtr="0"/>
          <a:lstStyle>
            <a:lvl1pPr marL="0" indent="0">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Title 1"/>
          <p:cNvSpPr>
            <a:spLocks noGrp="1"/>
          </p:cNvSpPr>
          <p:nvPr>
            <p:ph type="title" hasCustomPrompt="1"/>
          </p:nvPr>
        </p:nvSpPr>
        <p:spPr>
          <a:xfrm>
            <a:off x="3352800" y="1760538"/>
            <a:ext cx="5334000" cy="982662"/>
          </a:xfrm>
        </p:spPr>
        <p:txBody>
          <a:bodyPr anchor="b" anchorCtr="0">
            <a:normAutofit/>
          </a:bodyPr>
          <a:lstStyle>
            <a:lvl1pPr algn="l">
              <a:defRPr sz="3200" b="1" cap="none"/>
            </a:lvl1pPr>
          </a:lstStyle>
          <a:p>
            <a:r>
              <a:rPr lang="en-US" dirty="0"/>
              <a:t>Click to edit master title style</a:t>
            </a:r>
          </a:p>
        </p:txBody>
      </p:sp>
    </p:spTree>
    <p:extLst>
      <p:ext uri="{BB962C8B-B14F-4D97-AF65-F5344CB8AC3E}">
        <p14:creationId xmlns:p14="http://schemas.microsoft.com/office/powerpoint/2010/main" val="3984852403"/>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obj" preserve="1">
  <p:cSld name="Title/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40965" name="think-cell Slide" r:id="rId4" imgW="360" imgH="360" progId="TCLayout.ActiveDocument.1">
                  <p:embed/>
                </p:oleObj>
              </mc:Choice>
              <mc:Fallback>
                <p:oleObj name="think-cell Slide" r:id="rId4" imgW="360" imgH="360" progId="TCLayout.ActiveDocument.1">
                  <p:embed/>
                  <p:pic>
                    <p:nvPicPr>
                      <p:cNvPr id="4" name="Object 3"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05807027"/>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itle/sub title/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917700"/>
            <a:ext cx="8229600" cy="40258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2774826443"/>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twoObj" preserve="1">
  <p:cSld name="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39678167"/>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itle/1 sub title/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14278156"/>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twoTxTwoObj" preserve="1">
  <p:cSld name="Title/ 2 sub titles/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4027488"/>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62791303"/>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2 col w/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quarter" idx="10"/>
          </p:nvPr>
        </p:nvSpPr>
        <p:spPr>
          <a:xfrm>
            <a:off x="457200"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11"/>
          </p:nvPr>
        </p:nvSpPr>
        <p:spPr>
          <a:xfrm>
            <a:off x="4645152" y="1380744"/>
            <a:ext cx="4041648" cy="1554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2"/>
          </p:nvPr>
        </p:nvSpPr>
        <p:spPr>
          <a:xfrm>
            <a:off x="457200" y="3124200"/>
            <a:ext cx="8229600" cy="291084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680120453"/>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titleOnly" preserve="1">
  <p:cSld name="Title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65951809"/>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41989"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Tree>
    <p:extLst>
      <p:ext uri="{BB962C8B-B14F-4D97-AF65-F5344CB8AC3E}">
        <p14:creationId xmlns:p14="http://schemas.microsoft.com/office/powerpoint/2010/main" val="3350565785"/>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Title/lef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p:cNvSpPr>
            <a:spLocks noGrp="1"/>
          </p:cNvSpPr>
          <p:nvPr>
            <p:ph type="pic" sz="quarter" idx="10"/>
          </p:nvPr>
        </p:nvSpPr>
        <p:spPr>
          <a:xfrm>
            <a:off x="4648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4264176699"/>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Title/right content/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380744"/>
            <a:ext cx="4038600" cy="4562856"/>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5"/>
          <p:cNvSpPr>
            <a:spLocks noGrp="1"/>
          </p:cNvSpPr>
          <p:nvPr>
            <p:ph type="pic" sz="quarter" idx="10"/>
          </p:nvPr>
        </p:nvSpPr>
        <p:spPr>
          <a:xfrm>
            <a:off x="457200" y="1371600"/>
            <a:ext cx="4038600" cy="4572000"/>
          </a:xfrm>
        </p:spPr>
        <p:txBody>
          <a:bodyPr/>
          <a:lstStyle>
            <a:lvl1pPr marL="9144" indent="0">
              <a:buFontTx/>
              <a:buNone/>
              <a:defRPr/>
            </a:lvl1pPr>
          </a:lstStyle>
          <a:p>
            <a:endParaRPr lang="en-US" dirty="0"/>
          </a:p>
        </p:txBody>
      </p:sp>
    </p:spTree>
    <p:extLst>
      <p:ext uri="{BB962C8B-B14F-4D97-AF65-F5344CB8AC3E}">
        <p14:creationId xmlns:p14="http://schemas.microsoft.com/office/powerpoint/2010/main" val="112044420"/>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Title/1 sub title/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2129175"/>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Title/2 sub titles/2 column content/graphi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43000"/>
            <a:ext cx="4040188"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916113"/>
            <a:ext cx="4040188"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916113"/>
            <a:ext cx="4041775" cy="21224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5"/>
          <p:cNvSpPr>
            <a:spLocks noGrp="1"/>
          </p:cNvSpPr>
          <p:nvPr>
            <p:ph sz="quarter" idx="11"/>
          </p:nvPr>
        </p:nvSpPr>
        <p:spPr>
          <a:xfrm>
            <a:off x="446049" y="4049713"/>
            <a:ext cx="8240751" cy="1893887"/>
          </a:xfrm>
        </p:spPr>
        <p:txBody>
          <a:bodyPr/>
          <a:lstStyle>
            <a:lvl1pPr>
              <a:defRPr sz="2000"/>
            </a:lvl1pPr>
            <a:lvl2pPr>
              <a:defRPr sz="1800"/>
            </a:lvl2pPr>
            <a:lvl3pPr>
              <a:defRPr sz="1600"/>
            </a:lvl3pPr>
            <a:lvl4pPr>
              <a:defRPr sz="1400"/>
            </a:lvl4pPr>
            <a:lvl5pPr>
              <a:defRPr sz="12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4889989"/>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Title/2 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80744"/>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3646449"/>
            <a:ext cx="8229600" cy="20574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43126289"/>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Title/2 sub titles/2 row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16151"/>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2"/>
          <p:cNvSpPr>
            <a:spLocks noGrp="1"/>
          </p:cNvSpPr>
          <p:nvPr>
            <p:ph sz="half" idx="10"/>
          </p:nvPr>
        </p:nvSpPr>
        <p:spPr>
          <a:xfrm>
            <a:off x="457200" y="4332249"/>
            <a:ext cx="8229600" cy="1600200"/>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idx="11"/>
          </p:nvPr>
        </p:nvSpPr>
        <p:spPr>
          <a:xfrm>
            <a:off x="457200" y="1143000"/>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2"/>
          <p:cNvSpPr>
            <a:spLocks noGrp="1"/>
          </p:cNvSpPr>
          <p:nvPr>
            <p:ph type="body" idx="12"/>
          </p:nvPr>
        </p:nvSpPr>
        <p:spPr>
          <a:xfrm>
            <a:off x="457200" y="3584691"/>
            <a:ext cx="82296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42091215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vmlDrawing" Target="../drawings/vmlDrawing1.v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vmlDrawing" Target="../drawings/vmlDrawing2.vml"/><Relationship Id="rId3" Type="http://schemas.openxmlformats.org/officeDocument/2006/relationships/slideLayout" Target="../slideLayouts/slideLayout8.xml"/><Relationship Id="rId7"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image" Target="../media/image1.emf"/><Relationship Id="rId5" Type="http://schemas.openxmlformats.org/officeDocument/2006/relationships/slideLayout" Target="../slideLayouts/slideLayout10.xml"/><Relationship Id="rId10" Type="http://schemas.openxmlformats.org/officeDocument/2006/relationships/oleObject" Target="../embeddings/oleObject2.bin"/><Relationship Id="rId4" Type="http://schemas.openxmlformats.org/officeDocument/2006/relationships/slideLayout" Target="../slideLayouts/slideLayout9.xml"/><Relationship Id="rId9" Type="http://schemas.openxmlformats.org/officeDocument/2006/relationships/tags" Target="../tags/tag3.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image" Target="../media/image1.emf"/><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oleObject" Target="../embeddings/oleObject3.bin"/><Relationship Id="rId5" Type="http://schemas.openxmlformats.org/officeDocument/2006/relationships/slideLayout" Target="../slideLayouts/slideLayout16.xml"/><Relationship Id="rId10" Type="http://schemas.openxmlformats.org/officeDocument/2006/relationships/tags" Target="../tags/tag4.xml"/><Relationship Id="rId4" Type="http://schemas.openxmlformats.org/officeDocument/2006/relationships/slideLayout" Target="../slideLayouts/slideLayout15.xml"/><Relationship Id="rId9" Type="http://schemas.openxmlformats.org/officeDocument/2006/relationships/vmlDrawing" Target="../drawings/vmlDrawing3.v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oleObject" Target="../embeddings/oleObject5.bin"/><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tags" Target="../tags/tag6.xml"/><Relationship Id="rId2" Type="http://schemas.openxmlformats.org/officeDocument/2006/relationships/slideLayout" Target="../slideLayouts/slideLayout20.xml"/><Relationship Id="rId16" Type="http://schemas.openxmlformats.org/officeDocument/2006/relationships/vmlDrawing" Target="../drawings/vmlDrawing5.v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theme" Target="../theme/theme4.xml"/><Relationship Id="rId10" Type="http://schemas.openxmlformats.org/officeDocument/2006/relationships/slideLayout" Target="../slideLayouts/slideLayout28.xml"/><Relationship Id="rId19" Type="http://schemas.openxmlformats.org/officeDocument/2006/relationships/image" Target="../media/image3.emf"/><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oleObject" Target="../embeddings/oleObject8.bin"/><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tags" Target="../tags/tag9.xml"/><Relationship Id="rId2" Type="http://schemas.openxmlformats.org/officeDocument/2006/relationships/slideLayout" Target="../slideLayouts/slideLayout34.xml"/><Relationship Id="rId16" Type="http://schemas.openxmlformats.org/officeDocument/2006/relationships/vmlDrawing" Target="../drawings/vmlDrawing8.v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5" Type="http://schemas.openxmlformats.org/officeDocument/2006/relationships/theme" Target="../theme/theme5.xml"/><Relationship Id="rId10" Type="http://schemas.openxmlformats.org/officeDocument/2006/relationships/slideLayout" Target="../slideLayouts/slideLayout42.xml"/><Relationship Id="rId19" Type="http://schemas.openxmlformats.org/officeDocument/2006/relationships/image" Target="../media/image3.emf"/><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slideLayout" Target="../slideLayouts/slideLayout59.xml"/><Relationship Id="rId18" Type="http://schemas.openxmlformats.org/officeDocument/2006/relationships/image" Target="../media/image6.png"/><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17" Type="http://schemas.openxmlformats.org/officeDocument/2006/relationships/theme" Target="../theme/theme6.xml"/><Relationship Id="rId2" Type="http://schemas.openxmlformats.org/officeDocument/2006/relationships/slideLayout" Target="../slideLayouts/slideLayout48.xml"/><Relationship Id="rId16" Type="http://schemas.openxmlformats.org/officeDocument/2006/relationships/slideLayout" Target="../slideLayouts/slideLayout62.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5" Type="http://schemas.openxmlformats.org/officeDocument/2006/relationships/slideLayout" Target="../slideLayouts/slideLayout6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slideLayout" Target="../slideLayouts/slideLayout75.xml"/><Relationship Id="rId18" Type="http://schemas.openxmlformats.org/officeDocument/2006/relationships/oleObject" Target="../embeddings/oleObject11.bin"/><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17" Type="http://schemas.openxmlformats.org/officeDocument/2006/relationships/tags" Target="../tags/tag12.xml"/><Relationship Id="rId2" Type="http://schemas.openxmlformats.org/officeDocument/2006/relationships/slideLayout" Target="../slideLayouts/slideLayout64.xml"/><Relationship Id="rId16" Type="http://schemas.openxmlformats.org/officeDocument/2006/relationships/vmlDrawing" Target="../drawings/vmlDrawing11.v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5" Type="http://schemas.openxmlformats.org/officeDocument/2006/relationships/theme" Target="../theme/theme7.xml"/><Relationship Id="rId10" Type="http://schemas.openxmlformats.org/officeDocument/2006/relationships/slideLayout" Target="../slideLayouts/slideLayout72.xml"/><Relationship Id="rId19" Type="http://schemas.openxmlformats.org/officeDocument/2006/relationships/image" Target="../media/image3.emf"/><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slideLayout" Target="../slideLayouts/slideLayout76.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4.xml"/><Relationship Id="rId13" Type="http://schemas.openxmlformats.org/officeDocument/2006/relationships/slideLayout" Target="../slideLayouts/slideLayout89.xml"/><Relationship Id="rId18" Type="http://schemas.openxmlformats.org/officeDocument/2006/relationships/oleObject" Target="../embeddings/oleObject15.bin"/><Relationship Id="rId3" Type="http://schemas.openxmlformats.org/officeDocument/2006/relationships/slideLayout" Target="../slideLayouts/slideLayout79.xml"/><Relationship Id="rId7" Type="http://schemas.openxmlformats.org/officeDocument/2006/relationships/slideLayout" Target="../slideLayouts/slideLayout83.xml"/><Relationship Id="rId12" Type="http://schemas.openxmlformats.org/officeDocument/2006/relationships/slideLayout" Target="../slideLayouts/slideLayout88.xml"/><Relationship Id="rId17" Type="http://schemas.openxmlformats.org/officeDocument/2006/relationships/tags" Target="../tags/tag16.xml"/><Relationship Id="rId2" Type="http://schemas.openxmlformats.org/officeDocument/2006/relationships/slideLayout" Target="../slideLayouts/slideLayout78.xml"/><Relationship Id="rId16" Type="http://schemas.openxmlformats.org/officeDocument/2006/relationships/vmlDrawing" Target="../drawings/vmlDrawing15.vml"/><Relationship Id="rId1" Type="http://schemas.openxmlformats.org/officeDocument/2006/relationships/slideLayout" Target="../slideLayouts/slideLayout77.xml"/><Relationship Id="rId6" Type="http://schemas.openxmlformats.org/officeDocument/2006/relationships/slideLayout" Target="../slideLayouts/slideLayout82.xml"/><Relationship Id="rId11" Type="http://schemas.openxmlformats.org/officeDocument/2006/relationships/slideLayout" Target="../slideLayouts/slideLayout87.xml"/><Relationship Id="rId5" Type="http://schemas.openxmlformats.org/officeDocument/2006/relationships/slideLayout" Target="../slideLayouts/slideLayout81.xml"/><Relationship Id="rId15" Type="http://schemas.openxmlformats.org/officeDocument/2006/relationships/theme" Target="../theme/theme8.xml"/><Relationship Id="rId10" Type="http://schemas.openxmlformats.org/officeDocument/2006/relationships/slideLayout" Target="../slideLayouts/slideLayout86.xml"/><Relationship Id="rId19" Type="http://schemas.openxmlformats.org/officeDocument/2006/relationships/image" Target="../media/image3.emf"/><Relationship Id="rId4" Type="http://schemas.openxmlformats.org/officeDocument/2006/relationships/slideLayout" Target="../slideLayouts/slideLayout80.xml"/><Relationship Id="rId9" Type="http://schemas.openxmlformats.org/officeDocument/2006/relationships/slideLayout" Target="../slideLayouts/slideLayout85.xml"/><Relationship Id="rId14" Type="http://schemas.openxmlformats.org/officeDocument/2006/relationships/slideLayout" Target="../slideLayouts/slideLayout90.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8.xml"/><Relationship Id="rId13" Type="http://schemas.openxmlformats.org/officeDocument/2006/relationships/slideLayout" Target="../slideLayouts/slideLayout103.xml"/><Relationship Id="rId18" Type="http://schemas.openxmlformats.org/officeDocument/2006/relationships/oleObject" Target="../embeddings/oleObject18.bin"/><Relationship Id="rId3" Type="http://schemas.openxmlformats.org/officeDocument/2006/relationships/slideLayout" Target="../slideLayouts/slideLayout93.xml"/><Relationship Id="rId7" Type="http://schemas.openxmlformats.org/officeDocument/2006/relationships/slideLayout" Target="../slideLayouts/slideLayout97.xml"/><Relationship Id="rId12" Type="http://schemas.openxmlformats.org/officeDocument/2006/relationships/slideLayout" Target="../slideLayouts/slideLayout102.xml"/><Relationship Id="rId17" Type="http://schemas.openxmlformats.org/officeDocument/2006/relationships/tags" Target="../tags/tag19.xml"/><Relationship Id="rId2" Type="http://schemas.openxmlformats.org/officeDocument/2006/relationships/slideLayout" Target="../slideLayouts/slideLayout92.xml"/><Relationship Id="rId16" Type="http://schemas.openxmlformats.org/officeDocument/2006/relationships/vmlDrawing" Target="../drawings/vmlDrawing18.vml"/><Relationship Id="rId20" Type="http://schemas.openxmlformats.org/officeDocument/2006/relationships/image" Target="../media/image8.png"/><Relationship Id="rId1" Type="http://schemas.openxmlformats.org/officeDocument/2006/relationships/slideLayout" Target="../slideLayouts/slideLayout91.xml"/><Relationship Id="rId6" Type="http://schemas.openxmlformats.org/officeDocument/2006/relationships/slideLayout" Target="../slideLayouts/slideLayout96.xml"/><Relationship Id="rId11" Type="http://schemas.openxmlformats.org/officeDocument/2006/relationships/slideLayout" Target="../slideLayouts/slideLayout101.xml"/><Relationship Id="rId5" Type="http://schemas.openxmlformats.org/officeDocument/2006/relationships/slideLayout" Target="../slideLayouts/slideLayout95.xml"/><Relationship Id="rId15" Type="http://schemas.openxmlformats.org/officeDocument/2006/relationships/theme" Target="../theme/theme9.xml"/><Relationship Id="rId10" Type="http://schemas.openxmlformats.org/officeDocument/2006/relationships/slideLayout" Target="../slideLayouts/slideLayout100.xml"/><Relationship Id="rId19" Type="http://schemas.openxmlformats.org/officeDocument/2006/relationships/image" Target="../media/image3.emf"/><Relationship Id="rId4" Type="http://schemas.openxmlformats.org/officeDocument/2006/relationships/slideLayout" Target="../slideLayouts/slideLayout94.xml"/><Relationship Id="rId9" Type="http://schemas.openxmlformats.org/officeDocument/2006/relationships/slideLayout" Target="../slideLayouts/slideLayout99.xml"/><Relationship Id="rId14" Type="http://schemas.openxmlformats.org/officeDocument/2006/relationships/slideLayout" Target="../slideLayouts/slideLayout104.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2.xml"/><Relationship Id="rId13" Type="http://schemas.openxmlformats.org/officeDocument/2006/relationships/slideLayout" Target="../slideLayouts/slideLayout117.xml"/><Relationship Id="rId18" Type="http://schemas.openxmlformats.org/officeDocument/2006/relationships/oleObject" Target="../embeddings/oleObject23.bin"/><Relationship Id="rId3" Type="http://schemas.openxmlformats.org/officeDocument/2006/relationships/slideLayout" Target="../slideLayouts/slideLayout107.xml"/><Relationship Id="rId7" Type="http://schemas.openxmlformats.org/officeDocument/2006/relationships/slideLayout" Target="../slideLayouts/slideLayout111.xml"/><Relationship Id="rId12" Type="http://schemas.openxmlformats.org/officeDocument/2006/relationships/slideLayout" Target="../slideLayouts/slideLayout116.xml"/><Relationship Id="rId17" Type="http://schemas.openxmlformats.org/officeDocument/2006/relationships/tags" Target="../tags/tag24.xml"/><Relationship Id="rId2" Type="http://schemas.openxmlformats.org/officeDocument/2006/relationships/slideLayout" Target="../slideLayouts/slideLayout106.xml"/><Relationship Id="rId16" Type="http://schemas.openxmlformats.org/officeDocument/2006/relationships/vmlDrawing" Target="../drawings/vmlDrawing23.vml"/><Relationship Id="rId20" Type="http://schemas.openxmlformats.org/officeDocument/2006/relationships/image" Target="../media/image8.png"/><Relationship Id="rId1" Type="http://schemas.openxmlformats.org/officeDocument/2006/relationships/slideLayout" Target="../slideLayouts/slideLayout105.xml"/><Relationship Id="rId6" Type="http://schemas.openxmlformats.org/officeDocument/2006/relationships/slideLayout" Target="../slideLayouts/slideLayout110.xml"/><Relationship Id="rId11" Type="http://schemas.openxmlformats.org/officeDocument/2006/relationships/slideLayout" Target="../slideLayouts/slideLayout115.xml"/><Relationship Id="rId5" Type="http://schemas.openxmlformats.org/officeDocument/2006/relationships/slideLayout" Target="../slideLayouts/slideLayout109.xml"/><Relationship Id="rId15" Type="http://schemas.openxmlformats.org/officeDocument/2006/relationships/theme" Target="../theme/theme10.xml"/><Relationship Id="rId10" Type="http://schemas.openxmlformats.org/officeDocument/2006/relationships/slideLayout" Target="../slideLayouts/slideLayout114.xml"/><Relationship Id="rId19" Type="http://schemas.openxmlformats.org/officeDocument/2006/relationships/image" Target="../media/image3.emf"/><Relationship Id="rId4" Type="http://schemas.openxmlformats.org/officeDocument/2006/relationships/slideLayout" Target="../slideLayouts/slideLayout108.xml"/><Relationship Id="rId9" Type="http://schemas.openxmlformats.org/officeDocument/2006/relationships/slideLayout" Target="../slideLayouts/slideLayout113.xml"/><Relationship Id="rId14" Type="http://schemas.openxmlformats.org/officeDocument/2006/relationships/slideLayout" Target="../slideLayouts/slideLayout118.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26.xml"/><Relationship Id="rId13" Type="http://schemas.openxmlformats.org/officeDocument/2006/relationships/slideLayout" Target="../slideLayouts/slideLayout131.xml"/><Relationship Id="rId18" Type="http://schemas.openxmlformats.org/officeDocument/2006/relationships/vmlDrawing" Target="../drawings/vmlDrawing28.vml"/><Relationship Id="rId3" Type="http://schemas.openxmlformats.org/officeDocument/2006/relationships/slideLayout" Target="../slideLayouts/slideLayout121.xml"/><Relationship Id="rId21" Type="http://schemas.openxmlformats.org/officeDocument/2006/relationships/image" Target="../media/image3.emf"/><Relationship Id="rId7" Type="http://schemas.openxmlformats.org/officeDocument/2006/relationships/slideLayout" Target="../slideLayouts/slideLayout125.xml"/><Relationship Id="rId12" Type="http://schemas.openxmlformats.org/officeDocument/2006/relationships/slideLayout" Target="../slideLayouts/slideLayout130.xml"/><Relationship Id="rId17" Type="http://schemas.openxmlformats.org/officeDocument/2006/relationships/theme" Target="../theme/theme11.xml"/><Relationship Id="rId2" Type="http://schemas.openxmlformats.org/officeDocument/2006/relationships/slideLayout" Target="../slideLayouts/slideLayout120.xml"/><Relationship Id="rId16" Type="http://schemas.openxmlformats.org/officeDocument/2006/relationships/slideLayout" Target="../slideLayouts/slideLayout134.xml"/><Relationship Id="rId20" Type="http://schemas.openxmlformats.org/officeDocument/2006/relationships/oleObject" Target="../embeddings/oleObject28.bin"/><Relationship Id="rId1" Type="http://schemas.openxmlformats.org/officeDocument/2006/relationships/slideLayout" Target="../slideLayouts/slideLayout119.xml"/><Relationship Id="rId6" Type="http://schemas.openxmlformats.org/officeDocument/2006/relationships/slideLayout" Target="../slideLayouts/slideLayout124.xml"/><Relationship Id="rId11" Type="http://schemas.openxmlformats.org/officeDocument/2006/relationships/slideLayout" Target="../slideLayouts/slideLayout129.xml"/><Relationship Id="rId5" Type="http://schemas.openxmlformats.org/officeDocument/2006/relationships/slideLayout" Target="../slideLayouts/slideLayout123.xml"/><Relationship Id="rId15" Type="http://schemas.openxmlformats.org/officeDocument/2006/relationships/slideLayout" Target="../slideLayouts/slideLayout133.xml"/><Relationship Id="rId10" Type="http://schemas.openxmlformats.org/officeDocument/2006/relationships/slideLayout" Target="../slideLayouts/slideLayout128.xml"/><Relationship Id="rId19" Type="http://schemas.openxmlformats.org/officeDocument/2006/relationships/tags" Target="../tags/tag29.xml"/><Relationship Id="rId4" Type="http://schemas.openxmlformats.org/officeDocument/2006/relationships/slideLayout" Target="../slideLayouts/slideLayout122.xml"/><Relationship Id="rId9" Type="http://schemas.openxmlformats.org/officeDocument/2006/relationships/slideLayout" Target="../slideLayouts/slideLayout127.xml"/><Relationship Id="rId14" Type="http://schemas.openxmlformats.org/officeDocument/2006/relationships/slideLayout" Target="../slideLayouts/slideLayout132.xml"/><Relationship Id="rId22" Type="http://schemas.openxmlformats.org/officeDocument/2006/relationships/image" Target="../media/image8.png"/></Relationships>
</file>

<file path=ppt/slideMasters/_rels/slideMaster12.xml.rels><?xml version="1.0" encoding="UTF-8" standalone="yes"?>
<Relationships xmlns="http://schemas.openxmlformats.org/package/2006/relationships"><Relationship Id="rId3" Type="http://schemas.openxmlformats.org/officeDocument/2006/relationships/slideLayout" Target="../slideLayouts/slideLayout137.xml"/><Relationship Id="rId2" Type="http://schemas.openxmlformats.org/officeDocument/2006/relationships/slideLayout" Target="../slideLayouts/slideLayout136.xml"/><Relationship Id="rId1" Type="http://schemas.openxmlformats.org/officeDocument/2006/relationships/slideLayout" Target="../slideLayouts/slideLayout135.xml"/><Relationship Id="rId5" Type="http://schemas.openxmlformats.org/officeDocument/2006/relationships/theme" Target="../theme/theme12.xml"/><Relationship Id="rId4" Type="http://schemas.openxmlformats.org/officeDocument/2006/relationships/slideLayout" Target="../slideLayouts/slideLayout138.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46.xml"/><Relationship Id="rId13" Type="http://schemas.openxmlformats.org/officeDocument/2006/relationships/slideLayout" Target="../slideLayouts/slideLayout151.xml"/><Relationship Id="rId18" Type="http://schemas.openxmlformats.org/officeDocument/2006/relationships/oleObject" Target="../embeddings/oleObject33.bin"/><Relationship Id="rId3" Type="http://schemas.openxmlformats.org/officeDocument/2006/relationships/slideLayout" Target="../slideLayouts/slideLayout141.xml"/><Relationship Id="rId7" Type="http://schemas.openxmlformats.org/officeDocument/2006/relationships/slideLayout" Target="../slideLayouts/slideLayout145.xml"/><Relationship Id="rId12" Type="http://schemas.openxmlformats.org/officeDocument/2006/relationships/slideLayout" Target="../slideLayouts/slideLayout150.xml"/><Relationship Id="rId17" Type="http://schemas.openxmlformats.org/officeDocument/2006/relationships/tags" Target="../tags/tag34.xml"/><Relationship Id="rId2" Type="http://schemas.openxmlformats.org/officeDocument/2006/relationships/slideLayout" Target="../slideLayouts/slideLayout140.xml"/><Relationship Id="rId16" Type="http://schemas.openxmlformats.org/officeDocument/2006/relationships/vmlDrawing" Target="../drawings/vmlDrawing33.vml"/><Relationship Id="rId1" Type="http://schemas.openxmlformats.org/officeDocument/2006/relationships/slideLayout" Target="../slideLayouts/slideLayout139.xml"/><Relationship Id="rId6" Type="http://schemas.openxmlformats.org/officeDocument/2006/relationships/slideLayout" Target="../slideLayouts/slideLayout144.xml"/><Relationship Id="rId11" Type="http://schemas.openxmlformats.org/officeDocument/2006/relationships/slideLayout" Target="../slideLayouts/slideLayout149.xml"/><Relationship Id="rId5" Type="http://schemas.openxmlformats.org/officeDocument/2006/relationships/slideLayout" Target="../slideLayouts/slideLayout143.xml"/><Relationship Id="rId15" Type="http://schemas.openxmlformats.org/officeDocument/2006/relationships/theme" Target="../theme/theme13.xml"/><Relationship Id="rId10" Type="http://schemas.openxmlformats.org/officeDocument/2006/relationships/slideLayout" Target="../slideLayouts/slideLayout148.xml"/><Relationship Id="rId19" Type="http://schemas.openxmlformats.org/officeDocument/2006/relationships/image" Target="../media/image3.emf"/><Relationship Id="rId4" Type="http://schemas.openxmlformats.org/officeDocument/2006/relationships/slideLayout" Target="../slideLayouts/slideLayout142.xml"/><Relationship Id="rId9" Type="http://schemas.openxmlformats.org/officeDocument/2006/relationships/slideLayout" Target="../slideLayouts/slideLayout147.xml"/><Relationship Id="rId14" Type="http://schemas.openxmlformats.org/officeDocument/2006/relationships/slideLayout" Target="../slideLayouts/slideLayout1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8"/>
            </p:custDataLst>
            <p:extLst>
              <p:ext uri="{D42A27DB-BD31-4B8C-83A1-F6EECF244321}">
                <p14:modId xmlns:p14="http://schemas.microsoft.com/office/powerpoint/2010/main" val="53870580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029" name="think-cell Slide" r:id="rId9" imgW="270" imgH="270" progId="TCLayout.ActiveDocument.1">
                  <p:embed/>
                </p:oleObj>
              </mc:Choice>
              <mc:Fallback>
                <p:oleObj name="think-cell Slide" r:id="rId9" imgW="270" imgH="270" progId="TCLayout.ActiveDocument.1">
                  <p:embed/>
                  <p:pic>
                    <p:nvPicPr>
                      <p:cNvPr id="5" name="Object 4" hidden="1"/>
                      <p:cNvPicPr/>
                      <p:nvPr/>
                    </p:nvPicPr>
                    <p:blipFill>
                      <a:blip r:embed="rId10"/>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2066355A-084C-D24E-9AD2-7E4FC41EA627}" type="slidenum">
              <a:rPr lang="en-US" b="0" smtClean="0">
                <a:solidFill>
                  <a:schemeClr val="tx2"/>
                </a:solidFill>
                <a:latin typeface="Arial" panose="020B0604020202020204" pitchFamily="34" charset="0"/>
                <a:cs typeface="Arial" panose="020B0604020202020204" pitchFamily="34" charset="0"/>
              </a:rPr>
              <a:pPr algn="l"/>
              <a:t>‹#›</a:t>
            </a:fld>
            <a:endParaRPr lang="en-US" b="0" dirty="0">
              <a:solidFill>
                <a:schemeClr val="tx2"/>
              </a:solidFill>
              <a:latin typeface="Arial" panose="020B0604020202020204" pitchFamily="34" charset="0"/>
              <a:cs typeface="Arial" panose="020B0604020202020204" pitchFamily="34" charset="0"/>
            </a:endParaRPr>
          </a:p>
        </p:txBody>
      </p:sp>
      <p:sp>
        <p:nvSpPr>
          <p:cNvPr id="9" name="Footer Placeholder 6"/>
          <p:cNvSpPr txBox="1">
            <a:spLocks/>
          </p:cNvSpPr>
          <p:nvPr userDrawn="1"/>
        </p:nvSpPr>
        <p:spPr>
          <a:xfrm>
            <a:off x="1447800" y="6497365"/>
            <a:ext cx="7270243"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indent="0" algn="r" defTabSz="457200" rtl="0" eaLnBrk="1" fontAlgn="auto" latinLnBrk="0" hangingPunct="1">
              <a:lnSpc>
                <a:spcPct val="100000"/>
              </a:lnSpc>
              <a:spcBef>
                <a:spcPts val="0"/>
              </a:spcBef>
              <a:spcAft>
                <a:spcPts val="0"/>
              </a:spcAft>
              <a:buClrTx/>
              <a:buSzTx/>
              <a:buFontTx/>
              <a:buNone/>
              <a:tabLst/>
              <a:defRPr/>
            </a:pPr>
            <a:r>
              <a:rPr lang="en-US" b="0" spc="60" baseline="0" dirty="0">
                <a:solidFill>
                  <a:schemeClr val="tx2"/>
                </a:solidFill>
                <a:latin typeface="Arial Narrow" panose="020B0606020202030204" pitchFamily="34" charset="0"/>
              </a:rPr>
              <a:t>U.S. BANK CONFIDENTIAL  |  U.S. BANK</a:t>
            </a:r>
            <a:r>
              <a:rPr lang="en-US" b="0" spc="60" baseline="0" dirty="0">
                <a:solidFill>
                  <a:schemeClr val="tx1"/>
                </a:solidFill>
                <a:latin typeface="Arial Narrow" panose="020B0606020202030204" pitchFamily="34" charset="0"/>
              </a:rPr>
              <a:t>  |</a:t>
            </a:r>
          </a:p>
        </p:txBody>
      </p:sp>
    </p:spTree>
    <p:extLst>
      <p:ext uri="{BB962C8B-B14F-4D97-AF65-F5344CB8AC3E}">
        <p14:creationId xmlns:p14="http://schemas.microsoft.com/office/powerpoint/2010/main" val="3925070625"/>
      </p:ext>
    </p:extLst>
  </p:cSld>
  <p:clrMap bg1="lt1" tx1="dk1" bg2="lt2" tx2="dk2" accent1="accent1" accent2="accent2" accent3="accent3" accent4="accent4" accent5="accent5" accent6="accent6" hlink="hlink" folHlink="folHlink"/>
  <p:sldLayoutIdLst>
    <p:sldLayoutId id="2147483683" r:id="rId1"/>
    <p:sldLayoutId id="2147483698" r:id="rId2"/>
    <p:sldLayoutId id="2147483699" r:id="rId3"/>
    <p:sldLayoutId id="2147483700" r:id="rId4"/>
    <p:sldLayoutId id="2147484037" r:id="rId5"/>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9"/>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077" name="think-cell Slide" r:id="rId10" imgW="270" imgH="270" progId="TCLayout.ActiveDocument.1">
                  <p:embed/>
                </p:oleObj>
              </mc:Choice>
              <mc:Fallback>
                <p:oleObj name="think-cell Slide" r:id="rId10" imgW="270" imgH="270" progId="TCLayout.ActiveDocument.1">
                  <p:embed/>
                  <p:pic>
                    <p:nvPicPr>
                      <p:cNvPr id="5" name="Object 4" hidden="1"/>
                      <p:cNvPicPr/>
                      <p:nvPr/>
                    </p:nvPicPr>
                    <p:blipFill>
                      <a:blip r:embed="rId11"/>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9" name="Footer Placeholder 6"/>
          <p:cNvSpPr txBox="1">
            <a:spLocks/>
          </p:cNvSpPr>
          <p:nvPr userDrawn="1"/>
        </p:nvSpPr>
        <p:spPr>
          <a:xfrm>
            <a:off x="1447800" y="6497365"/>
            <a:ext cx="7270243"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a:pPr>
            <a:r>
              <a:rPr lang="en-US" b="0" spc="60" dirty="0">
                <a:solidFill>
                  <a:srgbClr val="4D4D4D"/>
                </a:solidFill>
                <a:latin typeface="Arial Narrow" panose="020B0606020202030204" pitchFamily="34" charset="0"/>
              </a:rPr>
              <a:t>U.S. BANK CONFIDENTIAL  |  U.S. BANK</a:t>
            </a:r>
            <a:r>
              <a:rPr lang="en-US" b="0" spc="60" dirty="0">
                <a:latin typeface="Arial Narrow" panose="020B0606020202030204" pitchFamily="34" charset="0"/>
              </a:rPr>
              <a:t>  |</a:t>
            </a:r>
          </a:p>
        </p:txBody>
      </p:sp>
    </p:spTree>
    <p:extLst>
      <p:ext uri="{BB962C8B-B14F-4D97-AF65-F5344CB8AC3E}">
        <p14:creationId xmlns:p14="http://schemas.microsoft.com/office/powerpoint/2010/main" val="2762297954"/>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9" r:id="rId6"/>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0"/>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4101" name="think-cell Slide" r:id="rId11" imgW="270" imgH="270" progId="TCLayout.ActiveDocument.1">
                  <p:embed/>
                </p:oleObj>
              </mc:Choice>
              <mc:Fallback>
                <p:oleObj name="think-cell Slide" r:id="rId11" imgW="270" imgH="270" progId="TCLayout.ActiveDocument.1">
                  <p:embed/>
                  <p:pic>
                    <p:nvPicPr>
                      <p:cNvPr id="5" name="Object 4" hidden="1"/>
                      <p:cNvPicPr/>
                      <p:nvPr/>
                    </p:nvPicPr>
                    <p:blipFill>
                      <a:blip r:embed="rId12"/>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9" name="Footer Placeholder 6"/>
          <p:cNvSpPr txBox="1">
            <a:spLocks/>
          </p:cNvSpPr>
          <p:nvPr userDrawn="1"/>
        </p:nvSpPr>
        <p:spPr>
          <a:xfrm>
            <a:off x="1447800" y="6497365"/>
            <a:ext cx="7270243"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a:pPr>
            <a:r>
              <a:rPr lang="en-US" b="0" spc="60" dirty="0">
                <a:solidFill>
                  <a:srgbClr val="4D4D4D"/>
                </a:solidFill>
                <a:latin typeface="Arial Narrow" panose="020B0606020202030204" pitchFamily="34" charset="0"/>
              </a:rPr>
              <a:t>U.S. BANK CONFIDENTIAL  |  U.S. BANK</a:t>
            </a:r>
            <a:r>
              <a:rPr lang="en-US" b="0" spc="60" dirty="0">
                <a:latin typeface="Arial Narrow" panose="020B0606020202030204" pitchFamily="34" charset="0"/>
              </a:rPr>
              <a:t>  |</a:t>
            </a:r>
          </a:p>
        </p:txBody>
      </p:sp>
    </p:spTree>
    <p:extLst>
      <p:ext uri="{BB962C8B-B14F-4D97-AF65-F5344CB8AC3E}">
        <p14:creationId xmlns:p14="http://schemas.microsoft.com/office/powerpoint/2010/main" val="2205829515"/>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7"/>
            </p:custDataLst>
            <p:extLst>
              <p:ext uri="{D42A27DB-BD31-4B8C-83A1-F6EECF244321}">
                <p14:modId xmlns:p14="http://schemas.microsoft.com/office/powerpoint/2010/main" val="393366336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6149" name="think-cell Slide" r:id="rId18" imgW="270" imgH="270" progId="TCLayout.ActiveDocument.1">
                  <p:embed/>
                </p:oleObj>
              </mc:Choice>
              <mc:Fallback>
                <p:oleObj name="think-cell Slide" r:id="rId18" imgW="270" imgH="270" progId="TCLayout.ActiveDocument.1">
                  <p:embed/>
                  <p:pic>
                    <p:nvPicPr>
                      <p:cNvPr id="5" name="Object 4" hidden="1"/>
                      <p:cNvPicPr/>
                      <p:nvPr/>
                    </p:nvPicPr>
                    <p:blipFill>
                      <a:blip r:embed="rId19"/>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sp>
        <p:nvSpPr>
          <p:cNvPr id="13"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rgbClr val="0C2074"/>
                </a:solidFill>
              </a:ln>
              <a:solidFill>
                <a:prstClr val="white"/>
              </a:solidFill>
            </a:endParaRPr>
          </a:p>
        </p:txBody>
      </p:sp>
    </p:spTree>
    <p:extLst>
      <p:ext uri="{BB962C8B-B14F-4D97-AF65-F5344CB8AC3E}">
        <p14:creationId xmlns:p14="http://schemas.microsoft.com/office/powerpoint/2010/main" val="2438831512"/>
      </p:ext>
    </p:extLst>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 id="2147483840" r:id="rId12"/>
    <p:sldLayoutId id="2147483841" r:id="rId13"/>
    <p:sldLayoutId id="2147483842" r:id="rId14"/>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7"/>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9221" name="think-cell Slide" r:id="rId18" imgW="270" imgH="270" progId="TCLayout.ActiveDocument.1">
                  <p:embed/>
                </p:oleObj>
              </mc:Choice>
              <mc:Fallback>
                <p:oleObj name="think-cell Slide" r:id="rId18" imgW="270" imgH="270" progId="TCLayout.ActiveDocument.1">
                  <p:embed/>
                  <p:pic>
                    <p:nvPicPr>
                      <p:cNvPr id="5" name="Object 4" hidden="1"/>
                      <p:cNvPicPr/>
                      <p:nvPr/>
                    </p:nvPicPr>
                    <p:blipFill>
                      <a:blip r:embed="rId19"/>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sp>
        <p:nvSpPr>
          <p:cNvPr id="13"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rgbClr val="0C2074"/>
                </a:solidFill>
              </a:ln>
              <a:solidFill>
                <a:prstClr val="white"/>
              </a:solidFill>
            </a:endParaRPr>
          </a:p>
        </p:txBody>
      </p:sp>
    </p:spTree>
    <p:extLst>
      <p:ext uri="{BB962C8B-B14F-4D97-AF65-F5344CB8AC3E}">
        <p14:creationId xmlns:p14="http://schemas.microsoft.com/office/powerpoint/2010/main" val="3421534550"/>
      </p:ext>
    </p:extLst>
  </p:cSld>
  <p:clrMap bg1="lt1" tx1="dk1" bg2="lt2" tx2="dk2" accent1="accent1" accent2="accent2" accent3="accent3" accent4="accent4" accent5="accent5" accent6="accent6" hlink="hlink" folHlink="folHlink"/>
  <p:sldLayoutIdLst>
    <p:sldLayoutId id="2147483844" r:id="rId1"/>
    <p:sldLayoutId id="2147483845" r:id="rId2"/>
    <p:sldLayoutId id="2147483846" r:id="rId3"/>
    <p:sldLayoutId id="2147483847" r:id="rId4"/>
    <p:sldLayoutId id="2147483848" r:id="rId5"/>
    <p:sldLayoutId id="2147483849" r:id="rId6"/>
    <p:sldLayoutId id="2147483850" r:id="rId7"/>
    <p:sldLayoutId id="2147483851" r:id="rId8"/>
    <p:sldLayoutId id="2147483852" r:id="rId9"/>
    <p:sldLayoutId id="2147483853" r:id="rId10"/>
    <p:sldLayoutId id="2147483854" r:id="rId11"/>
    <p:sldLayoutId id="2147483855" r:id="rId12"/>
    <p:sldLayoutId id="2147483856" r:id="rId13"/>
    <p:sldLayoutId id="2147483857" r:id="rId14"/>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5"/>
          <p:cNvPicPr>
            <a:picLocks noChangeAspect="1" noChangeArrowheads="1"/>
          </p:cNvPicPr>
          <p:nvPr/>
        </p:nvPicPr>
        <p:blipFill rotWithShape="1">
          <a:blip r:embed="rId18" cstate="email">
            <a:extLst>
              <a:ext uri="{28A0092B-C50C-407E-A947-70E740481C1C}">
                <a14:useLocalDpi xmlns:a14="http://schemas.microsoft.com/office/drawing/2010/main"/>
              </a:ext>
            </a:extLst>
          </a:blip>
          <a:srcRect/>
          <a:stretch/>
        </p:blipFill>
        <p:spPr bwMode="auto">
          <a:xfrm>
            <a:off x="232229" y="5397609"/>
            <a:ext cx="8667016" cy="771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5"/>
            <a:ext cx="182880"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13" name="Right Arrow Callout 12"/>
          <p:cNvSpPr/>
          <p:nvPr/>
        </p:nvSpPr>
        <p:spPr>
          <a:xfrm rot="5400000">
            <a:off x="7623808" y="-650448"/>
            <a:ext cx="870477" cy="216396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0477" h="2163966">
                <a:moveTo>
                  <a:pt x="0" y="2163965"/>
                </a:moveTo>
                <a:lnTo>
                  <a:pt x="275168" y="2163966"/>
                </a:lnTo>
                <a:cubicBezTo>
                  <a:pt x="275169" y="2010772"/>
                  <a:pt x="275167" y="783635"/>
                  <a:pt x="275168" y="630441"/>
                </a:cubicBezTo>
                <a:cubicBezTo>
                  <a:pt x="274724" y="525666"/>
                  <a:pt x="274281" y="420891"/>
                  <a:pt x="273837" y="316116"/>
                </a:cubicBezTo>
                <a:lnTo>
                  <a:pt x="778802" y="317307"/>
                </a:lnTo>
                <a:lnTo>
                  <a:pt x="870477" y="594722"/>
                </a:lnTo>
                <a:lnTo>
                  <a:pt x="778802" y="874518"/>
                </a:lnTo>
                <a:lnTo>
                  <a:pt x="463296" y="875711"/>
                </a:lnTo>
                <a:cubicBezTo>
                  <a:pt x="462060" y="583807"/>
                  <a:pt x="465576" y="291904"/>
                  <a:pt x="464340" y="0"/>
                </a:cubicBezTo>
              </a:path>
            </a:pathLst>
          </a:custGeom>
          <a:noFill/>
          <a:ln w="44450">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9" name="Footer Placeholder 6"/>
          <p:cNvSpPr txBox="1">
            <a:spLocks/>
          </p:cNvSpPr>
          <p:nvPr/>
        </p:nvSpPr>
        <p:spPr>
          <a:xfrm>
            <a:off x="1447800" y="6497365"/>
            <a:ext cx="7270243"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a:pPr>
            <a:r>
              <a:rPr lang="en-US" b="0" spc="60" dirty="0">
                <a:solidFill>
                  <a:srgbClr val="4D4D4D"/>
                </a:solidFill>
                <a:latin typeface="Arial Narrow" panose="020B0606020202030204" pitchFamily="34" charset="0"/>
              </a:rPr>
              <a:t>U.S. BANK CONFIDENTIAL</a:t>
            </a:r>
            <a:endParaRPr lang="en-US" b="0" spc="60" dirty="0">
              <a:latin typeface="Arial Narrow" panose="020B0606020202030204" pitchFamily="34" charset="0"/>
            </a:endParaRPr>
          </a:p>
        </p:txBody>
      </p:sp>
    </p:spTree>
    <p:extLst>
      <p:ext uri="{BB962C8B-B14F-4D97-AF65-F5344CB8AC3E}">
        <p14:creationId xmlns:p14="http://schemas.microsoft.com/office/powerpoint/2010/main" val="4099970446"/>
      </p:ext>
    </p:extLst>
  </p:cSld>
  <p:clrMap bg1="lt1" tx1="dk1" bg2="lt2" tx2="dk2" accent1="accent1" accent2="accent2" accent3="accent3" accent4="accent4" accent5="accent5" accent6="accent6" hlink="hlink" folHlink="folHlink"/>
  <p:sldLayoutIdLst>
    <p:sldLayoutId id="2147483874" r:id="rId1"/>
    <p:sldLayoutId id="2147483875" r:id="rId2"/>
    <p:sldLayoutId id="2147483876" r:id="rId3"/>
    <p:sldLayoutId id="2147483877" r:id="rId4"/>
    <p:sldLayoutId id="2147483878" r:id="rId5"/>
    <p:sldLayoutId id="2147483879" r:id="rId6"/>
    <p:sldLayoutId id="2147483880" r:id="rId7"/>
    <p:sldLayoutId id="2147483881" r:id="rId8"/>
    <p:sldLayoutId id="2147483882" r:id="rId9"/>
    <p:sldLayoutId id="2147483883" r:id="rId10"/>
    <p:sldLayoutId id="2147483884" r:id="rId11"/>
    <p:sldLayoutId id="2147483885" r:id="rId12"/>
    <p:sldLayoutId id="2147483886" r:id="rId13"/>
    <p:sldLayoutId id="2147483887" r:id="rId14"/>
    <p:sldLayoutId id="2147483888" r:id="rId15"/>
    <p:sldLayoutId id="2147483889" r:id="rId16"/>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7"/>
            </p:custDataLst>
            <p:extLst>
              <p:ext uri="{D42A27DB-BD31-4B8C-83A1-F6EECF244321}">
                <p14:modId xmlns:p14="http://schemas.microsoft.com/office/powerpoint/2010/main" val="55212900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2293" name="think-cell Slide" r:id="rId18" imgW="270" imgH="270" progId="TCLayout.ActiveDocument.1">
                  <p:embed/>
                </p:oleObj>
              </mc:Choice>
              <mc:Fallback>
                <p:oleObj name="think-cell Slide" r:id="rId18" imgW="270" imgH="270" progId="TCLayout.ActiveDocument.1">
                  <p:embed/>
                  <p:pic>
                    <p:nvPicPr>
                      <p:cNvPr id="5" name="Object 4" hidden="1"/>
                      <p:cNvPicPr/>
                      <p:nvPr/>
                    </p:nvPicPr>
                    <p:blipFill>
                      <a:blip r:embed="rId19"/>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sp>
        <p:nvSpPr>
          <p:cNvPr id="13"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rgbClr val="0C2074"/>
                </a:solidFill>
              </a:ln>
              <a:solidFill>
                <a:prstClr val="white"/>
              </a:solidFill>
            </a:endParaRPr>
          </a:p>
        </p:txBody>
      </p:sp>
    </p:spTree>
    <p:extLst>
      <p:ext uri="{BB962C8B-B14F-4D97-AF65-F5344CB8AC3E}">
        <p14:creationId xmlns:p14="http://schemas.microsoft.com/office/powerpoint/2010/main" val="817786460"/>
      </p:ext>
    </p:extLst>
  </p:cSld>
  <p:clrMap bg1="lt1" tx1="dk1" bg2="lt2" tx2="dk2" accent1="accent1" accent2="accent2" accent3="accent3" accent4="accent4" accent5="accent5" accent6="accent6" hlink="hlink" folHlink="folHlink"/>
  <p:sldLayoutIdLst>
    <p:sldLayoutId id="2147483891" r:id="rId1"/>
    <p:sldLayoutId id="2147483892" r:id="rId2"/>
    <p:sldLayoutId id="2147483893" r:id="rId3"/>
    <p:sldLayoutId id="2147483894" r:id="rId4"/>
    <p:sldLayoutId id="2147483895" r:id="rId5"/>
    <p:sldLayoutId id="2147483896" r:id="rId6"/>
    <p:sldLayoutId id="2147483897" r:id="rId7"/>
    <p:sldLayoutId id="2147483898" r:id="rId8"/>
    <p:sldLayoutId id="2147483899" r:id="rId9"/>
    <p:sldLayoutId id="2147483900" r:id="rId10"/>
    <p:sldLayoutId id="2147483901" r:id="rId11"/>
    <p:sldLayoutId id="2147483902" r:id="rId12"/>
    <p:sldLayoutId id="2147483903" r:id="rId13"/>
    <p:sldLayoutId id="2147483904" r:id="rId14"/>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7"/>
            </p:custDataLst>
            <p:extLst/>
          </p:nvPr>
        </p:nvGraphicFramePr>
        <p:xfrm>
          <a:off x="1589" y="1592"/>
          <a:ext cx="1587" cy="1587"/>
        </p:xfrm>
        <a:graphic>
          <a:graphicData uri="http://schemas.openxmlformats.org/presentationml/2006/ole">
            <mc:AlternateContent xmlns:mc="http://schemas.openxmlformats.org/markup-compatibility/2006">
              <mc:Choice xmlns:v="urn:schemas-microsoft-com:vml" Requires="v">
                <p:oleObj spid="_x0000_s16389" name="think-cell Slide" r:id="rId18" imgW="270" imgH="270" progId="TCLayout.ActiveDocument.1">
                  <p:embed/>
                </p:oleObj>
              </mc:Choice>
              <mc:Fallback>
                <p:oleObj name="think-cell Slide" r:id="rId18" imgW="270" imgH="270" progId="TCLayout.ActiveDocument.1">
                  <p:embed/>
                  <p:pic>
                    <p:nvPicPr>
                      <p:cNvPr id="5" name="Object 4" hidden="1"/>
                      <p:cNvPicPr/>
                      <p:nvPr/>
                    </p:nvPicPr>
                    <p:blipFill>
                      <a:blip r:embed="rId19"/>
                      <a:stretch>
                        <a:fillRect/>
                      </a:stretch>
                    </p:blipFill>
                    <p:spPr>
                      <a:xfrm>
                        <a:off x="1589" y="1592"/>
                        <a:ext cx="1587" cy="1587"/>
                      </a:xfrm>
                      <a:prstGeom prst="rect">
                        <a:avLst/>
                      </a:prstGeom>
                    </p:spPr>
                  </p:pic>
                </p:oleObj>
              </mc:Fallback>
            </mc:AlternateContent>
          </a:graphicData>
        </a:graphic>
      </p:graphicFrame>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4"/>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9"/>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sp>
        <p:nvSpPr>
          <p:cNvPr id="13" name="Right Arrow Callout 12"/>
          <p:cNvSpPr/>
          <p:nvPr/>
        </p:nvSpPr>
        <p:spPr>
          <a:xfrm rot="16200000" flipH="1">
            <a:off x="4453566"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rgbClr val="0C2074"/>
                </a:solidFill>
              </a:ln>
              <a:solidFill>
                <a:prstClr val="white"/>
              </a:solidFill>
            </a:endParaRPr>
          </a:p>
        </p:txBody>
      </p:sp>
    </p:spTree>
    <p:extLst>
      <p:ext uri="{BB962C8B-B14F-4D97-AF65-F5344CB8AC3E}">
        <p14:creationId xmlns:p14="http://schemas.microsoft.com/office/powerpoint/2010/main" val="1016071542"/>
      </p:ext>
    </p:extLst>
  </p:cSld>
  <p:clrMap bg1="lt1" tx1="dk1" bg2="lt2" tx2="dk2" accent1="accent1" accent2="accent2" accent3="accent3" accent4="accent4" accent5="accent5" accent6="accent6" hlink="hlink" folHlink="folHlink"/>
  <p:sldLayoutIdLst>
    <p:sldLayoutId id="2147483923" r:id="rId1"/>
    <p:sldLayoutId id="2147483924" r:id="rId2"/>
    <p:sldLayoutId id="2147483925" r:id="rId3"/>
    <p:sldLayoutId id="2147483926" r:id="rId4"/>
    <p:sldLayoutId id="2147483927" r:id="rId5"/>
    <p:sldLayoutId id="2147483928" r:id="rId6"/>
    <p:sldLayoutId id="2147483929" r:id="rId7"/>
    <p:sldLayoutId id="2147483930" r:id="rId8"/>
    <p:sldLayoutId id="2147483931" r:id="rId9"/>
    <p:sldLayoutId id="2147483932" r:id="rId10"/>
    <p:sldLayoutId id="2147483933" r:id="rId11"/>
    <p:sldLayoutId id="2147483934" r:id="rId12"/>
    <p:sldLayoutId id="2147483935" r:id="rId13"/>
    <p:sldLayoutId id="2147483936" r:id="rId14"/>
  </p:sldLayoutIdLst>
  <p:txStyles>
    <p:titleStyle>
      <a:lvl1pPr algn="l" defTabSz="914377" rtl="0" eaLnBrk="1" latinLnBrk="0" hangingPunct="1">
        <a:spcBef>
          <a:spcPct val="0"/>
        </a:spcBef>
        <a:buNone/>
        <a:defRPr sz="2800" b="1" kern="1200">
          <a:solidFill>
            <a:schemeClr val="tx1"/>
          </a:solidFill>
          <a:latin typeface="+mj-lt"/>
          <a:ea typeface="+mj-ea"/>
          <a:cs typeface="+mj-cs"/>
        </a:defRPr>
      </a:lvl1pPr>
    </p:titleStyle>
    <p:bodyStyle>
      <a:lvl1pPr marL="182875" indent="-173732" algn="l" defTabSz="914377"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26" indent="-228594" algn="l" defTabSz="914377"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377" indent="-173732" algn="l" defTabSz="914377"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28" indent="-173732" algn="l" defTabSz="914377"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879" indent="-173732" algn="l" defTabSz="914377"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7"/>
            </p:custDataLst>
            <p:extLst>
              <p:ext uri="{D42A27DB-BD31-4B8C-83A1-F6EECF244321}">
                <p14:modId xmlns:p14="http://schemas.microsoft.com/office/powerpoint/2010/main" val="20992535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9461" name="think-cell Slide" r:id="rId18" imgW="270" imgH="270" progId="TCLayout.ActiveDocument.1">
                  <p:embed/>
                </p:oleObj>
              </mc:Choice>
              <mc:Fallback>
                <p:oleObj name="think-cell Slide" r:id="rId18" imgW="270" imgH="270" progId="TCLayout.ActiveDocument.1">
                  <p:embed/>
                  <p:pic>
                    <p:nvPicPr>
                      <p:cNvPr id="7" name="Object 6" hidden="1"/>
                      <p:cNvPicPr/>
                      <p:nvPr/>
                    </p:nvPicPr>
                    <p:blipFill>
                      <a:blip r:embed="rId19"/>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5"/>
            <a:ext cx="182880"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5" name="Picture 4"/>
          <p:cNvPicPr>
            <a:picLocks noChangeAspect="1"/>
          </p:cNvPicPr>
          <p:nvPr/>
        </p:nvPicPr>
        <p:blipFill>
          <a:blip r:embed="rId20"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p:spPr>
      </p:pic>
    </p:spTree>
    <p:extLst>
      <p:ext uri="{BB962C8B-B14F-4D97-AF65-F5344CB8AC3E}">
        <p14:creationId xmlns:p14="http://schemas.microsoft.com/office/powerpoint/2010/main" val="1877234155"/>
      </p:ext>
    </p:extLst>
  </p:cSld>
  <p:clrMap bg1="lt1" tx1="dk1" bg2="lt2" tx2="dk2" accent1="accent1" accent2="accent2" accent3="accent3" accent4="accent4" accent5="accent5" accent6="accent6" hlink="hlink" folHlink="folHlink"/>
  <p:sldLayoutIdLst>
    <p:sldLayoutId id="2147483938" r:id="rId1"/>
    <p:sldLayoutId id="2147483939" r:id="rId2"/>
    <p:sldLayoutId id="2147483940" r:id="rId3"/>
    <p:sldLayoutId id="2147483941" r:id="rId4"/>
    <p:sldLayoutId id="2147483942" r:id="rId5"/>
    <p:sldLayoutId id="2147483943" r:id="rId6"/>
    <p:sldLayoutId id="2147483944" r:id="rId7"/>
    <p:sldLayoutId id="2147483945" r:id="rId8"/>
    <p:sldLayoutId id="2147483946" r:id="rId9"/>
    <p:sldLayoutId id="2147483947" r:id="rId10"/>
    <p:sldLayoutId id="2147483948" r:id="rId11"/>
    <p:sldLayoutId id="2147483949" r:id="rId12"/>
    <p:sldLayoutId id="2147483950" r:id="rId13"/>
    <p:sldLayoutId id="2147483951" r:id="rId14"/>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7"/>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4581" name="think-cell Slide" r:id="rId18" imgW="270" imgH="270" progId="TCLayout.ActiveDocument.1">
                  <p:embed/>
                </p:oleObj>
              </mc:Choice>
              <mc:Fallback>
                <p:oleObj name="think-cell Slide" r:id="rId18" imgW="270" imgH="270" progId="TCLayout.ActiveDocument.1">
                  <p:embed/>
                  <p:pic>
                    <p:nvPicPr>
                      <p:cNvPr id="7" name="Object 6" hidden="1"/>
                      <p:cNvPicPr/>
                      <p:nvPr/>
                    </p:nvPicPr>
                    <p:blipFill>
                      <a:blip r:embed="rId19"/>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5"/>
            <a:ext cx="182880"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5" name="Picture 4"/>
          <p:cNvPicPr>
            <a:picLocks noChangeAspect="1"/>
          </p:cNvPicPr>
          <p:nvPr/>
        </p:nvPicPr>
        <p:blipFill>
          <a:blip r:embed="rId20"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p:spPr>
      </p:pic>
    </p:spTree>
    <p:extLst>
      <p:ext uri="{BB962C8B-B14F-4D97-AF65-F5344CB8AC3E}">
        <p14:creationId xmlns:p14="http://schemas.microsoft.com/office/powerpoint/2010/main" val="1523301856"/>
      </p:ext>
    </p:extLst>
  </p:cSld>
  <p:clrMap bg1="lt1" tx1="dk1" bg2="lt2" tx2="dk2" accent1="accent1" accent2="accent2" accent3="accent3" accent4="accent4" accent5="accent5" accent6="accent6" hlink="hlink" folHlink="folHlink"/>
  <p:sldLayoutIdLst>
    <p:sldLayoutId id="2147483953" r:id="rId1"/>
    <p:sldLayoutId id="2147483954" r:id="rId2"/>
    <p:sldLayoutId id="2147483955" r:id="rId3"/>
    <p:sldLayoutId id="2147483956" r:id="rId4"/>
    <p:sldLayoutId id="2147483957" r:id="rId5"/>
    <p:sldLayoutId id="2147483958" r:id="rId6"/>
    <p:sldLayoutId id="2147483959" r:id="rId7"/>
    <p:sldLayoutId id="2147483960" r:id="rId8"/>
    <p:sldLayoutId id="2147483961" r:id="rId9"/>
    <p:sldLayoutId id="2147483962" r:id="rId10"/>
    <p:sldLayoutId id="2147483963" r:id="rId11"/>
    <p:sldLayoutId id="2147483964" r:id="rId12"/>
    <p:sldLayoutId id="2147483965" r:id="rId13"/>
    <p:sldLayoutId id="2147483966" r:id="rId14"/>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9"/>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9701" name="think-cell Slide" r:id="rId20" imgW="270" imgH="270" progId="TCLayout.ActiveDocument.1">
                  <p:embed/>
                </p:oleObj>
              </mc:Choice>
              <mc:Fallback>
                <p:oleObj name="think-cell Slide" r:id="rId20" imgW="270" imgH="270" progId="TCLayout.ActiveDocument.1">
                  <p:embed/>
                  <p:pic>
                    <p:nvPicPr>
                      <p:cNvPr id="7" name="Object 6" hidden="1"/>
                      <p:cNvPicPr/>
                      <p:nvPr/>
                    </p:nvPicPr>
                    <p:blipFill>
                      <a:blip r:embed="rId21"/>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5"/>
            <a:ext cx="182880" cy="185915"/>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pic>
        <p:nvPicPr>
          <p:cNvPr id="5" name="Picture 4"/>
          <p:cNvPicPr>
            <a:picLocks noChangeAspect="1"/>
          </p:cNvPicPr>
          <p:nvPr/>
        </p:nvPicPr>
        <p:blipFill>
          <a:blip r:embed="rId22" cstate="screen">
            <a:extLst>
              <a:ext uri="{28A0092B-C50C-407E-A947-70E740481C1C}">
                <a14:useLocalDpi xmlns:a14="http://schemas.microsoft.com/office/drawing/2010/main" val="0"/>
              </a:ext>
            </a:extLst>
          </a:blip>
          <a:stretch>
            <a:fillRect/>
          </a:stretch>
        </p:blipFill>
        <p:spPr>
          <a:xfrm>
            <a:off x="4562" y="6087374"/>
            <a:ext cx="9134875" cy="295657"/>
          </a:xfrm>
          <a:prstGeom prst="rect">
            <a:avLst/>
          </a:prstGeom>
        </p:spPr>
      </p:pic>
    </p:spTree>
    <p:extLst>
      <p:ext uri="{BB962C8B-B14F-4D97-AF65-F5344CB8AC3E}">
        <p14:creationId xmlns:p14="http://schemas.microsoft.com/office/powerpoint/2010/main" val="3276199015"/>
      </p:ext>
    </p:extLst>
  </p:cSld>
  <p:clrMap bg1="lt1" tx1="dk1" bg2="lt2" tx2="dk2" accent1="accent1" accent2="accent2" accent3="accent3" accent4="accent4" accent5="accent5" accent6="accent6" hlink="hlink" folHlink="folHlink"/>
  <p:sldLayoutIdLst>
    <p:sldLayoutId id="2147483983" r:id="rId1"/>
    <p:sldLayoutId id="2147483984" r:id="rId2"/>
    <p:sldLayoutId id="2147483985" r:id="rId3"/>
    <p:sldLayoutId id="2147483986" r:id="rId4"/>
    <p:sldLayoutId id="2147483987" r:id="rId5"/>
    <p:sldLayoutId id="2147483988" r:id="rId6"/>
    <p:sldLayoutId id="2147483989" r:id="rId7"/>
    <p:sldLayoutId id="2147483990" r:id="rId8"/>
    <p:sldLayoutId id="2147483991" r:id="rId9"/>
    <p:sldLayoutId id="2147483992" r:id="rId10"/>
    <p:sldLayoutId id="2147483993" r:id="rId11"/>
    <p:sldLayoutId id="2147483994" r:id="rId12"/>
    <p:sldLayoutId id="2147483995" r:id="rId13"/>
    <p:sldLayoutId id="2147483996" r:id="rId14"/>
    <p:sldLayoutId id="2147483997" r:id="rId15"/>
    <p:sldLayoutId id="2147483998" r:id="rId16"/>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spTree>
    <p:extLst>
      <p:ext uri="{BB962C8B-B14F-4D97-AF65-F5344CB8AC3E}">
        <p14:creationId xmlns:p14="http://schemas.microsoft.com/office/powerpoint/2010/main" val="22495856"/>
      </p:ext>
    </p:extLst>
  </p:cSld>
  <p:clrMap bg1="lt1" tx1="dk1" bg2="lt2" tx2="dk2" accent1="accent1" accent2="accent2" accent3="accent3" accent4="accent4" accent5="accent5" accent6="accent6" hlink="hlink" folHlink="folHlink"/>
  <p:sldLayoutIdLst>
    <p:sldLayoutId id="2147484000" r:id="rId1"/>
    <p:sldLayoutId id="2147484001" r:id="rId2"/>
    <p:sldLayoutId id="2147484002" r:id="rId3"/>
    <p:sldLayoutId id="2147484003" r:id="rId4"/>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7"/>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9941" name="think-cell Slide" r:id="rId18" imgW="270" imgH="270" progId="TCLayout.ActiveDocument.1">
                  <p:embed/>
                </p:oleObj>
              </mc:Choice>
              <mc:Fallback>
                <p:oleObj name="think-cell Slide" r:id="rId18" imgW="270" imgH="270" progId="TCLayout.ActiveDocument.1">
                  <p:embed/>
                  <p:pic>
                    <p:nvPicPr>
                      <p:cNvPr id="5" name="Object 4" hidden="1"/>
                      <p:cNvPicPr/>
                      <p:nvPr/>
                    </p:nvPicPr>
                    <p:blipFill>
                      <a:blip r:embed="rId19"/>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a:xfrm>
            <a:off x="457200" y="228600"/>
            <a:ext cx="8229600" cy="868362"/>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457200" y="1382750"/>
            <a:ext cx="8229600" cy="4560849"/>
          </a:xfrm>
          <a:prstGeom prst="rect">
            <a:avLst/>
          </a:prstGeom>
        </p:spPr>
        <p:txBody>
          <a:bodyPr vert="horz" lIns="45720" tIns="45720" rIns="4572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6"/>
          <p:cNvSpPr txBox="1">
            <a:spLocks/>
          </p:cNvSpPr>
          <p:nvPr/>
        </p:nvSpPr>
        <p:spPr>
          <a:xfrm>
            <a:off x="8787004" y="6497366"/>
            <a:ext cx="356996" cy="174898"/>
          </a:xfrm>
          <a:prstGeom prst="rect">
            <a:avLst/>
          </a:prstGeom>
        </p:spPr>
        <p:txBody>
          <a:bodyPr vert="horz" lIns="0" tIns="0" rIns="0" bIns="0" rtlCol="0" anchor="b" anchorCtr="0"/>
          <a:lstStyle>
            <a:defPPr>
              <a:defRPr lang="en-US"/>
            </a:defPPr>
            <a:lvl1pPr marL="0" algn="l" defTabSz="457200" rtl="0" eaLnBrk="1" latinLnBrk="0" hangingPunct="1">
              <a:defRPr sz="900" b="1" i="0" kern="1200">
                <a:solidFill>
                  <a:srgbClr val="0C2074"/>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066355A-084C-D24E-9AD2-7E4FC41EA627}" type="slidenum">
              <a:rPr lang="en-US" b="0" smtClean="0">
                <a:solidFill>
                  <a:srgbClr val="4D4D4D"/>
                </a:solidFill>
                <a:latin typeface="Arial" panose="020B0604020202020204" pitchFamily="34" charset="0"/>
                <a:cs typeface="Arial" panose="020B0604020202020204" pitchFamily="34" charset="0"/>
              </a:rPr>
              <a:pPr/>
              <a:t>‹#›</a:t>
            </a:fld>
            <a:endParaRPr lang="en-US" b="0" dirty="0">
              <a:solidFill>
                <a:srgbClr val="4D4D4D"/>
              </a:solidFill>
              <a:latin typeface="Arial" panose="020B0604020202020204" pitchFamily="34" charset="0"/>
              <a:cs typeface="Arial" panose="020B0604020202020204" pitchFamily="34" charset="0"/>
            </a:endParaRPr>
          </a:p>
        </p:txBody>
      </p:sp>
      <p:sp>
        <p:nvSpPr>
          <p:cNvPr id="6" name="Footer Placeholder 6"/>
          <p:cNvSpPr txBox="1">
            <a:spLocks/>
          </p:cNvSpPr>
          <p:nvPr/>
        </p:nvSpPr>
        <p:spPr>
          <a:xfrm>
            <a:off x="7186041" y="6497365"/>
            <a:ext cx="1532002" cy="185915"/>
          </a:xfrm>
          <a:prstGeom prst="rect">
            <a:avLst/>
          </a:prstGeom>
        </p:spPr>
        <p:txBody>
          <a:bodyPr vert="horz" lIns="0" tIns="0" rIns="0" bIns="0" rtlCol="0" anchor="b" anchorCtr="0"/>
          <a:lstStyle>
            <a:defPPr>
              <a:defRPr lang="en-US"/>
            </a:defPPr>
            <a:lvl1pPr marL="0" algn="l" defTabSz="457200" rtl="0" eaLnBrk="1" latinLnBrk="0" hangingPunct="1">
              <a:defRPr sz="900" b="1" kern="1200">
                <a:solidFill>
                  <a:srgbClr val="0C207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0" spc="60" dirty="0">
                <a:solidFill>
                  <a:srgbClr val="4D4D4D"/>
                </a:solidFill>
                <a:latin typeface="Arial Narrow" panose="020B0606020202030204" pitchFamily="34" charset="0"/>
              </a:rPr>
              <a:t>U.S. BANK</a:t>
            </a:r>
            <a:r>
              <a:rPr lang="en-US" b="0" spc="60" dirty="0">
                <a:latin typeface="Arial Narrow" panose="020B0606020202030204" pitchFamily="34" charset="0"/>
              </a:rPr>
              <a:t>  |</a:t>
            </a:r>
          </a:p>
        </p:txBody>
      </p:sp>
      <p:sp>
        <p:nvSpPr>
          <p:cNvPr id="13" name="Right Arrow Callout 12"/>
          <p:cNvSpPr/>
          <p:nvPr/>
        </p:nvSpPr>
        <p:spPr>
          <a:xfrm rot="16200000" flipH="1">
            <a:off x="4453564" y="1656966"/>
            <a:ext cx="251799" cy="9158886"/>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0837" h="21542702">
                <a:moveTo>
                  <a:pt x="1156" y="21536810"/>
                </a:moveTo>
                <a:cubicBezTo>
                  <a:pt x="769" y="21622666"/>
                  <a:pt x="385" y="20747183"/>
                  <a:pt x="0" y="20409398"/>
                </a:cubicBezTo>
                <a:lnTo>
                  <a:pt x="487339" y="20408741"/>
                </a:lnTo>
                <a:lnTo>
                  <a:pt x="580837" y="20687551"/>
                </a:lnTo>
                <a:lnTo>
                  <a:pt x="489162" y="20967347"/>
                </a:lnTo>
                <a:lnTo>
                  <a:pt x="175498" y="20969479"/>
                </a:lnTo>
                <a:cubicBezTo>
                  <a:pt x="175176" y="20862277"/>
                  <a:pt x="174766" y="20376286"/>
                  <a:pt x="174946" y="20299708"/>
                </a:cubicBezTo>
                <a:cubicBezTo>
                  <a:pt x="173937" y="19042669"/>
                  <a:pt x="166263" y="2432"/>
                  <a:pt x="174504" y="1"/>
                </a:cubicBezTo>
              </a:path>
            </a:pathLst>
          </a:custGeom>
          <a:noFill/>
          <a:ln w="38100">
            <a:solidFill>
              <a:srgbClr val="0C207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38100">
                <a:solidFill>
                  <a:srgbClr val="0C2074"/>
                </a:solidFill>
              </a:ln>
              <a:solidFill>
                <a:prstClr val="white"/>
              </a:solidFill>
            </a:endParaRPr>
          </a:p>
        </p:txBody>
      </p:sp>
    </p:spTree>
    <p:extLst>
      <p:ext uri="{BB962C8B-B14F-4D97-AF65-F5344CB8AC3E}">
        <p14:creationId xmlns:p14="http://schemas.microsoft.com/office/powerpoint/2010/main" val="1078545776"/>
      </p:ext>
    </p:extLst>
  </p:cSld>
  <p:clrMap bg1="lt1" tx1="dk1" bg2="lt2" tx2="dk2" accent1="accent1" accent2="accent2" accent3="accent3" accent4="accent4" accent5="accent5" accent6="accent6" hlink="hlink" folHlink="folHlink"/>
  <p:sldLayoutIdLst>
    <p:sldLayoutId id="2147484021" r:id="rId1"/>
    <p:sldLayoutId id="2147484022" r:id="rId2"/>
    <p:sldLayoutId id="2147484023" r:id="rId3"/>
    <p:sldLayoutId id="2147484024" r:id="rId4"/>
    <p:sldLayoutId id="2147484025" r:id="rId5"/>
    <p:sldLayoutId id="2147484026" r:id="rId6"/>
    <p:sldLayoutId id="2147484027" r:id="rId7"/>
    <p:sldLayoutId id="2147484028" r:id="rId8"/>
    <p:sldLayoutId id="2147484029" r:id="rId9"/>
    <p:sldLayoutId id="2147484030" r:id="rId10"/>
    <p:sldLayoutId id="2147484031" r:id="rId11"/>
    <p:sldLayoutId id="2147484032" r:id="rId12"/>
    <p:sldLayoutId id="2147484033" r:id="rId13"/>
    <p:sldLayoutId id="2147484034" r:id="rId14"/>
  </p:sldLayoutIdLst>
  <p:txStyles>
    <p:titleStyle>
      <a:lvl1pPr algn="l" defTabSz="914400" rtl="0" eaLnBrk="1" latinLnBrk="0" hangingPunct="1">
        <a:spcBef>
          <a:spcPct val="0"/>
        </a:spcBef>
        <a:buNone/>
        <a:defRPr sz="2800" b="1" kern="1200">
          <a:solidFill>
            <a:schemeClr val="tx1"/>
          </a:solidFill>
          <a:latin typeface="+mj-lt"/>
          <a:ea typeface="+mj-ea"/>
          <a:cs typeface="+mj-cs"/>
        </a:defRPr>
      </a:lvl1pPr>
    </p:titleStyle>
    <p:body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ounded Rectangle 41"/>
          <p:cNvSpPr/>
          <p:nvPr/>
        </p:nvSpPr>
        <p:spPr>
          <a:xfrm>
            <a:off x="254131" y="578256"/>
            <a:ext cx="8432669" cy="782572"/>
          </a:xfrm>
          <a:prstGeom prst="roundRect">
            <a:avLst/>
          </a:prstGeom>
        </p:spPr>
        <p:style>
          <a:lnRef idx="0">
            <a:schemeClr val="accent2"/>
          </a:lnRef>
          <a:fillRef idx="3">
            <a:schemeClr val="accent2"/>
          </a:fillRef>
          <a:effectRef idx="3">
            <a:schemeClr val="accent2"/>
          </a:effectRef>
          <a:fontRef idx="minor">
            <a:schemeClr val="lt1"/>
          </a:fontRef>
        </p:style>
        <p:txBody>
          <a:bodyPr/>
          <a:lstStyle/>
          <a:p>
            <a:r>
              <a:rPr lang="en-US" b="1" dirty="0">
                <a:solidFill>
                  <a:schemeClr val="tx1"/>
                </a:solidFill>
              </a:rPr>
              <a:t>Process</a:t>
            </a:r>
          </a:p>
          <a:p>
            <a:r>
              <a:rPr lang="en-US" b="1" dirty="0">
                <a:solidFill>
                  <a:schemeClr val="tx1"/>
                </a:solidFill>
              </a:rPr>
              <a:t>Automation</a:t>
            </a:r>
          </a:p>
        </p:txBody>
      </p:sp>
      <p:grpSp>
        <p:nvGrpSpPr>
          <p:cNvPr id="8" name="Group 7"/>
          <p:cNvGrpSpPr/>
          <p:nvPr/>
        </p:nvGrpSpPr>
        <p:grpSpPr>
          <a:xfrm>
            <a:off x="304800" y="1421356"/>
            <a:ext cx="1981201" cy="721546"/>
            <a:chOff x="3200403" y="1486020"/>
            <a:chExt cx="1828792" cy="721546"/>
          </a:xfrm>
        </p:grpSpPr>
        <p:sp>
          <p:nvSpPr>
            <p:cNvPr id="18" name="Rounded Rectangle 17"/>
            <p:cNvSpPr/>
            <p:nvPr/>
          </p:nvSpPr>
          <p:spPr>
            <a:xfrm>
              <a:off x="3200403" y="1486020"/>
              <a:ext cx="1828792" cy="721546"/>
            </a:xfrm>
            <a:prstGeom prst="roundRect">
              <a:avLst/>
            </a:prstGeom>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rgbClr r="0" g="0" b="0"/>
            </a:effectRef>
            <a:fontRef idx="minor">
              <a:schemeClr val="lt1"/>
            </a:fontRef>
          </p:style>
        </p:sp>
        <p:sp>
          <p:nvSpPr>
            <p:cNvPr id="19" name="Rounded Rectangle 4"/>
            <p:cNvSpPr/>
            <p:nvPr/>
          </p:nvSpPr>
          <p:spPr>
            <a:xfrm>
              <a:off x="3235626" y="1521243"/>
              <a:ext cx="1758346" cy="65110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b="1" kern="1200" dirty="0"/>
                <a:t>Business Goals</a:t>
              </a:r>
            </a:p>
          </p:txBody>
        </p:sp>
      </p:grpSp>
      <p:grpSp>
        <p:nvGrpSpPr>
          <p:cNvPr id="9" name="Group 8"/>
          <p:cNvGrpSpPr/>
          <p:nvPr/>
        </p:nvGrpSpPr>
        <p:grpSpPr>
          <a:xfrm>
            <a:off x="304800" y="2218928"/>
            <a:ext cx="1977728" cy="721546"/>
            <a:chOff x="3200403" y="2318574"/>
            <a:chExt cx="1828792" cy="721546"/>
          </a:xfrm>
        </p:grpSpPr>
        <p:sp>
          <p:nvSpPr>
            <p:cNvPr id="16" name="Rounded Rectangle 15"/>
            <p:cNvSpPr/>
            <p:nvPr/>
          </p:nvSpPr>
          <p:spPr>
            <a:xfrm>
              <a:off x="3200403" y="2318574"/>
              <a:ext cx="1828792" cy="721546"/>
            </a:xfrm>
            <a:prstGeom prst="roundRect">
              <a:avLst/>
            </a:prstGeom>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rgbClr r="0" g="0" b="0"/>
            </a:effectRef>
            <a:fontRef idx="minor">
              <a:schemeClr val="lt1"/>
            </a:fontRef>
          </p:style>
        </p:sp>
        <p:sp>
          <p:nvSpPr>
            <p:cNvPr id="17" name="Rounded Rectangle 6"/>
            <p:cNvSpPr/>
            <p:nvPr/>
          </p:nvSpPr>
          <p:spPr>
            <a:xfrm>
              <a:off x="3235626" y="2353797"/>
              <a:ext cx="1758346" cy="65110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b="1" dirty="0"/>
                <a:t>How to accomplish?</a:t>
              </a:r>
              <a:endParaRPr lang="en-US" sz="1600" b="1" kern="1200" dirty="0"/>
            </a:p>
          </p:txBody>
        </p:sp>
      </p:grpSp>
      <p:sp>
        <p:nvSpPr>
          <p:cNvPr id="33" name="Rounded Rectangle 32"/>
          <p:cNvSpPr/>
          <p:nvPr/>
        </p:nvSpPr>
        <p:spPr>
          <a:xfrm>
            <a:off x="5562600" y="705152"/>
            <a:ext cx="3048001" cy="563804"/>
          </a:xfrm>
          <a:prstGeom prst="roundRect">
            <a:avLst/>
          </a:prstGeom>
        </p:spPr>
        <p:style>
          <a:lnRef idx="0">
            <a:schemeClr val="accent5"/>
          </a:lnRef>
          <a:fillRef idx="3">
            <a:schemeClr val="accent5"/>
          </a:fillRef>
          <a:effectRef idx="3">
            <a:schemeClr val="accent5"/>
          </a:effectRef>
          <a:fontRef idx="minor">
            <a:schemeClr val="lt1"/>
          </a:fontRef>
        </p:style>
        <p:txBody>
          <a:bodyPr anchor="ctr"/>
          <a:lstStyle/>
          <a:p>
            <a:pPr algn="ctr"/>
            <a:r>
              <a:rPr lang="en-US" b="1" dirty="0"/>
              <a:t>Robotics (RPA)</a:t>
            </a:r>
          </a:p>
        </p:txBody>
      </p:sp>
      <p:grpSp>
        <p:nvGrpSpPr>
          <p:cNvPr id="23" name="Group 22"/>
          <p:cNvGrpSpPr/>
          <p:nvPr/>
        </p:nvGrpSpPr>
        <p:grpSpPr>
          <a:xfrm>
            <a:off x="5562600" y="1430287"/>
            <a:ext cx="3076576" cy="685800"/>
            <a:chOff x="3014576" y="1506658"/>
            <a:chExt cx="1828792" cy="721546"/>
          </a:xfrm>
        </p:grpSpPr>
        <p:sp>
          <p:nvSpPr>
            <p:cNvPr id="24" name="Rounded Rectangle 23"/>
            <p:cNvSpPr/>
            <p:nvPr/>
          </p:nvSpPr>
          <p:spPr>
            <a:xfrm>
              <a:off x="3014576" y="1506658"/>
              <a:ext cx="1810530" cy="721546"/>
            </a:xfrm>
            <a:prstGeom prst="roundRect">
              <a:avLst/>
            </a:prstGeom>
            <a:solidFill>
              <a:schemeClr val="bg2">
                <a:lumMod val="95000"/>
              </a:schemeClr>
            </a:solidFill>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rgbClr r="0" g="0" b="0"/>
            </a:effectRef>
            <a:fontRef idx="minor">
              <a:schemeClr val="lt1"/>
            </a:fontRef>
          </p:style>
        </p:sp>
        <p:sp>
          <p:nvSpPr>
            <p:cNvPr id="25" name="Rounded Rectangle 4"/>
            <p:cNvSpPr/>
            <p:nvPr/>
          </p:nvSpPr>
          <p:spPr>
            <a:xfrm>
              <a:off x="3014576" y="1521243"/>
              <a:ext cx="1828792" cy="65110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algn="ctr" defTabSz="711200">
                <a:lnSpc>
                  <a:spcPct val="90000"/>
                </a:lnSpc>
                <a:spcBef>
                  <a:spcPct val="0"/>
                </a:spcBef>
                <a:spcAft>
                  <a:spcPct val="35000"/>
                </a:spcAft>
              </a:pPr>
              <a:r>
                <a:rPr lang="en-US" sz="1200" kern="1200" dirty="0">
                  <a:solidFill>
                    <a:schemeClr val="accent1">
                      <a:lumMod val="75000"/>
                    </a:schemeClr>
                  </a:solidFill>
                </a:rPr>
                <a:t>Automate Existing Manual Processes</a:t>
              </a:r>
            </a:p>
            <a:p>
              <a:pPr algn="ctr" defTabSz="711200">
                <a:lnSpc>
                  <a:spcPct val="90000"/>
                </a:lnSpc>
                <a:spcBef>
                  <a:spcPct val="0"/>
                </a:spcBef>
                <a:spcAft>
                  <a:spcPct val="35000"/>
                </a:spcAft>
              </a:pPr>
              <a:r>
                <a:rPr lang="en-US" sz="1200" dirty="0">
                  <a:solidFill>
                    <a:schemeClr val="accent1">
                      <a:lumMod val="75000"/>
                    </a:schemeClr>
                  </a:solidFill>
                </a:rPr>
                <a:t>Mimicking Human Operations</a:t>
              </a:r>
              <a:endParaRPr lang="en-US" sz="1200" dirty="0">
                <a:solidFill>
                  <a:schemeClr val="tx1"/>
                </a:solidFill>
              </a:endParaRPr>
            </a:p>
          </p:txBody>
        </p:sp>
      </p:grpSp>
      <p:grpSp>
        <p:nvGrpSpPr>
          <p:cNvPr id="44" name="Group 43"/>
          <p:cNvGrpSpPr/>
          <p:nvPr/>
        </p:nvGrpSpPr>
        <p:grpSpPr>
          <a:xfrm>
            <a:off x="5562600" y="2237143"/>
            <a:ext cx="3038921" cy="685800"/>
            <a:chOff x="3014576" y="1506658"/>
            <a:chExt cx="1828792" cy="721546"/>
          </a:xfrm>
        </p:grpSpPr>
        <p:sp>
          <p:nvSpPr>
            <p:cNvPr id="45" name="Rounded Rectangle 44"/>
            <p:cNvSpPr/>
            <p:nvPr/>
          </p:nvSpPr>
          <p:spPr>
            <a:xfrm>
              <a:off x="3014576" y="1506658"/>
              <a:ext cx="1828792" cy="721546"/>
            </a:xfrm>
            <a:prstGeom prst="roundRect">
              <a:avLst/>
            </a:prstGeom>
            <a:solidFill>
              <a:schemeClr val="bg2">
                <a:lumMod val="95000"/>
              </a:schemeClr>
            </a:solidFill>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rgbClr r="0" g="0" b="0"/>
            </a:effectRef>
            <a:fontRef idx="minor">
              <a:schemeClr val="lt1"/>
            </a:fontRef>
          </p:style>
        </p:sp>
        <p:sp>
          <p:nvSpPr>
            <p:cNvPr id="46" name="Rounded Rectangle 4"/>
            <p:cNvSpPr/>
            <p:nvPr/>
          </p:nvSpPr>
          <p:spPr>
            <a:xfrm>
              <a:off x="3014576" y="1521242"/>
              <a:ext cx="1828792" cy="68580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algn="ctr" defTabSz="711200">
                <a:lnSpc>
                  <a:spcPct val="90000"/>
                </a:lnSpc>
                <a:spcBef>
                  <a:spcPct val="0"/>
                </a:spcBef>
                <a:spcAft>
                  <a:spcPct val="35000"/>
                </a:spcAft>
              </a:pPr>
              <a:r>
                <a:rPr lang="en-US" sz="1200" dirty="0">
                  <a:solidFill>
                    <a:schemeClr val="accent1">
                      <a:lumMod val="75000"/>
                    </a:schemeClr>
                  </a:solidFill>
                </a:rPr>
                <a:t>Train Bots to use</a:t>
              </a:r>
              <a:r>
                <a:rPr lang="en-US" sz="1200" kern="1200" dirty="0">
                  <a:solidFill>
                    <a:schemeClr val="accent1">
                      <a:lumMod val="75000"/>
                    </a:schemeClr>
                  </a:solidFill>
                </a:rPr>
                <a:t> </a:t>
              </a:r>
              <a:r>
                <a:rPr lang="en-US" sz="1200" dirty="0">
                  <a:solidFill>
                    <a:schemeClr val="accent1">
                      <a:lumMod val="75000"/>
                    </a:schemeClr>
                  </a:solidFill>
                </a:rPr>
                <a:t>existing application UI/UX  to </a:t>
              </a:r>
              <a:r>
                <a:rPr lang="en-US" sz="1200" b="1" u="sng" kern="1200" dirty="0">
                  <a:solidFill>
                    <a:schemeClr val="accent1">
                      <a:lumMod val="75000"/>
                    </a:schemeClr>
                  </a:solidFill>
                </a:rPr>
                <a:t>eliminate or assist </a:t>
              </a:r>
              <a:r>
                <a:rPr lang="en-US" sz="1200" kern="1200" dirty="0">
                  <a:solidFill>
                    <a:schemeClr val="accent1">
                      <a:lumMod val="75000"/>
                    </a:schemeClr>
                  </a:solidFill>
                </a:rPr>
                <a:t> manual processing.</a:t>
              </a:r>
              <a:endParaRPr lang="en-US" sz="1200" dirty="0">
                <a:solidFill>
                  <a:schemeClr val="tx1"/>
                </a:solidFill>
              </a:endParaRPr>
            </a:p>
          </p:txBody>
        </p:sp>
      </p:grpSp>
      <p:sp>
        <p:nvSpPr>
          <p:cNvPr id="51" name="Rounded Rectangle 50"/>
          <p:cNvSpPr/>
          <p:nvPr/>
        </p:nvSpPr>
        <p:spPr>
          <a:xfrm>
            <a:off x="2418195" y="705152"/>
            <a:ext cx="3068203" cy="563804"/>
          </a:xfrm>
          <a:prstGeom prst="roundRect">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en-US" b="1" dirty="0"/>
              <a:t>BPM</a:t>
            </a:r>
          </a:p>
        </p:txBody>
      </p:sp>
      <p:sp>
        <p:nvSpPr>
          <p:cNvPr id="52" name="Rounded Rectangle 51"/>
          <p:cNvSpPr/>
          <p:nvPr/>
        </p:nvSpPr>
        <p:spPr>
          <a:xfrm>
            <a:off x="2400301" y="1430287"/>
            <a:ext cx="3086098" cy="685800"/>
          </a:xfrm>
          <a:prstGeom prst="roundRect">
            <a:avLst/>
          </a:prstGeom>
          <a:solidFill>
            <a:schemeClr val="bg2">
              <a:lumMod val="95000"/>
            </a:schemeClr>
          </a:solidFill>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rgbClr r="0" g="0" b="0"/>
          </a:effectRef>
          <a:fontRef idx="minor">
            <a:schemeClr val="lt1"/>
          </a:fontRef>
        </p:style>
        <p:txBody>
          <a:bodyPr rtlCol="0" anchor="ctr"/>
          <a:lstStyle/>
          <a:p>
            <a:pPr algn="ctr" defTabSz="711200">
              <a:lnSpc>
                <a:spcPct val="90000"/>
              </a:lnSpc>
              <a:spcBef>
                <a:spcPct val="0"/>
              </a:spcBef>
              <a:spcAft>
                <a:spcPct val="35000"/>
              </a:spcAft>
            </a:pPr>
            <a:r>
              <a:rPr lang="en-US" sz="1200" dirty="0">
                <a:solidFill>
                  <a:schemeClr val="tx1"/>
                </a:solidFill>
              </a:rPr>
              <a:t>End to End Re-engineered &amp; Streamlined Business Processes. </a:t>
            </a:r>
          </a:p>
        </p:txBody>
      </p:sp>
      <p:sp>
        <p:nvSpPr>
          <p:cNvPr id="54" name="Rounded Rectangle 53"/>
          <p:cNvSpPr/>
          <p:nvPr/>
        </p:nvSpPr>
        <p:spPr>
          <a:xfrm>
            <a:off x="2400301" y="2229871"/>
            <a:ext cx="3086098" cy="685800"/>
          </a:xfrm>
          <a:prstGeom prst="roundRect">
            <a:avLst/>
          </a:prstGeom>
          <a:solidFill>
            <a:schemeClr val="bg2">
              <a:lumMod val="95000"/>
            </a:schemeClr>
          </a:solidFill>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rgbClr r="0" g="0" b="0"/>
          </a:effectRef>
          <a:fontRef idx="minor">
            <a:schemeClr val="lt1"/>
          </a:fontRef>
        </p:style>
        <p:txBody>
          <a:bodyPr rtlCol="0" anchor="ctr"/>
          <a:lstStyle/>
          <a:p>
            <a:pPr algn="ctr" defTabSz="711200">
              <a:lnSpc>
                <a:spcPct val="90000"/>
              </a:lnSpc>
              <a:spcBef>
                <a:spcPct val="0"/>
              </a:spcBef>
              <a:spcAft>
                <a:spcPct val="35000"/>
              </a:spcAft>
            </a:pPr>
            <a:r>
              <a:rPr lang="en-US" sz="1200" dirty="0">
                <a:solidFill>
                  <a:schemeClr val="accent1">
                    <a:lumMod val="75000"/>
                  </a:schemeClr>
                </a:solidFill>
              </a:rPr>
              <a:t>Define &amp; Implement process model and create new technology applications</a:t>
            </a:r>
            <a:endParaRPr lang="en-US" sz="1200" dirty="0">
              <a:solidFill>
                <a:schemeClr val="tx1"/>
              </a:solidFill>
            </a:endParaRPr>
          </a:p>
        </p:txBody>
      </p:sp>
      <p:grpSp>
        <p:nvGrpSpPr>
          <p:cNvPr id="55" name="Group 54"/>
          <p:cNvGrpSpPr/>
          <p:nvPr/>
        </p:nvGrpSpPr>
        <p:grpSpPr>
          <a:xfrm>
            <a:off x="304800" y="3790272"/>
            <a:ext cx="1984376" cy="721546"/>
            <a:chOff x="3200403" y="2318574"/>
            <a:chExt cx="1828792" cy="721546"/>
          </a:xfrm>
        </p:grpSpPr>
        <p:sp>
          <p:nvSpPr>
            <p:cNvPr id="56" name="Rounded Rectangle 55"/>
            <p:cNvSpPr/>
            <p:nvPr/>
          </p:nvSpPr>
          <p:spPr>
            <a:xfrm>
              <a:off x="3200403" y="2318574"/>
              <a:ext cx="1828792" cy="721546"/>
            </a:xfrm>
            <a:prstGeom prst="roundRect">
              <a:avLst/>
            </a:prstGeom>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rgbClr r="0" g="0" b="0"/>
            </a:effectRef>
            <a:fontRef idx="minor">
              <a:schemeClr val="lt1"/>
            </a:fontRef>
          </p:style>
        </p:sp>
        <p:sp>
          <p:nvSpPr>
            <p:cNvPr id="57" name="Rounded Rectangle 6"/>
            <p:cNvSpPr/>
            <p:nvPr/>
          </p:nvSpPr>
          <p:spPr>
            <a:xfrm>
              <a:off x="3235626" y="2353797"/>
              <a:ext cx="1758346" cy="65110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b="1" dirty="0"/>
                <a:t>Delivery Model</a:t>
              </a:r>
              <a:endParaRPr lang="en-US" sz="1600" b="1" kern="1200" dirty="0"/>
            </a:p>
          </p:txBody>
        </p:sp>
      </p:grpSp>
      <p:sp>
        <p:nvSpPr>
          <p:cNvPr id="58" name="Rounded Rectangle 57"/>
          <p:cNvSpPr/>
          <p:nvPr/>
        </p:nvSpPr>
        <p:spPr>
          <a:xfrm>
            <a:off x="2400301" y="3016500"/>
            <a:ext cx="3086098" cy="685800"/>
          </a:xfrm>
          <a:prstGeom prst="roundRect">
            <a:avLst/>
          </a:prstGeom>
          <a:solidFill>
            <a:schemeClr val="bg2">
              <a:lumMod val="95000"/>
            </a:schemeClr>
          </a:solidFill>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rgbClr r="0" g="0" b="0"/>
          </a:effectRef>
          <a:fontRef idx="minor">
            <a:schemeClr val="lt1"/>
          </a:fontRef>
        </p:style>
        <p:txBody>
          <a:bodyPr rtlCol="0" anchor="ctr"/>
          <a:lstStyle/>
          <a:p>
            <a:pPr algn="ctr" defTabSz="711200">
              <a:lnSpc>
                <a:spcPct val="90000"/>
              </a:lnSpc>
              <a:spcBef>
                <a:spcPct val="0"/>
              </a:spcBef>
              <a:spcAft>
                <a:spcPct val="35000"/>
              </a:spcAft>
            </a:pPr>
            <a:r>
              <a:rPr lang="en-US" sz="1200" dirty="0">
                <a:solidFill>
                  <a:schemeClr val="tx1"/>
                </a:solidFill>
              </a:rPr>
              <a:t>One common platform for all cross-functional groups to complete end-to-end process with STP enabled. </a:t>
            </a:r>
          </a:p>
        </p:txBody>
      </p:sp>
      <p:sp>
        <p:nvSpPr>
          <p:cNvPr id="59" name="Rounded Rectangle 58"/>
          <p:cNvSpPr/>
          <p:nvPr/>
        </p:nvSpPr>
        <p:spPr>
          <a:xfrm>
            <a:off x="5562600" y="3016500"/>
            <a:ext cx="3038922" cy="685800"/>
          </a:xfrm>
          <a:prstGeom prst="roundRect">
            <a:avLst/>
          </a:prstGeom>
          <a:solidFill>
            <a:schemeClr val="bg2">
              <a:lumMod val="95000"/>
            </a:schemeClr>
          </a:solidFill>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rgbClr r="0" g="0" b="0"/>
          </a:effectRef>
          <a:fontRef idx="minor">
            <a:schemeClr val="lt1"/>
          </a:fontRef>
        </p:style>
        <p:txBody>
          <a:bodyPr rtlCol="0" anchor="ctr"/>
          <a:lstStyle/>
          <a:p>
            <a:pPr algn="ctr" defTabSz="711200">
              <a:lnSpc>
                <a:spcPct val="90000"/>
              </a:lnSpc>
              <a:spcBef>
                <a:spcPct val="0"/>
              </a:spcBef>
              <a:spcAft>
                <a:spcPct val="35000"/>
              </a:spcAft>
            </a:pPr>
            <a:r>
              <a:rPr lang="en-US" sz="1200" dirty="0">
                <a:solidFill>
                  <a:schemeClr val="tx1"/>
                </a:solidFill>
              </a:rPr>
              <a:t>Overall experience stays BAU. Certain human activities in the business process are performed by bots</a:t>
            </a:r>
          </a:p>
        </p:txBody>
      </p:sp>
      <p:sp>
        <p:nvSpPr>
          <p:cNvPr id="63" name="Rounded Rectangle 62"/>
          <p:cNvSpPr/>
          <p:nvPr/>
        </p:nvSpPr>
        <p:spPr>
          <a:xfrm>
            <a:off x="2400301" y="3808145"/>
            <a:ext cx="3086098" cy="685800"/>
          </a:xfrm>
          <a:prstGeom prst="roundRect">
            <a:avLst/>
          </a:prstGeom>
          <a:solidFill>
            <a:schemeClr val="bg2">
              <a:lumMod val="95000"/>
            </a:schemeClr>
          </a:solidFill>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rgbClr r="0" g="0" b="0"/>
          </a:effectRef>
          <a:fontRef idx="minor">
            <a:schemeClr val="lt1"/>
          </a:fontRef>
        </p:style>
        <p:txBody>
          <a:bodyPr rtlCol="0" anchor="ctr"/>
          <a:lstStyle/>
          <a:p>
            <a:pPr algn="ctr" defTabSz="711200">
              <a:lnSpc>
                <a:spcPct val="90000"/>
              </a:lnSpc>
              <a:spcBef>
                <a:spcPct val="0"/>
              </a:spcBef>
              <a:spcAft>
                <a:spcPct val="35000"/>
              </a:spcAft>
            </a:pPr>
            <a:r>
              <a:rPr lang="en-US" sz="1200" dirty="0">
                <a:solidFill>
                  <a:schemeClr val="accent1">
                    <a:lumMod val="75000"/>
                  </a:schemeClr>
                </a:solidFill>
              </a:rPr>
              <a:t>Centralized heavy IT with tight controls.</a:t>
            </a:r>
          </a:p>
          <a:p>
            <a:pPr algn="ctr" defTabSz="711200">
              <a:lnSpc>
                <a:spcPct val="90000"/>
              </a:lnSpc>
              <a:spcBef>
                <a:spcPct val="0"/>
              </a:spcBef>
              <a:spcAft>
                <a:spcPct val="35000"/>
              </a:spcAft>
            </a:pPr>
            <a:r>
              <a:rPr lang="en-US" sz="1200" dirty="0">
                <a:solidFill>
                  <a:schemeClr val="accent1">
                    <a:lumMod val="75000"/>
                  </a:schemeClr>
                </a:solidFill>
              </a:rPr>
              <a:t>Relatively longer timeframes with complex testing cycles</a:t>
            </a:r>
            <a:endParaRPr lang="en-US" sz="1200" dirty="0">
              <a:solidFill>
                <a:schemeClr val="tx1"/>
              </a:solidFill>
            </a:endParaRPr>
          </a:p>
        </p:txBody>
      </p:sp>
      <p:sp>
        <p:nvSpPr>
          <p:cNvPr id="64" name="Rounded Rectangle 63"/>
          <p:cNvSpPr/>
          <p:nvPr/>
        </p:nvSpPr>
        <p:spPr>
          <a:xfrm>
            <a:off x="5562600" y="3824431"/>
            <a:ext cx="3038920" cy="685800"/>
          </a:xfrm>
          <a:prstGeom prst="roundRect">
            <a:avLst/>
          </a:prstGeom>
          <a:solidFill>
            <a:schemeClr val="bg2">
              <a:lumMod val="95000"/>
            </a:schemeClr>
          </a:solidFill>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rgbClr r="0" g="0" b="0"/>
          </a:effectRef>
          <a:fontRef idx="minor">
            <a:schemeClr val="lt1"/>
          </a:fontRef>
        </p:style>
        <p:txBody>
          <a:bodyPr rtlCol="0" anchor="ctr"/>
          <a:lstStyle/>
          <a:p>
            <a:pPr algn="ctr" defTabSz="711200">
              <a:lnSpc>
                <a:spcPct val="90000"/>
              </a:lnSpc>
              <a:spcBef>
                <a:spcPct val="0"/>
              </a:spcBef>
              <a:spcAft>
                <a:spcPct val="35000"/>
              </a:spcAft>
            </a:pPr>
            <a:r>
              <a:rPr lang="en-US" sz="1200" dirty="0">
                <a:solidFill>
                  <a:schemeClr val="accent1">
                    <a:lumMod val="75000"/>
                  </a:schemeClr>
                </a:solidFill>
              </a:rPr>
              <a:t>Hybridized “Light IT” – Central IT Governance with Business/IT development, &amp; support. </a:t>
            </a:r>
          </a:p>
          <a:p>
            <a:pPr algn="ctr" defTabSz="711200">
              <a:lnSpc>
                <a:spcPct val="90000"/>
              </a:lnSpc>
              <a:spcBef>
                <a:spcPct val="0"/>
              </a:spcBef>
              <a:spcAft>
                <a:spcPct val="35000"/>
              </a:spcAft>
            </a:pPr>
            <a:r>
              <a:rPr lang="en-US" sz="1200" dirty="0">
                <a:solidFill>
                  <a:schemeClr val="accent1">
                    <a:lumMod val="75000"/>
                  </a:schemeClr>
                </a:solidFill>
              </a:rPr>
              <a:t>Shorter timeframes as no new tech apps</a:t>
            </a:r>
            <a:endParaRPr lang="en-US" sz="1200" dirty="0">
              <a:solidFill>
                <a:schemeClr val="tx1"/>
              </a:solidFill>
            </a:endParaRPr>
          </a:p>
        </p:txBody>
      </p:sp>
      <p:grpSp>
        <p:nvGrpSpPr>
          <p:cNvPr id="66" name="Group 65"/>
          <p:cNvGrpSpPr/>
          <p:nvPr/>
        </p:nvGrpSpPr>
        <p:grpSpPr>
          <a:xfrm>
            <a:off x="293326" y="4601969"/>
            <a:ext cx="1995849" cy="721546"/>
            <a:chOff x="3200403" y="2318574"/>
            <a:chExt cx="1828792" cy="721546"/>
          </a:xfrm>
        </p:grpSpPr>
        <p:sp>
          <p:nvSpPr>
            <p:cNvPr id="67" name="Rounded Rectangle 66"/>
            <p:cNvSpPr/>
            <p:nvPr/>
          </p:nvSpPr>
          <p:spPr>
            <a:xfrm>
              <a:off x="3200403" y="2318574"/>
              <a:ext cx="1828792" cy="721546"/>
            </a:xfrm>
            <a:prstGeom prst="roundRect">
              <a:avLst/>
            </a:prstGeom>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rgbClr r="0" g="0" b="0"/>
            </a:effectRef>
            <a:fontRef idx="minor">
              <a:schemeClr val="lt1"/>
            </a:fontRef>
          </p:style>
        </p:sp>
        <p:sp>
          <p:nvSpPr>
            <p:cNvPr id="68" name="Rounded Rectangle 6"/>
            <p:cNvSpPr/>
            <p:nvPr/>
          </p:nvSpPr>
          <p:spPr>
            <a:xfrm>
              <a:off x="3235626" y="2353797"/>
              <a:ext cx="1758346" cy="65110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b="1" dirty="0"/>
                <a:t>Maturity Level</a:t>
              </a:r>
            </a:p>
          </p:txBody>
        </p:sp>
      </p:grpSp>
      <p:sp>
        <p:nvSpPr>
          <p:cNvPr id="69" name="Rounded Rectangle 68"/>
          <p:cNvSpPr/>
          <p:nvPr/>
        </p:nvSpPr>
        <p:spPr>
          <a:xfrm>
            <a:off x="2400300" y="4599790"/>
            <a:ext cx="3086099" cy="685800"/>
          </a:xfrm>
          <a:prstGeom prst="roundRect">
            <a:avLst/>
          </a:prstGeom>
          <a:solidFill>
            <a:schemeClr val="bg2">
              <a:lumMod val="95000"/>
            </a:schemeClr>
          </a:solidFill>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rgbClr r="0" g="0" b="0"/>
          </a:effectRef>
          <a:fontRef idx="minor">
            <a:schemeClr val="lt1"/>
          </a:fontRef>
        </p:style>
        <p:txBody>
          <a:bodyPr rtlCol="0" anchor="ctr"/>
          <a:lstStyle/>
          <a:p>
            <a:pPr algn="ctr" defTabSz="711200">
              <a:lnSpc>
                <a:spcPct val="90000"/>
              </a:lnSpc>
              <a:spcBef>
                <a:spcPct val="0"/>
              </a:spcBef>
              <a:spcAft>
                <a:spcPct val="35000"/>
              </a:spcAft>
            </a:pPr>
            <a:r>
              <a:rPr lang="en-US" sz="1200" dirty="0">
                <a:solidFill>
                  <a:schemeClr val="accent1">
                    <a:lumMod val="75000"/>
                  </a:schemeClr>
                </a:solidFill>
              </a:rPr>
              <a:t>Well established. Here for 5 years. </a:t>
            </a:r>
          </a:p>
          <a:p>
            <a:pPr algn="ctr" defTabSz="711200">
              <a:lnSpc>
                <a:spcPct val="90000"/>
              </a:lnSpc>
              <a:spcBef>
                <a:spcPct val="0"/>
              </a:spcBef>
              <a:spcAft>
                <a:spcPct val="35000"/>
              </a:spcAft>
            </a:pPr>
            <a:r>
              <a:rPr lang="en-US" sz="1200" dirty="0">
                <a:solidFill>
                  <a:schemeClr val="accent1">
                    <a:lumMod val="75000"/>
                  </a:schemeClr>
                </a:solidFill>
              </a:rPr>
              <a:t>Realized Value of $45MM including ~67 FTE Saves across WM&amp;IS.</a:t>
            </a:r>
          </a:p>
        </p:txBody>
      </p:sp>
      <p:sp>
        <p:nvSpPr>
          <p:cNvPr id="70" name="Rounded Rectangle 69"/>
          <p:cNvSpPr/>
          <p:nvPr/>
        </p:nvSpPr>
        <p:spPr>
          <a:xfrm>
            <a:off x="5562600" y="4607483"/>
            <a:ext cx="3076576" cy="685800"/>
          </a:xfrm>
          <a:prstGeom prst="roundRect">
            <a:avLst/>
          </a:prstGeom>
          <a:solidFill>
            <a:schemeClr val="bg2">
              <a:lumMod val="95000"/>
            </a:schemeClr>
          </a:solidFill>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rgbClr r="0" g="0" b="0"/>
          </a:effectRef>
          <a:fontRef idx="minor">
            <a:schemeClr val="lt1"/>
          </a:fontRef>
        </p:style>
        <p:txBody>
          <a:bodyPr rtlCol="0" anchor="ctr"/>
          <a:lstStyle/>
          <a:p>
            <a:pPr algn="ctr" defTabSz="711200">
              <a:lnSpc>
                <a:spcPct val="90000"/>
              </a:lnSpc>
              <a:spcBef>
                <a:spcPct val="0"/>
              </a:spcBef>
              <a:spcAft>
                <a:spcPct val="35000"/>
              </a:spcAft>
            </a:pPr>
            <a:r>
              <a:rPr lang="en-US" sz="1200" dirty="0">
                <a:solidFill>
                  <a:schemeClr val="accent1">
                    <a:lumMod val="75000"/>
                  </a:schemeClr>
                </a:solidFill>
              </a:rPr>
              <a:t>Relatively new. 1 project delivered, </a:t>
            </a:r>
          </a:p>
          <a:p>
            <a:pPr algn="ctr" defTabSz="711200">
              <a:lnSpc>
                <a:spcPct val="90000"/>
              </a:lnSpc>
              <a:spcBef>
                <a:spcPct val="0"/>
              </a:spcBef>
              <a:spcAft>
                <a:spcPct val="35000"/>
              </a:spcAft>
            </a:pPr>
            <a:r>
              <a:rPr lang="en-US" sz="1200" dirty="0">
                <a:solidFill>
                  <a:schemeClr val="accent1">
                    <a:lumMod val="75000"/>
                  </a:schemeClr>
                </a:solidFill>
              </a:rPr>
              <a:t>6 in execution</a:t>
            </a:r>
          </a:p>
          <a:p>
            <a:pPr algn="ctr" defTabSz="711200">
              <a:lnSpc>
                <a:spcPct val="90000"/>
              </a:lnSpc>
              <a:spcBef>
                <a:spcPct val="0"/>
              </a:spcBef>
              <a:spcAft>
                <a:spcPct val="35000"/>
              </a:spcAft>
            </a:pPr>
            <a:r>
              <a:rPr lang="en-US" sz="1200" dirty="0">
                <a:solidFill>
                  <a:schemeClr val="accent1">
                    <a:lumMod val="75000"/>
                  </a:schemeClr>
                </a:solidFill>
              </a:rPr>
              <a:t>Committed business value ~ $1 MM </a:t>
            </a:r>
          </a:p>
        </p:txBody>
      </p:sp>
      <p:grpSp>
        <p:nvGrpSpPr>
          <p:cNvPr id="50" name="Group 49"/>
          <p:cNvGrpSpPr/>
          <p:nvPr/>
        </p:nvGrpSpPr>
        <p:grpSpPr>
          <a:xfrm>
            <a:off x="0" y="-5993"/>
            <a:ext cx="9144000" cy="463193"/>
            <a:chOff x="4708767" y="4502835"/>
            <a:chExt cx="8332470" cy="722673"/>
          </a:xfrm>
        </p:grpSpPr>
        <p:sp>
          <p:nvSpPr>
            <p:cNvPr id="53" name="Rectangle 52"/>
            <p:cNvSpPr/>
            <p:nvPr/>
          </p:nvSpPr>
          <p:spPr>
            <a:xfrm>
              <a:off x="4708767" y="4539708"/>
              <a:ext cx="8332470" cy="685800"/>
            </a:xfrm>
            <a:prstGeom prst="rect">
              <a:avLst/>
            </a:prstGeom>
            <a:solidFill>
              <a:srgbClr val="09185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13122"/>
              <a:endParaRPr lang="en-US" sz="1100" i="1" dirty="0">
                <a:solidFill>
                  <a:prstClr val="white"/>
                </a:solidFill>
                <a:latin typeface="Calibri" panose="020F0502020204030204" pitchFamily="34" charset="0"/>
                <a:cs typeface="Calibri" panose="020F0502020204030204" pitchFamily="34" charset="0"/>
              </a:endParaRPr>
            </a:p>
          </p:txBody>
        </p:sp>
        <p:sp>
          <p:nvSpPr>
            <p:cNvPr id="72" name="Right Arrow Callout 12"/>
            <p:cNvSpPr/>
            <p:nvPr/>
          </p:nvSpPr>
          <p:spPr>
            <a:xfrm rot="5400000">
              <a:off x="11931981" y="3989116"/>
              <a:ext cx="595538" cy="1622975"/>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0477" h="2163966">
                  <a:moveTo>
                    <a:pt x="0" y="2163965"/>
                  </a:moveTo>
                  <a:lnTo>
                    <a:pt x="275168" y="2163966"/>
                  </a:lnTo>
                  <a:cubicBezTo>
                    <a:pt x="275169" y="2010772"/>
                    <a:pt x="275167" y="783635"/>
                    <a:pt x="275168" y="630441"/>
                  </a:cubicBezTo>
                  <a:cubicBezTo>
                    <a:pt x="274724" y="525666"/>
                    <a:pt x="274281" y="420891"/>
                    <a:pt x="273837" y="316116"/>
                  </a:cubicBezTo>
                  <a:lnTo>
                    <a:pt x="778802" y="317307"/>
                  </a:lnTo>
                  <a:lnTo>
                    <a:pt x="870477" y="594722"/>
                  </a:lnTo>
                  <a:lnTo>
                    <a:pt x="778802" y="874518"/>
                  </a:lnTo>
                  <a:lnTo>
                    <a:pt x="463296" y="875711"/>
                  </a:lnTo>
                  <a:cubicBezTo>
                    <a:pt x="462060" y="583807"/>
                    <a:pt x="465576" y="291904"/>
                    <a:pt x="464340" y="0"/>
                  </a:cubicBezTo>
                </a:path>
              </a:pathLst>
            </a:custGeom>
            <a:noFill/>
            <a:ln w="444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solidFill>
                  <a:prstClr val="white"/>
                </a:solidFill>
              </a:endParaRPr>
            </a:p>
          </p:txBody>
        </p:sp>
      </p:grpSp>
      <p:sp>
        <p:nvSpPr>
          <p:cNvPr id="73" name="Rectangle 2"/>
          <p:cNvSpPr txBox="1">
            <a:spLocks noChangeArrowheads="1"/>
          </p:cNvSpPr>
          <p:nvPr/>
        </p:nvSpPr>
        <p:spPr>
          <a:xfrm>
            <a:off x="254132" y="45019"/>
            <a:ext cx="6451468" cy="363933"/>
          </a:xfrm>
          <a:prstGeom prst="rect">
            <a:avLst/>
          </a:prstGeom>
        </p:spPr>
        <p:txBody>
          <a:bodyPr vert="horz" lIns="0" tIns="0" rIns="0" bIns="0" rtlCol="0" anchor="t" anchorCtr="0">
            <a:noAutofit/>
          </a:bodyPr>
          <a:lstStyle>
            <a:lvl1pPr algn="l" defTabSz="914400" rtl="0" eaLnBrk="1" latinLnBrk="0" hangingPunct="1">
              <a:spcBef>
                <a:spcPct val="0"/>
              </a:spcBef>
              <a:buNone/>
              <a:defRPr sz="2800" b="1" kern="1200">
                <a:solidFill>
                  <a:schemeClr val="tx1"/>
                </a:solidFill>
                <a:latin typeface="+mj-lt"/>
                <a:ea typeface="+mj-ea"/>
                <a:cs typeface="+mj-cs"/>
              </a:defRPr>
            </a:lvl1pPr>
          </a:lstStyle>
          <a:p>
            <a:r>
              <a:rPr lang="en-GB" altLang="en-US" dirty="0">
                <a:solidFill>
                  <a:prstClr val="white"/>
                </a:solidFill>
              </a:rPr>
              <a:t>Process Automation offering</a:t>
            </a:r>
            <a:endParaRPr lang="en-US" altLang="en-US" sz="1200" dirty="0">
              <a:solidFill>
                <a:prstClr val="white"/>
              </a:solidFill>
            </a:endParaRPr>
          </a:p>
        </p:txBody>
      </p:sp>
      <p:grpSp>
        <p:nvGrpSpPr>
          <p:cNvPr id="6" name="Group 42"/>
          <p:cNvGrpSpPr/>
          <p:nvPr/>
        </p:nvGrpSpPr>
        <p:grpSpPr>
          <a:xfrm>
            <a:off x="293326" y="2998627"/>
            <a:ext cx="1984376" cy="721546"/>
            <a:chOff x="3200403" y="2318574"/>
            <a:chExt cx="1828792" cy="721546"/>
          </a:xfrm>
        </p:grpSpPr>
        <p:sp>
          <p:nvSpPr>
            <p:cNvPr id="47" name="Rounded Rectangle 46"/>
            <p:cNvSpPr/>
            <p:nvPr/>
          </p:nvSpPr>
          <p:spPr>
            <a:xfrm>
              <a:off x="3200403" y="2318574"/>
              <a:ext cx="1828792" cy="721546"/>
            </a:xfrm>
            <a:prstGeom prst="roundRect">
              <a:avLst/>
            </a:prstGeom>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rgbClr r="0" g="0" b="0"/>
            </a:effectRef>
            <a:fontRef idx="minor">
              <a:schemeClr val="lt1"/>
            </a:fontRef>
          </p:style>
        </p:sp>
        <p:sp>
          <p:nvSpPr>
            <p:cNvPr id="48" name="Rounded Rectangle 6"/>
            <p:cNvSpPr/>
            <p:nvPr/>
          </p:nvSpPr>
          <p:spPr>
            <a:xfrm>
              <a:off x="3235626" y="2353797"/>
              <a:ext cx="1758346" cy="65110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b="1" dirty="0"/>
                <a:t>User Experience</a:t>
              </a:r>
              <a:endParaRPr lang="en-US" sz="1600" b="1" kern="1200" dirty="0"/>
            </a:p>
          </p:txBody>
        </p:sp>
      </p:grpSp>
      <p:grpSp>
        <p:nvGrpSpPr>
          <p:cNvPr id="37" name="Group 36"/>
          <p:cNvGrpSpPr/>
          <p:nvPr/>
        </p:nvGrpSpPr>
        <p:grpSpPr>
          <a:xfrm>
            <a:off x="290151" y="5374454"/>
            <a:ext cx="1995849" cy="721546"/>
            <a:chOff x="3200403" y="2318574"/>
            <a:chExt cx="1828792" cy="721546"/>
          </a:xfrm>
        </p:grpSpPr>
        <p:sp>
          <p:nvSpPr>
            <p:cNvPr id="38" name="Rounded Rectangle 37"/>
            <p:cNvSpPr/>
            <p:nvPr/>
          </p:nvSpPr>
          <p:spPr>
            <a:xfrm>
              <a:off x="3200403" y="2318574"/>
              <a:ext cx="1828792" cy="721546"/>
            </a:xfrm>
            <a:prstGeom prst="roundRect">
              <a:avLst/>
            </a:prstGeom>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rgbClr r="0" g="0" b="0"/>
            </a:effectRef>
            <a:fontRef idx="minor">
              <a:schemeClr val="lt1"/>
            </a:fontRef>
          </p:style>
        </p:sp>
        <p:sp>
          <p:nvSpPr>
            <p:cNvPr id="39" name="Rounded Rectangle 6"/>
            <p:cNvSpPr/>
            <p:nvPr/>
          </p:nvSpPr>
          <p:spPr>
            <a:xfrm>
              <a:off x="3235626" y="2353797"/>
              <a:ext cx="1758346" cy="65110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b="1" dirty="0"/>
                <a:t>Example</a:t>
              </a:r>
            </a:p>
          </p:txBody>
        </p:sp>
      </p:grpSp>
      <p:sp>
        <p:nvSpPr>
          <p:cNvPr id="40" name="Rounded Rectangle 39"/>
          <p:cNvSpPr/>
          <p:nvPr/>
        </p:nvSpPr>
        <p:spPr>
          <a:xfrm>
            <a:off x="2362646" y="5374454"/>
            <a:ext cx="3086099" cy="685800"/>
          </a:xfrm>
          <a:prstGeom prst="roundRect">
            <a:avLst/>
          </a:prstGeom>
          <a:solidFill>
            <a:schemeClr val="bg2">
              <a:lumMod val="95000"/>
            </a:schemeClr>
          </a:solidFill>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rgbClr r="0" g="0" b="0"/>
          </a:effectRef>
          <a:fontRef idx="minor">
            <a:schemeClr val="lt1"/>
          </a:fontRef>
        </p:style>
        <p:txBody>
          <a:bodyPr rtlCol="0" anchor="ctr"/>
          <a:lstStyle/>
          <a:p>
            <a:pPr algn="ctr" defTabSz="711200">
              <a:lnSpc>
                <a:spcPct val="90000"/>
              </a:lnSpc>
              <a:spcBef>
                <a:spcPct val="0"/>
              </a:spcBef>
              <a:spcAft>
                <a:spcPct val="35000"/>
              </a:spcAft>
            </a:pPr>
            <a:r>
              <a:rPr lang="en-US" sz="1200" dirty="0">
                <a:solidFill>
                  <a:schemeClr val="accent1">
                    <a:lumMod val="75000"/>
                  </a:schemeClr>
                </a:solidFill>
              </a:rPr>
              <a:t>GCTS Onboarding (CTAO)</a:t>
            </a:r>
          </a:p>
          <a:p>
            <a:pPr algn="ctr" defTabSz="711200">
              <a:lnSpc>
                <a:spcPct val="90000"/>
              </a:lnSpc>
              <a:spcBef>
                <a:spcPct val="0"/>
              </a:spcBef>
              <a:spcAft>
                <a:spcPct val="35000"/>
              </a:spcAft>
            </a:pPr>
            <a:r>
              <a:rPr lang="en-US" sz="1000" dirty="0">
                <a:solidFill>
                  <a:schemeClr val="accent1">
                    <a:lumMod val="75000"/>
                  </a:schemeClr>
                </a:solidFill>
              </a:rPr>
              <a:t>Duration: 31 months, Project Cost: 4MM, Project Benefits: 11MM. </a:t>
            </a:r>
          </a:p>
        </p:txBody>
      </p:sp>
      <p:sp>
        <p:nvSpPr>
          <p:cNvPr id="41" name="Rounded Rectangle 40"/>
          <p:cNvSpPr/>
          <p:nvPr/>
        </p:nvSpPr>
        <p:spPr>
          <a:xfrm>
            <a:off x="5524946" y="5382147"/>
            <a:ext cx="3076576" cy="685800"/>
          </a:xfrm>
          <a:prstGeom prst="roundRect">
            <a:avLst/>
          </a:prstGeom>
          <a:solidFill>
            <a:schemeClr val="bg2">
              <a:lumMod val="95000"/>
            </a:schemeClr>
          </a:solidFill>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rgbClr r="0" g="0" b="0"/>
          </a:effectRef>
          <a:fontRef idx="minor">
            <a:schemeClr val="lt1"/>
          </a:fontRef>
        </p:style>
        <p:txBody>
          <a:bodyPr rtlCol="0" anchor="ctr"/>
          <a:lstStyle/>
          <a:p>
            <a:pPr algn="ctr" defTabSz="711200">
              <a:lnSpc>
                <a:spcPct val="90000"/>
              </a:lnSpc>
              <a:spcBef>
                <a:spcPct val="0"/>
              </a:spcBef>
              <a:spcAft>
                <a:spcPct val="35000"/>
              </a:spcAft>
            </a:pPr>
            <a:r>
              <a:rPr lang="en-US" sz="1200" dirty="0">
                <a:solidFill>
                  <a:schemeClr val="accent1">
                    <a:lumMod val="75000"/>
                  </a:schemeClr>
                </a:solidFill>
              </a:rPr>
              <a:t>Provisioning Account Access</a:t>
            </a:r>
          </a:p>
          <a:p>
            <a:pPr algn="ctr" defTabSz="711200">
              <a:lnSpc>
                <a:spcPct val="90000"/>
              </a:lnSpc>
              <a:spcBef>
                <a:spcPct val="0"/>
              </a:spcBef>
              <a:spcAft>
                <a:spcPct val="35000"/>
              </a:spcAft>
            </a:pPr>
            <a:r>
              <a:rPr lang="en-US" sz="1000" dirty="0">
                <a:solidFill>
                  <a:schemeClr val="accent1">
                    <a:lumMod val="75000"/>
                  </a:schemeClr>
                </a:solidFill>
              </a:rPr>
              <a:t>Duration: 4 weeks, Project Cost: 26K, Project Benefits: 186K. </a:t>
            </a:r>
          </a:p>
        </p:txBody>
      </p:sp>
    </p:spTree>
    <p:extLst>
      <p:ext uri="{BB962C8B-B14F-4D97-AF65-F5344CB8AC3E}">
        <p14:creationId xmlns:p14="http://schemas.microsoft.com/office/powerpoint/2010/main" val="254875287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3045&quot;&gt;&lt;version val=&quot;25142&quot;/&gt;&lt;CPresentation id=&quot;1&quot;&gt;&lt;m_precDefaultNumber&gt;&lt;m_yearfmt&gt;&lt;begin val=&quot;0&quot;/&gt;&lt;end val=&quot;4&quot;/&gt;&lt;/m_yearfmt&gt;&lt;/m_precDefaultNumber&gt;&lt;m_precDefaultPercent&gt;&lt;m_yearfmt&gt;&lt;begin val=&quot;0&quot;/&gt;&lt;end val=&quot;4&quot;/&gt;&lt;/m_yearfmt&gt;&lt;/m_precDefaultPercent&gt;&lt;m_precDefaultDate&gt;&lt;m_yearfmt&gt;&lt;begin val=&quot;0&quot;/&gt;&lt;end val=&quot;4&quot;/&gt;&lt;/m_yearfmt&gt;&lt;/m_precDefaultDate&gt;&lt;m_precDefaultYear&gt;&lt;m_yearfmt&gt;&lt;begin val=&quot;0&quot;/&gt;&lt;end val=&quot;4&quot;/&gt;&lt;/m_yearfmt&gt;&lt;/m_precDefaultYear&gt;&lt;m_precDefaultQuarter&gt;&lt;m_bNumberIsYear val=&quot;0&quot;/&gt;&lt;m_strFormatTime&gt;Q%5&lt;/m_strFormatTime&gt;&lt;m_yearfmt&gt;&lt;begin val=&quot;0&quot;/&gt;&lt;end val=&quot;4&quot;/&gt;&lt;/m_yearfmt&gt;&lt;/m_precDefaultQuarter&gt;&lt;m_precDefaultMonth&gt;&lt;m_bNumberIsYear val=&quot;0&quot;/&gt;&lt;m_strFormatTime&gt;%1&lt;/m_strFormatTime&gt;&lt;m_yearfmt&gt;&lt;begin val=&quot;0&quot;/&gt;&lt;end val=&quot;4&quot;/&gt;&lt;/m_yearfmt&gt;&lt;/m_precDefaultMonth&gt;&lt;m_precDefaultWeek&gt;&lt;m_bNumberIsYear val=&quot;0&quot;/&gt;&lt;m_strFormatTime&gt;%d.&lt;/m_strFormatTime&gt;&lt;m_yearfmt&gt;&lt;begin val=&quot;0&quot;/&gt;&lt;end val=&quot;4&quot;/&gt;&lt;/m_yearfmt&gt;&lt;/m_precDefaultWeek&gt;&lt;m_precDefaultDay&gt;&lt;m_bNumberIsYear val=&quot;0&quot;/&gt;&lt;m_strFormatTime&gt;%#d&lt;/m_strFormatTime&gt;&lt;m_yearfmt&gt;&lt;begin val=&quot;0&quot;/&gt;&lt;end val=&quot;4&quot;/&gt;&lt;/m_yearfmt&gt;&lt;/m_precDefaultDay&gt;&lt;m_mruColor&gt;&lt;m_vecMRU length=&quot;6&quot;&gt;&lt;elem m_fUsage=&quot;3.09509999999999996234E+00&quot;&gt;&lt;m_msothmcolidx val=&quot;0&quot;/&gt;&lt;m_rgb r=&quot;1C&quot; g=&quot;75&quot; b=&quot;B7&quot;/&gt;&lt;m_nBrightness val=&quot;0&quot;/&gt;&lt;/elem&gt;&lt;elem m_fUsage=&quot;1.63376421214815947813E+00&quot;&gt;&lt;m_msothmcolidx val=&quot;0&quot;/&gt;&lt;m_rgb r=&quot;E1&quot; g=&quot;F0&quot; b=&quot;FA&quot;/&gt;&lt;m_nBrightness val=&quot;0&quot;/&gt;&lt;/elem&gt;&lt;elem m_fUsage=&quot;1.29618459900000027041E+00&quot;&gt;&lt;m_msothmcolidx val=&quot;0&quot;/&gt;&lt;m_rgb r=&quot;C2&quot; g=&quot;E0&quot; b=&quot;F6&quot;/&gt;&lt;m_nBrightness val=&quot;0&quot;/&gt;&lt;/elem&gt;&lt;elem m_fUsage=&quot;1.00000000000000000000E+00&quot;&gt;&lt;m_msothmcolidx val=&quot;0&quot;/&gt;&lt;m_rgb r=&quot;67&quot; g=&quot;B2&quot; b=&quot;E8&quot;/&gt;&lt;m_nBrightness val=&quot;0&quot;/&gt;&lt;/elem&gt;&lt;elem m_fUsage=&quot;5.90490000000000181402E-01&quot;&gt;&lt;m_msothmcolidx val=&quot;0&quot;/&gt;&lt;m_rgb r=&quot;16&quot; g=&quot;5E&quot; b=&quot;91&quot;/&gt;&lt;m_nBrightness val=&quot;0&quot;/&gt;&lt;/elem&gt;&lt;elem m_fUsage=&quot;5.31441000000000163261E-01&quot;&gt;&lt;m_msothmcolidx val=&quot;0&quot;/&gt;&lt;m_rgb r=&quot;7D&quot; g=&quot;7D&quot; b=&quot;7D&quot;/&gt;&lt;m_nBrightness val=&quot;0&quot;/&gt;&lt;/elem&gt;&lt;/m_vecMRU&gt;&lt;/m_mruColor&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ection Dividers and Statement Slides">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Section Dividers and Statement Slides">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Section Dividers and Statement Slides">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3_Content">
  <a:themeElements>
    <a:clrScheme name="Executive PPT colors">
      <a:dk1>
        <a:srgbClr val="0C2074"/>
      </a:dk1>
      <a:lt1>
        <a:sysClr val="window" lastClr="FFFFFF"/>
      </a:lt1>
      <a:dk2>
        <a:srgbClr val="4D4D4D"/>
      </a:dk2>
      <a:lt2>
        <a:srgbClr val="FFFFFF"/>
      </a:lt2>
      <a:accent1>
        <a:srgbClr val="0C2074"/>
      </a:accent1>
      <a:accent2>
        <a:srgbClr val="67B2E8"/>
      </a:accent2>
      <a:accent3>
        <a:srgbClr val="EB7923"/>
      </a:accent3>
      <a:accent4>
        <a:srgbClr val="4D9C45"/>
      </a:accent4>
      <a:accent5>
        <a:srgbClr val="636466"/>
      </a:accent5>
      <a:accent6>
        <a:srgbClr val="DE162B"/>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9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15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12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5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7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8_Section Dividers and Statement Slides">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22_Content">
  <a:themeElements>
    <a:clrScheme name="USBConsumer15">
      <a:dk1>
        <a:srgbClr val="0C2074"/>
      </a:dk1>
      <a:lt1>
        <a:sysClr val="window" lastClr="FFFFFF"/>
      </a:lt1>
      <a:dk2>
        <a:srgbClr val="4D4D4D"/>
      </a:dk2>
      <a:lt2>
        <a:srgbClr val="FFFFFF"/>
      </a:lt2>
      <a:accent1>
        <a:srgbClr val="0C2074"/>
      </a:accent1>
      <a:accent2>
        <a:srgbClr val="67B2E8"/>
      </a:accent2>
      <a:accent3>
        <a:srgbClr val="DE162B"/>
      </a:accent3>
      <a:accent4>
        <a:srgbClr val="4D9C45"/>
      </a:accent4>
      <a:accent5>
        <a:srgbClr val="EB7923"/>
      </a:accent5>
      <a:accent6>
        <a:srgbClr val="636466"/>
      </a:accent6>
      <a:hlink>
        <a:srgbClr val="000000"/>
      </a:hlink>
      <a:folHlink>
        <a:srgbClr val="636466"/>
      </a:folHlink>
    </a:clrScheme>
    <a:fontScheme name="USB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2ABB61917F47140AFB1BBD29AB34631" ma:contentTypeVersion="5" ma:contentTypeDescription="Create a new document." ma:contentTypeScope="" ma:versionID="dd7cb46784c5718188a48129b87f4388">
  <xsd:schema xmlns:xsd="http://www.w3.org/2001/XMLSchema" xmlns:xs="http://www.w3.org/2001/XMLSchema" xmlns:p="http://schemas.microsoft.com/office/2006/metadata/properties" targetNamespace="http://schemas.microsoft.com/office/2006/metadata/properties" ma:root="true" ma:fieldsID="8aefd34c66abc6cf5fae12f6831ca4e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ma:index="8" ma:displayName="Subject"/>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C16D5F2-9EF4-40D7-982A-914A1D61C3F3}">
  <ds:schemaRefs>
    <ds:schemaRef ds:uri="http://schemas.microsoft.com/sharepoint/v3/contenttype/forms"/>
  </ds:schemaRefs>
</ds:datastoreItem>
</file>

<file path=customXml/itemProps2.xml><?xml version="1.0" encoding="utf-8"?>
<ds:datastoreItem xmlns:ds="http://schemas.openxmlformats.org/officeDocument/2006/customXml" ds:itemID="{F26EB930-938D-4A61-9DFC-A83BA632DB25}">
  <ds:schemaRefs>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www.w3.org/XML/1998/namespace"/>
    <ds:schemaRef ds:uri="http://purl.org/dc/dcmitype/"/>
  </ds:schemaRefs>
</ds:datastoreItem>
</file>

<file path=customXml/itemProps3.xml><?xml version="1.0" encoding="utf-8"?>
<ds:datastoreItem xmlns:ds="http://schemas.openxmlformats.org/officeDocument/2006/customXml" ds:itemID="{E193A376-2C3A-4279-96A8-FD04EC7B222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USB Internal Communications template 2016</Template>
  <TotalTime>33441</TotalTime>
  <Words>534</Words>
  <Application>Microsoft Office PowerPoint</Application>
  <PresentationFormat>On-screen Show (4:3)</PresentationFormat>
  <Paragraphs>44</Paragraphs>
  <Slides>1</Slides>
  <Notes>1</Notes>
  <HiddenSlides>0</HiddenSlides>
  <MMClips>0</MMClips>
  <ScaleCrop>false</ScaleCrop>
  <HeadingPairs>
    <vt:vector size="8" baseType="variant">
      <vt:variant>
        <vt:lpstr>Fonts Used</vt:lpstr>
      </vt:variant>
      <vt:variant>
        <vt:i4>3</vt:i4>
      </vt:variant>
      <vt:variant>
        <vt:lpstr>Theme</vt:lpstr>
      </vt:variant>
      <vt:variant>
        <vt:i4>13</vt:i4>
      </vt:variant>
      <vt:variant>
        <vt:lpstr>Embedded OLE Servers</vt:lpstr>
      </vt:variant>
      <vt:variant>
        <vt:i4>1</vt:i4>
      </vt:variant>
      <vt:variant>
        <vt:lpstr>Slide Titles</vt:lpstr>
      </vt:variant>
      <vt:variant>
        <vt:i4>1</vt:i4>
      </vt:variant>
    </vt:vector>
  </HeadingPairs>
  <TitlesOfParts>
    <vt:vector size="18" baseType="lpstr">
      <vt:lpstr>Arial</vt:lpstr>
      <vt:lpstr>Arial Narrow</vt:lpstr>
      <vt:lpstr>Calibri</vt:lpstr>
      <vt:lpstr>Section Dividers and Statement Slides</vt:lpstr>
      <vt:lpstr>1_Section Dividers and Statement Slides</vt:lpstr>
      <vt:lpstr>2_Section Dividers and Statement Slides</vt:lpstr>
      <vt:lpstr>Content</vt:lpstr>
      <vt:lpstr>1_Content</vt:lpstr>
      <vt:lpstr>3_Content</vt:lpstr>
      <vt:lpstr>9_Content</vt:lpstr>
      <vt:lpstr>15_Content</vt:lpstr>
      <vt:lpstr>12_Content</vt:lpstr>
      <vt:lpstr>5_Content</vt:lpstr>
      <vt:lpstr>7_Content</vt:lpstr>
      <vt:lpstr>8_Section Dividers and Statement Slides</vt:lpstr>
      <vt:lpstr>22_Content</vt:lpstr>
      <vt:lpstr>think-cell Slide</vt:lpstr>
      <vt:lpstr>PowerPoint Presentation</vt:lpstr>
    </vt:vector>
  </TitlesOfParts>
  <Company>US Bancorp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RPA Presentation</dc:title>
  <dc:subject>RPA Executive Overview</dc:subject>
  <dc:creator>Breuer, Kevin J</dc:creator>
  <cp:lastModifiedBy>Sultan, Awais</cp:lastModifiedBy>
  <cp:revision>851</cp:revision>
  <cp:lastPrinted>2017-08-25T17:20:32Z</cp:lastPrinted>
  <dcterms:created xsi:type="dcterms:W3CDTF">2016-10-24T19:35:42Z</dcterms:created>
  <dcterms:modified xsi:type="dcterms:W3CDTF">2019-10-16T19:00:57Z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0x010100D2ABB61917F47140AFB1BBD29AB34631</vt:lpwstr>
  </property>
</Properties>
</file>